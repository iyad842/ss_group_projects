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ink/ink1.xml" ContentType="application/inkml+xml"/>
  <Override PartName="/ppt/ink/ink2.xml" ContentType="application/inkml+xml"/>
  <Override PartName="/ppt/ink/ink3.xml" ContentType="application/inkml+xml"/>
  <Override PartName="/ppt/ink/ink4.xml" ContentType="application/inkml+xml"/>
  <Override PartName="/ppt/ink/ink5.xml" ContentType="application/inkml+xml"/>
  <Override PartName="/ppt/ink/ink6.xml" ContentType="application/inkml+xml"/>
  <Override PartName="/ppt/ink/ink7.xml" ContentType="application/inkml+xml"/>
  <Override PartName="/ppt/ink/ink8.xml" ContentType="application/inkml+xml"/>
  <Override PartName="/ppt/ink/ink9.xml" ContentType="application/inkml+xml"/>
  <Override PartName="/ppt/ink/ink10.xml" ContentType="application/inkml+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ink/ink11.xml" ContentType="application/inkml+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ink/ink12.xml" ContentType="application/inkml+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ink/ink13.xml" ContentType="application/inkml+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63" r:id="rId1"/>
  </p:sldMasterIdLst>
  <p:sldIdLst>
    <p:sldId id="256" r:id="rId2"/>
    <p:sldId id="275" r:id="rId3"/>
    <p:sldId id="257" r:id="rId4"/>
    <p:sldId id="258" r:id="rId5"/>
    <p:sldId id="259" r:id="rId6"/>
    <p:sldId id="273" r:id="rId7"/>
    <p:sldId id="274" r:id="rId8"/>
    <p:sldId id="262" r:id="rId9"/>
    <p:sldId id="261" r:id="rId10"/>
    <p:sldId id="263" r:id="rId11"/>
    <p:sldId id="264" r:id="rId12"/>
    <p:sldId id="265" r:id="rId13"/>
    <p:sldId id="266" r:id="rId14"/>
    <p:sldId id="267" r:id="rId15"/>
    <p:sldId id="268" r:id="rId16"/>
    <p:sldId id="269" r:id="rId17"/>
    <p:sldId id="270" r:id="rId18"/>
    <p:sldId id="271" r:id="rId19"/>
    <p:sldId id="272" r:id="rId20"/>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A399B67-C0ED-4542-94CD-55D0220DD918}" v="84" dt="2026-04-26T16:34:11.605"/>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1" autoAdjust="0"/>
    <p:restoredTop sz="94660"/>
  </p:normalViewPr>
  <p:slideViewPr>
    <p:cSldViewPr snapToGrid="0">
      <p:cViewPr varScale="1">
        <p:scale>
          <a:sx n="83" d="100"/>
          <a:sy n="83" d="100"/>
        </p:scale>
        <p:origin x="435" y="5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microsoft.com/office/2015/10/relationships/revisionInfo" Target="revisionInfo.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microsoft.com/office/2016/11/relationships/changesInfo" Target="changesInfos/changesInfo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اياد قابل" userId="cbdcc1fe1dd350a8" providerId="LiveId" clId="{4A399B67-C0ED-4542-94CD-55D0220DD918}"/>
    <pc:docChg chg="undo custSel addSld delSld modSld">
      <pc:chgData name="اياد قابل" userId="cbdcc1fe1dd350a8" providerId="LiveId" clId="{4A399B67-C0ED-4542-94CD-55D0220DD918}" dt="2026-04-26T16:39:16.341" v="445" actId="20577"/>
      <pc:docMkLst>
        <pc:docMk/>
      </pc:docMkLst>
      <pc:sldChg chg="modSp mod modTransition">
        <pc:chgData name="اياد قابل" userId="cbdcc1fe1dd350a8" providerId="LiveId" clId="{4A399B67-C0ED-4542-94CD-55D0220DD918}" dt="2026-04-26T16:16:42.892" v="287" actId="20577"/>
        <pc:sldMkLst>
          <pc:docMk/>
          <pc:sldMk cId="1809176342" sldId="256"/>
        </pc:sldMkLst>
        <pc:spChg chg="mod">
          <ac:chgData name="اياد قابل" userId="cbdcc1fe1dd350a8" providerId="LiveId" clId="{4A399B67-C0ED-4542-94CD-55D0220DD918}" dt="2026-04-26T16:16:42.892" v="287" actId="20577"/>
          <ac:spMkLst>
            <pc:docMk/>
            <pc:sldMk cId="1809176342" sldId="256"/>
            <ac:spMk id="3" creationId="{41BDBB09-4592-41EF-1762-AC4337C4D970}"/>
          </ac:spMkLst>
        </pc:spChg>
      </pc:sldChg>
      <pc:sldChg chg="addSp delSp modSp mod modTransition setBg">
        <pc:chgData name="اياد قابل" userId="cbdcc1fe1dd350a8" providerId="LiveId" clId="{4A399B67-C0ED-4542-94CD-55D0220DD918}" dt="2026-04-26T16:08:57.061" v="241"/>
        <pc:sldMkLst>
          <pc:docMk/>
          <pc:sldMk cId="3758398896" sldId="257"/>
        </pc:sldMkLst>
        <pc:spChg chg="mod">
          <ac:chgData name="اياد قابل" userId="cbdcc1fe1dd350a8" providerId="LiveId" clId="{4A399B67-C0ED-4542-94CD-55D0220DD918}" dt="2026-04-26T15:55:38.376" v="167" actId="26606"/>
          <ac:spMkLst>
            <pc:docMk/>
            <pc:sldMk cId="3758398896" sldId="257"/>
            <ac:spMk id="2" creationId="{45B8BDAF-C24C-7F16-D299-B02970B421AA}"/>
          </ac:spMkLst>
        </pc:spChg>
        <pc:spChg chg="mod">
          <ac:chgData name="اياد قابل" userId="cbdcc1fe1dd350a8" providerId="LiveId" clId="{4A399B67-C0ED-4542-94CD-55D0220DD918}" dt="2026-04-26T15:55:38.376" v="167" actId="26606"/>
          <ac:spMkLst>
            <pc:docMk/>
            <pc:sldMk cId="3758398896" sldId="257"/>
            <ac:spMk id="4" creationId="{E2A22A98-AF63-F6B1-A383-E6FE3FB2D490}"/>
          </ac:spMkLst>
        </pc:spChg>
        <pc:spChg chg="add del">
          <ac:chgData name="اياد قابل" userId="cbdcc1fe1dd350a8" providerId="LiveId" clId="{4A399B67-C0ED-4542-94CD-55D0220DD918}" dt="2026-04-26T15:55:38.356" v="166" actId="26606"/>
          <ac:spMkLst>
            <pc:docMk/>
            <pc:sldMk cId="3758398896" sldId="257"/>
            <ac:spMk id="15" creationId="{7A18B8F2-142B-4003-B90D-359297705BDF}"/>
          </ac:spMkLst>
        </pc:spChg>
        <pc:spChg chg="add del">
          <ac:chgData name="اياد قابل" userId="cbdcc1fe1dd350a8" providerId="LiveId" clId="{4A399B67-C0ED-4542-94CD-55D0220DD918}" dt="2026-04-26T15:55:38.356" v="166" actId="26606"/>
          <ac:spMkLst>
            <pc:docMk/>
            <pc:sldMk cId="3758398896" sldId="257"/>
            <ac:spMk id="17" creationId="{DA653340-0C91-436D-8939-E9746D4B6034}"/>
          </ac:spMkLst>
        </pc:spChg>
        <pc:spChg chg="add del">
          <ac:chgData name="اياد قابل" userId="cbdcc1fe1dd350a8" providerId="LiveId" clId="{4A399B67-C0ED-4542-94CD-55D0220DD918}" dt="2026-04-26T15:55:38.356" v="166" actId="26606"/>
          <ac:spMkLst>
            <pc:docMk/>
            <pc:sldMk cId="3758398896" sldId="257"/>
            <ac:spMk id="19" creationId="{CF93DC6C-1BFD-4414-BF23-471C8831CA04}"/>
          </ac:spMkLst>
        </pc:spChg>
        <pc:spChg chg="add del">
          <ac:chgData name="اياد قابل" userId="cbdcc1fe1dd350a8" providerId="LiveId" clId="{4A399B67-C0ED-4542-94CD-55D0220DD918}" dt="2026-04-26T15:55:38.356" v="166" actId="26606"/>
          <ac:spMkLst>
            <pc:docMk/>
            <pc:sldMk cId="3758398896" sldId="257"/>
            <ac:spMk id="21" creationId="{8883AD5B-BA1D-4FA6-8AD8-955000251D79}"/>
          </ac:spMkLst>
        </pc:spChg>
        <pc:spChg chg="add">
          <ac:chgData name="اياد قابل" userId="cbdcc1fe1dd350a8" providerId="LiveId" clId="{4A399B67-C0ED-4542-94CD-55D0220DD918}" dt="2026-04-26T15:55:38.376" v="167" actId="26606"/>
          <ac:spMkLst>
            <pc:docMk/>
            <pc:sldMk cId="3758398896" sldId="257"/>
            <ac:spMk id="25" creationId="{7FF47CB7-972F-479F-A36D-9E72D26EC8DA}"/>
          </ac:spMkLst>
        </pc:spChg>
        <pc:spChg chg="add">
          <ac:chgData name="اياد قابل" userId="cbdcc1fe1dd350a8" providerId="LiveId" clId="{4A399B67-C0ED-4542-94CD-55D0220DD918}" dt="2026-04-26T15:55:38.376" v="167" actId="26606"/>
          <ac:spMkLst>
            <pc:docMk/>
            <pc:sldMk cId="3758398896" sldId="257"/>
            <ac:spMk id="26" creationId="{0D153B68-5844-490D-8E67-F616D6D721CA}"/>
          </ac:spMkLst>
        </pc:spChg>
        <pc:spChg chg="add">
          <ac:chgData name="اياد قابل" userId="cbdcc1fe1dd350a8" providerId="LiveId" clId="{4A399B67-C0ED-4542-94CD-55D0220DD918}" dt="2026-04-26T15:55:38.376" v="167" actId="26606"/>
          <ac:spMkLst>
            <pc:docMk/>
            <pc:sldMk cId="3758398896" sldId="257"/>
            <ac:spMk id="27" creationId="{C64E267B-3F5A-4357-9E7F-C5FBE5D3B1E0}"/>
          </ac:spMkLst>
        </pc:spChg>
        <pc:picChg chg="mod ord">
          <ac:chgData name="اياد قابل" userId="cbdcc1fe1dd350a8" providerId="LiveId" clId="{4A399B67-C0ED-4542-94CD-55D0220DD918}" dt="2026-04-26T16:04:27.033" v="215" actId="1440"/>
          <ac:picMkLst>
            <pc:docMk/>
            <pc:sldMk cId="3758398896" sldId="257"/>
            <ac:picMk id="6" creationId="{E17E97B5-DB5E-46D2-4BA1-045CEC5F3E71}"/>
          </ac:picMkLst>
        </pc:picChg>
        <pc:picChg chg="add del">
          <ac:chgData name="اياد قابل" userId="cbdcc1fe1dd350a8" providerId="LiveId" clId="{4A399B67-C0ED-4542-94CD-55D0220DD918}" dt="2026-04-26T15:55:38.356" v="166" actId="26606"/>
          <ac:picMkLst>
            <pc:docMk/>
            <pc:sldMk cId="3758398896" sldId="257"/>
            <ac:picMk id="11" creationId="{DEB2E8C4-C3E7-4048-A43D-9859510CFA98}"/>
          </ac:picMkLst>
        </pc:picChg>
        <pc:picChg chg="add">
          <ac:chgData name="اياد قابل" userId="cbdcc1fe1dd350a8" providerId="LiveId" clId="{4A399B67-C0ED-4542-94CD-55D0220DD918}" dt="2026-04-26T15:55:38.376" v="167" actId="26606"/>
          <ac:picMkLst>
            <pc:docMk/>
            <pc:sldMk cId="3758398896" sldId="257"/>
            <ac:picMk id="23" creationId="{DEB2E8C4-C3E7-4048-A43D-9859510CFA98}"/>
          </ac:picMkLst>
        </pc:picChg>
        <pc:inkChg chg="add del">
          <ac:chgData name="اياد قابل" userId="cbdcc1fe1dd350a8" providerId="LiveId" clId="{4A399B67-C0ED-4542-94CD-55D0220DD918}" dt="2026-04-26T15:55:38.356" v="166" actId="26606"/>
          <ac:inkMkLst>
            <pc:docMk/>
            <pc:sldMk cId="3758398896" sldId="257"/>
            <ac:inkMk id="13" creationId="{24D29CCB-7956-4E3E-8880-304085F04BF4}"/>
          </ac:inkMkLst>
        </pc:inkChg>
        <pc:inkChg chg="add">
          <ac:chgData name="اياد قابل" userId="cbdcc1fe1dd350a8" providerId="LiveId" clId="{4A399B67-C0ED-4542-94CD-55D0220DD918}" dt="2026-04-26T15:55:38.376" v="167" actId="26606"/>
          <ac:inkMkLst>
            <pc:docMk/>
            <pc:sldMk cId="3758398896" sldId="257"/>
            <ac:inkMk id="24" creationId="{24D29CCB-7956-4E3E-8880-304085F04BF4}"/>
          </ac:inkMkLst>
        </pc:inkChg>
      </pc:sldChg>
      <pc:sldChg chg="addSp delSp modSp mod modTransition">
        <pc:chgData name="اياد قابل" userId="cbdcc1fe1dd350a8" providerId="LiveId" clId="{4A399B67-C0ED-4542-94CD-55D0220DD918}" dt="2026-04-26T16:10:41.041" v="258"/>
        <pc:sldMkLst>
          <pc:docMk/>
          <pc:sldMk cId="2539426340" sldId="258"/>
        </pc:sldMkLst>
        <pc:spChg chg="mod">
          <ac:chgData name="اياد قابل" userId="cbdcc1fe1dd350a8" providerId="LiveId" clId="{4A399B67-C0ED-4542-94CD-55D0220DD918}" dt="2026-04-26T15:56:44.356" v="180" actId="26606"/>
          <ac:spMkLst>
            <pc:docMk/>
            <pc:sldMk cId="2539426340" sldId="258"/>
            <ac:spMk id="2" creationId="{372CF93E-0A02-F7B8-CB8C-855E044947FD}"/>
          </ac:spMkLst>
        </pc:spChg>
        <pc:spChg chg="add del mod">
          <ac:chgData name="اياد قابل" userId="cbdcc1fe1dd350a8" providerId="LiveId" clId="{4A399B67-C0ED-4542-94CD-55D0220DD918}" dt="2026-04-26T15:56:44.356" v="180" actId="26606"/>
          <ac:spMkLst>
            <pc:docMk/>
            <pc:sldMk cId="2539426340" sldId="258"/>
            <ac:spMk id="4" creationId="{09638782-E865-689C-F674-D09ABE8663BE}"/>
          </ac:spMkLst>
        </pc:spChg>
        <pc:spChg chg="add del">
          <ac:chgData name="اياد قابل" userId="cbdcc1fe1dd350a8" providerId="LiveId" clId="{4A399B67-C0ED-4542-94CD-55D0220DD918}" dt="2026-04-26T15:56:44.356" v="180" actId="26606"/>
          <ac:spMkLst>
            <pc:docMk/>
            <pc:sldMk cId="2539426340" sldId="258"/>
            <ac:spMk id="15" creationId="{13EFA6C3-82DC-4131-9929-2523E6FD0B81}"/>
          </ac:spMkLst>
        </pc:spChg>
        <pc:spChg chg="add del">
          <ac:chgData name="اياد قابل" userId="cbdcc1fe1dd350a8" providerId="LiveId" clId="{4A399B67-C0ED-4542-94CD-55D0220DD918}" dt="2026-04-26T15:56:44.356" v="180" actId="26606"/>
          <ac:spMkLst>
            <pc:docMk/>
            <pc:sldMk cId="2539426340" sldId="258"/>
            <ac:spMk id="17" creationId="{AEC9469E-14CA-4358-BABC-CBF836A6142D}"/>
          </ac:spMkLst>
        </pc:spChg>
        <pc:spChg chg="add del">
          <ac:chgData name="اياد قابل" userId="cbdcc1fe1dd350a8" providerId="LiveId" clId="{4A399B67-C0ED-4542-94CD-55D0220DD918}" dt="2026-04-26T15:56:44.356" v="180" actId="26606"/>
          <ac:spMkLst>
            <pc:docMk/>
            <pc:sldMk cId="2539426340" sldId="258"/>
            <ac:spMk id="19" creationId="{048EB4C9-ACAF-4CCA-BA6E-9314431923B2}"/>
          </ac:spMkLst>
        </pc:spChg>
        <pc:spChg chg="add del">
          <ac:chgData name="اياد قابل" userId="cbdcc1fe1dd350a8" providerId="LiveId" clId="{4A399B67-C0ED-4542-94CD-55D0220DD918}" dt="2026-04-26T15:56:17.553" v="169" actId="26606"/>
          <ac:spMkLst>
            <pc:docMk/>
            <pc:sldMk cId="2539426340" sldId="258"/>
            <ac:spMk id="28" creationId="{9ADB6B36-6D23-4279-BF08-86CFF703E395}"/>
          </ac:spMkLst>
        </pc:spChg>
        <pc:spChg chg="add del">
          <ac:chgData name="اياد قابل" userId="cbdcc1fe1dd350a8" providerId="LiveId" clId="{4A399B67-C0ED-4542-94CD-55D0220DD918}" dt="2026-04-26T15:56:17.553" v="169" actId="26606"/>
          <ac:spMkLst>
            <pc:docMk/>
            <pc:sldMk cId="2539426340" sldId="258"/>
            <ac:spMk id="30" creationId="{AEF4CD48-9281-4131-995B-E3B17C8544AF}"/>
          </ac:spMkLst>
        </pc:spChg>
        <pc:spChg chg="add del">
          <ac:chgData name="اياد قابل" userId="cbdcc1fe1dd350a8" providerId="LiveId" clId="{4A399B67-C0ED-4542-94CD-55D0220DD918}" dt="2026-04-26T15:56:17.553" v="169" actId="26606"/>
          <ac:spMkLst>
            <pc:docMk/>
            <pc:sldMk cId="2539426340" sldId="258"/>
            <ac:spMk id="32" creationId="{5ABDA325-4B50-4FFB-81B9-95576831FB06}"/>
          </ac:spMkLst>
        </pc:spChg>
        <pc:spChg chg="add del">
          <ac:chgData name="اياد قابل" userId="cbdcc1fe1dd350a8" providerId="LiveId" clId="{4A399B67-C0ED-4542-94CD-55D0220DD918}" dt="2026-04-26T15:56:17.553" v="169" actId="26606"/>
          <ac:spMkLst>
            <pc:docMk/>
            <pc:sldMk cId="2539426340" sldId="258"/>
            <ac:spMk id="34" creationId="{F2A49241-8E10-49A1-B30C-2A0230F6ABEC}"/>
          </ac:spMkLst>
        </pc:spChg>
        <pc:spChg chg="add del">
          <ac:chgData name="اياد قابل" userId="cbdcc1fe1dd350a8" providerId="LiveId" clId="{4A399B67-C0ED-4542-94CD-55D0220DD918}" dt="2026-04-26T15:56:25.253" v="171" actId="26606"/>
          <ac:spMkLst>
            <pc:docMk/>
            <pc:sldMk cId="2539426340" sldId="258"/>
            <ac:spMk id="38" creationId="{13EFA6C3-82DC-4131-9929-2523E6FD0B81}"/>
          </ac:spMkLst>
        </pc:spChg>
        <pc:spChg chg="add del">
          <ac:chgData name="اياد قابل" userId="cbdcc1fe1dd350a8" providerId="LiveId" clId="{4A399B67-C0ED-4542-94CD-55D0220DD918}" dt="2026-04-26T15:56:25.253" v="171" actId="26606"/>
          <ac:spMkLst>
            <pc:docMk/>
            <pc:sldMk cId="2539426340" sldId="258"/>
            <ac:spMk id="39" creationId="{AEC9469E-14CA-4358-BABC-CBF836A6142D}"/>
          </ac:spMkLst>
        </pc:spChg>
        <pc:spChg chg="add del">
          <ac:chgData name="اياد قابل" userId="cbdcc1fe1dd350a8" providerId="LiveId" clId="{4A399B67-C0ED-4542-94CD-55D0220DD918}" dt="2026-04-26T15:56:25.253" v="171" actId="26606"/>
          <ac:spMkLst>
            <pc:docMk/>
            <pc:sldMk cId="2539426340" sldId="258"/>
            <ac:spMk id="40" creationId="{048EB4C9-ACAF-4CCA-BA6E-9314431923B2}"/>
          </ac:spMkLst>
        </pc:spChg>
        <pc:spChg chg="add del">
          <ac:chgData name="اياد قابل" userId="cbdcc1fe1dd350a8" providerId="LiveId" clId="{4A399B67-C0ED-4542-94CD-55D0220DD918}" dt="2026-04-26T15:56:28.126" v="173" actId="26606"/>
          <ac:spMkLst>
            <pc:docMk/>
            <pc:sldMk cId="2539426340" sldId="258"/>
            <ac:spMk id="44" creationId="{13EFA6C3-82DC-4131-9929-2523E6FD0B81}"/>
          </ac:spMkLst>
        </pc:spChg>
        <pc:spChg chg="add del">
          <ac:chgData name="اياد قابل" userId="cbdcc1fe1dd350a8" providerId="LiveId" clId="{4A399B67-C0ED-4542-94CD-55D0220DD918}" dt="2026-04-26T15:56:28.126" v="173" actId="26606"/>
          <ac:spMkLst>
            <pc:docMk/>
            <pc:sldMk cId="2539426340" sldId="258"/>
            <ac:spMk id="45" creationId="{AEC9469E-14CA-4358-BABC-CBF836A6142D}"/>
          </ac:spMkLst>
        </pc:spChg>
        <pc:spChg chg="add del">
          <ac:chgData name="اياد قابل" userId="cbdcc1fe1dd350a8" providerId="LiveId" clId="{4A399B67-C0ED-4542-94CD-55D0220DD918}" dt="2026-04-26T15:56:28.126" v="173" actId="26606"/>
          <ac:spMkLst>
            <pc:docMk/>
            <pc:sldMk cId="2539426340" sldId="258"/>
            <ac:spMk id="47" creationId="{048EB4C9-ACAF-4CCA-BA6E-9314431923B2}"/>
          </ac:spMkLst>
        </pc:spChg>
        <pc:spChg chg="add del">
          <ac:chgData name="اياد قابل" userId="cbdcc1fe1dd350a8" providerId="LiveId" clId="{4A399B67-C0ED-4542-94CD-55D0220DD918}" dt="2026-04-26T15:56:31.130" v="175" actId="26606"/>
          <ac:spMkLst>
            <pc:docMk/>
            <pc:sldMk cId="2539426340" sldId="258"/>
            <ac:spMk id="51" creationId="{13EFA6C3-82DC-4131-9929-2523E6FD0B81}"/>
          </ac:spMkLst>
        </pc:spChg>
        <pc:spChg chg="add del">
          <ac:chgData name="اياد قابل" userId="cbdcc1fe1dd350a8" providerId="LiveId" clId="{4A399B67-C0ED-4542-94CD-55D0220DD918}" dt="2026-04-26T15:56:31.130" v="175" actId="26606"/>
          <ac:spMkLst>
            <pc:docMk/>
            <pc:sldMk cId="2539426340" sldId="258"/>
            <ac:spMk id="52" creationId="{AEC9469E-14CA-4358-BABC-CBF836A6142D}"/>
          </ac:spMkLst>
        </pc:spChg>
        <pc:spChg chg="add del">
          <ac:chgData name="اياد قابل" userId="cbdcc1fe1dd350a8" providerId="LiveId" clId="{4A399B67-C0ED-4542-94CD-55D0220DD918}" dt="2026-04-26T15:56:31.130" v="175" actId="26606"/>
          <ac:spMkLst>
            <pc:docMk/>
            <pc:sldMk cId="2539426340" sldId="258"/>
            <ac:spMk id="54" creationId="{048EB4C9-ACAF-4CCA-BA6E-9314431923B2}"/>
          </ac:spMkLst>
        </pc:spChg>
        <pc:spChg chg="add del">
          <ac:chgData name="اياد قابل" userId="cbdcc1fe1dd350a8" providerId="LiveId" clId="{4A399B67-C0ED-4542-94CD-55D0220DD918}" dt="2026-04-26T15:56:35.774" v="177" actId="26606"/>
          <ac:spMkLst>
            <pc:docMk/>
            <pc:sldMk cId="2539426340" sldId="258"/>
            <ac:spMk id="58" creationId="{13EFA6C3-82DC-4131-9929-2523E6FD0B81}"/>
          </ac:spMkLst>
        </pc:spChg>
        <pc:spChg chg="add del">
          <ac:chgData name="اياد قابل" userId="cbdcc1fe1dd350a8" providerId="LiveId" clId="{4A399B67-C0ED-4542-94CD-55D0220DD918}" dt="2026-04-26T15:56:35.774" v="177" actId="26606"/>
          <ac:spMkLst>
            <pc:docMk/>
            <pc:sldMk cId="2539426340" sldId="258"/>
            <ac:spMk id="59" creationId="{AEC9469E-14CA-4358-BABC-CBF836A6142D}"/>
          </ac:spMkLst>
        </pc:spChg>
        <pc:spChg chg="add del">
          <ac:chgData name="اياد قابل" userId="cbdcc1fe1dd350a8" providerId="LiveId" clId="{4A399B67-C0ED-4542-94CD-55D0220DD918}" dt="2026-04-26T15:56:35.774" v="177" actId="26606"/>
          <ac:spMkLst>
            <pc:docMk/>
            <pc:sldMk cId="2539426340" sldId="258"/>
            <ac:spMk id="61" creationId="{048EB4C9-ACAF-4CCA-BA6E-9314431923B2}"/>
          </ac:spMkLst>
        </pc:spChg>
        <pc:spChg chg="add del">
          <ac:chgData name="اياد قابل" userId="cbdcc1fe1dd350a8" providerId="LiveId" clId="{4A399B67-C0ED-4542-94CD-55D0220DD918}" dt="2026-04-26T15:56:44.331" v="179" actId="26606"/>
          <ac:spMkLst>
            <pc:docMk/>
            <pc:sldMk cId="2539426340" sldId="258"/>
            <ac:spMk id="65" creationId="{7A18B8F2-142B-4003-B90D-359297705BDF}"/>
          </ac:spMkLst>
        </pc:spChg>
        <pc:spChg chg="add del">
          <ac:chgData name="اياد قابل" userId="cbdcc1fe1dd350a8" providerId="LiveId" clId="{4A399B67-C0ED-4542-94CD-55D0220DD918}" dt="2026-04-26T15:56:44.331" v="179" actId="26606"/>
          <ac:spMkLst>
            <pc:docMk/>
            <pc:sldMk cId="2539426340" sldId="258"/>
            <ac:spMk id="66" creationId="{DA653340-0C91-436D-8939-E9746D4B6034}"/>
          </ac:spMkLst>
        </pc:spChg>
        <pc:spChg chg="add del">
          <ac:chgData name="اياد قابل" userId="cbdcc1fe1dd350a8" providerId="LiveId" clId="{4A399B67-C0ED-4542-94CD-55D0220DD918}" dt="2026-04-26T15:56:44.331" v="179" actId="26606"/>
          <ac:spMkLst>
            <pc:docMk/>
            <pc:sldMk cId="2539426340" sldId="258"/>
            <ac:spMk id="67" creationId="{CF93DC6C-1BFD-4414-BF23-471C8831CA04}"/>
          </ac:spMkLst>
        </pc:spChg>
        <pc:spChg chg="add del">
          <ac:chgData name="اياد قابل" userId="cbdcc1fe1dd350a8" providerId="LiveId" clId="{4A399B67-C0ED-4542-94CD-55D0220DD918}" dt="2026-04-26T15:56:44.331" v="179" actId="26606"/>
          <ac:spMkLst>
            <pc:docMk/>
            <pc:sldMk cId="2539426340" sldId="258"/>
            <ac:spMk id="68" creationId="{09638782-E865-689C-F674-D09ABE8663BE}"/>
          </ac:spMkLst>
        </pc:spChg>
        <pc:spChg chg="add del">
          <ac:chgData name="اياد قابل" userId="cbdcc1fe1dd350a8" providerId="LiveId" clId="{4A399B67-C0ED-4542-94CD-55D0220DD918}" dt="2026-04-26T15:56:44.331" v="179" actId="26606"/>
          <ac:spMkLst>
            <pc:docMk/>
            <pc:sldMk cId="2539426340" sldId="258"/>
            <ac:spMk id="69" creationId="{8883AD5B-BA1D-4FA6-8AD8-955000251D79}"/>
          </ac:spMkLst>
        </pc:spChg>
        <pc:spChg chg="add">
          <ac:chgData name="اياد قابل" userId="cbdcc1fe1dd350a8" providerId="LiveId" clId="{4A399B67-C0ED-4542-94CD-55D0220DD918}" dt="2026-04-26T15:56:44.356" v="180" actId="26606"/>
          <ac:spMkLst>
            <pc:docMk/>
            <pc:sldMk cId="2539426340" sldId="258"/>
            <ac:spMk id="73" creationId="{9ADB6B36-6D23-4279-BF08-86CFF703E395}"/>
          </ac:spMkLst>
        </pc:spChg>
        <pc:spChg chg="add">
          <ac:chgData name="اياد قابل" userId="cbdcc1fe1dd350a8" providerId="LiveId" clId="{4A399B67-C0ED-4542-94CD-55D0220DD918}" dt="2026-04-26T15:56:44.356" v="180" actId="26606"/>
          <ac:spMkLst>
            <pc:docMk/>
            <pc:sldMk cId="2539426340" sldId="258"/>
            <ac:spMk id="74" creationId="{AEF4CD48-9281-4131-995B-E3B17C8544AF}"/>
          </ac:spMkLst>
        </pc:spChg>
        <pc:spChg chg="add">
          <ac:chgData name="اياد قابل" userId="cbdcc1fe1dd350a8" providerId="LiveId" clId="{4A399B67-C0ED-4542-94CD-55D0220DD918}" dt="2026-04-26T15:56:44.356" v="180" actId="26606"/>
          <ac:spMkLst>
            <pc:docMk/>
            <pc:sldMk cId="2539426340" sldId="258"/>
            <ac:spMk id="75" creationId="{09638782-E865-689C-F674-D09ABE8663BE}"/>
          </ac:spMkLst>
        </pc:spChg>
        <pc:spChg chg="add">
          <ac:chgData name="اياد قابل" userId="cbdcc1fe1dd350a8" providerId="LiveId" clId="{4A399B67-C0ED-4542-94CD-55D0220DD918}" dt="2026-04-26T15:56:44.356" v="180" actId="26606"/>
          <ac:spMkLst>
            <pc:docMk/>
            <pc:sldMk cId="2539426340" sldId="258"/>
            <ac:spMk id="76" creationId="{5ABDA325-4B50-4FFB-81B9-95576831FB06}"/>
          </ac:spMkLst>
        </pc:spChg>
        <pc:spChg chg="add">
          <ac:chgData name="اياد قابل" userId="cbdcc1fe1dd350a8" providerId="LiveId" clId="{4A399B67-C0ED-4542-94CD-55D0220DD918}" dt="2026-04-26T15:56:44.356" v="180" actId="26606"/>
          <ac:spMkLst>
            <pc:docMk/>
            <pc:sldMk cId="2539426340" sldId="258"/>
            <ac:spMk id="77" creationId="{F2A49241-8E10-49A1-B30C-2A0230F6ABEC}"/>
          </ac:spMkLst>
        </pc:spChg>
        <pc:graphicFrameChg chg="add del">
          <ac:chgData name="اياد قابل" userId="cbdcc1fe1dd350a8" providerId="LiveId" clId="{4A399B67-C0ED-4542-94CD-55D0220DD918}" dt="2026-04-26T15:56:25.253" v="171" actId="26606"/>
          <ac:graphicFrameMkLst>
            <pc:docMk/>
            <pc:sldMk cId="2539426340" sldId="258"/>
            <ac:graphicFrameMk id="21" creationId="{160B7EE2-38B6-EB7A-4934-DCE766425ECD}"/>
          </ac:graphicFrameMkLst>
        </pc:graphicFrameChg>
        <pc:graphicFrameChg chg="add del">
          <ac:chgData name="اياد قابل" userId="cbdcc1fe1dd350a8" providerId="LiveId" clId="{4A399B67-C0ED-4542-94CD-55D0220DD918}" dt="2026-04-26T15:56:28.126" v="173" actId="26606"/>
          <ac:graphicFrameMkLst>
            <pc:docMk/>
            <pc:sldMk cId="2539426340" sldId="258"/>
            <ac:graphicFrameMk id="46" creationId="{68C93CB4-B5C4-6067-767C-CA029246B622}"/>
          </ac:graphicFrameMkLst>
        </pc:graphicFrameChg>
        <pc:graphicFrameChg chg="add del">
          <ac:chgData name="اياد قابل" userId="cbdcc1fe1dd350a8" providerId="LiveId" clId="{4A399B67-C0ED-4542-94CD-55D0220DD918}" dt="2026-04-26T15:56:31.130" v="175" actId="26606"/>
          <ac:graphicFrameMkLst>
            <pc:docMk/>
            <pc:sldMk cId="2539426340" sldId="258"/>
            <ac:graphicFrameMk id="53" creationId="{F6333AEE-80F0-C0B3-094C-BCA2DD5A5EC9}"/>
          </ac:graphicFrameMkLst>
        </pc:graphicFrameChg>
        <pc:graphicFrameChg chg="add del">
          <ac:chgData name="اياد قابل" userId="cbdcc1fe1dd350a8" providerId="LiveId" clId="{4A399B67-C0ED-4542-94CD-55D0220DD918}" dt="2026-04-26T15:56:35.774" v="177" actId="26606"/>
          <ac:graphicFrameMkLst>
            <pc:docMk/>
            <pc:sldMk cId="2539426340" sldId="258"/>
            <ac:graphicFrameMk id="60" creationId="{F74C4485-FDC4-0D2D-873C-C2A33E570FC4}"/>
          </ac:graphicFrameMkLst>
        </pc:graphicFrameChg>
        <pc:picChg chg="add del">
          <ac:chgData name="اياد قابل" userId="cbdcc1fe1dd350a8" providerId="LiveId" clId="{4A399B67-C0ED-4542-94CD-55D0220DD918}" dt="2026-04-26T15:56:35.774" v="177" actId="26606"/>
          <ac:picMkLst>
            <pc:docMk/>
            <pc:sldMk cId="2539426340" sldId="258"/>
            <ac:picMk id="11" creationId="{DEB2E8C4-C3E7-4048-A43D-9859510CFA98}"/>
          </ac:picMkLst>
        </pc:picChg>
        <pc:picChg chg="add del">
          <ac:chgData name="اياد قابل" userId="cbdcc1fe1dd350a8" providerId="LiveId" clId="{4A399B67-C0ED-4542-94CD-55D0220DD918}" dt="2026-04-26T15:56:25.253" v="171" actId="26606"/>
          <ac:picMkLst>
            <pc:docMk/>
            <pc:sldMk cId="2539426340" sldId="258"/>
            <ac:picMk id="36" creationId="{DEB2E8C4-C3E7-4048-A43D-9859510CFA98}"/>
          </ac:picMkLst>
        </pc:picChg>
        <pc:picChg chg="add del">
          <ac:chgData name="اياد قابل" userId="cbdcc1fe1dd350a8" providerId="LiveId" clId="{4A399B67-C0ED-4542-94CD-55D0220DD918}" dt="2026-04-26T15:56:28.126" v="173" actId="26606"/>
          <ac:picMkLst>
            <pc:docMk/>
            <pc:sldMk cId="2539426340" sldId="258"/>
            <ac:picMk id="42" creationId="{DEB2E8C4-C3E7-4048-A43D-9859510CFA98}"/>
          </ac:picMkLst>
        </pc:picChg>
        <pc:picChg chg="add del">
          <ac:chgData name="اياد قابل" userId="cbdcc1fe1dd350a8" providerId="LiveId" clId="{4A399B67-C0ED-4542-94CD-55D0220DD918}" dt="2026-04-26T15:56:31.130" v="175" actId="26606"/>
          <ac:picMkLst>
            <pc:docMk/>
            <pc:sldMk cId="2539426340" sldId="258"/>
            <ac:picMk id="49" creationId="{DEB2E8C4-C3E7-4048-A43D-9859510CFA98}"/>
          </ac:picMkLst>
        </pc:picChg>
        <pc:picChg chg="add del">
          <ac:chgData name="اياد قابل" userId="cbdcc1fe1dd350a8" providerId="LiveId" clId="{4A399B67-C0ED-4542-94CD-55D0220DD918}" dt="2026-04-26T15:56:35.774" v="177" actId="26606"/>
          <ac:picMkLst>
            <pc:docMk/>
            <pc:sldMk cId="2539426340" sldId="258"/>
            <ac:picMk id="56" creationId="{DEB2E8C4-C3E7-4048-A43D-9859510CFA98}"/>
          </ac:picMkLst>
        </pc:picChg>
      </pc:sldChg>
      <pc:sldChg chg="addSp modSp mod modTransition setBg">
        <pc:chgData name="اياد قابل" userId="cbdcc1fe1dd350a8" providerId="LiveId" clId="{4A399B67-C0ED-4542-94CD-55D0220DD918}" dt="2026-04-26T16:10:50.129" v="259"/>
        <pc:sldMkLst>
          <pc:docMk/>
          <pc:sldMk cId="3530273702" sldId="259"/>
        </pc:sldMkLst>
        <pc:spChg chg="mod">
          <ac:chgData name="اياد قابل" userId="cbdcc1fe1dd350a8" providerId="LiveId" clId="{4A399B67-C0ED-4542-94CD-55D0220DD918}" dt="2026-04-26T15:57:02.902" v="181" actId="26606"/>
          <ac:spMkLst>
            <pc:docMk/>
            <pc:sldMk cId="3530273702" sldId="259"/>
            <ac:spMk id="2" creationId="{4A6E72AA-2E09-FD2C-B22F-2479395952D0}"/>
          </ac:spMkLst>
        </pc:spChg>
        <pc:spChg chg="mod">
          <ac:chgData name="اياد قابل" userId="cbdcc1fe1dd350a8" providerId="LiveId" clId="{4A399B67-C0ED-4542-94CD-55D0220DD918}" dt="2026-04-26T15:57:02.902" v="181" actId="26606"/>
          <ac:spMkLst>
            <pc:docMk/>
            <pc:sldMk cId="3530273702" sldId="259"/>
            <ac:spMk id="4" creationId="{6E443B9B-CC41-5022-E452-651BECA37F86}"/>
          </ac:spMkLst>
        </pc:spChg>
        <pc:spChg chg="add">
          <ac:chgData name="اياد قابل" userId="cbdcc1fe1dd350a8" providerId="LiveId" clId="{4A399B67-C0ED-4542-94CD-55D0220DD918}" dt="2026-04-26T15:57:02.902" v="181" actId="26606"/>
          <ac:spMkLst>
            <pc:docMk/>
            <pc:sldMk cId="3530273702" sldId="259"/>
            <ac:spMk id="15" creationId="{7FF47CB7-972F-479F-A36D-9E72D26EC8DA}"/>
          </ac:spMkLst>
        </pc:spChg>
        <pc:spChg chg="add">
          <ac:chgData name="اياد قابل" userId="cbdcc1fe1dd350a8" providerId="LiveId" clId="{4A399B67-C0ED-4542-94CD-55D0220DD918}" dt="2026-04-26T15:57:02.902" v="181" actId="26606"/>
          <ac:spMkLst>
            <pc:docMk/>
            <pc:sldMk cId="3530273702" sldId="259"/>
            <ac:spMk id="17" creationId="{0D153B68-5844-490D-8E67-F616D6D721CA}"/>
          </ac:spMkLst>
        </pc:spChg>
        <pc:spChg chg="add">
          <ac:chgData name="اياد قابل" userId="cbdcc1fe1dd350a8" providerId="LiveId" clId="{4A399B67-C0ED-4542-94CD-55D0220DD918}" dt="2026-04-26T15:57:02.902" v="181" actId="26606"/>
          <ac:spMkLst>
            <pc:docMk/>
            <pc:sldMk cId="3530273702" sldId="259"/>
            <ac:spMk id="19" creationId="{C64E267B-3F5A-4357-9E7F-C5FBE5D3B1E0}"/>
          </ac:spMkLst>
        </pc:spChg>
        <pc:picChg chg="mod ord">
          <ac:chgData name="اياد قابل" userId="cbdcc1fe1dd350a8" providerId="LiveId" clId="{4A399B67-C0ED-4542-94CD-55D0220DD918}" dt="2026-04-26T16:04:19.512" v="214" actId="1440"/>
          <ac:picMkLst>
            <pc:docMk/>
            <pc:sldMk cId="3530273702" sldId="259"/>
            <ac:picMk id="6" creationId="{E3DEE530-5C7B-CA60-2259-4D2B80EB712F}"/>
          </ac:picMkLst>
        </pc:picChg>
        <pc:picChg chg="add">
          <ac:chgData name="اياد قابل" userId="cbdcc1fe1dd350a8" providerId="LiveId" clId="{4A399B67-C0ED-4542-94CD-55D0220DD918}" dt="2026-04-26T15:57:02.902" v="181" actId="26606"/>
          <ac:picMkLst>
            <pc:docMk/>
            <pc:sldMk cId="3530273702" sldId="259"/>
            <ac:picMk id="11" creationId="{DEB2E8C4-C3E7-4048-A43D-9859510CFA98}"/>
          </ac:picMkLst>
        </pc:picChg>
        <pc:inkChg chg="add">
          <ac:chgData name="اياد قابل" userId="cbdcc1fe1dd350a8" providerId="LiveId" clId="{4A399B67-C0ED-4542-94CD-55D0220DD918}" dt="2026-04-26T15:57:02.902" v="181" actId="26606"/>
          <ac:inkMkLst>
            <pc:docMk/>
            <pc:sldMk cId="3530273702" sldId="259"/>
            <ac:inkMk id="13" creationId="{24D29CCB-7956-4E3E-8880-304085F04BF4}"/>
          </ac:inkMkLst>
        </pc:inkChg>
      </pc:sldChg>
      <pc:sldChg chg="del">
        <pc:chgData name="اياد قابل" userId="cbdcc1fe1dd350a8" providerId="LiveId" clId="{4A399B67-C0ED-4542-94CD-55D0220DD918}" dt="2026-04-26T15:33:48.163" v="13" actId="2696"/>
        <pc:sldMkLst>
          <pc:docMk/>
          <pc:sldMk cId="1249391210" sldId="260"/>
        </pc:sldMkLst>
      </pc:sldChg>
      <pc:sldChg chg="modSp mod modTransition">
        <pc:chgData name="اياد قابل" userId="cbdcc1fe1dd350a8" providerId="LiveId" clId="{4A399B67-C0ED-4542-94CD-55D0220DD918}" dt="2026-04-26T16:11:23.086" v="264"/>
        <pc:sldMkLst>
          <pc:docMk/>
          <pc:sldMk cId="1967881952" sldId="261"/>
        </pc:sldMkLst>
        <pc:picChg chg="mod">
          <ac:chgData name="اياد قابل" userId="cbdcc1fe1dd350a8" providerId="LiveId" clId="{4A399B67-C0ED-4542-94CD-55D0220DD918}" dt="2026-04-26T15:59:39.385" v="194" actId="1076"/>
          <ac:picMkLst>
            <pc:docMk/>
            <pc:sldMk cId="1967881952" sldId="261"/>
            <ac:picMk id="6" creationId="{E599A566-21CF-8232-2CB5-24AF038FE2F0}"/>
          </ac:picMkLst>
        </pc:picChg>
      </pc:sldChg>
      <pc:sldChg chg="addSp delSp modSp mod modTransition setBg">
        <pc:chgData name="اياد قابل" userId="cbdcc1fe1dd350a8" providerId="LiveId" clId="{4A399B67-C0ED-4542-94CD-55D0220DD918}" dt="2026-04-26T16:11:15.529" v="263"/>
        <pc:sldMkLst>
          <pc:docMk/>
          <pc:sldMk cId="3601997125" sldId="262"/>
        </pc:sldMkLst>
        <pc:spChg chg="mod ord">
          <ac:chgData name="اياد قابل" userId="cbdcc1fe1dd350a8" providerId="LiveId" clId="{4A399B67-C0ED-4542-94CD-55D0220DD918}" dt="2026-04-26T15:58:31.191" v="192" actId="26606"/>
          <ac:spMkLst>
            <pc:docMk/>
            <pc:sldMk cId="3601997125" sldId="262"/>
            <ac:spMk id="2" creationId="{B582F192-0A20-E3A3-CA1D-5E7A33DDF77D}"/>
          </ac:spMkLst>
        </pc:spChg>
        <pc:spChg chg="add del">
          <ac:chgData name="اياد قابل" userId="cbdcc1fe1dd350a8" providerId="LiveId" clId="{4A399B67-C0ED-4542-94CD-55D0220DD918}" dt="2026-04-26T15:58:09.900" v="183" actId="26606"/>
          <ac:spMkLst>
            <pc:docMk/>
            <pc:sldMk cId="3601997125" sldId="262"/>
            <ac:spMk id="11" creationId="{550F505E-434D-92E4-41CE-9EF3748FEA9F}"/>
          </ac:spMkLst>
        </pc:spChg>
        <pc:spChg chg="add del">
          <ac:chgData name="اياد قابل" userId="cbdcc1fe1dd350a8" providerId="LiveId" clId="{4A399B67-C0ED-4542-94CD-55D0220DD918}" dt="2026-04-26T15:58:09.900" v="183" actId="26606"/>
          <ac:spMkLst>
            <pc:docMk/>
            <pc:sldMk cId="3601997125" sldId="262"/>
            <ac:spMk id="18" creationId="{23E547B5-89CF-4EC0-96DE-25771AED0799}"/>
          </ac:spMkLst>
        </pc:spChg>
        <pc:spChg chg="add del">
          <ac:chgData name="اياد قابل" userId="cbdcc1fe1dd350a8" providerId="LiveId" clId="{4A399B67-C0ED-4542-94CD-55D0220DD918}" dt="2026-04-26T15:58:09.900" v="183" actId="26606"/>
          <ac:spMkLst>
            <pc:docMk/>
            <pc:sldMk cId="3601997125" sldId="262"/>
            <ac:spMk id="20" creationId="{0AD20437-C88A-4F45-9C6D-DA32B29A4D1B}"/>
          </ac:spMkLst>
        </pc:spChg>
        <pc:spChg chg="add del">
          <ac:chgData name="اياد قابل" userId="cbdcc1fe1dd350a8" providerId="LiveId" clId="{4A399B67-C0ED-4542-94CD-55D0220DD918}" dt="2026-04-26T15:58:13.931" v="185" actId="26606"/>
          <ac:spMkLst>
            <pc:docMk/>
            <pc:sldMk cId="3601997125" sldId="262"/>
            <ac:spMk id="24" creationId="{7AB07C0F-F0D6-4514-87BD-52B4099031E5}"/>
          </ac:spMkLst>
        </pc:spChg>
        <pc:spChg chg="add del">
          <ac:chgData name="اياد قابل" userId="cbdcc1fe1dd350a8" providerId="LiveId" clId="{4A399B67-C0ED-4542-94CD-55D0220DD918}" dt="2026-04-26T15:58:13.931" v="185" actId="26606"/>
          <ac:spMkLst>
            <pc:docMk/>
            <pc:sldMk cId="3601997125" sldId="262"/>
            <ac:spMk id="25" creationId="{185BCF0A-0B8D-47CB-98D4-1E6217B24F65}"/>
          </ac:spMkLst>
        </pc:spChg>
        <pc:spChg chg="add del">
          <ac:chgData name="اياد قابل" userId="cbdcc1fe1dd350a8" providerId="LiveId" clId="{4A399B67-C0ED-4542-94CD-55D0220DD918}" dt="2026-04-26T15:58:13.931" v="185" actId="26606"/>
          <ac:spMkLst>
            <pc:docMk/>
            <pc:sldMk cId="3601997125" sldId="262"/>
            <ac:spMk id="26" creationId="{5E0BAFE0-E142-FB85-D50E-18181403356D}"/>
          </ac:spMkLst>
        </pc:spChg>
        <pc:spChg chg="add del">
          <ac:chgData name="اياد قابل" userId="cbdcc1fe1dd350a8" providerId="LiveId" clId="{4A399B67-C0ED-4542-94CD-55D0220DD918}" dt="2026-04-26T15:58:18.080" v="187" actId="26606"/>
          <ac:spMkLst>
            <pc:docMk/>
            <pc:sldMk cId="3601997125" sldId="262"/>
            <ac:spMk id="30" creationId="{23E547B5-89CF-4EC0-96DE-25771AED0799}"/>
          </ac:spMkLst>
        </pc:spChg>
        <pc:spChg chg="add del">
          <ac:chgData name="اياد قابل" userId="cbdcc1fe1dd350a8" providerId="LiveId" clId="{4A399B67-C0ED-4542-94CD-55D0220DD918}" dt="2026-04-26T15:58:18.080" v="187" actId="26606"/>
          <ac:spMkLst>
            <pc:docMk/>
            <pc:sldMk cId="3601997125" sldId="262"/>
            <ac:spMk id="31" creationId="{0AD20437-C88A-4F45-9C6D-DA32B29A4D1B}"/>
          </ac:spMkLst>
        </pc:spChg>
        <pc:spChg chg="add del">
          <ac:chgData name="اياد قابل" userId="cbdcc1fe1dd350a8" providerId="LiveId" clId="{4A399B67-C0ED-4542-94CD-55D0220DD918}" dt="2026-04-26T15:58:18.080" v="187" actId="26606"/>
          <ac:spMkLst>
            <pc:docMk/>
            <pc:sldMk cId="3601997125" sldId="262"/>
            <ac:spMk id="32" creationId="{550F505E-434D-92E4-41CE-9EF3748FEA9F}"/>
          </ac:spMkLst>
        </pc:spChg>
        <pc:spChg chg="add del">
          <ac:chgData name="اياد قابل" userId="cbdcc1fe1dd350a8" providerId="LiveId" clId="{4A399B67-C0ED-4542-94CD-55D0220DD918}" dt="2026-04-26T15:58:22.729" v="189" actId="26606"/>
          <ac:spMkLst>
            <pc:docMk/>
            <pc:sldMk cId="3601997125" sldId="262"/>
            <ac:spMk id="36" creationId="{7AB07C0F-F0D6-4514-87BD-52B4099031E5}"/>
          </ac:spMkLst>
        </pc:spChg>
        <pc:spChg chg="add del">
          <ac:chgData name="اياد قابل" userId="cbdcc1fe1dd350a8" providerId="LiveId" clId="{4A399B67-C0ED-4542-94CD-55D0220DD918}" dt="2026-04-26T15:58:22.729" v="189" actId="26606"/>
          <ac:spMkLst>
            <pc:docMk/>
            <pc:sldMk cId="3601997125" sldId="262"/>
            <ac:spMk id="37" creationId="{185BCF0A-0B8D-47CB-98D4-1E6217B24F65}"/>
          </ac:spMkLst>
        </pc:spChg>
        <pc:spChg chg="add del">
          <ac:chgData name="اياد قابل" userId="cbdcc1fe1dd350a8" providerId="LiveId" clId="{4A399B67-C0ED-4542-94CD-55D0220DD918}" dt="2026-04-26T15:58:22.729" v="189" actId="26606"/>
          <ac:spMkLst>
            <pc:docMk/>
            <pc:sldMk cId="3601997125" sldId="262"/>
            <ac:spMk id="38" creationId="{5E0BAFE0-E142-FB85-D50E-18181403356D}"/>
          </ac:spMkLst>
        </pc:spChg>
        <pc:spChg chg="add del">
          <ac:chgData name="اياد قابل" userId="cbdcc1fe1dd350a8" providerId="LiveId" clId="{4A399B67-C0ED-4542-94CD-55D0220DD918}" dt="2026-04-26T15:58:31.161" v="191" actId="26606"/>
          <ac:spMkLst>
            <pc:docMk/>
            <pc:sldMk cId="3601997125" sldId="262"/>
            <ac:spMk id="42" creationId="{31AA1E1C-DA67-488F-A983-F3ABD792C3BE}"/>
          </ac:spMkLst>
        </pc:spChg>
        <pc:spChg chg="add del">
          <ac:chgData name="اياد قابل" userId="cbdcc1fe1dd350a8" providerId="LiveId" clId="{4A399B67-C0ED-4542-94CD-55D0220DD918}" dt="2026-04-26T15:58:31.161" v="191" actId="26606"/>
          <ac:spMkLst>
            <pc:docMk/>
            <pc:sldMk cId="3601997125" sldId="262"/>
            <ac:spMk id="43" creationId="{DC46DA5A-CECD-42F0-A57E-8D5BAE36270E}"/>
          </ac:spMkLst>
        </pc:spChg>
        <pc:spChg chg="add del">
          <ac:chgData name="اياد قابل" userId="cbdcc1fe1dd350a8" providerId="LiveId" clId="{4A399B67-C0ED-4542-94CD-55D0220DD918}" dt="2026-04-26T15:58:31.161" v="191" actId="26606"/>
          <ac:spMkLst>
            <pc:docMk/>
            <pc:sldMk cId="3601997125" sldId="262"/>
            <ac:spMk id="44" creationId="{1BBFDD63-AD5F-4E42-979B-2FBDE3450982}"/>
          </ac:spMkLst>
        </pc:spChg>
        <pc:spChg chg="add del">
          <ac:chgData name="اياد قابل" userId="cbdcc1fe1dd350a8" providerId="LiveId" clId="{4A399B67-C0ED-4542-94CD-55D0220DD918}" dt="2026-04-26T15:58:31.161" v="191" actId="26606"/>
          <ac:spMkLst>
            <pc:docMk/>
            <pc:sldMk cId="3601997125" sldId="262"/>
            <ac:spMk id="45" creationId="{AABDB02C-700D-4121-B1D1-CCB58F4BE5E0}"/>
          </ac:spMkLst>
        </pc:spChg>
        <pc:spChg chg="add del">
          <ac:chgData name="اياد قابل" userId="cbdcc1fe1dd350a8" providerId="LiveId" clId="{4A399B67-C0ED-4542-94CD-55D0220DD918}" dt="2026-04-26T15:58:31.161" v="191" actId="26606"/>
          <ac:spMkLst>
            <pc:docMk/>
            <pc:sldMk cId="3601997125" sldId="262"/>
            <ac:spMk id="46" creationId="{F7685E3E-5A77-91D8-1D1B-B8F05235902A}"/>
          </ac:spMkLst>
        </pc:spChg>
        <pc:spChg chg="add">
          <ac:chgData name="اياد قابل" userId="cbdcc1fe1dd350a8" providerId="LiveId" clId="{4A399B67-C0ED-4542-94CD-55D0220DD918}" dt="2026-04-26T15:58:31.191" v="192" actId="26606"/>
          <ac:spMkLst>
            <pc:docMk/>
            <pc:sldMk cId="3601997125" sldId="262"/>
            <ac:spMk id="49" creationId="{31AA1E1C-DA67-488F-A983-F3ABD792C3BE}"/>
          </ac:spMkLst>
        </pc:spChg>
        <pc:spChg chg="add">
          <ac:chgData name="اياد قابل" userId="cbdcc1fe1dd350a8" providerId="LiveId" clId="{4A399B67-C0ED-4542-94CD-55D0220DD918}" dt="2026-04-26T15:58:31.191" v="192" actId="26606"/>
          <ac:spMkLst>
            <pc:docMk/>
            <pc:sldMk cId="3601997125" sldId="262"/>
            <ac:spMk id="50" creationId="{DC46DA5A-CECD-42F0-A57E-8D5BAE36270E}"/>
          </ac:spMkLst>
        </pc:spChg>
        <pc:spChg chg="add">
          <ac:chgData name="اياد قابل" userId="cbdcc1fe1dd350a8" providerId="LiveId" clId="{4A399B67-C0ED-4542-94CD-55D0220DD918}" dt="2026-04-26T15:58:31.191" v="192" actId="26606"/>
          <ac:spMkLst>
            <pc:docMk/>
            <pc:sldMk cId="3601997125" sldId="262"/>
            <ac:spMk id="51" creationId="{1BBFDD63-AD5F-4E42-979B-2FBDE3450982}"/>
          </ac:spMkLst>
        </pc:spChg>
        <pc:spChg chg="add">
          <ac:chgData name="اياد قابل" userId="cbdcc1fe1dd350a8" providerId="LiveId" clId="{4A399B67-C0ED-4542-94CD-55D0220DD918}" dt="2026-04-26T15:58:31.191" v="192" actId="26606"/>
          <ac:spMkLst>
            <pc:docMk/>
            <pc:sldMk cId="3601997125" sldId="262"/>
            <ac:spMk id="52" creationId="{C700A9C2-5B99-488A-8884-76AB40DEF288}"/>
          </ac:spMkLst>
        </pc:spChg>
        <pc:spChg chg="add">
          <ac:chgData name="اياد قابل" userId="cbdcc1fe1dd350a8" providerId="LiveId" clId="{4A399B67-C0ED-4542-94CD-55D0220DD918}" dt="2026-04-26T15:58:31.191" v="192" actId="26606"/>
          <ac:spMkLst>
            <pc:docMk/>
            <pc:sldMk cId="3601997125" sldId="262"/>
            <ac:spMk id="53" creationId="{AABDB02C-700D-4121-B1D1-CCB58F4BE5E0}"/>
          </ac:spMkLst>
        </pc:spChg>
        <pc:spChg chg="add">
          <ac:chgData name="اياد قابل" userId="cbdcc1fe1dd350a8" providerId="LiveId" clId="{4A399B67-C0ED-4542-94CD-55D0220DD918}" dt="2026-04-26T15:58:31.191" v="192" actId="26606"/>
          <ac:spMkLst>
            <pc:docMk/>
            <pc:sldMk cId="3601997125" sldId="262"/>
            <ac:spMk id="54" creationId="{0B1B938D-F136-428F-BAEA-A69ADA053E02}"/>
          </ac:spMkLst>
        </pc:spChg>
        <pc:picChg chg="mod">
          <ac:chgData name="اياد قابل" userId="cbdcc1fe1dd350a8" providerId="LiveId" clId="{4A399B67-C0ED-4542-94CD-55D0220DD918}" dt="2026-04-26T15:58:31.191" v="192" actId="26606"/>
          <ac:picMkLst>
            <pc:docMk/>
            <pc:sldMk cId="3601997125" sldId="262"/>
            <ac:picMk id="6" creationId="{89E5053D-7CF7-F5EB-1852-3177CA07998A}"/>
          </ac:picMkLst>
        </pc:picChg>
        <pc:picChg chg="mod">
          <ac:chgData name="اياد قابل" userId="cbdcc1fe1dd350a8" providerId="LiveId" clId="{4A399B67-C0ED-4542-94CD-55D0220DD918}" dt="2026-04-26T15:58:31.191" v="192" actId="26606"/>
          <ac:picMkLst>
            <pc:docMk/>
            <pc:sldMk cId="3601997125" sldId="262"/>
            <ac:picMk id="7" creationId="{6491DE60-05F1-BECE-B3C7-8289491D8DCD}"/>
          </ac:picMkLst>
        </pc:picChg>
        <pc:picChg chg="add">
          <ac:chgData name="اياد قابل" userId="cbdcc1fe1dd350a8" providerId="LiveId" clId="{4A399B67-C0ED-4542-94CD-55D0220DD918}" dt="2026-04-26T15:58:31.191" v="192" actId="26606"/>
          <ac:picMkLst>
            <pc:docMk/>
            <pc:sldMk cId="3601997125" sldId="262"/>
            <ac:picMk id="12" creationId="{DEB2E8C4-C3E7-4048-A43D-9859510CFA98}"/>
          </ac:picMkLst>
        </pc:picChg>
        <pc:picChg chg="add del">
          <ac:chgData name="اياد قابل" userId="cbdcc1fe1dd350a8" providerId="LiveId" clId="{4A399B67-C0ED-4542-94CD-55D0220DD918}" dt="2026-04-26T15:58:09.900" v="183" actId="26606"/>
          <ac:picMkLst>
            <pc:docMk/>
            <pc:sldMk cId="3601997125" sldId="262"/>
            <ac:picMk id="14" creationId="{DEB2E8C4-C3E7-4048-A43D-9859510CFA98}"/>
          </ac:picMkLst>
        </pc:picChg>
        <pc:picChg chg="add del">
          <ac:chgData name="اياد قابل" userId="cbdcc1fe1dd350a8" providerId="LiveId" clId="{4A399B67-C0ED-4542-94CD-55D0220DD918}" dt="2026-04-26T15:58:13.931" v="185" actId="26606"/>
          <ac:picMkLst>
            <pc:docMk/>
            <pc:sldMk cId="3601997125" sldId="262"/>
            <ac:picMk id="22" creationId="{DEB2E8C4-C3E7-4048-A43D-9859510CFA98}"/>
          </ac:picMkLst>
        </pc:picChg>
        <pc:picChg chg="add del">
          <ac:chgData name="اياد قابل" userId="cbdcc1fe1dd350a8" providerId="LiveId" clId="{4A399B67-C0ED-4542-94CD-55D0220DD918}" dt="2026-04-26T15:58:18.080" v="187" actId="26606"/>
          <ac:picMkLst>
            <pc:docMk/>
            <pc:sldMk cId="3601997125" sldId="262"/>
            <ac:picMk id="28" creationId="{DEB2E8C4-C3E7-4048-A43D-9859510CFA98}"/>
          </ac:picMkLst>
        </pc:picChg>
        <pc:picChg chg="add del">
          <ac:chgData name="اياد قابل" userId="cbdcc1fe1dd350a8" providerId="LiveId" clId="{4A399B67-C0ED-4542-94CD-55D0220DD918}" dt="2026-04-26T15:58:22.729" v="189" actId="26606"/>
          <ac:picMkLst>
            <pc:docMk/>
            <pc:sldMk cId="3601997125" sldId="262"/>
            <ac:picMk id="34" creationId="{DEB2E8C4-C3E7-4048-A43D-9859510CFA98}"/>
          </ac:picMkLst>
        </pc:picChg>
        <pc:picChg chg="add del">
          <ac:chgData name="اياد قابل" userId="cbdcc1fe1dd350a8" providerId="LiveId" clId="{4A399B67-C0ED-4542-94CD-55D0220DD918}" dt="2026-04-26T15:58:31.161" v="191" actId="26606"/>
          <ac:picMkLst>
            <pc:docMk/>
            <pc:sldMk cId="3601997125" sldId="262"/>
            <ac:picMk id="40" creationId="{DEB2E8C4-C3E7-4048-A43D-9859510CFA98}"/>
          </ac:picMkLst>
        </pc:picChg>
        <pc:inkChg chg="add del">
          <ac:chgData name="اياد قابل" userId="cbdcc1fe1dd350a8" providerId="LiveId" clId="{4A399B67-C0ED-4542-94CD-55D0220DD918}" dt="2026-04-26T15:58:09.900" v="183" actId="26606"/>
          <ac:inkMkLst>
            <pc:docMk/>
            <pc:sldMk cId="3601997125" sldId="262"/>
            <ac:inkMk id="16" creationId="{24D29CCB-7956-4E3E-8880-304085F04BF4}"/>
          </ac:inkMkLst>
        </pc:inkChg>
        <pc:inkChg chg="add del">
          <ac:chgData name="اياد قابل" userId="cbdcc1fe1dd350a8" providerId="LiveId" clId="{4A399B67-C0ED-4542-94CD-55D0220DD918}" dt="2026-04-26T15:58:13.931" v="185" actId="26606"/>
          <ac:inkMkLst>
            <pc:docMk/>
            <pc:sldMk cId="3601997125" sldId="262"/>
            <ac:inkMk id="23" creationId="{24D29CCB-7956-4E3E-8880-304085F04BF4}"/>
          </ac:inkMkLst>
        </pc:inkChg>
        <pc:inkChg chg="add del">
          <ac:chgData name="اياد قابل" userId="cbdcc1fe1dd350a8" providerId="LiveId" clId="{4A399B67-C0ED-4542-94CD-55D0220DD918}" dt="2026-04-26T15:58:18.080" v="187" actId="26606"/>
          <ac:inkMkLst>
            <pc:docMk/>
            <pc:sldMk cId="3601997125" sldId="262"/>
            <ac:inkMk id="29" creationId="{24D29CCB-7956-4E3E-8880-304085F04BF4}"/>
          </ac:inkMkLst>
        </pc:inkChg>
        <pc:inkChg chg="add del">
          <ac:chgData name="اياد قابل" userId="cbdcc1fe1dd350a8" providerId="LiveId" clId="{4A399B67-C0ED-4542-94CD-55D0220DD918}" dt="2026-04-26T15:58:22.729" v="189" actId="26606"/>
          <ac:inkMkLst>
            <pc:docMk/>
            <pc:sldMk cId="3601997125" sldId="262"/>
            <ac:inkMk id="35" creationId="{24D29CCB-7956-4E3E-8880-304085F04BF4}"/>
          </ac:inkMkLst>
        </pc:inkChg>
        <pc:inkChg chg="add del">
          <ac:chgData name="اياد قابل" userId="cbdcc1fe1dd350a8" providerId="LiveId" clId="{4A399B67-C0ED-4542-94CD-55D0220DD918}" dt="2026-04-26T15:58:31.161" v="191" actId="26606"/>
          <ac:inkMkLst>
            <pc:docMk/>
            <pc:sldMk cId="3601997125" sldId="262"/>
            <ac:inkMk id="41" creationId="{24D29CCB-7956-4E3E-8880-304085F04BF4}"/>
          </ac:inkMkLst>
        </pc:inkChg>
      </pc:sldChg>
      <pc:sldChg chg="modSp mod modTransition">
        <pc:chgData name="اياد قابل" userId="cbdcc1fe1dd350a8" providerId="LiveId" clId="{4A399B67-C0ED-4542-94CD-55D0220DD918}" dt="2026-04-26T16:12:06.871" v="266"/>
        <pc:sldMkLst>
          <pc:docMk/>
          <pc:sldMk cId="1437029426" sldId="263"/>
        </pc:sldMkLst>
        <pc:picChg chg="mod">
          <ac:chgData name="اياد قابل" userId="cbdcc1fe1dd350a8" providerId="LiveId" clId="{4A399B67-C0ED-4542-94CD-55D0220DD918}" dt="2026-04-26T16:00:24.743" v="195" actId="1440"/>
          <ac:picMkLst>
            <pc:docMk/>
            <pc:sldMk cId="1437029426" sldId="263"/>
            <ac:picMk id="6" creationId="{7C51CF33-F772-9B0A-A4FD-A7CA3D547B17}"/>
          </ac:picMkLst>
        </pc:picChg>
      </pc:sldChg>
      <pc:sldChg chg="addSp modSp mod modTransition setBg">
        <pc:chgData name="اياد قابل" userId="cbdcc1fe1dd350a8" providerId="LiveId" clId="{4A399B67-C0ED-4542-94CD-55D0220DD918}" dt="2026-04-26T16:12:20.211" v="268"/>
        <pc:sldMkLst>
          <pc:docMk/>
          <pc:sldMk cId="2712558888" sldId="264"/>
        </pc:sldMkLst>
        <pc:spChg chg="mod">
          <ac:chgData name="اياد قابل" userId="cbdcc1fe1dd350a8" providerId="LiveId" clId="{4A399B67-C0ED-4542-94CD-55D0220DD918}" dt="2026-04-26T16:00:36.809" v="196" actId="26606"/>
          <ac:spMkLst>
            <pc:docMk/>
            <pc:sldMk cId="2712558888" sldId="264"/>
            <ac:spMk id="2" creationId="{A8C39563-94DC-7560-4F49-82988DE87738}"/>
          </ac:spMkLst>
        </pc:spChg>
        <pc:spChg chg="mod">
          <ac:chgData name="اياد قابل" userId="cbdcc1fe1dd350a8" providerId="LiveId" clId="{4A399B67-C0ED-4542-94CD-55D0220DD918}" dt="2026-04-26T16:00:36.809" v="196" actId="26606"/>
          <ac:spMkLst>
            <pc:docMk/>
            <pc:sldMk cId="2712558888" sldId="264"/>
            <ac:spMk id="4" creationId="{58F7780A-29C4-C1AE-7F7A-083B39B9C25D}"/>
          </ac:spMkLst>
        </pc:spChg>
        <pc:spChg chg="add">
          <ac:chgData name="اياد قابل" userId="cbdcc1fe1dd350a8" providerId="LiveId" clId="{4A399B67-C0ED-4542-94CD-55D0220DD918}" dt="2026-04-26T16:00:36.809" v="196" actId="26606"/>
          <ac:spMkLst>
            <pc:docMk/>
            <pc:sldMk cId="2712558888" sldId="264"/>
            <ac:spMk id="15" creationId="{7FF47CB7-972F-479F-A36D-9E72D26EC8DA}"/>
          </ac:spMkLst>
        </pc:spChg>
        <pc:spChg chg="add">
          <ac:chgData name="اياد قابل" userId="cbdcc1fe1dd350a8" providerId="LiveId" clId="{4A399B67-C0ED-4542-94CD-55D0220DD918}" dt="2026-04-26T16:00:36.809" v="196" actId="26606"/>
          <ac:spMkLst>
            <pc:docMk/>
            <pc:sldMk cId="2712558888" sldId="264"/>
            <ac:spMk id="17" creationId="{0D153B68-5844-490D-8E67-F616D6D721CA}"/>
          </ac:spMkLst>
        </pc:spChg>
        <pc:spChg chg="add">
          <ac:chgData name="اياد قابل" userId="cbdcc1fe1dd350a8" providerId="LiveId" clId="{4A399B67-C0ED-4542-94CD-55D0220DD918}" dt="2026-04-26T16:00:36.809" v="196" actId="26606"/>
          <ac:spMkLst>
            <pc:docMk/>
            <pc:sldMk cId="2712558888" sldId="264"/>
            <ac:spMk id="19" creationId="{C64E267B-3F5A-4357-9E7F-C5FBE5D3B1E0}"/>
          </ac:spMkLst>
        </pc:spChg>
        <pc:picChg chg="mod ord">
          <ac:chgData name="اياد قابل" userId="cbdcc1fe1dd350a8" providerId="LiveId" clId="{4A399B67-C0ED-4542-94CD-55D0220DD918}" dt="2026-04-26T16:04:55.302" v="216" actId="1440"/>
          <ac:picMkLst>
            <pc:docMk/>
            <pc:sldMk cId="2712558888" sldId="264"/>
            <ac:picMk id="6" creationId="{1CC552AC-2168-7DF7-D5FF-190C4B4A05F8}"/>
          </ac:picMkLst>
        </pc:picChg>
        <pc:picChg chg="add">
          <ac:chgData name="اياد قابل" userId="cbdcc1fe1dd350a8" providerId="LiveId" clId="{4A399B67-C0ED-4542-94CD-55D0220DD918}" dt="2026-04-26T16:00:36.809" v="196" actId="26606"/>
          <ac:picMkLst>
            <pc:docMk/>
            <pc:sldMk cId="2712558888" sldId="264"/>
            <ac:picMk id="11" creationId="{DEB2E8C4-C3E7-4048-A43D-9859510CFA98}"/>
          </ac:picMkLst>
        </pc:picChg>
        <pc:inkChg chg="add">
          <ac:chgData name="اياد قابل" userId="cbdcc1fe1dd350a8" providerId="LiveId" clId="{4A399B67-C0ED-4542-94CD-55D0220DD918}" dt="2026-04-26T16:00:36.809" v="196" actId="26606"/>
          <ac:inkMkLst>
            <pc:docMk/>
            <pc:sldMk cId="2712558888" sldId="264"/>
            <ac:inkMk id="13" creationId="{24D29CCB-7956-4E3E-8880-304085F04BF4}"/>
          </ac:inkMkLst>
        </pc:inkChg>
      </pc:sldChg>
      <pc:sldChg chg="modTransition">
        <pc:chgData name="اياد قابل" userId="cbdcc1fe1dd350a8" providerId="LiveId" clId="{4A399B67-C0ED-4542-94CD-55D0220DD918}" dt="2026-04-26T16:12:32.194" v="269"/>
        <pc:sldMkLst>
          <pc:docMk/>
          <pc:sldMk cId="3378243346" sldId="265"/>
        </pc:sldMkLst>
      </pc:sldChg>
      <pc:sldChg chg="modTransition">
        <pc:chgData name="اياد قابل" userId="cbdcc1fe1dd350a8" providerId="LiveId" clId="{4A399B67-C0ED-4542-94CD-55D0220DD918}" dt="2026-04-26T16:12:37.215" v="270"/>
        <pc:sldMkLst>
          <pc:docMk/>
          <pc:sldMk cId="538670103" sldId="266"/>
        </pc:sldMkLst>
      </pc:sldChg>
      <pc:sldChg chg="modSp mod modTransition">
        <pc:chgData name="اياد قابل" userId="cbdcc1fe1dd350a8" providerId="LiveId" clId="{4A399B67-C0ED-4542-94CD-55D0220DD918}" dt="2026-04-26T16:12:54.413" v="272"/>
        <pc:sldMkLst>
          <pc:docMk/>
          <pc:sldMk cId="780997745" sldId="267"/>
        </pc:sldMkLst>
        <pc:picChg chg="mod">
          <ac:chgData name="اياد قابل" userId="cbdcc1fe1dd350a8" providerId="LiveId" clId="{4A399B67-C0ED-4542-94CD-55D0220DD918}" dt="2026-04-26T16:03:47.595" v="211" actId="1440"/>
          <ac:picMkLst>
            <pc:docMk/>
            <pc:sldMk cId="780997745" sldId="267"/>
            <ac:picMk id="10" creationId="{7C0A42CE-4379-69D3-8D6A-AA97070ECC5A}"/>
          </ac:picMkLst>
        </pc:picChg>
      </pc:sldChg>
      <pc:sldChg chg="addSp delSp modSp mod modTransition setBg">
        <pc:chgData name="اياد قابل" userId="cbdcc1fe1dd350a8" providerId="LiveId" clId="{4A399B67-C0ED-4542-94CD-55D0220DD918}" dt="2026-04-26T16:13:02.095" v="273"/>
        <pc:sldMkLst>
          <pc:docMk/>
          <pc:sldMk cId="1343234068" sldId="268"/>
        </pc:sldMkLst>
        <pc:spChg chg="mod">
          <ac:chgData name="اياد قابل" userId="cbdcc1fe1dd350a8" providerId="LiveId" clId="{4A399B67-C0ED-4542-94CD-55D0220DD918}" dt="2026-04-26T15:32:37.029" v="5" actId="26606"/>
          <ac:spMkLst>
            <pc:docMk/>
            <pc:sldMk cId="1343234068" sldId="268"/>
            <ac:spMk id="2" creationId="{DFE1AC74-D36A-DDFF-010D-D061570D4D55}"/>
          </ac:spMkLst>
        </pc:spChg>
        <pc:spChg chg="mod ord">
          <ac:chgData name="اياد قابل" userId="cbdcc1fe1dd350a8" providerId="LiveId" clId="{4A399B67-C0ED-4542-94CD-55D0220DD918}" dt="2026-04-26T15:32:37.029" v="5" actId="26606"/>
          <ac:spMkLst>
            <pc:docMk/>
            <pc:sldMk cId="1343234068" sldId="268"/>
            <ac:spMk id="4" creationId="{9D769ADE-09B4-2DFB-4B63-E8744785A312}"/>
          </ac:spMkLst>
        </pc:spChg>
        <pc:spChg chg="del">
          <ac:chgData name="اياد قابل" userId="cbdcc1fe1dd350a8" providerId="LiveId" clId="{4A399B67-C0ED-4542-94CD-55D0220DD918}" dt="2026-04-26T15:31:45.281" v="0" actId="931"/>
          <ac:spMkLst>
            <pc:docMk/>
            <pc:sldMk cId="1343234068" sldId="268"/>
            <ac:spMk id="8" creationId="{A22605FB-543C-53B0-EE91-E80B620B12EF}"/>
          </ac:spMkLst>
        </pc:spChg>
        <pc:spChg chg="add">
          <ac:chgData name="اياد قابل" userId="cbdcc1fe1dd350a8" providerId="LiveId" clId="{4A399B67-C0ED-4542-94CD-55D0220DD918}" dt="2026-04-26T15:32:37.029" v="5" actId="26606"/>
          <ac:spMkLst>
            <pc:docMk/>
            <pc:sldMk cId="1343234068" sldId="268"/>
            <ac:spMk id="14" creationId="{7666DE11-17E1-4DC7-B2B7-6DA2E6A9CE8B}"/>
          </ac:spMkLst>
        </pc:spChg>
        <pc:spChg chg="add">
          <ac:chgData name="اياد قابل" userId="cbdcc1fe1dd350a8" providerId="LiveId" clId="{4A399B67-C0ED-4542-94CD-55D0220DD918}" dt="2026-04-26T15:32:37.029" v="5" actId="26606"/>
          <ac:spMkLst>
            <pc:docMk/>
            <pc:sldMk cId="1343234068" sldId="268"/>
            <ac:spMk id="16" creationId="{B52E493E-0B27-4F3C-AA01-17F0A2564112}"/>
          </ac:spMkLst>
        </pc:spChg>
        <pc:picChg chg="add mod">
          <ac:chgData name="اياد قابل" userId="cbdcc1fe1dd350a8" providerId="LiveId" clId="{4A399B67-C0ED-4542-94CD-55D0220DD918}" dt="2026-04-26T15:32:37.029" v="5" actId="26606"/>
          <ac:picMkLst>
            <pc:docMk/>
            <pc:sldMk cId="1343234068" sldId="268"/>
            <ac:picMk id="5" creationId="{D87C7B9F-207F-D65A-4A2D-712B80808ED6}"/>
          </ac:picMkLst>
        </pc:picChg>
        <pc:picChg chg="add">
          <ac:chgData name="اياد قابل" userId="cbdcc1fe1dd350a8" providerId="LiveId" clId="{4A399B67-C0ED-4542-94CD-55D0220DD918}" dt="2026-04-26T15:32:37.029" v="5" actId="26606"/>
          <ac:picMkLst>
            <pc:docMk/>
            <pc:sldMk cId="1343234068" sldId="268"/>
            <ac:picMk id="10" creationId="{DEB2E8C4-C3E7-4048-A43D-9859510CFA98}"/>
          </ac:picMkLst>
        </pc:picChg>
        <pc:inkChg chg="add">
          <ac:chgData name="اياد قابل" userId="cbdcc1fe1dd350a8" providerId="LiveId" clId="{4A399B67-C0ED-4542-94CD-55D0220DD918}" dt="2026-04-26T15:32:37.029" v="5" actId="26606"/>
          <ac:inkMkLst>
            <pc:docMk/>
            <pc:sldMk cId="1343234068" sldId="268"/>
            <ac:inkMk id="12" creationId="{24D29CCB-7956-4E3E-8880-304085F04BF4}"/>
          </ac:inkMkLst>
        </pc:inkChg>
      </pc:sldChg>
      <pc:sldChg chg="addSp delSp modSp mod modTransition">
        <pc:chgData name="اياد قابل" userId="cbdcc1fe1dd350a8" providerId="LiveId" clId="{4A399B67-C0ED-4542-94CD-55D0220DD918}" dt="2026-04-26T16:13:06.563" v="274"/>
        <pc:sldMkLst>
          <pc:docMk/>
          <pc:sldMk cId="1691965973" sldId="269"/>
        </pc:sldMkLst>
        <pc:spChg chg="del">
          <ac:chgData name="اياد قابل" userId="cbdcc1fe1dd350a8" providerId="LiveId" clId="{4A399B67-C0ED-4542-94CD-55D0220DD918}" dt="2026-04-26T15:36:34.959" v="14" actId="931"/>
          <ac:spMkLst>
            <pc:docMk/>
            <pc:sldMk cId="1691965973" sldId="269"/>
            <ac:spMk id="3" creationId="{D6CA703C-DE77-AB4E-E833-78D316909029}"/>
          </ac:spMkLst>
        </pc:spChg>
        <pc:spChg chg="add del">
          <ac:chgData name="اياد قابل" userId="cbdcc1fe1dd350a8" providerId="LiveId" clId="{4A399B67-C0ED-4542-94CD-55D0220DD918}" dt="2026-04-26T16:01:39.319" v="203" actId="26606"/>
          <ac:spMkLst>
            <pc:docMk/>
            <pc:sldMk cId="1691965973" sldId="269"/>
            <ac:spMk id="4" creationId="{4364F773-CCC0-B49A-8719-F290971D0F3A}"/>
          </ac:spMkLst>
        </pc:spChg>
        <pc:graphicFrameChg chg="add del">
          <ac:chgData name="اياد قابل" userId="cbdcc1fe1dd350a8" providerId="LiveId" clId="{4A399B67-C0ED-4542-94CD-55D0220DD918}" dt="2026-04-26T16:01:34.410" v="198" actId="26606"/>
          <ac:graphicFrameMkLst>
            <pc:docMk/>
            <pc:sldMk cId="1691965973" sldId="269"/>
            <ac:graphicFrameMk id="8" creationId="{AF9925E2-DF0A-0216-67DC-EA07AD5BF5DF}"/>
          </ac:graphicFrameMkLst>
        </pc:graphicFrameChg>
        <pc:graphicFrameChg chg="add del">
          <ac:chgData name="اياد قابل" userId="cbdcc1fe1dd350a8" providerId="LiveId" clId="{4A399B67-C0ED-4542-94CD-55D0220DD918}" dt="2026-04-26T16:01:37.354" v="200" actId="26606"/>
          <ac:graphicFrameMkLst>
            <pc:docMk/>
            <pc:sldMk cId="1691965973" sldId="269"/>
            <ac:graphicFrameMk id="10" creationId="{34600DB3-09C4-913D-D0D1-2BF26BFD4A17}"/>
          </ac:graphicFrameMkLst>
        </pc:graphicFrameChg>
        <pc:graphicFrameChg chg="add del">
          <ac:chgData name="اياد قابل" userId="cbdcc1fe1dd350a8" providerId="LiveId" clId="{4A399B67-C0ED-4542-94CD-55D0220DD918}" dt="2026-04-26T16:01:39.302" v="202" actId="26606"/>
          <ac:graphicFrameMkLst>
            <pc:docMk/>
            <pc:sldMk cId="1691965973" sldId="269"/>
            <ac:graphicFrameMk id="12" creationId="{EAA6CCA7-4B01-435F-7A8B-093EDD93955A}"/>
          </ac:graphicFrameMkLst>
        </pc:graphicFrameChg>
        <pc:graphicFrameChg chg="add mod modGraphic">
          <ac:chgData name="اياد قابل" userId="cbdcc1fe1dd350a8" providerId="LiveId" clId="{4A399B67-C0ED-4542-94CD-55D0220DD918}" dt="2026-04-26T16:06:28.680" v="224" actId="26606"/>
          <ac:graphicFrameMkLst>
            <pc:docMk/>
            <pc:sldMk cId="1691965973" sldId="269"/>
            <ac:graphicFrameMk id="14" creationId="{34600DB3-09C4-913D-D0D1-2BF26BFD4A17}"/>
          </ac:graphicFrameMkLst>
        </pc:graphicFrameChg>
        <pc:picChg chg="add mod">
          <ac:chgData name="اياد قابل" userId="cbdcc1fe1dd350a8" providerId="LiveId" clId="{4A399B67-C0ED-4542-94CD-55D0220DD918}" dt="2026-04-26T16:06:36.338" v="225" actId="1076"/>
          <ac:picMkLst>
            <pc:docMk/>
            <pc:sldMk cId="1691965973" sldId="269"/>
            <ac:picMk id="6" creationId="{D17370BB-E0D2-19F5-D9BA-A9C12B0F61EA}"/>
          </ac:picMkLst>
        </pc:picChg>
      </pc:sldChg>
      <pc:sldChg chg="addSp delSp modSp mod modTransition">
        <pc:chgData name="اياد قابل" userId="cbdcc1fe1dd350a8" providerId="LiveId" clId="{4A399B67-C0ED-4542-94CD-55D0220DD918}" dt="2026-04-26T16:13:11.848" v="275"/>
        <pc:sldMkLst>
          <pc:docMk/>
          <pc:sldMk cId="3250173488" sldId="270"/>
        </pc:sldMkLst>
        <pc:spChg chg="add del mod">
          <ac:chgData name="اياد قابل" userId="cbdcc1fe1dd350a8" providerId="LiveId" clId="{4A399B67-C0ED-4542-94CD-55D0220DD918}" dt="2026-04-26T15:44:55.873" v="53" actId="931"/>
          <ac:spMkLst>
            <pc:docMk/>
            <pc:sldMk cId="3250173488" sldId="270"/>
            <ac:spMk id="5" creationId="{486B4886-F1F2-37A0-9FCE-2EC2AA98A1EE}"/>
          </ac:spMkLst>
        </pc:spChg>
        <pc:picChg chg="add mod">
          <ac:chgData name="اياد قابل" userId="cbdcc1fe1dd350a8" providerId="LiveId" clId="{4A399B67-C0ED-4542-94CD-55D0220DD918}" dt="2026-04-26T16:02:34.206" v="206" actId="1440"/>
          <ac:picMkLst>
            <pc:docMk/>
            <pc:sldMk cId="3250173488" sldId="270"/>
            <ac:picMk id="7" creationId="{B2E1EA81-6AC0-A64E-8698-7690DDFA2E99}"/>
          </ac:picMkLst>
        </pc:picChg>
        <pc:picChg chg="del">
          <ac:chgData name="اياد قابل" userId="cbdcc1fe1dd350a8" providerId="LiveId" clId="{4A399B67-C0ED-4542-94CD-55D0220DD918}" dt="2026-04-26T15:44:44.130" v="52" actId="21"/>
          <ac:picMkLst>
            <pc:docMk/>
            <pc:sldMk cId="3250173488" sldId="270"/>
            <ac:picMk id="10" creationId="{68314E33-5080-468B-2528-7AA101EE1701}"/>
          </ac:picMkLst>
        </pc:picChg>
      </pc:sldChg>
      <pc:sldChg chg="addSp delSp modSp mod modTransition">
        <pc:chgData name="اياد قابل" userId="cbdcc1fe1dd350a8" providerId="LiveId" clId="{4A399B67-C0ED-4542-94CD-55D0220DD918}" dt="2026-04-26T16:13:19.078" v="277"/>
        <pc:sldMkLst>
          <pc:docMk/>
          <pc:sldMk cId="1599419816" sldId="271"/>
        </pc:sldMkLst>
        <pc:spChg chg="del">
          <ac:chgData name="اياد قابل" userId="cbdcc1fe1dd350a8" providerId="LiveId" clId="{4A399B67-C0ED-4542-94CD-55D0220DD918}" dt="2026-04-26T15:38:30.331" v="21" actId="931"/>
          <ac:spMkLst>
            <pc:docMk/>
            <pc:sldMk cId="1599419816" sldId="271"/>
            <ac:spMk id="3" creationId="{DA705DBE-43AF-2F0A-2554-97B895D6239A}"/>
          </ac:spMkLst>
        </pc:spChg>
        <pc:spChg chg="del">
          <ac:chgData name="اياد قابل" userId="cbdcc1fe1dd350a8" providerId="LiveId" clId="{4A399B67-C0ED-4542-94CD-55D0220DD918}" dt="2026-04-26T16:02:54.150" v="207" actId="26606"/>
          <ac:spMkLst>
            <pc:docMk/>
            <pc:sldMk cId="1599419816" sldId="271"/>
            <ac:spMk id="4" creationId="{57A87004-B7D0-904A-C4B4-D810FAE2EC87}"/>
          </ac:spMkLst>
        </pc:spChg>
        <pc:spChg chg="add del mod">
          <ac:chgData name="اياد قابل" userId="cbdcc1fe1dd350a8" providerId="LiveId" clId="{4A399B67-C0ED-4542-94CD-55D0220DD918}" dt="2026-04-26T15:44:22.839" v="45" actId="931"/>
          <ac:spMkLst>
            <pc:docMk/>
            <pc:sldMk cId="1599419816" sldId="271"/>
            <ac:spMk id="8" creationId="{FBC86E43-0851-61CC-7895-6760FB58E796}"/>
          </ac:spMkLst>
        </pc:spChg>
        <pc:graphicFrameChg chg="add">
          <ac:chgData name="اياد قابل" userId="cbdcc1fe1dd350a8" providerId="LiveId" clId="{4A399B67-C0ED-4542-94CD-55D0220DD918}" dt="2026-04-26T16:02:54.150" v="207" actId="26606"/>
          <ac:graphicFrameMkLst>
            <pc:docMk/>
            <pc:sldMk cId="1599419816" sldId="271"/>
            <ac:graphicFrameMk id="12" creationId="{F82751D6-0828-F137-E0E4-722BC66FBDA1}"/>
          </ac:graphicFrameMkLst>
        </pc:graphicFrameChg>
        <pc:picChg chg="add del mod">
          <ac:chgData name="اياد قابل" userId="cbdcc1fe1dd350a8" providerId="LiveId" clId="{4A399B67-C0ED-4542-94CD-55D0220DD918}" dt="2026-04-26T15:44:08.214" v="44" actId="21"/>
          <ac:picMkLst>
            <pc:docMk/>
            <pc:sldMk cId="1599419816" sldId="271"/>
            <ac:picMk id="6" creationId="{FC35FD9F-0DFA-15FE-2F8F-AB58622E0F74}"/>
          </ac:picMkLst>
        </pc:picChg>
        <pc:picChg chg="add mod">
          <ac:chgData name="اياد قابل" userId="cbdcc1fe1dd350a8" providerId="LiveId" clId="{4A399B67-C0ED-4542-94CD-55D0220DD918}" dt="2026-04-26T16:03:32.225" v="210" actId="1440"/>
          <ac:picMkLst>
            <pc:docMk/>
            <pc:sldMk cId="1599419816" sldId="271"/>
            <ac:picMk id="10" creationId="{4F8092F6-8302-5EBB-F098-E74EEF8B4AA5}"/>
          </ac:picMkLst>
        </pc:picChg>
      </pc:sldChg>
      <pc:sldChg chg="addSp modSp mod modTransition setBg addAnim">
        <pc:chgData name="اياد قابل" userId="cbdcc1fe1dd350a8" providerId="LiveId" clId="{4A399B67-C0ED-4542-94CD-55D0220DD918}" dt="2026-04-26T16:13:42.360" v="281"/>
        <pc:sldMkLst>
          <pc:docMk/>
          <pc:sldMk cId="3817543331" sldId="272"/>
        </pc:sldMkLst>
        <pc:spChg chg="mod">
          <ac:chgData name="اياد قابل" userId="cbdcc1fe1dd350a8" providerId="LiveId" clId="{4A399B67-C0ED-4542-94CD-55D0220DD918}" dt="2026-04-26T16:07:17.835" v="226" actId="26606"/>
          <ac:spMkLst>
            <pc:docMk/>
            <pc:sldMk cId="3817543331" sldId="272"/>
            <ac:spMk id="2" creationId="{D53F3A72-A59A-30FF-5A3D-80600DB0FC5C}"/>
          </ac:spMkLst>
        </pc:spChg>
        <pc:spChg chg="add">
          <ac:chgData name="اياد قابل" userId="cbdcc1fe1dd350a8" providerId="LiveId" clId="{4A399B67-C0ED-4542-94CD-55D0220DD918}" dt="2026-04-26T16:07:17.835" v="226" actId="26606"/>
          <ac:spMkLst>
            <pc:docMk/>
            <pc:sldMk cId="3817543331" sldId="272"/>
            <ac:spMk id="12" creationId="{0E91F5CA-B392-444C-88E3-BF5BAAEBDEB0}"/>
          </ac:spMkLst>
        </pc:spChg>
        <pc:spChg chg="add">
          <ac:chgData name="اياد قابل" userId="cbdcc1fe1dd350a8" providerId="LiveId" clId="{4A399B67-C0ED-4542-94CD-55D0220DD918}" dt="2026-04-26T16:07:17.835" v="226" actId="26606"/>
          <ac:spMkLst>
            <pc:docMk/>
            <pc:sldMk cId="3817543331" sldId="272"/>
            <ac:spMk id="14" creationId="{C792EE87-4150-454F-8312-283882EFBEF6}"/>
          </ac:spMkLst>
        </pc:spChg>
        <pc:spChg chg="add">
          <ac:chgData name="اياد قابل" userId="cbdcc1fe1dd350a8" providerId="LiveId" clId="{4A399B67-C0ED-4542-94CD-55D0220DD918}" dt="2026-04-26T16:07:17.835" v="226" actId="26606"/>
          <ac:spMkLst>
            <pc:docMk/>
            <pc:sldMk cId="3817543331" sldId="272"/>
            <ac:spMk id="16" creationId="{EA21D066-7EC1-44B4-8CF9-85511FDFCA90}"/>
          </ac:spMkLst>
        </pc:spChg>
        <pc:spChg chg="add">
          <ac:chgData name="اياد قابل" userId="cbdcc1fe1dd350a8" providerId="LiveId" clId="{4A399B67-C0ED-4542-94CD-55D0220DD918}" dt="2026-04-26T16:07:17.835" v="226" actId="26606"/>
          <ac:spMkLst>
            <pc:docMk/>
            <pc:sldMk cId="3817543331" sldId="272"/>
            <ac:spMk id="18" creationId="{D6C2F2D6-F636-46AD-BCD9-994702A0087A}"/>
          </ac:spMkLst>
        </pc:spChg>
        <pc:spChg chg="add">
          <ac:chgData name="اياد قابل" userId="cbdcc1fe1dd350a8" providerId="LiveId" clId="{4A399B67-C0ED-4542-94CD-55D0220DD918}" dt="2026-04-26T16:07:17.835" v="226" actId="26606"/>
          <ac:spMkLst>
            <pc:docMk/>
            <pc:sldMk cId="3817543331" sldId="272"/>
            <ac:spMk id="20" creationId="{EF693875-948C-4D9B-AE6F-8F6894277D8A}"/>
          </ac:spMkLst>
        </pc:spChg>
        <pc:spChg chg="add">
          <ac:chgData name="اياد قابل" userId="cbdcc1fe1dd350a8" providerId="LiveId" clId="{4A399B67-C0ED-4542-94CD-55D0220DD918}" dt="2026-04-26T16:07:17.835" v="226" actId="26606"/>
          <ac:spMkLst>
            <pc:docMk/>
            <pc:sldMk cId="3817543331" sldId="272"/>
            <ac:spMk id="22" creationId="{D8CF630E-BC57-4786-8B1F-C22C04E86992}"/>
          </ac:spMkLst>
        </pc:spChg>
        <pc:picChg chg="add">
          <ac:chgData name="اياد قابل" userId="cbdcc1fe1dd350a8" providerId="LiveId" clId="{4A399B67-C0ED-4542-94CD-55D0220DD918}" dt="2026-04-26T16:07:17.835" v="226" actId="26606"/>
          <ac:picMkLst>
            <pc:docMk/>
            <pc:sldMk cId="3817543331" sldId="272"/>
            <ac:picMk id="4" creationId="{96F75140-78B2-70D8-267D-BFE667C3FADF}"/>
          </ac:picMkLst>
        </pc:picChg>
        <pc:picChg chg="add">
          <ac:chgData name="اياد قابل" userId="cbdcc1fe1dd350a8" providerId="LiveId" clId="{4A399B67-C0ED-4542-94CD-55D0220DD918}" dt="2026-04-26T16:07:17.835" v="226" actId="26606"/>
          <ac:picMkLst>
            <pc:docMk/>
            <pc:sldMk cId="3817543331" sldId="272"/>
            <ac:picMk id="8" creationId="{DEB2E8C4-C3E7-4048-A43D-9859510CFA98}"/>
          </ac:picMkLst>
        </pc:picChg>
        <pc:inkChg chg="add">
          <ac:chgData name="اياد قابل" userId="cbdcc1fe1dd350a8" providerId="LiveId" clId="{4A399B67-C0ED-4542-94CD-55D0220DD918}" dt="2026-04-26T16:07:17.835" v="226" actId="26606"/>
          <ac:inkMkLst>
            <pc:docMk/>
            <pc:sldMk cId="3817543331" sldId="272"/>
            <ac:inkMk id="10" creationId="{24D29CCB-7956-4E3E-8880-304085F04BF4}"/>
          </ac:inkMkLst>
        </pc:inkChg>
      </pc:sldChg>
      <pc:sldChg chg="modSp new mod modTransition">
        <pc:chgData name="اياد قابل" userId="cbdcc1fe1dd350a8" providerId="LiveId" clId="{4A399B67-C0ED-4542-94CD-55D0220DD918}" dt="2026-04-26T16:11:03.522" v="261"/>
        <pc:sldMkLst>
          <pc:docMk/>
          <pc:sldMk cId="3812100062" sldId="273"/>
        </pc:sldMkLst>
        <pc:spChg chg="mod">
          <ac:chgData name="اياد قابل" userId="cbdcc1fe1dd350a8" providerId="LiveId" clId="{4A399B67-C0ED-4542-94CD-55D0220DD918}" dt="2026-04-26T15:33:36.794" v="12" actId="20577"/>
          <ac:spMkLst>
            <pc:docMk/>
            <pc:sldMk cId="3812100062" sldId="273"/>
            <ac:spMk id="2" creationId="{DD9336D1-2296-BA5B-C8AD-B2AEFE9C854F}"/>
          </ac:spMkLst>
        </pc:spChg>
        <pc:spChg chg="mod">
          <ac:chgData name="اياد قابل" userId="cbdcc1fe1dd350a8" providerId="LiveId" clId="{4A399B67-C0ED-4542-94CD-55D0220DD918}" dt="2026-04-26T15:33:31.319" v="10" actId="20577"/>
          <ac:spMkLst>
            <pc:docMk/>
            <pc:sldMk cId="3812100062" sldId="273"/>
            <ac:spMk id="3" creationId="{806702ED-D88A-4571-74E0-733742EB1562}"/>
          </ac:spMkLst>
        </pc:spChg>
      </pc:sldChg>
      <pc:sldChg chg="addSp delSp modSp new mod modTransition setBg addAnim">
        <pc:chgData name="اياد قابل" userId="cbdcc1fe1dd350a8" providerId="LiveId" clId="{4A399B67-C0ED-4542-94CD-55D0220DD918}" dt="2026-04-26T16:11:09.222" v="262"/>
        <pc:sldMkLst>
          <pc:docMk/>
          <pc:sldMk cId="1260234446" sldId="274"/>
        </pc:sldMkLst>
        <pc:spChg chg="mod ord">
          <ac:chgData name="اياد قابل" userId="cbdcc1fe1dd350a8" providerId="LiveId" clId="{4A399B67-C0ED-4542-94CD-55D0220DD918}" dt="2026-04-26T15:54:14.255" v="160" actId="26606"/>
          <ac:spMkLst>
            <pc:docMk/>
            <pc:sldMk cId="1260234446" sldId="274"/>
            <ac:spMk id="2" creationId="{801E6E85-B189-C9DF-30A0-83754C14C8A5}"/>
          </ac:spMkLst>
        </pc:spChg>
        <pc:spChg chg="del">
          <ac:chgData name="اياد قابل" userId="cbdcc1fe1dd350a8" providerId="LiveId" clId="{4A399B67-C0ED-4542-94CD-55D0220DD918}" dt="2026-04-26T15:42:11.602" v="28" actId="931"/>
          <ac:spMkLst>
            <pc:docMk/>
            <pc:sldMk cId="1260234446" sldId="274"/>
            <ac:spMk id="3" creationId="{C04609EF-FA1A-043C-AF92-B687D26FEA4D}"/>
          </ac:spMkLst>
        </pc:spChg>
        <pc:spChg chg="del">
          <ac:chgData name="اياد قابل" userId="cbdcc1fe1dd350a8" providerId="LiveId" clId="{4A399B67-C0ED-4542-94CD-55D0220DD918}" dt="2026-04-26T15:46:57.782" v="82" actId="931"/>
          <ac:spMkLst>
            <pc:docMk/>
            <pc:sldMk cId="1260234446" sldId="274"/>
            <ac:spMk id="4" creationId="{9AEB1DF3-44F1-0A36-96A1-57D4C51DBCF0}"/>
          </ac:spMkLst>
        </pc:spChg>
        <pc:spChg chg="add del mod">
          <ac:chgData name="اياد قابل" userId="cbdcc1fe1dd350a8" providerId="LiveId" clId="{4A399B67-C0ED-4542-94CD-55D0220DD918}" dt="2026-04-26T15:45:25.649" v="59" actId="931"/>
          <ac:spMkLst>
            <pc:docMk/>
            <pc:sldMk cId="1260234446" sldId="274"/>
            <ac:spMk id="8" creationId="{19A7052A-0983-CE45-13B7-5C614B9DCCB4}"/>
          </ac:spMkLst>
        </pc:spChg>
        <pc:spChg chg="add del">
          <ac:chgData name="اياد قابل" userId="cbdcc1fe1dd350a8" providerId="LiveId" clId="{4A399B67-C0ED-4542-94CD-55D0220DD918}" dt="2026-04-26T15:48:18.438" v="97" actId="26606"/>
          <ac:spMkLst>
            <pc:docMk/>
            <pc:sldMk cId="1260234446" sldId="274"/>
            <ac:spMk id="20" creationId="{CE50859B-F132-4DA3-9AEB-C701F9D01C37}"/>
          </ac:spMkLst>
        </pc:spChg>
        <pc:spChg chg="add del">
          <ac:chgData name="اياد قابل" userId="cbdcc1fe1dd350a8" providerId="LiveId" clId="{4A399B67-C0ED-4542-94CD-55D0220DD918}" dt="2026-04-26T15:47:43.244" v="88" actId="26606"/>
          <ac:spMkLst>
            <pc:docMk/>
            <pc:sldMk cId="1260234446" sldId="274"/>
            <ac:spMk id="21" creationId="{38252547-C30F-4A22-83C6-1B673F62313E}"/>
          </ac:spMkLst>
        </pc:spChg>
        <pc:spChg chg="add del">
          <ac:chgData name="اياد قابل" userId="cbdcc1fe1dd350a8" providerId="LiveId" clId="{4A399B67-C0ED-4542-94CD-55D0220DD918}" dt="2026-04-26T15:47:43.244" v="88" actId="26606"/>
          <ac:spMkLst>
            <pc:docMk/>
            <pc:sldMk cId="1260234446" sldId="274"/>
            <ac:spMk id="23" creationId="{D309AC32-4BC6-47AE-9DBD-5CC7652A59CA}"/>
          </ac:spMkLst>
        </pc:spChg>
        <pc:spChg chg="add del">
          <ac:chgData name="اياد قابل" userId="cbdcc1fe1dd350a8" providerId="LiveId" clId="{4A399B67-C0ED-4542-94CD-55D0220DD918}" dt="2026-04-26T15:48:18.438" v="97" actId="26606"/>
          <ac:spMkLst>
            <pc:docMk/>
            <pc:sldMk cId="1260234446" sldId="274"/>
            <ac:spMk id="25" creationId="{D23810DE-397B-4015-A69C-D6892ACBC057}"/>
          </ac:spMkLst>
        </pc:spChg>
        <pc:spChg chg="add del">
          <ac:chgData name="اياد قابل" userId="cbdcc1fe1dd350a8" providerId="LiveId" clId="{4A399B67-C0ED-4542-94CD-55D0220DD918}" dt="2026-04-26T15:48:18.438" v="97" actId="26606"/>
          <ac:spMkLst>
            <pc:docMk/>
            <pc:sldMk cId="1260234446" sldId="274"/>
            <ac:spMk id="27" creationId="{8CE6BAF9-0FC6-4E01-B4D9-CD84641BA9BA}"/>
          </ac:spMkLst>
        </pc:spChg>
        <pc:spChg chg="add del">
          <ac:chgData name="اياد قابل" userId="cbdcc1fe1dd350a8" providerId="LiveId" clId="{4A399B67-C0ED-4542-94CD-55D0220DD918}" dt="2026-04-26T15:48:18.438" v="97" actId="26606"/>
          <ac:spMkLst>
            <pc:docMk/>
            <pc:sldMk cId="1260234446" sldId="274"/>
            <ac:spMk id="29" creationId="{BC7FAAD3-2049-48BE-B962-E4CED4D9616D}"/>
          </ac:spMkLst>
        </pc:spChg>
        <pc:spChg chg="add del">
          <ac:chgData name="اياد قابل" userId="cbdcc1fe1dd350a8" providerId="LiveId" clId="{4A399B67-C0ED-4542-94CD-55D0220DD918}" dt="2026-04-26T15:48:18.438" v="97" actId="26606"/>
          <ac:spMkLst>
            <pc:docMk/>
            <pc:sldMk cId="1260234446" sldId="274"/>
            <ac:spMk id="31" creationId="{B808E4DD-8F04-4C26-91D7-D7977A1EFB1C}"/>
          </ac:spMkLst>
        </pc:spChg>
        <pc:spChg chg="add del">
          <ac:chgData name="اياد قابل" userId="cbdcc1fe1dd350a8" providerId="LiveId" clId="{4A399B67-C0ED-4542-94CD-55D0220DD918}" dt="2026-04-26T15:50:11.684" v="121" actId="26606"/>
          <ac:spMkLst>
            <pc:docMk/>
            <pc:sldMk cId="1260234446" sldId="274"/>
            <ac:spMk id="33" creationId="{35758D95-A605-471B-A882-C9D326388C63}"/>
          </ac:spMkLst>
        </pc:spChg>
        <pc:spChg chg="add del">
          <ac:chgData name="اياد قابل" userId="cbdcc1fe1dd350a8" providerId="LiveId" clId="{4A399B67-C0ED-4542-94CD-55D0220DD918}" dt="2026-04-26T15:50:11.684" v="121" actId="26606"/>
          <ac:spMkLst>
            <pc:docMk/>
            <pc:sldMk cId="1260234446" sldId="274"/>
            <ac:spMk id="36" creationId="{1003A656-D974-4C8E-AC40-DB648F0E2A0E}"/>
          </ac:spMkLst>
        </pc:spChg>
        <pc:spChg chg="add del">
          <ac:chgData name="اياد قابل" userId="cbdcc1fe1dd350a8" providerId="LiveId" clId="{4A399B67-C0ED-4542-94CD-55D0220DD918}" dt="2026-04-26T15:50:11.684" v="121" actId="26606"/>
          <ac:spMkLst>
            <pc:docMk/>
            <pc:sldMk cId="1260234446" sldId="274"/>
            <ac:spMk id="37" creationId="{9298EF43-252D-4B18-9998-974B4D04E0B7}"/>
          </ac:spMkLst>
        </pc:spChg>
        <pc:spChg chg="add del">
          <ac:chgData name="اياد قابل" userId="cbdcc1fe1dd350a8" providerId="LiveId" clId="{4A399B67-C0ED-4542-94CD-55D0220DD918}" dt="2026-04-26T15:50:11.684" v="121" actId="26606"/>
          <ac:spMkLst>
            <pc:docMk/>
            <pc:sldMk cId="1260234446" sldId="274"/>
            <ac:spMk id="38" creationId="{A6200AA9-2CFD-45ED-8AEA-590BEB58BED3}"/>
          </ac:spMkLst>
        </pc:spChg>
        <pc:spChg chg="add del">
          <ac:chgData name="اياد قابل" userId="cbdcc1fe1dd350a8" providerId="LiveId" clId="{4A399B67-C0ED-4542-94CD-55D0220DD918}" dt="2026-04-26T15:50:11.684" v="121" actId="26606"/>
          <ac:spMkLst>
            <pc:docMk/>
            <pc:sldMk cId="1260234446" sldId="274"/>
            <ac:spMk id="39" creationId="{C4658DFD-9F0F-4409-9B94-76763B84318E}"/>
          </ac:spMkLst>
        </pc:spChg>
        <pc:spChg chg="add del">
          <ac:chgData name="اياد قابل" userId="cbdcc1fe1dd350a8" providerId="LiveId" clId="{4A399B67-C0ED-4542-94CD-55D0220DD918}" dt="2026-04-26T15:50:11.684" v="121" actId="26606"/>
          <ac:spMkLst>
            <pc:docMk/>
            <pc:sldMk cId="1260234446" sldId="274"/>
            <ac:spMk id="40" creationId="{C94805BE-FAB4-43C1-B4F9-6DEE6FBDA436}"/>
          </ac:spMkLst>
        </pc:spChg>
        <pc:spChg chg="add del">
          <ac:chgData name="اياد قابل" userId="cbdcc1fe1dd350a8" providerId="LiveId" clId="{4A399B67-C0ED-4542-94CD-55D0220DD918}" dt="2026-04-26T15:49:57.729" v="116" actId="26606"/>
          <ac:spMkLst>
            <pc:docMk/>
            <pc:sldMk cId="1260234446" sldId="274"/>
            <ac:spMk id="44" creationId="{0B681526-C454-A8E4-66EF-70A801C29CDE}"/>
          </ac:spMkLst>
        </pc:spChg>
        <pc:spChg chg="add del">
          <ac:chgData name="اياد قابل" userId="cbdcc1fe1dd350a8" providerId="LiveId" clId="{4A399B67-C0ED-4542-94CD-55D0220DD918}" dt="2026-04-26T15:49:35.007" v="110" actId="26606"/>
          <ac:spMkLst>
            <pc:docMk/>
            <pc:sldMk cId="1260234446" sldId="274"/>
            <ac:spMk id="49" creationId="{1003A656-D974-4C8E-AC40-DB648F0E2A0E}"/>
          </ac:spMkLst>
        </pc:spChg>
        <pc:spChg chg="add del">
          <ac:chgData name="اياد قابل" userId="cbdcc1fe1dd350a8" providerId="LiveId" clId="{4A399B67-C0ED-4542-94CD-55D0220DD918}" dt="2026-04-26T15:49:35.007" v="110" actId="26606"/>
          <ac:spMkLst>
            <pc:docMk/>
            <pc:sldMk cId="1260234446" sldId="274"/>
            <ac:spMk id="51" creationId="{9298EF43-252D-4B18-9998-974B4D04E0B7}"/>
          </ac:spMkLst>
        </pc:spChg>
        <pc:spChg chg="add del">
          <ac:chgData name="اياد قابل" userId="cbdcc1fe1dd350a8" providerId="LiveId" clId="{4A399B67-C0ED-4542-94CD-55D0220DD918}" dt="2026-04-26T15:49:35.007" v="110" actId="26606"/>
          <ac:spMkLst>
            <pc:docMk/>
            <pc:sldMk cId="1260234446" sldId="274"/>
            <ac:spMk id="53" creationId="{A6200AA9-2CFD-45ED-8AEA-590BEB58BED3}"/>
          </ac:spMkLst>
        </pc:spChg>
        <pc:spChg chg="add del">
          <ac:chgData name="اياد قابل" userId="cbdcc1fe1dd350a8" providerId="LiveId" clId="{4A399B67-C0ED-4542-94CD-55D0220DD918}" dt="2026-04-26T15:49:35.007" v="110" actId="26606"/>
          <ac:spMkLst>
            <pc:docMk/>
            <pc:sldMk cId="1260234446" sldId="274"/>
            <ac:spMk id="55" creationId="{C4658DFD-9F0F-4409-9B94-76763B84318E}"/>
          </ac:spMkLst>
        </pc:spChg>
        <pc:spChg chg="add del">
          <ac:chgData name="اياد قابل" userId="cbdcc1fe1dd350a8" providerId="LiveId" clId="{4A399B67-C0ED-4542-94CD-55D0220DD918}" dt="2026-04-26T15:49:35.007" v="110" actId="26606"/>
          <ac:spMkLst>
            <pc:docMk/>
            <pc:sldMk cId="1260234446" sldId="274"/>
            <ac:spMk id="57" creationId="{C94805BE-FAB4-43C1-B4F9-6DEE6FBDA436}"/>
          </ac:spMkLst>
        </pc:spChg>
        <pc:spChg chg="add del">
          <ac:chgData name="اياد قابل" userId="cbdcc1fe1dd350a8" providerId="LiveId" clId="{4A399B67-C0ED-4542-94CD-55D0220DD918}" dt="2026-04-26T15:49:35.007" v="110" actId="26606"/>
          <ac:spMkLst>
            <pc:docMk/>
            <pc:sldMk cId="1260234446" sldId="274"/>
            <ac:spMk id="59" creationId="{35758D95-A605-471B-A882-C9D326388C63}"/>
          </ac:spMkLst>
        </pc:spChg>
        <pc:spChg chg="add del">
          <ac:chgData name="اياد قابل" userId="cbdcc1fe1dd350a8" providerId="LiveId" clId="{4A399B67-C0ED-4542-94CD-55D0220DD918}" dt="2026-04-26T15:49:38.591" v="112" actId="26606"/>
          <ac:spMkLst>
            <pc:docMk/>
            <pc:sldMk cId="1260234446" sldId="274"/>
            <ac:spMk id="63" creationId="{1003A656-D974-4C8E-AC40-DB648F0E2A0E}"/>
          </ac:spMkLst>
        </pc:spChg>
        <pc:spChg chg="add del">
          <ac:chgData name="اياد قابل" userId="cbdcc1fe1dd350a8" providerId="LiveId" clId="{4A399B67-C0ED-4542-94CD-55D0220DD918}" dt="2026-04-26T15:49:38.591" v="112" actId="26606"/>
          <ac:spMkLst>
            <pc:docMk/>
            <pc:sldMk cId="1260234446" sldId="274"/>
            <ac:spMk id="64" creationId="{6D847864-F4A3-46EE-8E90-74B574BCD7C0}"/>
          </ac:spMkLst>
        </pc:spChg>
        <pc:spChg chg="add del">
          <ac:chgData name="اياد قابل" userId="cbdcc1fe1dd350a8" providerId="LiveId" clId="{4A399B67-C0ED-4542-94CD-55D0220DD918}" dt="2026-04-26T15:49:38.591" v="112" actId="26606"/>
          <ac:spMkLst>
            <pc:docMk/>
            <pc:sldMk cId="1260234446" sldId="274"/>
            <ac:spMk id="65" creationId="{35758D95-A605-471B-A882-C9D326388C63}"/>
          </ac:spMkLst>
        </pc:spChg>
        <pc:spChg chg="add del">
          <ac:chgData name="اياد قابل" userId="cbdcc1fe1dd350a8" providerId="LiveId" clId="{4A399B67-C0ED-4542-94CD-55D0220DD918}" dt="2026-04-26T15:49:48.315" v="114" actId="26606"/>
          <ac:spMkLst>
            <pc:docMk/>
            <pc:sldMk cId="1260234446" sldId="274"/>
            <ac:spMk id="69" creationId="{1003A656-D974-4C8E-AC40-DB648F0E2A0E}"/>
          </ac:spMkLst>
        </pc:spChg>
        <pc:spChg chg="add del">
          <ac:chgData name="اياد قابل" userId="cbdcc1fe1dd350a8" providerId="LiveId" clId="{4A399B67-C0ED-4542-94CD-55D0220DD918}" dt="2026-04-26T15:49:48.315" v="114" actId="26606"/>
          <ac:spMkLst>
            <pc:docMk/>
            <pc:sldMk cId="1260234446" sldId="274"/>
            <ac:spMk id="70" creationId="{9298EF43-252D-4B18-9998-974B4D04E0B7}"/>
          </ac:spMkLst>
        </pc:spChg>
        <pc:spChg chg="add del">
          <ac:chgData name="اياد قابل" userId="cbdcc1fe1dd350a8" providerId="LiveId" clId="{4A399B67-C0ED-4542-94CD-55D0220DD918}" dt="2026-04-26T15:49:48.315" v="114" actId="26606"/>
          <ac:spMkLst>
            <pc:docMk/>
            <pc:sldMk cId="1260234446" sldId="274"/>
            <ac:spMk id="71" creationId="{A6200AA9-2CFD-45ED-8AEA-590BEB58BED3}"/>
          </ac:spMkLst>
        </pc:spChg>
        <pc:spChg chg="add del">
          <ac:chgData name="اياد قابل" userId="cbdcc1fe1dd350a8" providerId="LiveId" clId="{4A399B67-C0ED-4542-94CD-55D0220DD918}" dt="2026-04-26T15:49:48.315" v="114" actId="26606"/>
          <ac:spMkLst>
            <pc:docMk/>
            <pc:sldMk cId="1260234446" sldId="274"/>
            <ac:spMk id="72" creationId="{C4658DFD-9F0F-4409-9B94-76763B84318E}"/>
          </ac:spMkLst>
        </pc:spChg>
        <pc:spChg chg="add del">
          <ac:chgData name="اياد قابل" userId="cbdcc1fe1dd350a8" providerId="LiveId" clId="{4A399B67-C0ED-4542-94CD-55D0220DD918}" dt="2026-04-26T15:49:48.315" v="114" actId="26606"/>
          <ac:spMkLst>
            <pc:docMk/>
            <pc:sldMk cId="1260234446" sldId="274"/>
            <ac:spMk id="73" creationId="{C94805BE-FAB4-43C1-B4F9-6DEE6FBDA436}"/>
          </ac:spMkLst>
        </pc:spChg>
        <pc:spChg chg="add del">
          <ac:chgData name="اياد قابل" userId="cbdcc1fe1dd350a8" providerId="LiveId" clId="{4A399B67-C0ED-4542-94CD-55D0220DD918}" dt="2026-04-26T15:49:48.315" v="114" actId="26606"/>
          <ac:spMkLst>
            <pc:docMk/>
            <pc:sldMk cId="1260234446" sldId="274"/>
            <ac:spMk id="74" creationId="{35758D95-A605-471B-A882-C9D326388C63}"/>
          </ac:spMkLst>
        </pc:spChg>
        <pc:spChg chg="add del">
          <ac:chgData name="اياد قابل" userId="cbdcc1fe1dd350a8" providerId="LiveId" clId="{4A399B67-C0ED-4542-94CD-55D0220DD918}" dt="2026-04-26T15:49:57.729" v="116" actId="26606"/>
          <ac:spMkLst>
            <pc:docMk/>
            <pc:sldMk cId="1260234446" sldId="274"/>
            <ac:spMk id="78" creationId="{F94D0315-BB3E-4E0D-A26B-3F625DFDCD1E}"/>
          </ac:spMkLst>
        </pc:spChg>
        <pc:spChg chg="add del">
          <ac:chgData name="اياد قابل" userId="cbdcc1fe1dd350a8" providerId="LiveId" clId="{4A399B67-C0ED-4542-94CD-55D0220DD918}" dt="2026-04-26T15:50:00.489" v="118" actId="26606"/>
          <ac:spMkLst>
            <pc:docMk/>
            <pc:sldMk cId="1260234446" sldId="274"/>
            <ac:spMk id="82" creationId="{B15E46E1-B54D-4C21-89C1-94645CDF684D}"/>
          </ac:spMkLst>
        </pc:spChg>
        <pc:spChg chg="add del">
          <ac:chgData name="اياد قابل" userId="cbdcc1fe1dd350a8" providerId="LiveId" clId="{4A399B67-C0ED-4542-94CD-55D0220DD918}" dt="2026-04-26T15:50:00.489" v="118" actId="26606"/>
          <ac:spMkLst>
            <pc:docMk/>
            <pc:sldMk cId="1260234446" sldId="274"/>
            <ac:spMk id="83" creationId="{508DFA20-FF63-4A3F-BB33-CF2DEA05F30F}"/>
          </ac:spMkLst>
        </pc:spChg>
        <pc:spChg chg="add del">
          <ac:chgData name="اياد قابل" userId="cbdcc1fe1dd350a8" providerId="LiveId" clId="{4A399B67-C0ED-4542-94CD-55D0220DD918}" dt="2026-04-26T15:50:00.489" v="118" actId="26606"/>
          <ac:spMkLst>
            <pc:docMk/>
            <pc:sldMk cId="1260234446" sldId="274"/>
            <ac:spMk id="84" creationId="{3FD3D2A1-0396-D371-B51F-FC38AC009D25}"/>
          </ac:spMkLst>
        </pc:spChg>
        <pc:spChg chg="add del">
          <ac:chgData name="اياد قابل" userId="cbdcc1fe1dd350a8" providerId="LiveId" clId="{4A399B67-C0ED-4542-94CD-55D0220DD918}" dt="2026-04-26T15:50:11.658" v="120" actId="26606"/>
          <ac:spMkLst>
            <pc:docMk/>
            <pc:sldMk cId="1260234446" sldId="274"/>
            <ac:spMk id="88" creationId="{CE50859B-F132-4DA3-9AEB-C701F9D01C37}"/>
          </ac:spMkLst>
        </pc:spChg>
        <pc:spChg chg="add del">
          <ac:chgData name="اياد قابل" userId="cbdcc1fe1dd350a8" providerId="LiveId" clId="{4A399B67-C0ED-4542-94CD-55D0220DD918}" dt="2026-04-26T15:50:11.658" v="120" actId="26606"/>
          <ac:spMkLst>
            <pc:docMk/>
            <pc:sldMk cId="1260234446" sldId="274"/>
            <ac:spMk id="89" creationId="{D23810DE-397B-4015-A69C-D6892ACBC057}"/>
          </ac:spMkLst>
        </pc:spChg>
        <pc:spChg chg="add del">
          <ac:chgData name="اياد قابل" userId="cbdcc1fe1dd350a8" providerId="LiveId" clId="{4A399B67-C0ED-4542-94CD-55D0220DD918}" dt="2026-04-26T15:50:11.658" v="120" actId="26606"/>
          <ac:spMkLst>
            <pc:docMk/>
            <pc:sldMk cId="1260234446" sldId="274"/>
            <ac:spMk id="90" creationId="{8CE6BAF9-0FC6-4E01-B4D9-CD84641BA9BA}"/>
          </ac:spMkLst>
        </pc:spChg>
        <pc:spChg chg="add del">
          <ac:chgData name="اياد قابل" userId="cbdcc1fe1dd350a8" providerId="LiveId" clId="{4A399B67-C0ED-4542-94CD-55D0220DD918}" dt="2026-04-26T15:50:11.658" v="120" actId="26606"/>
          <ac:spMkLst>
            <pc:docMk/>
            <pc:sldMk cId="1260234446" sldId="274"/>
            <ac:spMk id="91" creationId="{BC7FAAD3-2049-48BE-B962-E4CED4D9616D}"/>
          </ac:spMkLst>
        </pc:spChg>
        <pc:spChg chg="add del">
          <ac:chgData name="اياد قابل" userId="cbdcc1fe1dd350a8" providerId="LiveId" clId="{4A399B67-C0ED-4542-94CD-55D0220DD918}" dt="2026-04-26T15:50:11.658" v="120" actId="26606"/>
          <ac:spMkLst>
            <pc:docMk/>
            <pc:sldMk cId="1260234446" sldId="274"/>
            <ac:spMk id="92" creationId="{B808E4DD-8F04-4C26-91D7-D7977A1EFB1C}"/>
          </ac:spMkLst>
        </pc:spChg>
        <pc:spChg chg="add del">
          <ac:chgData name="اياد قابل" userId="cbdcc1fe1dd350a8" providerId="LiveId" clId="{4A399B67-C0ED-4542-94CD-55D0220DD918}" dt="2026-04-26T15:53:49.510" v="158" actId="26606"/>
          <ac:spMkLst>
            <pc:docMk/>
            <pc:sldMk cId="1260234446" sldId="274"/>
            <ac:spMk id="96" creationId="{1003A656-D974-4C8E-AC40-DB648F0E2A0E}"/>
          </ac:spMkLst>
        </pc:spChg>
        <pc:spChg chg="add del">
          <ac:chgData name="اياد قابل" userId="cbdcc1fe1dd350a8" providerId="LiveId" clId="{4A399B67-C0ED-4542-94CD-55D0220DD918}" dt="2026-04-26T15:53:49.510" v="158" actId="26606"/>
          <ac:spMkLst>
            <pc:docMk/>
            <pc:sldMk cId="1260234446" sldId="274"/>
            <ac:spMk id="97" creationId="{9298EF43-252D-4B18-9998-974B4D04E0B7}"/>
          </ac:spMkLst>
        </pc:spChg>
        <pc:spChg chg="add del">
          <ac:chgData name="اياد قابل" userId="cbdcc1fe1dd350a8" providerId="LiveId" clId="{4A399B67-C0ED-4542-94CD-55D0220DD918}" dt="2026-04-26T15:53:49.510" v="158" actId="26606"/>
          <ac:spMkLst>
            <pc:docMk/>
            <pc:sldMk cId="1260234446" sldId="274"/>
            <ac:spMk id="98" creationId="{A6200AA9-2CFD-45ED-8AEA-590BEB58BED3}"/>
          </ac:spMkLst>
        </pc:spChg>
        <pc:spChg chg="add del">
          <ac:chgData name="اياد قابل" userId="cbdcc1fe1dd350a8" providerId="LiveId" clId="{4A399B67-C0ED-4542-94CD-55D0220DD918}" dt="2026-04-26T15:53:49.510" v="158" actId="26606"/>
          <ac:spMkLst>
            <pc:docMk/>
            <pc:sldMk cId="1260234446" sldId="274"/>
            <ac:spMk id="99" creationId="{C4658DFD-9F0F-4409-9B94-76763B84318E}"/>
          </ac:spMkLst>
        </pc:spChg>
        <pc:spChg chg="add del">
          <ac:chgData name="اياد قابل" userId="cbdcc1fe1dd350a8" providerId="LiveId" clId="{4A399B67-C0ED-4542-94CD-55D0220DD918}" dt="2026-04-26T15:53:49.510" v="158" actId="26606"/>
          <ac:spMkLst>
            <pc:docMk/>
            <pc:sldMk cId="1260234446" sldId="274"/>
            <ac:spMk id="100" creationId="{C94805BE-FAB4-43C1-B4F9-6DEE6FBDA436}"/>
          </ac:spMkLst>
        </pc:spChg>
        <pc:spChg chg="add del">
          <ac:chgData name="اياد قابل" userId="cbdcc1fe1dd350a8" providerId="LiveId" clId="{4A399B67-C0ED-4542-94CD-55D0220DD918}" dt="2026-04-26T15:53:49.510" v="158" actId="26606"/>
          <ac:spMkLst>
            <pc:docMk/>
            <pc:sldMk cId="1260234446" sldId="274"/>
            <ac:spMk id="101" creationId="{35758D95-A605-471B-A882-C9D326388C63}"/>
          </ac:spMkLst>
        </pc:spChg>
        <pc:spChg chg="add del">
          <ac:chgData name="اياد قابل" userId="cbdcc1fe1dd350a8" providerId="LiveId" clId="{4A399B67-C0ED-4542-94CD-55D0220DD918}" dt="2026-04-26T15:52:52.118" v="145" actId="26606"/>
          <ac:spMkLst>
            <pc:docMk/>
            <pc:sldMk cId="1260234446" sldId="274"/>
            <ac:spMk id="105" creationId="{88FCFCD1-B820-CE82-75D5-F84C7E868190}"/>
          </ac:spMkLst>
        </pc:spChg>
        <pc:spChg chg="add del">
          <ac:chgData name="اياد قابل" userId="cbdcc1fe1dd350a8" providerId="LiveId" clId="{4A399B67-C0ED-4542-94CD-55D0220DD918}" dt="2026-04-26T15:52:52.118" v="145" actId="26606"/>
          <ac:spMkLst>
            <pc:docMk/>
            <pc:sldMk cId="1260234446" sldId="274"/>
            <ac:spMk id="114" creationId="{D00BE712-2389-4458-846C-977A1C33AED0}"/>
          </ac:spMkLst>
        </pc:spChg>
        <pc:spChg chg="add del">
          <ac:chgData name="اياد قابل" userId="cbdcc1fe1dd350a8" providerId="LiveId" clId="{4A399B67-C0ED-4542-94CD-55D0220DD918}" dt="2026-04-26T15:52:52.118" v="145" actId="26606"/>
          <ac:spMkLst>
            <pc:docMk/>
            <pc:sldMk cId="1260234446" sldId="274"/>
            <ac:spMk id="116" creationId="{DC81E382-C2B2-4716-AE09-C2BCE852DDE7}"/>
          </ac:spMkLst>
        </pc:spChg>
        <pc:spChg chg="del">
          <ac:chgData name="اياد قابل" userId="cbdcc1fe1dd350a8" providerId="LiveId" clId="{4A399B67-C0ED-4542-94CD-55D0220DD918}" dt="2026-04-26T15:52:52.118" v="145" actId="26606"/>
          <ac:spMkLst>
            <pc:docMk/>
            <pc:sldMk cId="1260234446" sldId="274"/>
            <ac:spMk id="118" creationId="{57E7B070-439E-4AF3-B634-E374EAE6FE99}"/>
          </ac:spMkLst>
        </pc:spChg>
        <pc:spChg chg="add del">
          <ac:chgData name="اياد قابل" userId="cbdcc1fe1dd350a8" providerId="LiveId" clId="{4A399B67-C0ED-4542-94CD-55D0220DD918}" dt="2026-04-26T15:53:07.370" v="147" actId="26606"/>
          <ac:spMkLst>
            <pc:docMk/>
            <pc:sldMk cId="1260234446" sldId="274"/>
            <ac:spMk id="124" creationId="{1003A656-D974-4C8E-AC40-DB648F0E2A0E}"/>
          </ac:spMkLst>
        </pc:spChg>
        <pc:spChg chg="add del">
          <ac:chgData name="اياد قابل" userId="cbdcc1fe1dd350a8" providerId="LiveId" clId="{4A399B67-C0ED-4542-94CD-55D0220DD918}" dt="2026-04-26T15:53:07.370" v="147" actId="26606"/>
          <ac:spMkLst>
            <pc:docMk/>
            <pc:sldMk cId="1260234446" sldId="274"/>
            <ac:spMk id="125" creationId="{494E01BF-E313-47E9-B0A8-AFA1FD817287}"/>
          </ac:spMkLst>
        </pc:spChg>
        <pc:spChg chg="add del">
          <ac:chgData name="اياد قابل" userId="cbdcc1fe1dd350a8" providerId="LiveId" clId="{4A399B67-C0ED-4542-94CD-55D0220DD918}" dt="2026-04-26T15:53:07.370" v="147" actId="26606"/>
          <ac:spMkLst>
            <pc:docMk/>
            <pc:sldMk cId="1260234446" sldId="274"/>
            <ac:spMk id="126" creationId="{A96187A8-AE5A-7D4C-AF58-BD4B521DB370}"/>
          </ac:spMkLst>
        </pc:spChg>
        <pc:spChg chg="add del">
          <ac:chgData name="اياد قابل" userId="cbdcc1fe1dd350a8" providerId="LiveId" clId="{4A399B67-C0ED-4542-94CD-55D0220DD918}" dt="2026-04-26T15:53:23.307" v="149" actId="26606"/>
          <ac:spMkLst>
            <pc:docMk/>
            <pc:sldMk cId="1260234446" sldId="274"/>
            <ac:spMk id="131" creationId="{EA4CB988-4FC4-43C9-A77B-2DA3729E837D}"/>
          </ac:spMkLst>
        </pc:spChg>
        <pc:spChg chg="add del">
          <ac:chgData name="اياد قابل" userId="cbdcc1fe1dd350a8" providerId="LiveId" clId="{4A399B67-C0ED-4542-94CD-55D0220DD918}" dt="2026-04-26T15:53:23.307" v="149" actId="26606"/>
          <ac:spMkLst>
            <pc:docMk/>
            <pc:sldMk cId="1260234446" sldId="274"/>
            <ac:spMk id="132" creationId="{D98DC8B9-D83E-4AB5-AF01-949432C5722C}"/>
          </ac:spMkLst>
        </pc:spChg>
        <pc:spChg chg="add del">
          <ac:chgData name="اياد قابل" userId="cbdcc1fe1dd350a8" providerId="LiveId" clId="{4A399B67-C0ED-4542-94CD-55D0220DD918}" dt="2026-04-26T15:53:23.307" v="149" actId="26606"/>
          <ac:spMkLst>
            <pc:docMk/>
            <pc:sldMk cId="1260234446" sldId="274"/>
            <ac:spMk id="135" creationId="{75290069-8340-FD9D-CE38-514F9547736C}"/>
          </ac:spMkLst>
        </pc:spChg>
        <pc:spChg chg="add del">
          <ac:chgData name="اياد قابل" userId="cbdcc1fe1dd350a8" providerId="LiveId" clId="{4A399B67-C0ED-4542-94CD-55D0220DD918}" dt="2026-04-26T15:53:24.631" v="151" actId="26606"/>
          <ac:spMkLst>
            <pc:docMk/>
            <pc:sldMk cId="1260234446" sldId="274"/>
            <ac:spMk id="139" creationId="{F94D0315-BB3E-4E0D-A26B-3F625DFDCD1E}"/>
          </ac:spMkLst>
        </pc:spChg>
        <pc:spChg chg="add del">
          <ac:chgData name="اياد قابل" userId="cbdcc1fe1dd350a8" providerId="LiveId" clId="{4A399B67-C0ED-4542-94CD-55D0220DD918}" dt="2026-04-26T15:53:24.631" v="151" actId="26606"/>
          <ac:spMkLst>
            <pc:docMk/>
            <pc:sldMk cId="1260234446" sldId="274"/>
            <ac:spMk id="140" creationId="{561D82E5-F253-A726-D484-8269E0F65E7C}"/>
          </ac:spMkLst>
        </pc:spChg>
        <pc:spChg chg="add del">
          <ac:chgData name="اياد قابل" userId="cbdcc1fe1dd350a8" providerId="LiveId" clId="{4A399B67-C0ED-4542-94CD-55D0220DD918}" dt="2026-04-26T15:53:37.209" v="153" actId="26606"/>
          <ac:spMkLst>
            <pc:docMk/>
            <pc:sldMk cId="1260234446" sldId="274"/>
            <ac:spMk id="144" creationId="{B39AA5DD-3B77-453E-A9CB-CB963ECD3BD1}"/>
          </ac:spMkLst>
        </pc:spChg>
        <pc:spChg chg="add del">
          <ac:chgData name="اياد قابل" userId="cbdcc1fe1dd350a8" providerId="LiveId" clId="{4A399B67-C0ED-4542-94CD-55D0220DD918}" dt="2026-04-26T15:53:37.209" v="153" actId="26606"/>
          <ac:spMkLst>
            <pc:docMk/>
            <pc:sldMk cId="1260234446" sldId="274"/>
            <ac:spMk id="146" creationId="{7441EE37-0994-B2B0-F7BC-24B4D3196317}"/>
          </ac:spMkLst>
        </pc:spChg>
        <pc:spChg chg="add del">
          <ac:chgData name="اياد قابل" userId="cbdcc1fe1dd350a8" providerId="LiveId" clId="{4A399B67-C0ED-4542-94CD-55D0220DD918}" dt="2026-04-26T15:53:37.209" v="153" actId="26606"/>
          <ac:spMkLst>
            <pc:docMk/>
            <pc:sldMk cId="1260234446" sldId="274"/>
            <ac:spMk id="148" creationId="{5B73D9F2-92BA-4406-8473-B901EEF96D0E}"/>
          </ac:spMkLst>
        </pc:spChg>
        <pc:spChg chg="add del">
          <ac:chgData name="اياد قابل" userId="cbdcc1fe1dd350a8" providerId="LiveId" clId="{4A399B67-C0ED-4542-94CD-55D0220DD918}" dt="2026-04-26T15:53:37.209" v="153" actId="26606"/>
          <ac:spMkLst>
            <pc:docMk/>
            <pc:sldMk cId="1260234446" sldId="274"/>
            <ac:spMk id="149" creationId="{44DD729D-1BA6-450D-9F67-BEC77964A34B}"/>
          </ac:spMkLst>
        </pc:spChg>
        <pc:spChg chg="add del">
          <ac:chgData name="اياد قابل" userId="cbdcc1fe1dd350a8" providerId="LiveId" clId="{4A399B67-C0ED-4542-94CD-55D0220DD918}" dt="2026-04-26T15:53:48.248" v="155" actId="26606"/>
          <ac:spMkLst>
            <pc:docMk/>
            <pc:sldMk cId="1260234446" sldId="274"/>
            <ac:spMk id="153" creationId="{E8828223-5E93-46C5-ACCD-F95D7163F9FD}"/>
          </ac:spMkLst>
        </pc:spChg>
        <pc:spChg chg="add del">
          <ac:chgData name="اياد قابل" userId="cbdcc1fe1dd350a8" providerId="LiveId" clId="{4A399B67-C0ED-4542-94CD-55D0220DD918}" dt="2026-04-26T15:53:48.248" v="155" actId="26606"/>
          <ac:spMkLst>
            <pc:docMk/>
            <pc:sldMk cId="1260234446" sldId="274"/>
            <ac:spMk id="154" creationId="{0E66A0E2-80F5-4820-9118-EFF275E28D8B}"/>
          </ac:spMkLst>
        </pc:spChg>
        <pc:spChg chg="del">
          <ac:chgData name="اياد قابل" userId="cbdcc1fe1dd350a8" providerId="LiveId" clId="{4A399B67-C0ED-4542-94CD-55D0220DD918}" dt="2026-04-26T15:53:48.248" v="155" actId="26606"/>
          <ac:spMkLst>
            <pc:docMk/>
            <pc:sldMk cId="1260234446" sldId="274"/>
            <ac:spMk id="156" creationId="{B4FA46C3-AB3F-60AF-E30B-D28038E242DF}"/>
          </ac:spMkLst>
        </pc:spChg>
        <pc:spChg chg="add">
          <ac:chgData name="اياد قابل" userId="cbdcc1fe1dd350a8" providerId="LiveId" clId="{4A399B67-C0ED-4542-94CD-55D0220DD918}" dt="2026-04-26T15:53:37.274" v="154" actId="26606"/>
          <ac:spMkLst>
            <pc:docMk/>
            <pc:sldMk cId="1260234446" sldId="274"/>
            <ac:spMk id="157" creationId="{537E6744-F26F-408D-B398-EF5569E09F7D}"/>
          </ac:spMkLst>
        </pc:spChg>
        <pc:spChg chg="del">
          <ac:chgData name="اياد قابل" userId="cbdcc1fe1dd350a8" providerId="LiveId" clId="{4A399B67-C0ED-4542-94CD-55D0220DD918}" dt="2026-04-26T15:53:48.248" v="155" actId="26606"/>
          <ac:spMkLst>
            <pc:docMk/>
            <pc:sldMk cId="1260234446" sldId="274"/>
            <ac:spMk id="158" creationId="{A0A469A6-35DF-45B5-A90D-2F67E3275D29}"/>
          </ac:spMkLst>
        </pc:spChg>
        <pc:spChg chg="add del">
          <ac:chgData name="اياد قابل" userId="cbdcc1fe1dd350a8" providerId="LiveId" clId="{4A399B67-C0ED-4542-94CD-55D0220DD918}" dt="2026-04-26T15:53:48.248" v="155" actId="26606"/>
          <ac:spMkLst>
            <pc:docMk/>
            <pc:sldMk cId="1260234446" sldId="274"/>
            <ac:spMk id="159" creationId="{FDEBDE8A-798D-4BCE-94DB-0658F83B613A}"/>
          </ac:spMkLst>
        </pc:spChg>
        <pc:spChg chg="add del">
          <ac:chgData name="اياد قابل" userId="cbdcc1fe1dd350a8" providerId="LiveId" clId="{4A399B67-C0ED-4542-94CD-55D0220DD918}" dt="2026-04-26T15:53:49.490" v="157" actId="26606"/>
          <ac:spMkLst>
            <pc:docMk/>
            <pc:sldMk cId="1260234446" sldId="274"/>
            <ac:spMk id="163" creationId="{1003A656-D974-4C8E-AC40-DB648F0E2A0E}"/>
          </ac:spMkLst>
        </pc:spChg>
        <pc:spChg chg="add del">
          <ac:chgData name="اياد قابل" userId="cbdcc1fe1dd350a8" providerId="LiveId" clId="{4A399B67-C0ED-4542-94CD-55D0220DD918}" dt="2026-04-26T15:53:49.490" v="157" actId="26606"/>
          <ac:spMkLst>
            <pc:docMk/>
            <pc:sldMk cId="1260234446" sldId="274"/>
            <ac:spMk id="164" creationId="{494E01BF-E313-47E9-B0A8-AFA1FD817287}"/>
          </ac:spMkLst>
        </pc:spChg>
        <pc:spChg chg="add del">
          <ac:chgData name="اياد قابل" userId="cbdcc1fe1dd350a8" providerId="LiveId" clId="{4A399B67-C0ED-4542-94CD-55D0220DD918}" dt="2026-04-26T15:53:49.490" v="157" actId="26606"/>
          <ac:spMkLst>
            <pc:docMk/>
            <pc:sldMk cId="1260234446" sldId="274"/>
            <ac:spMk id="165" creationId="{A96187A8-AE5A-7D4C-AF58-BD4B521DB370}"/>
          </ac:spMkLst>
        </pc:spChg>
        <pc:spChg chg="del">
          <ac:chgData name="اياد قابل" userId="cbdcc1fe1dd350a8" providerId="LiveId" clId="{4A399B67-C0ED-4542-94CD-55D0220DD918}" dt="2026-04-26T15:54:14.255" v="160" actId="26606"/>
          <ac:spMkLst>
            <pc:docMk/>
            <pc:sldMk cId="1260234446" sldId="274"/>
            <ac:spMk id="169" creationId="{A182D396-EC2D-4435-A2E7-2BE57CF6A1E0}"/>
          </ac:spMkLst>
        </pc:spChg>
        <pc:spChg chg="add del">
          <ac:chgData name="اياد قابل" userId="cbdcc1fe1dd350a8" providerId="LiveId" clId="{4A399B67-C0ED-4542-94CD-55D0220DD918}" dt="2026-04-26T15:54:14.255" v="160" actId="26606"/>
          <ac:spMkLst>
            <pc:docMk/>
            <pc:sldMk cId="1260234446" sldId="274"/>
            <ac:spMk id="171" creationId="{D98DC8B9-D83E-4AB5-AF01-949432C5722C}"/>
          </ac:spMkLst>
        </pc:spChg>
        <pc:spChg chg="add del">
          <ac:chgData name="اياد قابل" userId="cbdcc1fe1dd350a8" providerId="LiveId" clId="{4A399B67-C0ED-4542-94CD-55D0220DD918}" dt="2026-04-26T15:54:14.255" v="160" actId="26606"/>
          <ac:spMkLst>
            <pc:docMk/>
            <pc:sldMk cId="1260234446" sldId="274"/>
            <ac:spMk id="172" creationId="{802EC5B7-C0AE-4D3C-B707-D8433826774C}"/>
          </ac:spMkLst>
        </pc:spChg>
        <pc:spChg chg="add del">
          <ac:chgData name="اياد قابل" userId="cbdcc1fe1dd350a8" providerId="LiveId" clId="{4A399B67-C0ED-4542-94CD-55D0220DD918}" dt="2026-04-26T15:54:14.255" v="160" actId="26606"/>
          <ac:spMkLst>
            <pc:docMk/>
            <pc:sldMk cId="1260234446" sldId="274"/>
            <ac:spMk id="173" creationId="{94A54E01-9402-4E71-8FCF-C87CD60A0CB8}"/>
          </ac:spMkLst>
        </pc:spChg>
        <pc:spChg chg="mod">
          <ac:chgData name="اياد قابل" userId="cbdcc1fe1dd350a8" providerId="LiveId" clId="{4A399B67-C0ED-4542-94CD-55D0220DD918}" dt="2026-04-26T15:53:52.291" v="159" actId="20577"/>
          <ac:spMkLst>
            <pc:docMk/>
            <pc:sldMk cId="1260234446" sldId="274"/>
            <ac:spMk id="174" creationId="{75290069-8340-FD9D-CE38-514F9547736C}"/>
          </ac:spMkLst>
        </pc:spChg>
        <pc:spChg chg="add">
          <ac:chgData name="اياد قابل" userId="cbdcc1fe1dd350a8" providerId="LiveId" clId="{4A399B67-C0ED-4542-94CD-55D0220DD918}" dt="2026-04-26T15:54:14.255" v="160" actId="26606"/>
          <ac:spMkLst>
            <pc:docMk/>
            <pc:sldMk cId="1260234446" sldId="274"/>
            <ac:spMk id="183" creationId="{1003A656-D974-4C8E-AC40-DB648F0E2A0E}"/>
          </ac:spMkLst>
        </pc:spChg>
        <pc:spChg chg="add">
          <ac:chgData name="اياد قابل" userId="cbdcc1fe1dd350a8" providerId="LiveId" clId="{4A399B67-C0ED-4542-94CD-55D0220DD918}" dt="2026-04-26T15:54:14.255" v="160" actId="26606"/>
          <ac:spMkLst>
            <pc:docMk/>
            <pc:sldMk cId="1260234446" sldId="274"/>
            <ac:spMk id="185" creationId="{9298EF43-252D-4B18-9998-974B4D04E0B7}"/>
          </ac:spMkLst>
        </pc:spChg>
        <pc:spChg chg="add">
          <ac:chgData name="اياد قابل" userId="cbdcc1fe1dd350a8" providerId="LiveId" clId="{4A399B67-C0ED-4542-94CD-55D0220DD918}" dt="2026-04-26T15:54:14.255" v="160" actId="26606"/>
          <ac:spMkLst>
            <pc:docMk/>
            <pc:sldMk cId="1260234446" sldId="274"/>
            <ac:spMk id="187" creationId="{A6200AA9-2CFD-45ED-8AEA-590BEB58BED3}"/>
          </ac:spMkLst>
        </pc:spChg>
        <pc:spChg chg="add">
          <ac:chgData name="اياد قابل" userId="cbdcc1fe1dd350a8" providerId="LiveId" clId="{4A399B67-C0ED-4542-94CD-55D0220DD918}" dt="2026-04-26T15:54:14.255" v="160" actId="26606"/>
          <ac:spMkLst>
            <pc:docMk/>
            <pc:sldMk cId="1260234446" sldId="274"/>
            <ac:spMk id="191" creationId="{C94805BE-FAB4-43C1-B4F9-6DEE6FBDA436}"/>
          </ac:spMkLst>
        </pc:spChg>
        <pc:spChg chg="add">
          <ac:chgData name="اياد قابل" userId="cbdcc1fe1dd350a8" providerId="LiveId" clId="{4A399B67-C0ED-4542-94CD-55D0220DD918}" dt="2026-04-26T15:54:14.255" v="160" actId="26606"/>
          <ac:spMkLst>
            <pc:docMk/>
            <pc:sldMk cId="1260234446" sldId="274"/>
            <ac:spMk id="193" creationId="{35758D95-A605-471B-A882-C9D326388C63}"/>
          </ac:spMkLst>
        </pc:spChg>
        <pc:picChg chg="add del mod">
          <ac:chgData name="اياد قابل" userId="cbdcc1fe1dd350a8" providerId="LiveId" clId="{4A399B67-C0ED-4542-94CD-55D0220DD918}" dt="2026-04-26T15:45:15.522" v="58" actId="21"/>
          <ac:picMkLst>
            <pc:docMk/>
            <pc:sldMk cId="1260234446" sldId="274"/>
            <ac:picMk id="6" creationId="{6FB7F0EC-2DC3-786C-4DBC-517A4DA0F4B2}"/>
          </ac:picMkLst>
        </pc:picChg>
        <pc:picChg chg="add mod ord">
          <ac:chgData name="اياد قابل" userId="cbdcc1fe1dd350a8" providerId="LiveId" clId="{4A399B67-C0ED-4542-94CD-55D0220DD918}" dt="2026-04-26T15:54:42.673" v="164" actId="1440"/>
          <ac:picMkLst>
            <pc:docMk/>
            <pc:sldMk cId="1260234446" sldId="274"/>
            <ac:picMk id="10" creationId="{EE57D07E-B361-C46B-E9B5-1687C4E71428}"/>
          </ac:picMkLst>
        </pc:picChg>
        <pc:picChg chg="add mod ord">
          <ac:chgData name="اياد قابل" userId="cbdcc1fe1dd350a8" providerId="LiveId" clId="{4A399B67-C0ED-4542-94CD-55D0220DD918}" dt="2026-04-26T15:54:32.513" v="163" actId="1440"/>
          <ac:picMkLst>
            <pc:docMk/>
            <pc:sldMk cId="1260234446" sldId="274"/>
            <ac:picMk id="12" creationId="{954BCD0D-9719-C470-D530-27F34BD08A84}"/>
          </ac:picMkLst>
        </pc:picChg>
        <pc:picChg chg="add mod">
          <ac:chgData name="اياد قابل" userId="cbdcc1fe1dd350a8" providerId="LiveId" clId="{4A399B67-C0ED-4542-94CD-55D0220DD918}" dt="2026-04-26T15:54:30.380" v="162" actId="1440"/>
          <ac:picMkLst>
            <pc:docMk/>
            <pc:sldMk cId="1260234446" sldId="274"/>
            <ac:picMk id="14" creationId="{A4308489-6D6E-2D51-DB5C-67F568C1E0C0}"/>
          </ac:picMkLst>
        </pc:picChg>
        <pc:picChg chg="add del">
          <ac:chgData name="اياد قابل" userId="cbdcc1fe1dd350a8" providerId="LiveId" clId="{4A399B67-C0ED-4542-94CD-55D0220DD918}" dt="2026-04-26T15:48:18.438" v="97" actId="26606"/>
          <ac:picMkLst>
            <pc:docMk/>
            <pc:sldMk cId="1260234446" sldId="274"/>
            <ac:picMk id="16" creationId="{DEB2E8C4-C3E7-4048-A43D-9859510CFA98}"/>
          </ac:picMkLst>
        </pc:picChg>
        <pc:picChg chg="add del">
          <ac:chgData name="اياد قابل" userId="cbdcc1fe1dd350a8" providerId="LiveId" clId="{4A399B67-C0ED-4542-94CD-55D0220DD918}" dt="2026-04-26T15:47:43.244" v="88" actId="26606"/>
          <ac:picMkLst>
            <pc:docMk/>
            <pc:sldMk cId="1260234446" sldId="274"/>
            <ac:picMk id="17" creationId="{DEB2E8C4-C3E7-4048-A43D-9859510CFA98}"/>
          </ac:picMkLst>
        </pc:picChg>
        <pc:picChg chg="add del">
          <ac:chgData name="اياد قابل" userId="cbdcc1fe1dd350a8" providerId="LiveId" clId="{4A399B67-C0ED-4542-94CD-55D0220DD918}" dt="2026-04-26T15:49:57.729" v="116" actId="26606"/>
          <ac:picMkLst>
            <pc:docMk/>
            <pc:sldMk cId="1260234446" sldId="274"/>
            <ac:picMk id="34" creationId="{DEB2E8C4-C3E7-4048-A43D-9859510CFA98}"/>
          </ac:picMkLst>
        </pc:picChg>
        <pc:picChg chg="del">
          <ac:chgData name="اياد قابل" userId="cbdcc1fe1dd350a8" providerId="LiveId" clId="{4A399B67-C0ED-4542-94CD-55D0220DD918}" dt="2026-04-26T15:53:24.631" v="151" actId="26606"/>
          <ac:picMkLst>
            <pc:docMk/>
            <pc:sldMk cId="1260234446" sldId="274"/>
            <ac:picMk id="137" creationId="{DEB2E8C4-C3E7-4048-A43D-9859510CFA98}"/>
          </ac:picMkLst>
        </pc:picChg>
        <pc:inkChg chg="add del">
          <ac:chgData name="اياد قابل" userId="cbdcc1fe1dd350a8" providerId="LiveId" clId="{4A399B67-C0ED-4542-94CD-55D0220DD918}" dt="2026-04-26T15:47:43.244" v="88" actId="26606"/>
          <ac:inkMkLst>
            <pc:docMk/>
            <pc:sldMk cId="1260234446" sldId="274"/>
            <ac:inkMk id="19" creationId="{24D29CCB-7956-4E3E-8880-304085F04BF4}"/>
          </ac:inkMkLst>
        </pc:inkChg>
      </pc:sldChg>
      <pc:sldChg chg="addSp delSp modSp new mod modTransition setBg">
        <pc:chgData name="اياد قابل" userId="cbdcc1fe1dd350a8" providerId="LiveId" clId="{4A399B67-C0ED-4542-94CD-55D0220DD918}" dt="2026-04-26T16:39:16.341" v="445" actId="20577"/>
        <pc:sldMkLst>
          <pc:docMk/>
          <pc:sldMk cId="3001355990" sldId="275"/>
        </pc:sldMkLst>
        <pc:spChg chg="mod">
          <ac:chgData name="اياد قابل" userId="cbdcc1fe1dd350a8" providerId="LiveId" clId="{4A399B67-C0ED-4542-94CD-55D0220DD918}" dt="2026-04-26T16:29:32.030" v="405" actId="26606"/>
          <ac:spMkLst>
            <pc:docMk/>
            <pc:sldMk cId="3001355990" sldId="275"/>
            <ac:spMk id="2" creationId="{C4108E30-4AE3-4191-FCC0-AE347C3D1C82}"/>
          </ac:spMkLst>
        </pc:spChg>
        <pc:spChg chg="mod">
          <ac:chgData name="اياد قابل" userId="cbdcc1fe1dd350a8" providerId="LiveId" clId="{4A399B67-C0ED-4542-94CD-55D0220DD918}" dt="2026-04-26T16:39:16.341" v="445" actId="20577"/>
          <ac:spMkLst>
            <pc:docMk/>
            <pc:sldMk cId="3001355990" sldId="275"/>
            <ac:spMk id="3" creationId="{FC90AE02-4462-D7E1-97AE-337346AA9928}"/>
          </ac:spMkLst>
        </pc:spChg>
        <pc:spChg chg="add del">
          <ac:chgData name="اياد قابل" userId="cbdcc1fe1dd350a8" providerId="LiveId" clId="{4A399B67-C0ED-4542-94CD-55D0220DD918}" dt="2026-04-26T16:22:09.601" v="338" actId="26606"/>
          <ac:spMkLst>
            <pc:docMk/>
            <pc:sldMk cId="3001355990" sldId="275"/>
            <ac:spMk id="12" creationId="{00A0D747-F38B-4A99-9985-62CE8C24765F}"/>
          </ac:spMkLst>
        </pc:spChg>
        <pc:spChg chg="add del">
          <ac:chgData name="اياد قابل" userId="cbdcc1fe1dd350a8" providerId="LiveId" clId="{4A399B67-C0ED-4542-94CD-55D0220DD918}" dt="2026-04-26T16:22:09.601" v="338" actId="26606"/>
          <ac:spMkLst>
            <pc:docMk/>
            <pc:sldMk cId="3001355990" sldId="275"/>
            <ac:spMk id="14" creationId="{3D1BF32B-6CA3-4695-8A0C-1AC789B58D94}"/>
          </ac:spMkLst>
        </pc:spChg>
        <pc:spChg chg="add del">
          <ac:chgData name="اياد قابل" userId="cbdcc1fe1dd350a8" providerId="LiveId" clId="{4A399B67-C0ED-4542-94CD-55D0220DD918}" dt="2026-04-26T16:22:13.429" v="340" actId="26606"/>
          <ac:spMkLst>
            <pc:docMk/>
            <pc:sldMk cId="3001355990" sldId="275"/>
            <ac:spMk id="18" creationId="{D819EC06-95FA-4182-A069-1FA626C7A0F2}"/>
          </ac:spMkLst>
        </pc:spChg>
        <pc:spChg chg="add del">
          <ac:chgData name="اياد قابل" userId="cbdcc1fe1dd350a8" providerId="LiveId" clId="{4A399B67-C0ED-4542-94CD-55D0220DD918}" dt="2026-04-26T16:22:13.429" v="340" actId="26606"/>
          <ac:spMkLst>
            <pc:docMk/>
            <pc:sldMk cId="3001355990" sldId="275"/>
            <ac:spMk id="19" creationId="{18EB1A4A-D79A-42CF-8F0E-83C097672B01}"/>
          </ac:spMkLst>
        </pc:spChg>
        <pc:spChg chg="add del">
          <ac:chgData name="اياد قابل" userId="cbdcc1fe1dd350a8" providerId="LiveId" clId="{4A399B67-C0ED-4542-94CD-55D0220DD918}" dt="2026-04-26T16:22:20.186" v="342" actId="26606"/>
          <ac:spMkLst>
            <pc:docMk/>
            <pc:sldMk cId="3001355990" sldId="275"/>
            <ac:spMk id="23" creationId="{67CEDE2E-C8CD-424B-A0AB-9CDDD3A438DC}"/>
          </ac:spMkLst>
        </pc:spChg>
        <pc:spChg chg="add del">
          <ac:chgData name="اياد قابل" userId="cbdcc1fe1dd350a8" providerId="LiveId" clId="{4A399B67-C0ED-4542-94CD-55D0220DD918}" dt="2026-04-26T16:22:20.186" v="342" actId="26606"/>
          <ac:spMkLst>
            <pc:docMk/>
            <pc:sldMk cId="3001355990" sldId="275"/>
            <ac:spMk id="24" creationId="{2AEC738E-E912-420C-B0E2-17A69DF32222}"/>
          </ac:spMkLst>
        </pc:spChg>
        <pc:spChg chg="add del">
          <ac:chgData name="اياد قابل" userId="cbdcc1fe1dd350a8" providerId="LiveId" clId="{4A399B67-C0ED-4542-94CD-55D0220DD918}" dt="2026-04-26T16:22:20.186" v="342" actId="26606"/>
          <ac:spMkLst>
            <pc:docMk/>
            <pc:sldMk cId="3001355990" sldId="275"/>
            <ac:spMk id="25" creationId="{18875E3E-9B19-48D9-A325-5E154ACFD0D5}"/>
          </ac:spMkLst>
        </pc:spChg>
        <pc:spChg chg="add del">
          <ac:chgData name="اياد قابل" userId="cbdcc1fe1dd350a8" providerId="LiveId" clId="{4A399B67-C0ED-4542-94CD-55D0220DD918}" dt="2026-04-26T16:22:22.707" v="344" actId="26606"/>
          <ac:spMkLst>
            <pc:docMk/>
            <pc:sldMk cId="3001355990" sldId="275"/>
            <ac:spMk id="29" creationId="{F08304E7-27B9-4B32-B734-39819455AB99}"/>
          </ac:spMkLst>
        </pc:spChg>
        <pc:spChg chg="add del">
          <ac:chgData name="اياد قابل" userId="cbdcc1fe1dd350a8" providerId="LiveId" clId="{4A399B67-C0ED-4542-94CD-55D0220DD918}" dt="2026-04-26T16:22:22.707" v="344" actId="26606"/>
          <ac:spMkLst>
            <pc:docMk/>
            <pc:sldMk cId="3001355990" sldId="275"/>
            <ac:spMk id="30" creationId="{B6D278F6-3BB7-495D-ACAC-035E55A3FA31}"/>
          </ac:spMkLst>
        </pc:spChg>
        <pc:spChg chg="add del">
          <ac:chgData name="اياد قابل" userId="cbdcc1fe1dd350a8" providerId="LiveId" clId="{4A399B67-C0ED-4542-94CD-55D0220DD918}" dt="2026-04-26T16:23:24.772" v="346" actId="26606"/>
          <ac:spMkLst>
            <pc:docMk/>
            <pc:sldMk cId="3001355990" sldId="275"/>
            <ac:spMk id="34" creationId="{C9A36457-A5F4-4103-A443-02581C09185B}"/>
          </ac:spMkLst>
        </pc:spChg>
        <pc:spChg chg="add del">
          <ac:chgData name="اياد قابل" userId="cbdcc1fe1dd350a8" providerId="LiveId" clId="{4A399B67-C0ED-4542-94CD-55D0220DD918}" dt="2026-04-26T16:23:24.772" v="346" actId="26606"/>
          <ac:spMkLst>
            <pc:docMk/>
            <pc:sldMk cId="3001355990" sldId="275"/>
            <ac:spMk id="35" creationId="{35C685BF-E9A7-4525-ABF3-CCC2EAC37E6E}"/>
          </ac:spMkLst>
        </pc:spChg>
        <pc:spChg chg="add del">
          <ac:chgData name="اياد قابل" userId="cbdcc1fe1dd350a8" providerId="LiveId" clId="{4A399B67-C0ED-4542-94CD-55D0220DD918}" dt="2026-04-26T16:23:24.772" v="346" actId="26606"/>
          <ac:spMkLst>
            <pc:docMk/>
            <pc:sldMk cId="3001355990" sldId="275"/>
            <ac:spMk id="36" creationId="{C87A8A8A-B020-4F46-8329-D75799D71B76}"/>
          </ac:spMkLst>
        </pc:spChg>
        <pc:spChg chg="add del">
          <ac:chgData name="اياد قابل" userId="cbdcc1fe1dd350a8" providerId="LiveId" clId="{4A399B67-C0ED-4542-94CD-55D0220DD918}" dt="2026-04-26T16:23:26.218" v="348" actId="26606"/>
          <ac:spMkLst>
            <pc:docMk/>
            <pc:sldMk cId="3001355990" sldId="275"/>
            <ac:spMk id="40" creationId="{F08304E7-27B9-4B32-B734-39819455AB99}"/>
          </ac:spMkLst>
        </pc:spChg>
        <pc:spChg chg="add del">
          <ac:chgData name="اياد قابل" userId="cbdcc1fe1dd350a8" providerId="LiveId" clId="{4A399B67-C0ED-4542-94CD-55D0220DD918}" dt="2026-04-26T16:23:26.218" v="348" actId="26606"/>
          <ac:spMkLst>
            <pc:docMk/>
            <pc:sldMk cId="3001355990" sldId="275"/>
            <ac:spMk id="41" creationId="{B6D278F6-3BB7-495D-ACAC-035E55A3FA31}"/>
          </ac:spMkLst>
        </pc:spChg>
        <pc:spChg chg="add del">
          <ac:chgData name="اياد قابل" userId="cbdcc1fe1dd350a8" providerId="LiveId" clId="{4A399B67-C0ED-4542-94CD-55D0220DD918}" dt="2026-04-26T16:23:28.573" v="350" actId="26606"/>
          <ac:spMkLst>
            <pc:docMk/>
            <pc:sldMk cId="3001355990" sldId="275"/>
            <ac:spMk id="45" creationId="{C9A36457-A5F4-4103-A443-02581C09185B}"/>
          </ac:spMkLst>
        </pc:spChg>
        <pc:spChg chg="add del">
          <ac:chgData name="اياد قابل" userId="cbdcc1fe1dd350a8" providerId="LiveId" clId="{4A399B67-C0ED-4542-94CD-55D0220DD918}" dt="2026-04-26T16:23:28.573" v="350" actId="26606"/>
          <ac:spMkLst>
            <pc:docMk/>
            <pc:sldMk cId="3001355990" sldId="275"/>
            <ac:spMk id="46" creationId="{35C685BF-E9A7-4525-ABF3-CCC2EAC37E6E}"/>
          </ac:spMkLst>
        </pc:spChg>
        <pc:spChg chg="add del">
          <ac:chgData name="اياد قابل" userId="cbdcc1fe1dd350a8" providerId="LiveId" clId="{4A399B67-C0ED-4542-94CD-55D0220DD918}" dt="2026-04-26T16:23:28.573" v="350" actId="26606"/>
          <ac:spMkLst>
            <pc:docMk/>
            <pc:sldMk cId="3001355990" sldId="275"/>
            <ac:spMk id="47" creationId="{C87A8A8A-B020-4F46-8329-D75799D71B76}"/>
          </ac:spMkLst>
        </pc:spChg>
        <pc:spChg chg="add del">
          <ac:chgData name="اياد قابل" userId="cbdcc1fe1dd350a8" providerId="LiveId" clId="{4A399B67-C0ED-4542-94CD-55D0220DD918}" dt="2026-04-26T16:23:37.119" v="352" actId="26606"/>
          <ac:spMkLst>
            <pc:docMk/>
            <pc:sldMk cId="3001355990" sldId="275"/>
            <ac:spMk id="51" creationId="{84697CDA-BDB7-4883-B48B-1D4EDB2F0E93}"/>
          </ac:spMkLst>
        </pc:spChg>
        <pc:spChg chg="add del">
          <ac:chgData name="اياد قابل" userId="cbdcc1fe1dd350a8" providerId="LiveId" clId="{4A399B67-C0ED-4542-94CD-55D0220DD918}" dt="2026-04-26T16:23:37.119" v="352" actId="26606"/>
          <ac:spMkLst>
            <pc:docMk/>
            <pc:sldMk cId="3001355990" sldId="275"/>
            <ac:spMk id="52" creationId="{80FB4D7A-9B72-446C-9A0D-C0A2986BC09C}"/>
          </ac:spMkLst>
        </pc:spChg>
        <pc:spChg chg="add del">
          <ac:chgData name="اياد قابل" userId="cbdcc1fe1dd350a8" providerId="LiveId" clId="{4A399B67-C0ED-4542-94CD-55D0220DD918}" dt="2026-04-26T16:26:23.119" v="400" actId="26606"/>
          <ac:spMkLst>
            <pc:docMk/>
            <pc:sldMk cId="3001355990" sldId="275"/>
            <ac:spMk id="56" creationId="{39C67E83-337B-430C-BB90-720E786C6A11}"/>
          </ac:spMkLst>
        </pc:spChg>
        <pc:spChg chg="add del">
          <ac:chgData name="اياد قابل" userId="cbdcc1fe1dd350a8" providerId="LiveId" clId="{4A399B67-C0ED-4542-94CD-55D0220DD918}" dt="2026-04-26T16:26:23.119" v="400" actId="26606"/>
          <ac:spMkLst>
            <pc:docMk/>
            <pc:sldMk cId="3001355990" sldId="275"/>
            <ac:spMk id="57" creationId="{980A1E75-270A-426D-84E3-9885196D99E6}"/>
          </ac:spMkLst>
        </pc:spChg>
        <pc:spChg chg="add del">
          <ac:chgData name="اياد قابل" userId="cbdcc1fe1dd350a8" providerId="LiveId" clId="{4A399B67-C0ED-4542-94CD-55D0220DD918}" dt="2026-04-26T16:25:43.518" v="379" actId="26606"/>
          <ac:spMkLst>
            <pc:docMk/>
            <pc:sldMk cId="3001355990" sldId="275"/>
            <ac:spMk id="66" creationId="{D819EC06-95FA-4182-A069-1FA626C7A0F2}"/>
          </ac:spMkLst>
        </pc:spChg>
        <pc:spChg chg="add del">
          <ac:chgData name="اياد قابل" userId="cbdcc1fe1dd350a8" providerId="LiveId" clId="{4A399B67-C0ED-4542-94CD-55D0220DD918}" dt="2026-04-26T16:25:43.518" v="379" actId="26606"/>
          <ac:spMkLst>
            <pc:docMk/>
            <pc:sldMk cId="3001355990" sldId="275"/>
            <ac:spMk id="68" creationId="{18EB1A4A-D79A-42CF-8F0E-83C097672B01}"/>
          </ac:spMkLst>
        </pc:spChg>
        <pc:spChg chg="add del">
          <ac:chgData name="اياد قابل" userId="cbdcc1fe1dd350a8" providerId="LiveId" clId="{4A399B67-C0ED-4542-94CD-55D0220DD918}" dt="2026-04-26T16:25:47.227" v="381" actId="26606"/>
          <ac:spMkLst>
            <pc:docMk/>
            <pc:sldMk cId="3001355990" sldId="275"/>
            <ac:spMk id="70" creationId="{18875E3E-9B19-48D9-A325-5E154ACFD0D5}"/>
          </ac:spMkLst>
        </pc:spChg>
        <pc:spChg chg="add del">
          <ac:chgData name="اياد قابل" userId="cbdcc1fe1dd350a8" providerId="LiveId" clId="{4A399B67-C0ED-4542-94CD-55D0220DD918}" dt="2026-04-26T16:25:47.227" v="381" actId="26606"/>
          <ac:spMkLst>
            <pc:docMk/>
            <pc:sldMk cId="3001355990" sldId="275"/>
            <ac:spMk id="73" creationId="{67CEDE2E-C8CD-424B-A0AB-9CDDD3A438DC}"/>
          </ac:spMkLst>
        </pc:spChg>
        <pc:spChg chg="add del">
          <ac:chgData name="اياد قابل" userId="cbdcc1fe1dd350a8" providerId="LiveId" clId="{4A399B67-C0ED-4542-94CD-55D0220DD918}" dt="2026-04-26T16:25:47.227" v="381" actId="26606"/>
          <ac:spMkLst>
            <pc:docMk/>
            <pc:sldMk cId="3001355990" sldId="275"/>
            <ac:spMk id="74" creationId="{2AEC738E-E912-420C-B0E2-17A69DF32222}"/>
          </ac:spMkLst>
        </pc:spChg>
        <pc:spChg chg="add del">
          <ac:chgData name="اياد قابل" userId="cbdcc1fe1dd350a8" providerId="LiveId" clId="{4A399B67-C0ED-4542-94CD-55D0220DD918}" dt="2026-04-26T16:25:49.898" v="383" actId="26606"/>
          <ac:spMkLst>
            <pc:docMk/>
            <pc:sldMk cId="3001355990" sldId="275"/>
            <ac:spMk id="78" creationId="{DD9C00E5-6B92-4E96-838C-6438728D4D60}"/>
          </ac:spMkLst>
        </pc:spChg>
        <pc:spChg chg="add del">
          <ac:chgData name="اياد قابل" userId="cbdcc1fe1dd350a8" providerId="LiveId" clId="{4A399B67-C0ED-4542-94CD-55D0220DD918}" dt="2026-04-26T16:25:49.898" v="383" actId="26606"/>
          <ac:spMkLst>
            <pc:docMk/>
            <pc:sldMk cId="3001355990" sldId="275"/>
            <ac:spMk id="79" creationId="{F7F25D48-79CD-4B8D-9174-0CFB05A85A95}"/>
          </ac:spMkLst>
        </pc:spChg>
        <pc:spChg chg="add del">
          <ac:chgData name="اياد قابل" userId="cbdcc1fe1dd350a8" providerId="LiveId" clId="{4A399B67-C0ED-4542-94CD-55D0220DD918}" dt="2026-04-26T16:25:49.898" v="383" actId="26606"/>
          <ac:spMkLst>
            <pc:docMk/>
            <pc:sldMk cId="3001355990" sldId="275"/>
            <ac:spMk id="80" creationId="{79CCFC00-0A22-43D7-A1D0-4DF0B12D8BD9}"/>
          </ac:spMkLst>
        </pc:spChg>
        <pc:spChg chg="add del">
          <ac:chgData name="اياد قابل" userId="cbdcc1fe1dd350a8" providerId="LiveId" clId="{4A399B67-C0ED-4542-94CD-55D0220DD918}" dt="2026-04-26T16:25:52.280" v="385" actId="26606"/>
          <ac:spMkLst>
            <pc:docMk/>
            <pc:sldMk cId="3001355990" sldId="275"/>
            <ac:spMk id="84" creationId="{84697CDA-BDB7-4883-B48B-1D4EDB2F0E93}"/>
          </ac:spMkLst>
        </pc:spChg>
        <pc:spChg chg="add del">
          <ac:chgData name="اياد قابل" userId="cbdcc1fe1dd350a8" providerId="LiveId" clId="{4A399B67-C0ED-4542-94CD-55D0220DD918}" dt="2026-04-26T16:25:52.280" v="385" actId="26606"/>
          <ac:spMkLst>
            <pc:docMk/>
            <pc:sldMk cId="3001355990" sldId="275"/>
            <ac:spMk id="85" creationId="{80FB4D7A-9B72-446C-9A0D-C0A2986BC09C}"/>
          </ac:spMkLst>
        </pc:spChg>
        <pc:spChg chg="add del">
          <ac:chgData name="اياد قابل" userId="cbdcc1fe1dd350a8" providerId="LiveId" clId="{4A399B67-C0ED-4542-94CD-55D0220DD918}" dt="2026-04-26T16:26:10.830" v="387" actId="26606"/>
          <ac:spMkLst>
            <pc:docMk/>
            <pc:sldMk cId="3001355990" sldId="275"/>
            <ac:spMk id="89" creationId="{67CEDE2E-C8CD-424B-A0AB-9CDDD3A438DC}"/>
          </ac:spMkLst>
        </pc:spChg>
        <pc:spChg chg="add del">
          <ac:chgData name="اياد قابل" userId="cbdcc1fe1dd350a8" providerId="LiveId" clId="{4A399B67-C0ED-4542-94CD-55D0220DD918}" dt="2026-04-26T16:26:10.830" v="387" actId="26606"/>
          <ac:spMkLst>
            <pc:docMk/>
            <pc:sldMk cId="3001355990" sldId="275"/>
            <ac:spMk id="90" creationId="{2AEC738E-E912-420C-B0E2-17A69DF32222}"/>
          </ac:spMkLst>
        </pc:spChg>
        <pc:spChg chg="add del">
          <ac:chgData name="اياد قابل" userId="cbdcc1fe1dd350a8" providerId="LiveId" clId="{4A399B67-C0ED-4542-94CD-55D0220DD918}" dt="2026-04-26T16:26:10.830" v="387" actId="26606"/>
          <ac:spMkLst>
            <pc:docMk/>
            <pc:sldMk cId="3001355990" sldId="275"/>
            <ac:spMk id="91" creationId="{18875E3E-9B19-48D9-A325-5E154ACFD0D5}"/>
          </ac:spMkLst>
        </pc:spChg>
        <pc:spChg chg="add del">
          <ac:chgData name="اياد قابل" userId="cbdcc1fe1dd350a8" providerId="LiveId" clId="{4A399B67-C0ED-4542-94CD-55D0220DD918}" dt="2026-04-26T16:26:12.751" v="389" actId="26606"/>
          <ac:spMkLst>
            <pc:docMk/>
            <pc:sldMk cId="3001355990" sldId="275"/>
            <ac:spMk id="93" creationId="{6C8586D2-469F-400A-AEA2-B4413CA533AB}"/>
          </ac:spMkLst>
        </pc:spChg>
        <pc:spChg chg="add del">
          <ac:chgData name="اياد قابل" userId="cbdcc1fe1dd350a8" providerId="LiveId" clId="{4A399B67-C0ED-4542-94CD-55D0220DD918}" dt="2026-04-26T16:26:12.751" v="389" actId="26606"/>
          <ac:spMkLst>
            <pc:docMk/>
            <pc:sldMk cId="3001355990" sldId="275"/>
            <ac:spMk id="94" creationId="{87883E25-6335-4DAF-A7CE-E4C57BBDAD25}"/>
          </ac:spMkLst>
        </pc:spChg>
        <pc:spChg chg="add del">
          <ac:chgData name="اياد قابل" userId="cbdcc1fe1dd350a8" providerId="LiveId" clId="{4A399B67-C0ED-4542-94CD-55D0220DD918}" dt="2026-04-26T16:26:13.931" v="391" actId="26606"/>
          <ac:spMkLst>
            <pc:docMk/>
            <pc:sldMk cId="3001355990" sldId="275"/>
            <ac:spMk id="96" creationId="{B902EF0F-46E4-4A03-9F60-1050C6DCE2B5}"/>
          </ac:spMkLst>
        </pc:spChg>
        <pc:spChg chg="add del">
          <ac:chgData name="اياد قابل" userId="cbdcc1fe1dd350a8" providerId="LiveId" clId="{4A399B67-C0ED-4542-94CD-55D0220DD918}" dt="2026-04-26T16:26:13.931" v="391" actId="26606"/>
          <ac:spMkLst>
            <pc:docMk/>
            <pc:sldMk cId="3001355990" sldId="275"/>
            <ac:spMk id="97" creationId="{582045D0-5727-4EB9-858E-6A3506E74B58}"/>
          </ac:spMkLst>
        </pc:spChg>
        <pc:spChg chg="add del">
          <ac:chgData name="اياد قابل" userId="cbdcc1fe1dd350a8" providerId="LiveId" clId="{4A399B67-C0ED-4542-94CD-55D0220DD918}" dt="2026-04-26T16:26:17.855" v="393" actId="26606"/>
          <ac:spMkLst>
            <pc:docMk/>
            <pc:sldMk cId="3001355990" sldId="275"/>
            <ac:spMk id="101" creationId="{2515456E-B1B1-48C1-8164-7E567F5D40D4}"/>
          </ac:spMkLst>
        </pc:spChg>
        <pc:spChg chg="add del">
          <ac:chgData name="اياد قابل" userId="cbdcc1fe1dd350a8" providerId="LiveId" clId="{4A399B67-C0ED-4542-94CD-55D0220DD918}" dt="2026-04-26T16:26:17.855" v="393" actId="26606"/>
          <ac:spMkLst>
            <pc:docMk/>
            <pc:sldMk cId="3001355990" sldId="275"/>
            <ac:spMk id="102" creationId="{EA8CF0DC-D23A-4CA2-8463-27F89928349F}"/>
          </ac:spMkLst>
        </pc:spChg>
        <pc:spChg chg="add del">
          <ac:chgData name="اياد قابل" userId="cbdcc1fe1dd350a8" providerId="LiveId" clId="{4A399B67-C0ED-4542-94CD-55D0220DD918}" dt="2026-04-26T16:26:17.855" v="393" actId="26606"/>
          <ac:spMkLst>
            <pc:docMk/>
            <pc:sldMk cId="3001355990" sldId="275"/>
            <ac:spMk id="103" creationId="{B8A381C4-0C0D-491F-90D8-63CF760B459B}"/>
          </ac:spMkLst>
        </pc:spChg>
        <pc:spChg chg="add del">
          <ac:chgData name="اياد قابل" userId="cbdcc1fe1dd350a8" providerId="LiveId" clId="{4A399B67-C0ED-4542-94CD-55D0220DD918}" dt="2026-04-26T16:26:19.431" v="395" actId="26606"/>
          <ac:spMkLst>
            <pc:docMk/>
            <pc:sldMk cId="3001355990" sldId="275"/>
            <ac:spMk id="105" creationId="{7437811B-5B77-452A-80A1-242C2608248E}"/>
          </ac:spMkLst>
        </pc:spChg>
        <pc:spChg chg="add del">
          <ac:chgData name="اياد قابل" userId="cbdcc1fe1dd350a8" providerId="LiveId" clId="{4A399B67-C0ED-4542-94CD-55D0220DD918}" dt="2026-04-26T16:26:19.431" v="395" actId="26606"/>
          <ac:spMkLst>
            <pc:docMk/>
            <pc:sldMk cId="3001355990" sldId="275"/>
            <ac:spMk id="106" creationId="{D3737B58-B046-43E0-A2E1-653B8960C7D3}"/>
          </ac:spMkLst>
        </pc:spChg>
        <pc:spChg chg="add del">
          <ac:chgData name="اياد قابل" userId="cbdcc1fe1dd350a8" providerId="LiveId" clId="{4A399B67-C0ED-4542-94CD-55D0220DD918}" dt="2026-04-26T16:26:21.082" v="397" actId="26606"/>
          <ac:spMkLst>
            <pc:docMk/>
            <pc:sldMk cId="3001355990" sldId="275"/>
            <ac:spMk id="108" creationId="{B4EDBDB8-1990-484C-AEBC-0D3D6D44C00C}"/>
          </ac:spMkLst>
        </pc:spChg>
        <pc:spChg chg="add del">
          <ac:chgData name="اياد قابل" userId="cbdcc1fe1dd350a8" providerId="LiveId" clId="{4A399B67-C0ED-4542-94CD-55D0220DD918}" dt="2026-04-26T16:26:21.082" v="397" actId="26606"/>
          <ac:spMkLst>
            <pc:docMk/>
            <pc:sldMk cId="3001355990" sldId="275"/>
            <ac:spMk id="109" creationId="{EB3604F9-22FD-41B0-9F5F-E5BAF440F5B8}"/>
          </ac:spMkLst>
        </pc:spChg>
        <pc:spChg chg="add del">
          <ac:chgData name="اياد قابل" userId="cbdcc1fe1dd350a8" providerId="LiveId" clId="{4A399B67-C0ED-4542-94CD-55D0220DD918}" dt="2026-04-26T16:26:21.082" v="397" actId="26606"/>
          <ac:spMkLst>
            <pc:docMk/>
            <pc:sldMk cId="3001355990" sldId="275"/>
            <ac:spMk id="110" creationId="{DE6F6764-5DF8-44ED-8935-A362C0E7BD4B}"/>
          </ac:spMkLst>
        </pc:spChg>
        <pc:spChg chg="add del">
          <ac:chgData name="اياد قابل" userId="cbdcc1fe1dd350a8" providerId="LiveId" clId="{4A399B67-C0ED-4542-94CD-55D0220DD918}" dt="2026-04-26T16:26:21.082" v="397" actId="26606"/>
          <ac:spMkLst>
            <pc:docMk/>
            <pc:sldMk cId="3001355990" sldId="275"/>
            <ac:spMk id="111" creationId="{AEFD2FD1-B3A5-4E1D-BCC8-7684A5440C4C}"/>
          </ac:spMkLst>
        </pc:spChg>
        <pc:spChg chg="add del">
          <ac:chgData name="اياد قابل" userId="cbdcc1fe1dd350a8" providerId="LiveId" clId="{4A399B67-C0ED-4542-94CD-55D0220DD918}" dt="2026-04-26T16:26:23.108" v="399" actId="26606"/>
          <ac:spMkLst>
            <pc:docMk/>
            <pc:sldMk cId="3001355990" sldId="275"/>
            <ac:spMk id="113" creationId="{1C470CAA-3575-49DB-912D-D7DDA0C62C8E}"/>
          </ac:spMkLst>
        </pc:spChg>
        <pc:spChg chg="add del">
          <ac:chgData name="اياد قابل" userId="cbdcc1fe1dd350a8" providerId="LiveId" clId="{4A399B67-C0ED-4542-94CD-55D0220DD918}" dt="2026-04-26T16:26:23.108" v="399" actId="26606"/>
          <ac:spMkLst>
            <pc:docMk/>
            <pc:sldMk cId="3001355990" sldId="275"/>
            <ac:spMk id="114" creationId="{598A8B72-1EBA-47EA-A4E0-9339C7F31ED2}"/>
          </ac:spMkLst>
        </pc:spChg>
        <pc:spChg chg="add del">
          <ac:chgData name="اياد قابل" userId="cbdcc1fe1dd350a8" providerId="LiveId" clId="{4A399B67-C0ED-4542-94CD-55D0220DD918}" dt="2026-04-26T16:29:32.030" v="405" actId="26606"/>
          <ac:spMkLst>
            <pc:docMk/>
            <pc:sldMk cId="3001355990" sldId="275"/>
            <ac:spMk id="116" creationId="{2C8B0D73-9BAF-4601-9F4B-0636F2DED164}"/>
          </ac:spMkLst>
        </pc:spChg>
        <pc:spChg chg="add del">
          <ac:chgData name="اياد قابل" userId="cbdcc1fe1dd350a8" providerId="LiveId" clId="{4A399B67-C0ED-4542-94CD-55D0220DD918}" dt="2026-04-26T16:29:32.030" v="405" actId="26606"/>
          <ac:spMkLst>
            <pc:docMk/>
            <pc:sldMk cId="3001355990" sldId="275"/>
            <ac:spMk id="117" creationId="{5AF5068F-4385-4DDC-AE5A-E1E44D507E6A}"/>
          </ac:spMkLst>
        </pc:spChg>
        <pc:spChg chg="add">
          <ac:chgData name="اياد قابل" userId="cbdcc1fe1dd350a8" providerId="LiveId" clId="{4A399B67-C0ED-4542-94CD-55D0220DD918}" dt="2026-04-26T16:29:32.030" v="405" actId="26606"/>
          <ac:spMkLst>
            <pc:docMk/>
            <pc:sldMk cId="3001355990" sldId="275"/>
            <ac:spMk id="122" creationId="{0E91F5CA-B392-444C-88E3-BF5BAAEBDEB0}"/>
          </ac:spMkLst>
        </pc:spChg>
        <pc:spChg chg="add">
          <ac:chgData name="اياد قابل" userId="cbdcc1fe1dd350a8" providerId="LiveId" clId="{4A399B67-C0ED-4542-94CD-55D0220DD918}" dt="2026-04-26T16:29:32.030" v="405" actId="26606"/>
          <ac:spMkLst>
            <pc:docMk/>
            <pc:sldMk cId="3001355990" sldId="275"/>
            <ac:spMk id="124" creationId="{63F3677B-A97D-4CAD-A971-B22755F563EC}"/>
          </ac:spMkLst>
        </pc:spChg>
        <pc:picChg chg="add mod ord">
          <ac:chgData name="اياد قابل" userId="cbdcc1fe1dd350a8" providerId="LiveId" clId="{4A399B67-C0ED-4542-94CD-55D0220DD918}" dt="2026-04-26T16:31:18.625" v="419" actId="1440"/>
          <ac:picMkLst>
            <pc:docMk/>
            <pc:sldMk cId="3001355990" sldId="275"/>
            <ac:picMk id="5" creationId="{F023C84C-B27B-A011-1BE0-2ED216539C7F}"/>
          </ac:picMkLst>
        </pc:picChg>
        <pc:picChg chg="add del">
          <ac:chgData name="اياد قابل" userId="cbdcc1fe1dd350a8" providerId="LiveId" clId="{4A399B67-C0ED-4542-94CD-55D0220DD918}" dt="2026-04-26T16:22:09.601" v="338" actId="26606"/>
          <ac:picMkLst>
            <pc:docMk/>
            <pc:sldMk cId="3001355990" sldId="275"/>
            <ac:picMk id="8" creationId="{DEB2E8C4-C3E7-4048-A43D-9859510CFA98}"/>
          </ac:picMkLst>
        </pc:picChg>
        <pc:picChg chg="add del">
          <ac:chgData name="اياد قابل" userId="cbdcc1fe1dd350a8" providerId="LiveId" clId="{4A399B67-C0ED-4542-94CD-55D0220DD918}" dt="2026-04-26T16:22:13.429" v="340" actId="26606"/>
          <ac:picMkLst>
            <pc:docMk/>
            <pc:sldMk cId="3001355990" sldId="275"/>
            <ac:picMk id="16" creationId="{DEB2E8C4-C3E7-4048-A43D-9859510CFA98}"/>
          </ac:picMkLst>
        </pc:picChg>
        <pc:picChg chg="add del">
          <ac:chgData name="اياد قابل" userId="cbdcc1fe1dd350a8" providerId="LiveId" clId="{4A399B67-C0ED-4542-94CD-55D0220DD918}" dt="2026-04-26T16:22:20.186" v="342" actId="26606"/>
          <ac:picMkLst>
            <pc:docMk/>
            <pc:sldMk cId="3001355990" sldId="275"/>
            <ac:picMk id="21" creationId="{DEB2E8C4-C3E7-4048-A43D-9859510CFA98}"/>
          </ac:picMkLst>
        </pc:picChg>
        <pc:picChg chg="add del">
          <ac:chgData name="اياد قابل" userId="cbdcc1fe1dd350a8" providerId="LiveId" clId="{4A399B67-C0ED-4542-94CD-55D0220DD918}" dt="2026-04-26T16:22:22.707" v="344" actId="26606"/>
          <ac:picMkLst>
            <pc:docMk/>
            <pc:sldMk cId="3001355990" sldId="275"/>
            <ac:picMk id="27" creationId="{DEB2E8C4-C3E7-4048-A43D-9859510CFA98}"/>
          </ac:picMkLst>
        </pc:picChg>
        <pc:picChg chg="add del">
          <ac:chgData name="اياد قابل" userId="cbdcc1fe1dd350a8" providerId="LiveId" clId="{4A399B67-C0ED-4542-94CD-55D0220DD918}" dt="2026-04-26T16:23:24.772" v="346" actId="26606"/>
          <ac:picMkLst>
            <pc:docMk/>
            <pc:sldMk cId="3001355990" sldId="275"/>
            <ac:picMk id="32" creationId="{DEB2E8C4-C3E7-4048-A43D-9859510CFA98}"/>
          </ac:picMkLst>
        </pc:picChg>
        <pc:picChg chg="add del">
          <ac:chgData name="اياد قابل" userId="cbdcc1fe1dd350a8" providerId="LiveId" clId="{4A399B67-C0ED-4542-94CD-55D0220DD918}" dt="2026-04-26T16:23:26.218" v="348" actId="26606"/>
          <ac:picMkLst>
            <pc:docMk/>
            <pc:sldMk cId="3001355990" sldId="275"/>
            <ac:picMk id="38" creationId="{DEB2E8C4-C3E7-4048-A43D-9859510CFA98}"/>
          </ac:picMkLst>
        </pc:picChg>
        <pc:picChg chg="add del">
          <ac:chgData name="اياد قابل" userId="cbdcc1fe1dd350a8" providerId="LiveId" clId="{4A399B67-C0ED-4542-94CD-55D0220DD918}" dt="2026-04-26T16:23:28.573" v="350" actId="26606"/>
          <ac:picMkLst>
            <pc:docMk/>
            <pc:sldMk cId="3001355990" sldId="275"/>
            <ac:picMk id="43" creationId="{DEB2E8C4-C3E7-4048-A43D-9859510CFA98}"/>
          </ac:picMkLst>
        </pc:picChg>
        <pc:picChg chg="add del">
          <ac:chgData name="اياد قابل" userId="cbdcc1fe1dd350a8" providerId="LiveId" clId="{4A399B67-C0ED-4542-94CD-55D0220DD918}" dt="2026-04-26T16:23:37.119" v="352" actId="26606"/>
          <ac:picMkLst>
            <pc:docMk/>
            <pc:sldMk cId="3001355990" sldId="275"/>
            <ac:picMk id="49" creationId="{DEB2E8C4-C3E7-4048-A43D-9859510CFA98}"/>
          </ac:picMkLst>
        </pc:picChg>
        <pc:picChg chg="add del">
          <ac:chgData name="اياد قابل" userId="cbdcc1fe1dd350a8" providerId="LiveId" clId="{4A399B67-C0ED-4542-94CD-55D0220DD918}" dt="2026-04-26T16:26:23.119" v="400" actId="26606"/>
          <ac:picMkLst>
            <pc:docMk/>
            <pc:sldMk cId="3001355990" sldId="275"/>
            <ac:picMk id="54" creationId="{DEB2E8C4-C3E7-4048-A43D-9859510CFA98}"/>
          </ac:picMkLst>
        </pc:picChg>
        <pc:picChg chg="add del">
          <ac:chgData name="اياد قابل" userId="cbdcc1fe1dd350a8" providerId="LiveId" clId="{4A399B67-C0ED-4542-94CD-55D0220DD918}" dt="2026-04-26T16:25:43.518" v="379" actId="26606"/>
          <ac:picMkLst>
            <pc:docMk/>
            <pc:sldMk cId="3001355990" sldId="275"/>
            <ac:picMk id="62" creationId="{DEB2E8C4-C3E7-4048-A43D-9859510CFA98}"/>
          </ac:picMkLst>
        </pc:picChg>
        <pc:picChg chg="add del">
          <ac:chgData name="اياد قابل" userId="cbdcc1fe1dd350a8" providerId="LiveId" clId="{4A399B67-C0ED-4542-94CD-55D0220DD918}" dt="2026-04-26T16:25:47.227" v="381" actId="26606"/>
          <ac:picMkLst>
            <pc:docMk/>
            <pc:sldMk cId="3001355990" sldId="275"/>
            <ac:picMk id="71" creationId="{DEB2E8C4-C3E7-4048-A43D-9859510CFA98}"/>
          </ac:picMkLst>
        </pc:picChg>
        <pc:picChg chg="add del">
          <ac:chgData name="اياد قابل" userId="cbdcc1fe1dd350a8" providerId="LiveId" clId="{4A399B67-C0ED-4542-94CD-55D0220DD918}" dt="2026-04-26T16:25:49.898" v="383" actId="26606"/>
          <ac:picMkLst>
            <pc:docMk/>
            <pc:sldMk cId="3001355990" sldId="275"/>
            <ac:picMk id="76" creationId="{DEB2E8C4-C3E7-4048-A43D-9859510CFA98}"/>
          </ac:picMkLst>
        </pc:picChg>
        <pc:picChg chg="add del">
          <ac:chgData name="اياد قابل" userId="cbdcc1fe1dd350a8" providerId="LiveId" clId="{4A399B67-C0ED-4542-94CD-55D0220DD918}" dt="2026-04-26T16:25:52.280" v="385" actId="26606"/>
          <ac:picMkLst>
            <pc:docMk/>
            <pc:sldMk cId="3001355990" sldId="275"/>
            <ac:picMk id="82" creationId="{DEB2E8C4-C3E7-4048-A43D-9859510CFA98}"/>
          </ac:picMkLst>
        </pc:picChg>
        <pc:picChg chg="add del">
          <ac:chgData name="اياد قابل" userId="cbdcc1fe1dd350a8" providerId="LiveId" clId="{4A399B67-C0ED-4542-94CD-55D0220DD918}" dt="2026-04-26T16:26:10.830" v="387" actId="26606"/>
          <ac:picMkLst>
            <pc:docMk/>
            <pc:sldMk cId="3001355990" sldId="275"/>
            <ac:picMk id="87" creationId="{DEB2E8C4-C3E7-4048-A43D-9859510CFA98}"/>
          </ac:picMkLst>
        </pc:picChg>
        <pc:picChg chg="add del">
          <ac:chgData name="اياد قابل" userId="cbdcc1fe1dd350a8" providerId="LiveId" clId="{4A399B67-C0ED-4542-94CD-55D0220DD918}" dt="2026-04-26T16:26:17.855" v="393" actId="26606"/>
          <ac:picMkLst>
            <pc:docMk/>
            <pc:sldMk cId="3001355990" sldId="275"/>
            <ac:picMk id="99" creationId="{DEB2E8C4-C3E7-4048-A43D-9859510CFA98}"/>
          </ac:picMkLst>
        </pc:picChg>
        <pc:inkChg chg="add del">
          <ac:chgData name="اياد قابل" userId="cbdcc1fe1dd350a8" providerId="LiveId" clId="{4A399B67-C0ED-4542-94CD-55D0220DD918}" dt="2026-04-26T16:22:09.601" v="338" actId="26606"/>
          <ac:inkMkLst>
            <pc:docMk/>
            <pc:sldMk cId="3001355990" sldId="275"/>
            <ac:inkMk id="10" creationId="{24D29CCB-7956-4E3E-8880-304085F04BF4}"/>
          </ac:inkMkLst>
        </pc:inkChg>
        <pc:inkChg chg="add del">
          <ac:chgData name="اياد قابل" userId="cbdcc1fe1dd350a8" providerId="LiveId" clId="{4A399B67-C0ED-4542-94CD-55D0220DD918}" dt="2026-04-26T16:22:13.429" v="340" actId="26606"/>
          <ac:inkMkLst>
            <pc:docMk/>
            <pc:sldMk cId="3001355990" sldId="275"/>
            <ac:inkMk id="17" creationId="{24D29CCB-7956-4E3E-8880-304085F04BF4}"/>
          </ac:inkMkLst>
        </pc:inkChg>
        <pc:inkChg chg="add del">
          <ac:chgData name="اياد قابل" userId="cbdcc1fe1dd350a8" providerId="LiveId" clId="{4A399B67-C0ED-4542-94CD-55D0220DD918}" dt="2026-04-26T16:22:20.186" v="342" actId="26606"/>
          <ac:inkMkLst>
            <pc:docMk/>
            <pc:sldMk cId="3001355990" sldId="275"/>
            <ac:inkMk id="22" creationId="{24D29CCB-7956-4E3E-8880-304085F04BF4}"/>
          </ac:inkMkLst>
        </pc:inkChg>
        <pc:inkChg chg="add del">
          <ac:chgData name="اياد قابل" userId="cbdcc1fe1dd350a8" providerId="LiveId" clId="{4A399B67-C0ED-4542-94CD-55D0220DD918}" dt="2026-04-26T16:22:22.707" v="344" actId="26606"/>
          <ac:inkMkLst>
            <pc:docMk/>
            <pc:sldMk cId="3001355990" sldId="275"/>
            <ac:inkMk id="28" creationId="{24D29CCB-7956-4E3E-8880-304085F04BF4}"/>
          </ac:inkMkLst>
        </pc:inkChg>
        <pc:inkChg chg="add del">
          <ac:chgData name="اياد قابل" userId="cbdcc1fe1dd350a8" providerId="LiveId" clId="{4A399B67-C0ED-4542-94CD-55D0220DD918}" dt="2026-04-26T16:23:24.772" v="346" actId="26606"/>
          <ac:inkMkLst>
            <pc:docMk/>
            <pc:sldMk cId="3001355990" sldId="275"/>
            <ac:inkMk id="33" creationId="{24D29CCB-7956-4E3E-8880-304085F04BF4}"/>
          </ac:inkMkLst>
        </pc:inkChg>
        <pc:inkChg chg="add del">
          <ac:chgData name="اياد قابل" userId="cbdcc1fe1dd350a8" providerId="LiveId" clId="{4A399B67-C0ED-4542-94CD-55D0220DD918}" dt="2026-04-26T16:23:26.218" v="348" actId="26606"/>
          <ac:inkMkLst>
            <pc:docMk/>
            <pc:sldMk cId="3001355990" sldId="275"/>
            <ac:inkMk id="39" creationId="{24D29CCB-7956-4E3E-8880-304085F04BF4}"/>
          </ac:inkMkLst>
        </pc:inkChg>
        <pc:inkChg chg="add del">
          <ac:chgData name="اياد قابل" userId="cbdcc1fe1dd350a8" providerId="LiveId" clId="{4A399B67-C0ED-4542-94CD-55D0220DD918}" dt="2026-04-26T16:23:28.573" v="350" actId="26606"/>
          <ac:inkMkLst>
            <pc:docMk/>
            <pc:sldMk cId="3001355990" sldId="275"/>
            <ac:inkMk id="44" creationId="{24D29CCB-7956-4E3E-8880-304085F04BF4}"/>
          </ac:inkMkLst>
        </pc:inkChg>
        <pc:inkChg chg="add del">
          <ac:chgData name="اياد قابل" userId="cbdcc1fe1dd350a8" providerId="LiveId" clId="{4A399B67-C0ED-4542-94CD-55D0220DD918}" dt="2026-04-26T16:23:37.119" v="352" actId="26606"/>
          <ac:inkMkLst>
            <pc:docMk/>
            <pc:sldMk cId="3001355990" sldId="275"/>
            <ac:inkMk id="50" creationId="{24D29CCB-7956-4E3E-8880-304085F04BF4}"/>
          </ac:inkMkLst>
        </pc:inkChg>
        <pc:inkChg chg="add del">
          <ac:chgData name="اياد قابل" userId="cbdcc1fe1dd350a8" providerId="LiveId" clId="{4A399B67-C0ED-4542-94CD-55D0220DD918}" dt="2026-04-26T16:26:23.119" v="400" actId="26606"/>
          <ac:inkMkLst>
            <pc:docMk/>
            <pc:sldMk cId="3001355990" sldId="275"/>
            <ac:inkMk id="55" creationId="{24D29CCB-7956-4E3E-8880-304085F04BF4}"/>
          </ac:inkMkLst>
        </pc:inkChg>
        <pc:inkChg chg="add del">
          <ac:chgData name="اياد قابل" userId="cbdcc1fe1dd350a8" providerId="LiveId" clId="{4A399B67-C0ED-4542-94CD-55D0220DD918}" dt="2026-04-26T16:25:43.518" v="379" actId="26606"/>
          <ac:inkMkLst>
            <pc:docMk/>
            <pc:sldMk cId="3001355990" sldId="275"/>
            <ac:inkMk id="64" creationId="{24D29CCB-7956-4E3E-8880-304085F04BF4}"/>
          </ac:inkMkLst>
        </pc:inkChg>
        <pc:inkChg chg="add del">
          <ac:chgData name="اياد قابل" userId="cbdcc1fe1dd350a8" providerId="LiveId" clId="{4A399B67-C0ED-4542-94CD-55D0220DD918}" dt="2026-04-26T16:25:47.227" v="381" actId="26606"/>
          <ac:inkMkLst>
            <pc:docMk/>
            <pc:sldMk cId="3001355990" sldId="275"/>
            <ac:inkMk id="72" creationId="{24D29CCB-7956-4E3E-8880-304085F04BF4}"/>
          </ac:inkMkLst>
        </pc:inkChg>
        <pc:inkChg chg="add del">
          <ac:chgData name="اياد قابل" userId="cbdcc1fe1dd350a8" providerId="LiveId" clId="{4A399B67-C0ED-4542-94CD-55D0220DD918}" dt="2026-04-26T16:25:52.280" v="385" actId="26606"/>
          <ac:inkMkLst>
            <pc:docMk/>
            <pc:sldMk cId="3001355990" sldId="275"/>
            <ac:inkMk id="83" creationId="{24D29CCB-7956-4E3E-8880-304085F04BF4}"/>
          </ac:inkMkLst>
        </pc:inkChg>
        <pc:inkChg chg="add del">
          <ac:chgData name="اياد قابل" userId="cbdcc1fe1dd350a8" providerId="LiveId" clId="{4A399B67-C0ED-4542-94CD-55D0220DD918}" dt="2026-04-26T16:26:17.855" v="393" actId="26606"/>
          <ac:inkMkLst>
            <pc:docMk/>
            <pc:sldMk cId="3001355990" sldId="275"/>
            <ac:inkMk id="100" creationId="{24D29CCB-7956-4E3E-8880-304085F04BF4}"/>
          </ac:inkMkLst>
        </pc:inkChg>
      </pc:sldChg>
    </pc:docChg>
  </pc:docChgLst>
</pc:chgInfo>
</file>

<file path=ppt/diagrams/_rels/data1.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svg"/><Relationship Id="rId1" Type="http://schemas.openxmlformats.org/officeDocument/2006/relationships/image" Target="../media/image17.png"/><Relationship Id="rId4" Type="http://schemas.openxmlformats.org/officeDocument/2006/relationships/image" Target="../media/image20.svg"/></Relationships>
</file>

<file path=ppt/diagrams/_rels/data2.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svg"/><Relationship Id="rId1" Type="http://schemas.openxmlformats.org/officeDocument/2006/relationships/image" Target="../media/image23.png"/><Relationship Id="rId4" Type="http://schemas.openxmlformats.org/officeDocument/2006/relationships/image" Target="../media/image26.svg"/></Relationships>
</file>

<file path=ppt/diagrams/_rels/drawing1.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svg"/><Relationship Id="rId1" Type="http://schemas.openxmlformats.org/officeDocument/2006/relationships/image" Target="../media/image17.png"/><Relationship Id="rId4" Type="http://schemas.openxmlformats.org/officeDocument/2006/relationships/image" Target="../media/image20.svg"/></Relationships>
</file>

<file path=ppt/diagrams/_rels/drawing2.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svg"/><Relationship Id="rId1" Type="http://schemas.openxmlformats.org/officeDocument/2006/relationships/image" Target="../media/image23.png"/><Relationship Id="rId4" Type="http://schemas.openxmlformats.org/officeDocument/2006/relationships/image" Target="../media/image26.svg"/></Relationships>
</file>

<file path=ppt/diagrams/colors1.xml><?xml version="1.0" encoding="utf-8"?>
<dgm:colorsDef xmlns:dgm="http://schemas.openxmlformats.org/drawingml/2006/diagram" xmlns:a="http://schemas.openxmlformats.org/drawingml/2006/main" uniqueId="urn:microsoft.com/office/officeart/2018/5/colors/Iconchunking_neutralbg_accent0_3">
  <dgm:title val=""/>
  <dgm:desc val=""/>
  <dgm:catLst>
    <dgm:cat type="mainScheme" pri="10300"/>
  </dgm:catLst>
  <dgm:styleLbl name="node0">
    <dgm:fillClrLst meth="repeat">
      <a:schemeClr val="dk2"/>
    </dgm:fillClrLst>
    <dgm:linClrLst meth="repeat">
      <a:schemeClr val="lt2"/>
    </dgm:linClrLst>
    <dgm:effectClrLst/>
    <dgm:txLinClrLst/>
    <dgm:txFillClrLst/>
    <dgm:txEffectClrLst/>
  </dgm:styleLbl>
  <dgm:styleLbl name="alignNode1">
    <dgm:fillClrLst meth="repeat">
      <a:schemeClr val="dk2"/>
    </dgm:fillClrLst>
    <dgm:linClrLst meth="repeat">
      <a:schemeClr val="dk2"/>
    </dgm:linClrLst>
    <dgm:effectClrLst/>
    <dgm:txLinClrLst/>
    <dgm:txFillClrLst/>
    <dgm:txEffectClrLst/>
  </dgm:styleLbl>
  <dgm:styleLbl name="node1">
    <dgm:fillClrLst meth="repeat">
      <a:schemeClr val="dk2"/>
    </dgm:fillClrLst>
    <dgm:linClrLst meth="repeat">
      <a:schemeClr val="lt2">
        <a:alpha val="0"/>
      </a:schemeClr>
    </dgm:linClrLst>
    <dgm:effectClrLst/>
    <dgm:txLinClrLst/>
    <dgm:txFillClrLst/>
    <dgm:txEffectClrLst/>
  </dgm:styleLbl>
  <dgm:styleLbl name="lnNode1">
    <dgm:fillClrLst meth="repeat">
      <a:schemeClr val="dk2"/>
    </dgm:fillClrLst>
    <dgm:linClrLst meth="repeat">
      <a:schemeClr val="lt2"/>
    </dgm:linClrLst>
    <dgm:effectClrLst/>
    <dgm:txLinClrLst/>
    <dgm:txFillClrLst/>
    <dgm:txEffectClrLst/>
  </dgm:styleLbl>
  <dgm:styleLbl name="vennNode1">
    <dgm:fillClrLst meth="repeat">
      <a:schemeClr val="dk2">
        <a:alpha val="50000"/>
      </a:schemeClr>
    </dgm:fillClrLst>
    <dgm:linClrLst meth="repeat">
      <a:schemeClr val="lt2"/>
    </dgm:linClrLst>
    <dgm:effectClrLst/>
    <dgm:txLinClrLst/>
    <dgm:txFillClrLst/>
    <dgm:txEffectClrLst/>
  </dgm:styleLbl>
  <dgm:styleLbl name="node2">
    <dgm:fillClrLst meth="repeat">
      <a:schemeClr val="dk2"/>
    </dgm:fillClrLst>
    <dgm:linClrLst meth="repeat">
      <a:schemeClr val="lt2"/>
    </dgm:linClrLst>
    <dgm:effectClrLst/>
    <dgm:txLinClrLst/>
    <dgm:txFillClrLst/>
    <dgm:txEffectClrLst/>
  </dgm:styleLbl>
  <dgm:styleLbl name="node3">
    <dgm:fillClrLst meth="repeat">
      <a:schemeClr val="dk2"/>
    </dgm:fillClrLst>
    <dgm:linClrLst meth="repeat">
      <a:schemeClr val="lt2"/>
    </dgm:linClrLst>
    <dgm:effectClrLst/>
    <dgm:txLinClrLst/>
    <dgm:txFillClrLst/>
    <dgm:txEffectClrLst/>
  </dgm:styleLbl>
  <dgm:styleLbl name="node4">
    <dgm:fillClrLst meth="repeat">
      <a:schemeClr val="dk2"/>
    </dgm:fillClrLst>
    <dgm:linClrLst meth="repeat">
      <a:schemeClr val="lt2"/>
    </dgm:linClrLst>
    <dgm:effectClrLst/>
    <dgm:txLinClrLst/>
    <dgm:txFillClrLst/>
    <dgm:txEffectClrLst/>
  </dgm:styleLbl>
  <dgm:styleLbl name="fgImgPlace1">
    <dgm:fillClrLst meth="repeat">
      <a:schemeClr val="dk2">
        <a:tint val="50000"/>
      </a:schemeClr>
    </dgm:fillClrLst>
    <dgm:linClrLst meth="repeat">
      <a:schemeClr val="lt2"/>
    </dgm:linClrLst>
    <dgm:effectClrLst/>
    <dgm:txLinClrLst/>
    <dgm:txFillClrLst meth="repeat">
      <a:schemeClr val="lt2"/>
    </dgm:txFillClrLst>
    <dgm:txEffectClrLst/>
  </dgm:styleLbl>
  <dgm:styleLbl name="align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bg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dgm:txEffectClrLst/>
  </dgm:styleLbl>
  <dgm:styleLbl name="sibTrans1D1">
    <dgm:fillClrLst meth="repeat">
      <a:schemeClr val="dk2"/>
    </dgm:fillClrLst>
    <dgm:linClrLst meth="repeat">
      <a:schemeClr val="dk2"/>
    </dgm:linClrLst>
    <dgm:effectClrLst/>
    <dgm:txLinClrLst/>
    <dgm:txFillClrLst meth="repeat">
      <a:schemeClr val="lt2"/>
    </dgm:txFillClrLst>
    <dgm:txEffectClrLst/>
  </dgm:styleLbl>
  <dgm:styleLbl name="callout">
    <dgm:fillClrLst meth="repeat">
      <a:schemeClr val="dk2"/>
    </dgm:fillClrLst>
    <dgm:linClrLst meth="repeat">
      <a:schemeClr val="dk2">
        <a:tint val="50000"/>
      </a:schemeClr>
    </dgm:linClrLst>
    <dgm:effectClrLst/>
    <dgm:txLinClrLst/>
    <dgm:txFillClrLst meth="repeat">
      <a:schemeClr val="lt2"/>
    </dgm:txFillClrLst>
    <dgm:txEffectClrLst/>
  </dgm:styleLbl>
  <dgm:styleLbl name="asst0">
    <dgm:fillClrLst meth="repeat">
      <a:schemeClr val="dk2"/>
    </dgm:fillClrLst>
    <dgm:linClrLst meth="repeat">
      <a:schemeClr val="lt2"/>
    </dgm:linClrLst>
    <dgm:effectClrLst/>
    <dgm:txLinClrLst/>
    <dgm:txFillClrLst/>
    <dgm:txEffectClrLst/>
  </dgm:styleLbl>
  <dgm:styleLbl name="asst1">
    <dgm:fillClrLst meth="repeat">
      <a:schemeClr val="dk2"/>
    </dgm:fillClrLst>
    <dgm:linClrLst meth="repeat">
      <a:schemeClr val="lt2"/>
    </dgm:linClrLst>
    <dgm:effectClrLst/>
    <dgm:txLinClrLst/>
    <dgm:txFillClrLst/>
    <dgm:txEffectClrLst/>
  </dgm:styleLbl>
  <dgm:styleLbl name="asst2">
    <dgm:fillClrLst meth="repeat">
      <a:schemeClr val="dk2"/>
    </dgm:fillClrLst>
    <dgm:linClrLst meth="repeat">
      <a:schemeClr val="lt2"/>
    </dgm:linClrLst>
    <dgm:effectClrLst/>
    <dgm:txLinClrLst/>
    <dgm:txFillClrLst/>
    <dgm:txEffectClrLst/>
  </dgm:styleLbl>
  <dgm:styleLbl name="asst3">
    <dgm:fillClrLst meth="repeat">
      <a:schemeClr val="dk2"/>
    </dgm:fillClrLst>
    <dgm:linClrLst meth="repeat">
      <a:schemeClr val="lt2"/>
    </dgm:linClrLst>
    <dgm:effectClrLst/>
    <dgm:txLinClrLst/>
    <dgm:txFillClrLst/>
    <dgm:txEffectClrLst/>
  </dgm:styleLbl>
  <dgm:styleLbl name="asst4">
    <dgm:fillClrLst meth="repeat">
      <a:schemeClr val="dk2"/>
    </dgm:fillClrLst>
    <dgm:linClrLst meth="repeat">
      <a:schemeClr val="lt2"/>
    </dgm:linClrLst>
    <dgm:effectClrLst/>
    <dgm:txLinClrLst/>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meth="repeat">
      <a:schemeClr val="lt2"/>
    </dgm:txFillClrLst>
    <dgm:txEffectClrLst/>
  </dgm:styleLbl>
  <dgm:styleLbl name="parChTrans2D2">
    <dgm:fillClrLst meth="repeat">
      <a:schemeClr val="dk2"/>
    </dgm:fillClrLst>
    <dgm:linClrLst meth="repeat">
      <a:schemeClr val="dk2"/>
    </dgm:linClrLst>
    <dgm:effectClrLst/>
    <dgm:txLinClrLst/>
    <dgm:txFillClrLst meth="repeat">
      <a:schemeClr val="lt2"/>
    </dgm:txFillClrLst>
    <dgm:txEffectClrLst/>
  </dgm:styleLbl>
  <dgm:styleLbl name="parChTrans2D3">
    <dgm:fillClrLst meth="repeat">
      <a:schemeClr val="dk2"/>
    </dgm:fillClrLst>
    <dgm:linClrLst meth="repeat">
      <a:schemeClr val="dk2"/>
    </dgm:linClrLst>
    <dgm:effectClrLst/>
    <dgm:txLinClrLst/>
    <dgm:txFillClrLst meth="repeat">
      <a:schemeClr val="lt2"/>
    </dgm:txFillClrLst>
    <dgm:txEffectClrLst/>
  </dgm:styleLbl>
  <dgm:styleLbl name="parChTrans2D4">
    <dgm:fillClrLst meth="repeat">
      <a:schemeClr val="dk2"/>
    </dgm:fillClrLst>
    <dgm:linClrLst meth="repeat">
      <a:schemeClr val="dk2"/>
    </dgm:linClrLst>
    <dgm:effectClrLst/>
    <dgm:txLinClrLst/>
    <dgm:txFillClrLst meth="repeat">
      <a:schemeClr val="lt2"/>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con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align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trAlignAcc1">
    <dgm:fillClrLst meth="repeat">
      <a:schemeClr val="lt2">
        <a:alpha val="40000"/>
      </a:schemeClr>
    </dgm:fillClrLst>
    <dgm:linClrLst meth="repeat">
      <a:schemeClr val="dk2"/>
    </dgm:linClrLst>
    <dgm:effectClrLst/>
    <dgm:txLinClrLst/>
    <dgm:txFillClrLst meth="repeat">
      <a:schemeClr val="dk1"/>
    </dgm:txFillClrLst>
    <dgm:txEffectClrLst/>
  </dgm:styleLbl>
  <dgm:styleLbl name="b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solidFgAcc1">
    <dgm:fillClrLst meth="repeat">
      <a:schemeClr val="lt2"/>
    </dgm:fillClrLst>
    <dgm:linClrLst meth="repeat">
      <a:schemeClr val="dk2"/>
    </dgm:linClrLst>
    <dgm:effectClrLst/>
    <dgm:txLinClrLst/>
    <dgm:txFillClrLst meth="repeat">
      <a:schemeClr val="dk1"/>
    </dgm:txFillClrLst>
    <dgm:txEffectClrLst/>
  </dgm:styleLbl>
  <dgm:styleLbl name="solidAlignAcc1">
    <dgm:fillClrLst meth="repeat">
      <a:schemeClr val="lt2"/>
    </dgm:fillClrLst>
    <dgm:linClrLst meth="repeat">
      <a:schemeClr val="dk2"/>
    </dgm:linClrLst>
    <dgm:effectClrLst/>
    <dgm:txLinClrLst/>
    <dgm:txFillClrLst meth="repeat">
      <a:schemeClr val="dk1"/>
    </dgm:txFillClrLst>
    <dgm:txEffectClrLst/>
  </dgm:styleLbl>
  <dgm:styleLbl name="solidBgAcc1">
    <dgm:fillClrLst meth="repeat">
      <a:schemeClr val="lt2"/>
    </dgm:fillClrLst>
    <dgm:linClrLst meth="repeat">
      <a:schemeClr val="dk2"/>
    </dgm:linClrLst>
    <dgm:effectClrLst/>
    <dgm:txLinClrLst/>
    <dgm:txFillClrLst meth="repeat">
      <a:schemeClr val="dk1"/>
    </dgm:txFillClrLst>
    <dgm:txEffectClrLst/>
  </dgm:styleLbl>
  <dgm:styleLbl name="f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align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b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fgAcc0">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2">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3">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4">
    <dgm:fillClrLst meth="repeat">
      <a:schemeClr val="lt2">
        <a:alpha val="90000"/>
      </a:schemeClr>
    </dgm:fillClrLst>
    <dgm:linClrLst meth="repeat">
      <a:schemeClr val="dk2"/>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1"/>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1"/>
    </dgm:txFillClrLst>
    <dgm:txEffectClrLst/>
  </dgm:styleLbl>
  <dgm:styleLbl name="fgShp">
    <dgm:fillClrLst meth="repeat">
      <a:schemeClr val="dk2">
        <a:tint val="60000"/>
      </a:schemeClr>
    </dgm:fillClrLst>
    <dgm:linClrLst meth="repeat">
      <a:schemeClr val="lt2"/>
    </dgm:linClrLst>
    <dgm:effectClrLst/>
    <dgm:txLinClrLst/>
    <dgm:txFillClrLst meth="repeat">
      <a:schemeClr val="dk1"/>
    </dgm:txFillClrLst>
    <dgm:txEffectClrLst/>
  </dgm:styleLbl>
  <dgm:styleLbl name="revTx">
    <dgm:fillClrLst meth="repeat">
      <a:schemeClr val="lt2">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C8AC6AAE-C13B-4DC3-8751-D81005BB6467}" type="doc">
      <dgm:prSet loTypeId="urn:microsoft.com/office/officeart/2018/2/layout/IconLabelList" loCatId="icon" qsTypeId="urn:microsoft.com/office/officeart/2005/8/quickstyle/simple1" qsCatId="simple" csTypeId="urn:microsoft.com/office/officeart/2018/5/colors/Iconchunking_neutralbg_accent0_3" csCatId="mainScheme" phldr="1"/>
      <dgm:spPr/>
      <dgm:t>
        <a:bodyPr/>
        <a:lstStyle/>
        <a:p>
          <a:endParaRPr lang="en-US"/>
        </a:p>
      </dgm:t>
    </dgm:pt>
    <dgm:pt modelId="{746731E6-56C9-4A66-B01D-9D0EE7A00B99}">
      <dgm:prSet/>
      <dgm:spPr/>
      <dgm:t>
        <a:bodyPr/>
        <a:lstStyle/>
        <a:p>
          <a:pPr>
            <a:lnSpc>
              <a:spcPct val="100000"/>
            </a:lnSpc>
          </a:pPr>
          <a:r>
            <a:rPr lang="en-US" baseline="0"/>
            <a:t>User — default role, can only access their own dashboard and notes.</a:t>
          </a:r>
          <a:endParaRPr lang="en-US"/>
        </a:p>
      </dgm:t>
    </dgm:pt>
    <dgm:pt modelId="{822D492F-4972-4B90-91DE-221E4C3E3864}" type="parTrans" cxnId="{A823ABAE-D599-4CCB-AEB5-28C7A0828ADB}">
      <dgm:prSet/>
      <dgm:spPr/>
      <dgm:t>
        <a:bodyPr/>
        <a:lstStyle/>
        <a:p>
          <a:endParaRPr lang="en-US"/>
        </a:p>
      </dgm:t>
    </dgm:pt>
    <dgm:pt modelId="{086A6994-EEE4-43C8-93E3-0F6B617CBE57}" type="sibTrans" cxnId="{A823ABAE-D599-4CCB-AEB5-28C7A0828ADB}">
      <dgm:prSet/>
      <dgm:spPr/>
      <dgm:t>
        <a:bodyPr/>
        <a:lstStyle/>
        <a:p>
          <a:endParaRPr lang="en-US"/>
        </a:p>
      </dgm:t>
    </dgm:pt>
    <dgm:pt modelId="{20BC8007-30C3-4AEA-95A6-51EFFF54A8B2}">
      <dgm:prSet/>
      <dgm:spPr/>
      <dgm:t>
        <a:bodyPr/>
        <a:lstStyle/>
        <a:p>
          <a:pPr>
            <a:lnSpc>
              <a:spcPct val="100000"/>
            </a:lnSpc>
          </a:pPr>
          <a:r>
            <a:rPr lang="en-US" baseline="0"/>
            <a:t>Admin — elevated role, can access the admin panel and manage all users.</a:t>
          </a:r>
          <a:endParaRPr lang="en-US"/>
        </a:p>
      </dgm:t>
    </dgm:pt>
    <dgm:pt modelId="{FD50A195-07C8-4406-8B11-546C95F27467}" type="parTrans" cxnId="{1C178B89-073D-4393-9ED7-BCAF38B5FE57}">
      <dgm:prSet/>
      <dgm:spPr/>
      <dgm:t>
        <a:bodyPr/>
        <a:lstStyle/>
        <a:p>
          <a:endParaRPr lang="en-US"/>
        </a:p>
      </dgm:t>
    </dgm:pt>
    <dgm:pt modelId="{B3D3ADF0-D063-4829-A016-747997CDAAA8}" type="sibTrans" cxnId="{1C178B89-073D-4393-9ED7-BCAF38B5FE57}">
      <dgm:prSet/>
      <dgm:spPr/>
      <dgm:t>
        <a:bodyPr/>
        <a:lstStyle/>
        <a:p>
          <a:endParaRPr lang="en-US"/>
        </a:p>
      </dgm:t>
    </dgm:pt>
    <dgm:pt modelId="{23FB97FB-59BB-426A-939D-2A1D50163CE5}" type="pres">
      <dgm:prSet presAssocID="{C8AC6AAE-C13B-4DC3-8751-D81005BB6467}" presName="root" presStyleCnt="0">
        <dgm:presLayoutVars>
          <dgm:dir/>
          <dgm:resizeHandles val="exact"/>
        </dgm:presLayoutVars>
      </dgm:prSet>
      <dgm:spPr/>
    </dgm:pt>
    <dgm:pt modelId="{3EE6BA3E-5525-4A86-9550-F3A2AD94BCD0}" type="pres">
      <dgm:prSet presAssocID="{746731E6-56C9-4A66-B01D-9D0EE7A00B99}" presName="compNode" presStyleCnt="0"/>
      <dgm:spPr/>
    </dgm:pt>
    <dgm:pt modelId="{AD61BCC7-4CA6-443F-8124-B188F457CE7E}" type="pres">
      <dgm:prSet presAssocID="{746731E6-56C9-4A66-B01D-9D0EE7A00B99}" presName="iconRect" presStyleLbl="node1" presStyleIdx="0" presStyleCnt="2"/>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Bell"/>
        </a:ext>
      </dgm:extLst>
    </dgm:pt>
    <dgm:pt modelId="{F47491DE-0983-4D5F-8C98-83F21234FC49}" type="pres">
      <dgm:prSet presAssocID="{746731E6-56C9-4A66-B01D-9D0EE7A00B99}" presName="spaceRect" presStyleCnt="0"/>
      <dgm:spPr/>
    </dgm:pt>
    <dgm:pt modelId="{0C1C4ED8-B741-467C-B415-EA2BA752792F}" type="pres">
      <dgm:prSet presAssocID="{746731E6-56C9-4A66-B01D-9D0EE7A00B99}" presName="textRect" presStyleLbl="revTx" presStyleIdx="0" presStyleCnt="2">
        <dgm:presLayoutVars>
          <dgm:chMax val="1"/>
          <dgm:chPref val="1"/>
        </dgm:presLayoutVars>
      </dgm:prSet>
      <dgm:spPr/>
    </dgm:pt>
    <dgm:pt modelId="{19131756-03B5-4F5A-956B-65885B9B5740}" type="pres">
      <dgm:prSet presAssocID="{086A6994-EEE4-43C8-93E3-0F6B617CBE57}" presName="sibTrans" presStyleCnt="0"/>
      <dgm:spPr/>
    </dgm:pt>
    <dgm:pt modelId="{571EE9DA-4B1D-4BA6-83F5-BCB74FC5B973}" type="pres">
      <dgm:prSet presAssocID="{20BC8007-30C3-4AEA-95A6-51EFFF54A8B2}" presName="compNode" presStyleCnt="0"/>
      <dgm:spPr/>
    </dgm:pt>
    <dgm:pt modelId="{A166325F-0B8C-4000-AE77-F21A45120AD9}" type="pres">
      <dgm:prSet presAssocID="{20BC8007-30C3-4AEA-95A6-51EFFF54A8B2}" presName="iconRect" presStyleLbl="node1" presStyleIdx="1" presStyleCnt="2"/>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Hierarchy"/>
        </a:ext>
      </dgm:extLst>
    </dgm:pt>
    <dgm:pt modelId="{E9154832-3A4F-4442-9BF9-07BC8B3E65FD}" type="pres">
      <dgm:prSet presAssocID="{20BC8007-30C3-4AEA-95A6-51EFFF54A8B2}" presName="spaceRect" presStyleCnt="0"/>
      <dgm:spPr/>
    </dgm:pt>
    <dgm:pt modelId="{ED386901-FCA9-4E83-8DBE-42858D21BE31}" type="pres">
      <dgm:prSet presAssocID="{20BC8007-30C3-4AEA-95A6-51EFFF54A8B2}" presName="textRect" presStyleLbl="revTx" presStyleIdx="1" presStyleCnt="2">
        <dgm:presLayoutVars>
          <dgm:chMax val="1"/>
          <dgm:chPref val="1"/>
        </dgm:presLayoutVars>
      </dgm:prSet>
      <dgm:spPr/>
    </dgm:pt>
  </dgm:ptLst>
  <dgm:cxnLst>
    <dgm:cxn modelId="{96AEDB6C-1DED-40B7-A0DB-A677BBE0FE3B}" type="presOf" srcId="{C8AC6AAE-C13B-4DC3-8751-D81005BB6467}" destId="{23FB97FB-59BB-426A-939D-2A1D50163CE5}" srcOrd="0" destOrd="0" presId="urn:microsoft.com/office/officeart/2018/2/layout/IconLabelList"/>
    <dgm:cxn modelId="{1C178B89-073D-4393-9ED7-BCAF38B5FE57}" srcId="{C8AC6AAE-C13B-4DC3-8751-D81005BB6467}" destId="{20BC8007-30C3-4AEA-95A6-51EFFF54A8B2}" srcOrd="1" destOrd="0" parTransId="{FD50A195-07C8-4406-8B11-546C95F27467}" sibTransId="{B3D3ADF0-D063-4829-A016-747997CDAAA8}"/>
    <dgm:cxn modelId="{EE2A3B98-0C7D-4D68-BD0B-CB348CF76733}" type="presOf" srcId="{20BC8007-30C3-4AEA-95A6-51EFFF54A8B2}" destId="{ED386901-FCA9-4E83-8DBE-42858D21BE31}" srcOrd="0" destOrd="0" presId="urn:microsoft.com/office/officeart/2018/2/layout/IconLabelList"/>
    <dgm:cxn modelId="{80A05598-3091-4AF9-8883-B7E172D39740}" type="presOf" srcId="{746731E6-56C9-4A66-B01D-9D0EE7A00B99}" destId="{0C1C4ED8-B741-467C-B415-EA2BA752792F}" srcOrd="0" destOrd="0" presId="urn:microsoft.com/office/officeart/2018/2/layout/IconLabelList"/>
    <dgm:cxn modelId="{A823ABAE-D599-4CCB-AEB5-28C7A0828ADB}" srcId="{C8AC6AAE-C13B-4DC3-8751-D81005BB6467}" destId="{746731E6-56C9-4A66-B01D-9D0EE7A00B99}" srcOrd="0" destOrd="0" parTransId="{822D492F-4972-4B90-91DE-221E4C3E3864}" sibTransId="{086A6994-EEE4-43C8-93E3-0F6B617CBE57}"/>
    <dgm:cxn modelId="{5E0F7DED-3F38-47EA-A88F-24E97E20E6BC}" type="presParOf" srcId="{23FB97FB-59BB-426A-939D-2A1D50163CE5}" destId="{3EE6BA3E-5525-4A86-9550-F3A2AD94BCD0}" srcOrd="0" destOrd="0" presId="urn:microsoft.com/office/officeart/2018/2/layout/IconLabelList"/>
    <dgm:cxn modelId="{C9E7E78B-166E-4936-8318-0B65FD2C6259}" type="presParOf" srcId="{3EE6BA3E-5525-4A86-9550-F3A2AD94BCD0}" destId="{AD61BCC7-4CA6-443F-8124-B188F457CE7E}" srcOrd="0" destOrd="0" presId="urn:microsoft.com/office/officeart/2018/2/layout/IconLabelList"/>
    <dgm:cxn modelId="{E7EFBE7E-63AE-4260-BEBB-D359701E821D}" type="presParOf" srcId="{3EE6BA3E-5525-4A86-9550-F3A2AD94BCD0}" destId="{F47491DE-0983-4D5F-8C98-83F21234FC49}" srcOrd="1" destOrd="0" presId="urn:microsoft.com/office/officeart/2018/2/layout/IconLabelList"/>
    <dgm:cxn modelId="{3AFBA965-8B8B-43F5-8BC3-60C8E9B8EAB1}" type="presParOf" srcId="{3EE6BA3E-5525-4A86-9550-F3A2AD94BCD0}" destId="{0C1C4ED8-B741-467C-B415-EA2BA752792F}" srcOrd="2" destOrd="0" presId="urn:microsoft.com/office/officeart/2018/2/layout/IconLabelList"/>
    <dgm:cxn modelId="{0DA4BA2B-4C6B-4C17-98EF-BCAC37BDBFE7}" type="presParOf" srcId="{23FB97FB-59BB-426A-939D-2A1D50163CE5}" destId="{19131756-03B5-4F5A-956B-65885B9B5740}" srcOrd="1" destOrd="0" presId="urn:microsoft.com/office/officeart/2018/2/layout/IconLabelList"/>
    <dgm:cxn modelId="{26FB9B9D-C9F7-43E1-B9EA-165CDC4A0199}" type="presParOf" srcId="{23FB97FB-59BB-426A-939D-2A1D50163CE5}" destId="{571EE9DA-4B1D-4BA6-83F5-BCB74FC5B973}" srcOrd="2" destOrd="0" presId="urn:microsoft.com/office/officeart/2018/2/layout/IconLabelList"/>
    <dgm:cxn modelId="{99FB0116-3605-4D75-A8DD-780B3DC25485}" type="presParOf" srcId="{571EE9DA-4B1D-4BA6-83F5-BCB74FC5B973}" destId="{A166325F-0B8C-4000-AE77-F21A45120AD9}" srcOrd="0" destOrd="0" presId="urn:microsoft.com/office/officeart/2018/2/layout/IconLabelList"/>
    <dgm:cxn modelId="{5F695688-97B4-4E54-B71C-2A3F9FADA3C1}" type="presParOf" srcId="{571EE9DA-4B1D-4BA6-83F5-BCB74FC5B973}" destId="{E9154832-3A4F-4442-9BF9-07BC8B3E65FD}" srcOrd="1" destOrd="0" presId="urn:microsoft.com/office/officeart/2018/2/layout/IconLabelList"/>
    <dgm:cxn modelId="{7DFB46B7-2DAF-476E-9BDC-79F4D7A24C5A}" type="presParOf" srcId="{571EE9DA-4B1D-4BA6-83F5-BCB74FC5B973}" destId="{ED386901-FCA9-4E83-8DBE-42858D21BE31}" srcOrd="2" destOrd="0" presId="urn:microsoft.com/office/officeart/2018/2/layout/IconLabelList"/>
  </dgm:cxnLst>
  <dgm:bg/>
  <dgm:whole/>
  <dgm:extLst>
    <a:ext uri="http://schemas.microsoft.com/office/drawing/2008/diagram">
      <dsp:dataModelExt xmlns:dsp="http://schemas.microsoft.com/office/drawing/2008/diagram" relId="rId10"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C20F2E3F-80B7-4162-9621-D644F493E1FA}" type="doc">
      <dgm:prSet loTypeId="urn:microsoft.com/office/officeart/2018/2/layout/IconCircleList" loCatId="icon" qsTypeId="urn:microsoft.com/office/officeart/2005/8/quickstyle/simple1" qsCatId="simple" csTypeId="urn:microsoft.com/office/officeart/2005/8/colors/accent1_2" csCatId="accent1" phldr="1"/>
      <dgm:spPr/>
      <dgm:t>
        <a:bodyPr/>
        <a:lstStyle/>
        <a:p>
          <a:endParaRPr lang="en-US"/>
        </a:p>
      </dgm:t>
    </dgm:pt>
    <dgm:pt modelId="{01B2E463-3C62-43AC-A486-E8EEDBF484CE}">
      <dgm:prSet/>
      <dgm:spPr/>
      <dgm:t>
        <a:bodyPr/>
        <a:lstStyle/>
        <a:p>
          <a:pPr>
            <a:lnSpc>
              <a:spcPct val="100000"/>
            </a:lnSpc>
          </a:pPr>
          <a:r>
            <a:rPr lang="en-US" baseline="0"/>
            <a:t>How unauthorized access is prevented?</a:t>
          </a:r>
          <a:endParaRPr lang="en-US"/>
        </a:p>
      </dgm:t>
    </dgm:pt>
    <dgm:pt modelId="{34CB6863-BED9-43E6-A235-EA6DCF40D79C}" type="parTrans" cxnId="{014B8AE3-C678-4F22-97F0-64F6F9396F7E}">
      <dgm:prSet/>
      <dgm:spPr/>
      <dgm:t>
        <a:bodyPr/>
        <a:lstStyle/>
        <a:p>
          <a:endParaRPr lang="en-US"/>
        </a:p>
      </dgm:t>
    </dgm:pt>
    <dgm:pt modelId="{0FE89A13-3020-4F4E-A1DC-7CA994A97EDD}" type="sibTrans" cxnId="{014B8AE3-C678-4F22-97F0-64F6F9396F7E}">
      <dgm:prSet/>
      <dgm:spPr/>
      <dgm:t>
        <a:bodyPr/>
        <a:lstStyle/>
        <a:p>
          <a:pPr>
            <a:lnSpc>
              <a:spcPct val="100000"/>
            </a:lnSpc>
          </a:pPr>
          <a:endParaRPr lang="en-US"/>
        </a:p>
      </dgm:t>
    </dgm:pt>
    <dgm:pt modelId="{6ECD22C0-52E8-422A-9706-18EA8CB75498}">
      <dgm:prSet/>
      <dgm:spPr/>
      <dgm:t>
        <a:bodyPr/>
        <a:lstStyle/>
        <a:p>
          <a:pPr>
            <a:lnSpc>
              <a:spcPct val="100000"/>
            </a:lnSpc>
          </a:pPr>
          <a:r>
            <a:rPr lang="en-US" baseline="0"/>
            <a:t>If a non-admin tries to reach /admin, the decorator immediately returns a 403 Access Denied response. If an unauthenticated user tries any protected route, they are redirected to the login page.</a:t>
          </a:r>
          <a:endParaRPr lang="en-US"/>
        </a:p>
      </dgm:t>
    </dgm:pt>
    <dgm:pt modelId="{C541B8C6-5433-406A-B4C1-AC8F3C8A0A58}" type="parTrans" cxnId="{8905787C-377A-4B7D-9D5F-65B06C5DC654}">
      <dgm:prSet/>
      <dgm:spPr/>
      <dgm:t>
        <a:bodyPr/>
        <a:lstStyle/>
        <a:p>
          <a:endParaRPr lang="en-US"/>
        </a:p>
      </dgm:t>
    </dgm:pt>
    <dgm:pt modelId="{A7D0D02B-175C-469D-80F7-C3F84C4770EA}" type="sibTrans" cxnId="{8905787C-377A-4B7D-9D5F-65B06C5DC654}">
      <dgm:prSet/>
      <dgm:spPr/>
      <dgm:t>
        <a:bodyPr/>
        <a:lstStyle/>
        <a:p>
          <a:endParaRPr lang="en-US"/>
        </a:p>
      </dgm:t>
    </dgm:pt>
    <dgm:pt modelId="{9A981349-547C-47C9-9876-22E870D3E7D3}" type="pres">
      <dgm:prSet presAssocID="{C20F2E3F-80B7-4162-9621-D644F493E1FA}" presName="root" presStyleCnt="0">
        <dgm:presLayoutVars>
          <dgm:dir/>
          <dgm:resizeHandles val="exact"/>
        </dgm:presLayoutVars>
      </dgm:prSet>
      <dgm:spPr/>
    </dgm:pt>
    <dgm:pt modelId="{1C26526D-DC02-4680-ADB6-84D00609B09A}" type="pres">
      <dgm:prSet presAssocID="{C20F2E3F-80B7-4162-9621-D644F493E1FA}" presName="container" presStyleCnt="0">
        <dgm:presLayoutVars>
          <dgm:dir/>
          <dgm:resizeHandles val="exact"/>
        </dgm:presLayoutVars>
      </dgm:prSet>
      <dgm:spPr/>
    </dgm:pt>
    <dgm:pt modelId="{9735E5E9-7BF1-4306-BAAE-80AEA7EF6A06}" type="pres">
      <dgm:prSet presAssocID="{01B2E463-3C62-43AC-A486-E8EEDBF484CE}" presName="compNode" presStyleCnt="0"/>
      <dgm:spPr/>
    </dgm:pt>
    <dgm:pt modelId="{BB572689-3FF8-4F41-B11F-76893443D272}" type="pres">
      <dgm:prSet presAssocID="{01B2E463-3C62-43AC-A486-E8EEDBF484CE}" presName="iconBgRect" presStyleLbl="bgShp" presStyleIdx="0" presStyleCnt="2"/>
      <dgm:spPr/>
    </dgm:pt>
    <dgm:pt modelId="{72F9C3E6-A786-4DFD-979C-F5FC01F7CDCC}" type="pres">
      <dgm:prSet presAssocID="{01B2E463-3C62-43AC-A486-E8EEDBF484CE}" presName="iconRect" presStyleLbl="node1" presStyleIdx="0" presStyleCnt="2"/>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dgm:spPr>
      <dgm:extLst>
        <a:ext uri="{E40237B7-FDA0-4F09-8148-C483321AD2D9}">
          <dgm14:cNvPr xmlns:dgm14="http://schemas.microsoft.com/office/drawing/2010/diagram" id="0" name="" descr="Unlock"/>
        </a:ext>
      </dgm:extLst>
    </dgm:pt>
    <dgm:pt modelId="{E0F2ABB4-27E2-4654-80EC-BA80380C816B}" type="pres">
      <dgm:prSet presAssocID="{01B2E463-3C62-43AC-A486-E8EEDBF484CE}" presName="spaceRect" presStyleCnt="0"/>
      <dgm:spPr/>
    </dgm:pt>
    <dgm:pt modelId="{3F7D3A89-4766-4B60-A7CE-5DDEDDE38058}" type="pres">
      <dgm:prSet presAssocID="{01B2E463-3C62-43AC-A486-E8EEDBF484CE}" presName="textRect" presStyleLbl="revTx" presStyleIdx="0" presStyleCnt="2">
        <dgm:presLayoutVars>
          <dgm:chMax val="1"/>
          <dgm:chPref val="1"/>
        </dgm:presLayoutVars>
      </dgm:prSet>
      <dgm:spPr/>
    </dgm:pt>
    <dgm:pt modelId="{1AD52306-8498-47B0-A581-912DC9BAB4AC}" type="pres">
      <dgm:prSet presAssocID="{0FE89A13-3020-4F4E-A1DC-7CA994A97EDD}" presName="sibTrans" presStyleLbl="sibTrans2D1" presStyleIdx="0" presStyleCnt="0"/>
      <dgm:spPr/>
    </dgm:pt>
    <dgm:pt modelId="{427EE7BC-3E73-4895-91CB-D2BEB0362D99}" type="pres">
      <dgm:prSet presAssocID="{6ECD22C0-52E8-422A-9706-18EA8CB75498}" presName="compNode" presStyleCnt="0"/>
      <dgm:spPr/>
    </dgm:pt>
    <dgm:pt modelId="{C308336E-64A1-4048-992E-220F79716F19}" type="pres">
      <dgm:prSet presAssocID="{6ECD22C0-52E8-422A-9706-18EA8CB75498}" presName="iconBgRect" presStyleLbl="bgShp" presStyleIdx="1" presStyleCnt="2"/>
      <dgm:spPr/>
    </dgm:pt>
    <dgm:pt modelId="{80928B47-F811-4CF2-97F1-CC5FD3ED03EE}" type="pres">
      <dgm:prSet presAssocID="{6ECD22C0-52E8-422A-9706-18EA8CB75498}" presName="iconRect" presStyleLbl="node1" presStyleIdx="1" presStyleCnt="2"/>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dgm:spPr>
      <dgm:extLst>
        <a:ext uri="{E40237B7-FDA0-4F09-8148-C483321AD2D9}">
          <dgm14:cNvPr xmlns:dgm14="http://schemas.microsoft.com/office/drawing/2010/diagram" id="0" name="" descr="Table"/>
        </a:ext>
      </dgm:extLst>
    </dgm:pt>
    <dgm:pt modelId="{082EB5F0-F036-4C75-931B-DC837CF26669}" type="pres">
      <dgm:prSet presAssocID="{6ECD22C0-52E8-422A-9706-18EA8CB75498}" presName="spaceRect" presStyleCnt="0"/>
      <dgm:spPr/>
    </dgm:pt>
    <dgm:pt modelId="{0679A68D-EF37-4A7A-A5E6-A5339C56C85B}" type="pres">
      <dgm:prSet presAssocID="{6ECD22C0-52E8-422A-9706-18EA8CB75498}" presName="textRect" presStyleLbl="revTx" presStyleIdx="1" presStyleCnt="2">
        <dgm:presLayoutVars>
          <dgm:chMax val="1"/>
          <dgm:chPref val="1"/>
        </dgm:presLayoutVars>
      </dgm:prSet>
      <dgm:spPr/>
    </dgm:pt>
  </dgm:ptLst>
  <dgm:cxnLst>
    <dgm:cxn modelId="{4C247307-2BEB-4F29-9825-4AA262B640E5}" type="presOf" srcId="{6ECD22C0-52E8-422A-9706-18EA8CB75498}" destId="{0679A68D-EF37-4A7A-A5E6-A5339C56C85B}" srcOrd="0" destOrd="0" presId="urn:microsoft.com/office/officeart/2018/2/layout/IconCircleList"/>
    <dgm:cxn modelId="{13F24072-43EE-466E-8F82-054F00197ED3}" type="presOf" srcId="{C20F2E3F-80B7-4162-9621-D644F493E1FA}" destId="{9A981349-547C-47C9-9876-22E870D3E7D3}" srcOrd="0" destOrd="0" presId="urn:microsoft.com/office/officeart/2018/2/layout/IconCircleList"/>
    <dgm:cxn modelId="{8905787C-377A-4B7D-9D5F-65B06C5DC654}" srcId="{C20F2E3F-80B7-4162-9621-D644F493E1FA}" destId="{6ECD22C0-52E8-422A-9706-18EA8CB75498}" srcOrd="1" destOrd="0" parTransId="{C541B8C6-5433-406A-B4C1-AC8F3C8A0A58}" sibTransId="{A7D0D02B-175C-469D-80F7-C3F84C4770EA}"/>
    <dgm:cxn modelId="{5B9524B4-B21A-450C-B6BD-D942382E473C}" type="presOf" srcId="{0FE89A13-3020-4F4E-A1DC-7CA994A97EDD}" destId="{1AD52306-8498-47B0-A581-912DC9BAB4AC}" srcOrd="0" destOrd="0" presId="urn:microsoft.com/office/officeart/2018/2/layout/IconCircleList"/>
    <dgm:cxn modelId="{014B8AE3-C678-4F22-97F0-64F6F9396F7E}" srcId="{C20F2E3F-80B7-4162-9621-D644F493E1FA}" destId="{01B2E463-3C62-43AC-A486-E8EEDBF484CE}" srcOrd="0" destOrd="0" parTransId="{34CB6863-BED9-43E6-A235-EA6DCF40D79C}" sibTransId="{0FE89A13-3020-4F4E-A1DC-7CA994A97EDD}"/>
    <dgm:cxn modelId="{61B80CFE-0FD7-499A-98B0-69547794DEE8}" type="presOf" srcId="{01B2E463-3C62-43AC-A486-E8EEDBF484CE}" destId="{3F7D3A89-4766-4B60-A7CE-5DDEDDE38058}" srcOrd="0" destOrd="0" presId="urn:microsoft.com/office/officeart/2018/2/layout/IconCircleList"/>
    <dgm:cxn modelId="{AAADA72C-4D78-4502-8827-4673B3D36D56}" type="presParOf" srcId="{9A981349-547C-47C9-9876-22E870D3E7D3}" destId="{1C26526D-DC02-4680-ADB6-84D00609B09A}" srcOrd="0" destOrd="0" presId="urn:microsoft.com/office/officeart/2018/2/layout/IconCircleList"/>
    <dgm:cxn modelId="{DCA58D21-5BFE-44E8-BB39-B71A0DFF2222}" type="presParOf" srcId="{1C26526D-DC02-4680-ADB6-84D00609B09A}" destId="{9735E5E9-7BF1-4306-BAAE-80AEA7EF6A06}" srcOrd="0" destOrd="0" presId="urn:microsoft.com/office/officeart/2018/2/layout/IconCircleList"/>
    <dgm:cxn modelId="{18D74DD7-7F1A-4044-83D8-41BF4AD8EDF3}" type="presParOf" srcId="{9735E5E9-7BF1-4306-BAAE-80AEA7EF6A06}" destId="{BB572689-3FF8-4F41-B11F-76893443D272}" srcOrd="0" destOrd="0" presId="urn:microsoft.com/office/officeart/2018/2/layout/IconCircleList"/>
    <dgm:cxn modelId="{C7BA947C-9C0C-4277-9FB0-D05D3FDAD84E}" type="presParOf" srcId="{9735E5E9-7BF1-4306-BAAE-80AEA7EF6A06}" destId="{72F9C3E6-A786-4DFD-979C-F5FC01F7CDCC}" srcOrd="1" destOrd="0" presId="urn:microsoft.com/office/officeart/2018/2/layout/IconCircleList"/>
    <dgm:cxn modelId="{000D5B53-7D86-46F3-91BE-B3B6CA37F3B3}" type="presParOf" srcId="{9735E5E9-7BF1-4306-BAAE-80AEA7EF6A06}" destId="{E0F2ABB4-27E2-4654-80EC-BA80380C816B}" srcOrd="2" destOrd="0" presId="urn:microsoft.com/office/officeart/2018/2/layout/IconCircleList"/>
    <dgm:cxn modelId="{1A2F4851-CCD8-4FE7-8C97-B0041BFAEC6C}" type="presParOf" srcId="{9735E5E9-7BF1-4306-BAAE-80AEA7EF6A06}" destId="{3F7D3A89-4766-4B60-A7CE-5DDEDDE38058}" srcOrd="3" destOrd="0" presId="urn:microsoft.com/office/officeart/2018/2/layout/IconCircleList"/>
    <dgm:cxn modelId="{2111D688-73BA-4365-BC10-1137D98AC8C9}" type="presParOf" srcId="{1C26526D-DC02-4680-ADB6-84D00609B09A}" destId="{1AD52306-8498-47B0-A581-912DC9BAB4AC}" srcOrd="1" destOrd="0" presId="urn:microsoft.com/office/officeart/2018/2/layout/IconCircleList"/>
    <dgm:cxn modelId="{A168C185-BED6-4391-8254-A3FF7E49598E}" type="presParOf" srcId="{1C26526D-DC02-4680-ADB6-84D00609B09A}" destId="{427EE7BC-3E73-4895-91CB-D2BEB0362D99}" srcOrd="2" destOrd="0" presId="urn:microsoft.com/office/officeart/2018/2/layout/IconCircleList"/>
    <dgm:cxn modelId="{48D5424E-0224-4189-8561-A1E45F4C5883}" type="presParOf" srcId="{427EE7BC-3E73-4895-91CB-D2BEB0362D99}" destId="{C308336E-64A1-4048-992E-220F79716F19}" srcOrd="0" destOrd="0" presId="urn:microsoft.com/office/officeart/2018/2/layout/IconCircleList"/>
    <dgm:cxn modelId="{7C8F9DCC-5340-4E96-A0D5-09D48552F02B}" type="presParOf" srcId="{427EE7BC-3E73-4895-91CB-D2BEB0362D99}" destId="{80928B47-F811-4CF2-97F1-CC5FD3ED03EE}" srcOrd="1" destOrd="0" presId="urn:microsoft.com/office/officeart/2018/2/layout/IconCircleList"/>
    <dgm:cxn modelId="{F2126016-21FA-4E7B-9EB8-FFE3C53BC505}" type="presParOf" srcId="{427EE7BC-3E73-4895-91CB-D2BEB0362D99}" destId="{082EB5F0-F036-4C75-931B-DC837CF26669}" srcOrd="2" destOrd="0" presId="urn:microsoft.com/office/officeart/2018/2/layout/IconCircleList"/>
    <dgm:cxn modelId="{A2924A12-BAF4-4C64-B15E-B5075E475360}" type="presParOf" srcId="{427EE7BC-3E73-4895-91CB-D2BEB0362D99}" destId="{0679A68D-EF37-4A7A-A5E6-A5339C56C85B}" srcOrd="3" destOrd="0" presId="urn:microsoft.com/office/officeart/2018/2/layout/IconCircle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CB9E2185-8B50-4133-82A1-4D35BA0D1D2E}" type="doc">
      <dgm:prSet loTypeId="urn:microsoft.com/office/officeart/2005/8/layout/vList2" loCatId="list" qsTypeId="urn:microsoft.com/office/officeart/2005/8/quickstyle/simple1" qsCatId="simple" csTypeId="urn:microsoft.com/office/officeart/2005/8/colors/accent1_2" csCatId="accent1"/>
      <dgm:spPr/>
      <dgm:t>
        <a:bodyPr/>
        <a:lstStyle/>
        <a:p>
          <a:endParaRPr lang="en-US"/>
        </a:p>
      </dgm:t>
    </dgm:pt>
    <dgm:pt modelId="{BFA1499B-19A3-4E36-A679-827F904940EB}">
      <dgm:prSet/>
      <dgm:spPr/>
      <dgm:t>
        <a:bodyPr/>
        <a:lstStyle/>
        <a:p>
          <a:r>
            <a:rPr lang="en-US" baseline="0"/>
            <a:t>Encryption process cipher.encrypt(note.encode()) → produces ciphertext → stored in MongoDB. Raw text never touches the database.</a:t>
          </a:r>
          <a:endParaRPr lang="en-US"/>
        </a:p>
      </dgm:t>
    </dgm:pt>
    <dgm:pt modelId="{EC7CD2FC-529A-4CE0-86C1-6F5EA8EAD035}" type="parTrans" cxnId="{7BC78D8D-13D2-4E93-B232-08635ED388D1}">
      <dgm:prSet/>
      <dgm:spPr/>
      <dgm:t>
        <a:bodyPr/>
        <a:lstStyle/>
        <a:p>
          <a:endParaRPr lang="en-US"/>
        </a:p>
      </dgm:t>
    </dgm:pt>
    <dgm:pt modelId="{5D72E55B-CCF1-44B6-AB07-F1E860038FC7}" type="sibTrans" cxnId="{7BC78D8D-13D2-4E93-B232-08635ED388D1}">
      <dgm:prSet/>
      <dgm:spPr/>
      <dgm:t>
        <a:bodyPr/>
        <a:lstStyle/>
        <a:p>
          <a:endParaRPr lang="en-US"/>
        </a:p>
      </dgm:t>
    </dgm:pt>
    <dgm:pt modelId="{4D784883-381A-45A9-A7A2-7F006D5DAA80}">
      <dgm:prSet/>
      <dgm:spPr/>
      <dgm:t>
        <a:bodyPr/>
        <a:lstStyle/>
        <a:p>
          <a:r>
            <a:rPr lang="en-US" baseline="0"/>
            <a:t>Decryption process On page load, ciphertext is fetched from MongoDB → cipher.decrypt(ciphertext) → plain text is rendered on screen. Only the app holding the secret key can decrypt.</a:t>
          </a:r>
          <a:endParaRPr lang="en-US"/>
        </a:p>
      </dgm:t>
    </dgm:pt>
    <dgm:pt modelId="{2C0A5815-AB8C-4966-96F1-4F84AF95F80B}" type="parTrans" cxnId="{22B2FE29-961C-422A-9110-4651B749A06B}">
      <dgm:prSet/>
      <dgm:spPr/>
      <dgm:t>
        <a:bodyPr/>
        <a:lstStyle/>
        <a:p>
          <a:endParaRPr lang="en-US"/>
        </a:p>
      </dgm:t>
    </dgm:pt>
    <dgm:pt modelId="{02EE9B23-AADB-4F99-8B09-DBC835860729}" type="sibTrans" cxnId="{22B2FE29-961C-422A-9110-4651B749A06B}">
      <dgm:prSet/>
      <dgm:spPr/>
      <dgm:t>
        <a:bodyPr/>
        <a:lstStyle/>
        <a:p>
          <a:endParaRPr lang="en-US"/>
        </a:p>
      </dgm:t>
    </dgm:pt>
    <dgm:pt modelId="{D35E7577-4675-442F-9A79-4B4DACF0A5B5}" type="pres">
      <dgm:prSet presAssocID="{CB9E2185-8B50-4133-82A1-4D35BA0D1D2E}" presName="linear" presStyleCnt="0">
        <dgm:presLayoutVars>
          <dgm:animLvl val="lvl"/>
          <dgm:resizeHandles val="exact"/>
        </dgm:presLayoutVars>
      </dgm:prSet>
      <dgm:spPr/>
    </dgm:pt>
    <dgm:pt modelId="{8D501A38-A4FF-484A-AEFF-051F0FF10FBF}" type="pres">
      <dgm:prSet presAssocID="{BFA1499B-19A3-4E36-A679-827F904940EB}" presName="parentText" presStyleLbl="node1" presStyleIdx="0" presStyleCnt="2">
        <dgm:presLayoutVars>
          <dgm:chMax val="0"/>
          <dgm:bulletEnabled val="1"/>
        </dgm:presLayoutVars>
      </dgm:prSet>
      <dgm:spPr/>
    </dgm:pt>
    <dgm:pt modelId="{5AE8D147-8BC0-4450-A454-9BBB5D388A95}" type="pres">
      <dgm:prSet presAssocID="{5D72E55B-CCF1-44B6-AB07-F1E860038FC7}" presName="spacer" presStyleCnt="0"/>
      <dgm:spPr/>
    </dgm:pt>
    <dgm:pt modelId="{4DE7CDA8-94B5-4723-9BB7-4E44D94EE359}" type="pres">
      <dgm:prSet presAssocID="{4D784883-381A-45A9-A7A2-7F006D5DAA80}" presName="parentText" presStyleLbl="node1" presStyleIdx="1" presStyleCnt="2">
        <dgm:presLayoutVars>
          <dgm:chMax val="0"/>
          <dgm:bulletEnabled val="1"/>
        </dgm:presLayoutVars>
      </dgm:prSet>
      <dgm:spPr/>
    </dgm:pt>
  </dgm:ptLst>
  <dgm:cxnLst>
    <dgm:cxn modelId="{22B2FE29-961C-422A-9110-4651B749A06B}" srcId="{CB9E2185-8B50-4133-82A1-4D35BA0D1D2E}" destId="{4D784883-381A-45A9-A7A2-7F006D5DAA80}" srcOrd="1" destOrd="0" parTransId="{2C0A5815-AB8C-4966-96F1-4F84AF95F80B}" sibTransId="{02EE9B23-AADB-4F99-8B09-DBC835860729}"/>
    <dgm:cxn modelId="{3AA62473-B298-49BC-9686-798B697A4107}" type="presOf" srcId="{BFA1499B-19A3-4E36-A679-827F904940EB}" destId="{8D501A38-A4FF-484A-AEFF-051F0FF10FBF}" srcOrd="0" destOrd="0" presId="urn:microsoft.com/office/officeart/2005/8/layout/vList2"/>
    <dgm:cxn modelId="{5E062877-5F06-407F-8D9E-AC78CAF3E6BA}" type="presOf" srcId="{4D784883-381A-45A9-A7A2-7F006D5DAA80}" destId="{4DE7CDA8-94B5-4723-9BB7-4E44D94EE359}" srcOrd="0" destOrd="0" presId="urn:microsoft.com/office/officeart/2005/8/layout/vList2"/>
    <dgm:cxn modelId="{7BC78D8D-13D2-4E93-B232-08635ED388D1}" srcId="{CB9E2185-8B50-4133-82A1-4D35BA0D1D2E}" destId="{BFA1499B-19A3-4E36-A679-827F904940EB}" srcOrd="0" destOrd="0" parTransId="{EC7CD2FC-529A-4CE0-86C1-6F5EA8EAD035}" sibTransId="{5D72E55B-CCF1-44B6-AB07-F1E860038FC7}"/>
    <dgm:cxn modelId="{27C6DDD4-9B55-41E9-BDE8-524018014FAB}" type="presOf" srcId="{CB9E2185-8B50-4133-82A1-4D35BA0D1D2E}" destId="{D35E7577-4675-442F-9A79-4B4DACF0A5B5}" srcOrd="0" destOrd="0" presId="urn:microsoft.com/office/officeart/2005/8/layout/vList2"/>
    <dgm:cxn modelId="{AFE61A68-027C-4A27-BF60-1AE752E50F9A}" type="presParOf" srcId="{D35E7577-4675-442F-9A79-4B4DACF0A5B5}" destId="{8D501A38-A4FF-484A-AEFF-051F0FF10FBF}" srcOrd="0" destOrd="0" presId="urn:microsoft.com/office/officeart/2005/8/layout/vList2"/>
    <dgm:cxn modelId="{46931C67-B1F4-4B4C-939C-C6665059891A}" type="presParOf" srcId="{D35E7577-4675-442F-9A79-4B4DACF0A5B5}" destId="{5AE8D147-8BC0-4450-A454-9BBB5D388A95}" srcOrd="1" destOrd="0" presId="urn:microsoft.com/office/officeart/2005/8/layout/vList2"/>
    <dgm:cxn modelId="{EF0E04DF-223C-49AA-AFE8-6B75CC8257B2}" type="presParOf" srcId="{D35E7577-4675-442F-9A79-4B4DACF0A5B5}" destId="{4DE7CDA8-94B5-4723-9BB7-4E44D94EE359}" srcOrd="2"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D61BCC7-4CA6-443F-8124-B188F457CE7E}">
      <dsp:nvSpPr>
        <dsp:cNvPr id="0" name=""/>
        <dsp:cNvSpPr/>
      </dsp:nvSpPr>
      <dsp:spPr>
        <a:xfrm>
          <a:off x="1497700" y="130093"/>
          <a:ext cx="1270687" cy="1270687"/>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0C1C4ED8-B741-467C-B415-EA2BA752792F}">
      <dsp:nvSpPr>
        <dsp:cNvPr id="0" name=""/>
        <dsp:cNvSpPr/>
      </dsp:nvSpPr>
      <dsp:spPr>
        <a:xfrm>
          <a:off x="721169" y="1752408"/>
          <a:ext cx="282375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711200">
            <a:lnSpc>
              <a:spcPct val="100000"/>
            </a:lnSpc>
            <a:spcBef>
              <a:spcPct val="0"/>
            </a:spcBef>
            <a:spcAft>
              <a:spcPct val="35000"/>
            </a:spcAft>
            <a:buNone/>
          </a:pPr>
          <a:r>
            <a:rPr lang="en-US" sz="1600" kern="1200" baseline="0"/>
            <a:t>User — default role, can only access their own dashboard and notes.</a:t>
          </a:r>
          <a:endParaRPr lang="en-US" sz="1600" kern="1200"/>
        </a:p>
      </dsp:txBody>
      <dsp:txXfrm>
        <a:off x="721169" y="1752408"/>
        <a:ext cx="2823750" cy="720000"/>
      </dsp:txXfrm>
    </dsp:sp>
    <dsp:sp modelId="{A166325F-0B8C-4000-AE77-F21A45120AD9}">
      <dsp:nvSpPr>
        <dsp:cNvPr id="0" name=""/>
        <dsp:cNvSpPr/>
      </dsp:nvSpPr>
      <dsp:spPr>
        <a:xfrm>
          <a:off x="1497700" y="3178345"/>
          <a:ext cx="1270687" cy="1270687"/>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ED386901-FCA9-4E83-8DBE-42858D21BE31}">
      <dsp:nvSpPr>
        <dsp:cNvPr id="0" name=""/>
        <dsp:cNvSpPr/>
      </dsp:nvSpPr>
      <dsp:spPr>
        <a:xfrm>
          <a:off x="721169" y="4800660"/>
          <a:ext cx="282375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711200">
            <a:lnSpc>
              <a:spcPct val="100000"/>
            </a:lnSpc>
            <a:spcBef>
              <a:spcPct val="0"/>
            </a:spcBef>
            <a:spcAft>
              <a:spcPct val="35000"/>
            </a:spcAft>
            <a:buNone/>
          </a:pPr>
          <a:r>
            <a:rPr lang="en-US" sz="1600" kern="1200" baseline="0"/>
            <a:t>Admin — elevated role, can access the admin panel and manage all users.</a:t>
          </a:r>
          <a:endParaRPr lang="en-US" sz="1600" kern="1200"/>
        </a:p>
      </dsp:txBody>
      <dsp:txXfrm>
        <a:off x="721169" y="4800660"/>
        <a:ext cx="2823750" cy="720000"/>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B572689-3FF8-4F41-B11F-76893443D272}">
      <dsp:nvSpPr>
        <dsp:cNvPr id="0" name=""/>
        <dsp:cNvSpPr/>
      </dsp:nvSpPr>
      <dsp:spPr>
        <a:xfrm>
          <a:off x="1205272" y="1348976"/>
          <a:ext cx="729791" cy="729791"/>
        </a:xfrm>
        <a:prstGeom prst="ellipse">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72F9C3E6-A786-4DFD-979C-F5FC01F7CDCC}">
      <dsp:nvSpPr>
        <dsp:cNvPr id="0" name=""/>
        <dsp:cNvSpPr/>
      </dsp:nvSpPr>
      <dsp:spPr>
        <a:xfrm>
          <a:off x="1358528" y="1502232"/>
          <a:ext cx="423278" cy="423278"/>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3F7D3A89-4766-4B60-A7CE-5DDEDDE38058}">
      <dsp:nvSpPr>
        <dsp:cNvPr id="0" name=""/>
        <dsp:cNvSpPr/>
      </dsp:nvSpPr>
      <dsp:spPr>
        <a:xfrm>
          <a:off x="2091447" y="1348976"/>
          <a:ext cx="1720222" cy="72979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488950">
            <a:lnSpc>
              <a:spcPct val="100000"/>
            </a:lnSpc>
            <a:spcBef>
              <a:spcPct val="0"/>
            </a:spcBef>
            <a:spcAft>
              <a:spcPct val="35000"/>
            </a:spcAft>
            <a:buNone/>
          </a:pPr>
          <a:r>
            <a:rPr lang="en-US" sz="1100" kern="1200" baseline="0"/>
            <a:t>How unauthorized access is prevented?</a:t>
          </a:r>
          <a:endParaRPr lang="en-US" sz="1100" kern="1200"/>
        </a:p>
      </dsp:txBody>
      <dsp:txXfrm>
        <a:off x="2091447" y="1348976"/>
        <a:ext cx="1720222" cy="729791"/>
      </dsp:txXfrm>
    </dsp:sp>
    <dsp:sp modelId="{C308336E-64A1-4048-992E-220F79716F19}">
      <dsp:nvSpPr>
        <dsp:cNvPr id="0" name=""/>
        <dsp:cNvSpPr/>
      </dsp:nvSpPr>
      <dsp:spPr>
        <a:xfrm>
          <a:off x="1205272" y="2382107"/>
          <a:ext cx="729791" cy="729791"/>
        </a:xfrm>
        <a:prstGeom prst="ellipse">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80928B47-F811-4CF2-97F1-CC5FD3ED03EE}">
      <dsp:nvSpPr>
        <dsp:cNvPr id="0" name=""/>
        <dsp:cNvSpPr/>
      </dsp:nvSpPr>
      <dsp:spPr>
        <a:xfrm>
          <a:off x="1358528" y="2535363"/>
          <a:ext cx="423278" cy="423278"/>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0679A68D-EF37-4A7A-A5E6-A5339C56C85B}">
      <dsp:nvSpPr>
        <dsp:cNvPr id="0" name=""/>
        <dsp:cNvSpPr/>
      </dsp:nvSpPr>
      <dsp:spPr>
        <a:xfrm>
          <a:off x="2091447" y="2382107"/>
          <a:ext cx="1720222" cy="72979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488950">
            <a:lnSpc>
              <a:spcPct val="100000"/>
            </a:lnSpc>
            <a:spcBef>
              <a:spcPct val="0"/>
            </a:spcBef>
            <a:spcAft>
              <a:spcPct val="35000"/>
            </a:spcAft>
            <a:buNone/>
          </a:pPr>
          <a:r>
            <a:rPr lang="en-US" sz="1100" kern="1200" baseline="0"/>
            <a:t>If a non-admin tries to reach /admin, the decorator immediately returns a 403 Access Denied response. If an unauthenticated user tries any protected route, they are redirected to the login page.</a:t>
          </a:r>
          <a:endParaRPr lang="en-US" sz="1100" kern="1200"/>
        </a:p>
      </dsp:txBody>
      <dsp:txXfrm>
        <a:off x="2091447" y="2382107"/>
        <a:ext cx="1720222" cy="729791"/>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D501A38-A4FF-484A-AEFF-051F0FF10FBF}">
      <dsp:nvSpPr>
        <dsp:cNvPr id="0" name=""/>
        <dsp:cNvSpPr/>
      </dsp:nvSpPr>
      <dsp:spPr>
        <a:xfrm>
          <a:off x="0" y="313617"/>
          <a:ext cx="5016943" cy="188370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7630" tIns="87630" rIns="87630" bIns="87630" numCol="1" spcCol="1270" anchor="ctr" anchorCtr="0">
          <a:noAutofit/>
        </a:bodyPr>
        <a:lstStyle/>
        <a:p>
          <a:pPr marL="0" lvl="0" indent="0" algn="l" defTabSz="1022350">
            <a:lnSpc>
              <a:spcPct val="90000"/>
            </a:lnSpc>
            <a:spcBef>
              <a:spcPct val="0"/>
            </a:spcBef>
            <a:spcAft>
              <a:spcPct val="35000"/>
            </a:spcAft>
            <a:buNone/>
          </a:pPr>
          <a:r>
            <a:rPr lang="en-US" sz="2300" kern="1200" baseline="0"/>
            <a:t>Encryption process cipher.encrypt(note.encode()) → produces ciphertext → stored in MongoDB. Raw text never touches the database.</a:t>
          </a:r>
          <a:endParaRPr lang="en-US" sz="2300" kern="1200"/>
        </a:p>
      </dsp:txBody>
      <dsp:txXfrm>
        <a:off x="91955" y="405572"/>
        <a:ext cx="4833033" cy="1699790"/>
      </dsp:txXfrm>
    </dsp:sp>
    <dsp:sp modelId="{4DE7CDA8-94B5-4723-9BB7-4E44D94EE359}">
      <dsp:nvSpPr>
        <dsp:cNvPr id="0" name=""/>
        <dsp:cNvSpPr/>
      </dsp:nvSpPr>
      <dsp:spPr>
        <a:xfrm>
          <a:off x="0" y="2263557"/>
          <a:ext cx="5016943" cy="188370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7630" tIns="87630" rIns="87630" bIns="87630" numCol="1" spcCol="1270" anchor="ctr" anchorCtr="0">
          <a:noAutofit/>
        </a:bodyPr>
        <a:lstStyle/>
        <a:p>
          <a:pPr marL="0" lvl="0" indent="0" algn="l" defTabSz="1022350">
            <a:lnSpc>
              <a:spcPct val="90000"/>
            </a:lnSpc>
            <a:spcBef>
              <a:spcPct val="0"/>
            </a:spcBef>
            <a:spcAft>
              <a:spcPct val="35000"/>
            </a:spcAft>
            <a:buNone/>
          </a:pPr>
          <a:r>
            <a:rPr lang="en-US" sz="2300" kern="1200" baseline="0"/>
            <a:t>Decryption process On page load, ciphertext is fetched from MongoDB → cipher.decrypt(ciphertext) → plain text is rendered on screen. Only the app holding the secret key can decrypt.</a:t>
          </a:r>
          <a:endParaRPr lang="en-US" sz="2300" kern="1200"/>
        </a:p>
      </dsp:txBody>
      <dsp:txXfrm>
        <a:off x="91955" y="2355512"/>
        <a:ext cx="4833033" cy="1699790"/>
      </dsp:txXfrm>
    </dsp:sp>
  </dsp:spTree>
</dsp:drawing>
</file>

<file path=ppt/diagrams/layout1.xml><?xml version="1.0" encoding="utf-8"?>
<dgm:layoutDef xmlns:dgm="http://schemas.openxmlformats.org/drawingml/2006/diagram" xmlns:a="http://schemas.openxmlformats.org/drawingml/2006/main" uniqueId="urn:microsoft.com/office/officeart/2018/2/layout/IconLabelList">
  <dgm:title val="Icon Label List"/>
  <dgm:desc val="Use to show non-sequential or grouped chunks of information accompanied by a related visuals. Works best with icons or small pictures with short text ca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snake">
          <dgm:param type="grDir" val="tL"/>
          <dgm:param type="flowDir" val="row"/>
          <dgm:param type="contDir" val="sameDir"/>
          <dgm:param type="off" val="ctr"/>
          <dgm:param type="vertAlign" val="mid"/>
          <dgm:param type="horzAlign" val="ctr"/>
        </dgm:alg>
      </dgm:if>
      <dgm:else name="Name2">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hoose name="Name3">
      <dgm:if name="Name4" axis="ch" ptType="node" func="cnt" op="lte" val="2">
        <dgm:constrLst>
          <dgm:constr type="h" for="ch" forName="compNode" refType="h" fact="0.4"/>
          <dgm:constr type="w" for="ch" forName="compNode" val="120"/>
          <dgm:constr type="w" for="ch" forName="sibTrans" refType="w" refFor="ch" refForName="compNode" fact="0.175"/>
          <dgm:constr type="sp" refType="w" refFor="ch" refForName="compNode" op="equ" fact="0.25"/>
          <dgm:constr type="primFontSz" for="des" ptType="node" op="equ" val="50"/>
          <dgm:constr type="h" for="des" forName="compNode" op="equ"/>
          <dgm:constr type="h" for="des" forName="textRect" op="equ"/>
        </dgm:constrLst>
      </dgm:if>
      <dgm:if name="Name5" axis="ch" ptType="node" func="cnt" op="lte" val="4">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36"/>
          <dgm:constr type="h" for="des" forName="compNode" op="equ"/>
          <dgm:constr type="h" for="des" forName="textRect" op="equ"/>
        </dgm:constrLst>
      </dgm:if>
      <dgm:else name="Name6">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24"/>
          <dgm:constr type="h" for="des" forName="compNode" op="equ"/>
          <dgm:constr type="h" for="des" forName="textRect" op="equ"/>
        </dgm:constrLst>
      </dgm:else>
    </dgm:choose>
    <dgm:ruleLst>
      <dgm:rule type="w" for="ch" forName="compNode" val="50" fact="NaN" max="NaN"/>
    </dgm:ruleLst>
    <dgm:forEach name="Name7" axis="ch" ptType="node">
      <dgm:layoutNode name="compNode">
        <dgm:alg type="composite"/>
        <dgm:shape xmlns:r="http://schemas.openxmlformats.org/officeDocument/2006/relationships" r:blip="">
          <dgm:adjLst/>
        </dgm:shape>
        <dgm:presOf axis="self"/>
        <dgm:constrLst>
          <dgm:constr type="w" for="ch" forName="iconRect" refType="w" fact="0.45"/>
          <dgm:constr type="h" for="ch" forName="iconRect" refType="w" refFor="ch" refForName="iconRect"/>
          <dgm:constr type="ctrX" for="ch" forName="iconRect" refType="w" fact="0.5"/>
          <dgm:constr type="t" for="ch" forName="iconRect"/>
          <dgm:constr type="h" for="ch" forName="spaceRect" refType="h" fact="0.15"/>
          <dgm:constr type="w" for="ch" forName="spaceRect" refType="w"/>
          <dgm:constr type="l" for="ch" forName="spaceRect"/>
          <dgm:constr type="t" for="ch" forName="spaceRect" refType="b" refFor="ch" refForName="iconRect"/>
          <dgm:constr type="h" for="ch" forName="textRect" val="20"/>
          <dgm:constr type="w" for="ch" forName="textRect" refType="w"/>
          <dgm:constr type="l" for="ch" forName="textRect"/>
          <dgm:constr type="t" for="ch" forName="textRect" refType="b" refFor="ch" refForName="spaceRect"/>
        </dgm:constrLst>
        <dgm:ruleLst>
          <dgm:rule type="h" val="INF" fact="NaN" max="NaN"/>
        </dgm:ruleLst>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 type="h" val="INF" fact="NaN" max="NaN"/>
          </dgm:ruleLst>
        </dgm:layoutNode>
      </dgm:layoutNode>
      <dgm:forEach name="Name8"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dgm1612:lstStyle>
    </a:ext>
  </dgm:extLst>
</dgm:layoutDef>
</file>

<file path=ppt/diagrams/layout2.xml><?xml version="1.0" encoding="utf-8"?>
<dgm:layoutDef xmlns:dgm="http://schemas.openxmlformats.org/drawingml/2006/diagram" xmlns:a="http://schemas.openxmlformats.org/drawingml/2006/main" uniqueId="urn:microsoft.com/office/officeart/2018/2/layout/IconCircleList">
  <dgm:title val="Icon Circle List"/>
  <dgm:desc val="Use to show non-sequential or grouped chunks of information accompanied by related visuals. Circular shapes can hold an icon or small picture and corresponding text box shows Level 1 text. Works best for icons or small pictures with medium-length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alg type="sp"/>
    <dgm:shape xmlns:r="http://schemas.openxmlformats.org/officeDocument/2006/relationships" r:blip="">
      <dgm:adjLst/>
    </dgm:shape>
    <dgm:presOf/>
    <dgm:choose name="Name0">
      <dgm:if name="Name1" axis="ch" ptType="node" func="cnt" op="lte" val="3">
        <dgm:constrLst>
          <dgm:constr type="w" for="ch" forName="container" refType="w"/>
          <dgm:constr type="h" for="ch" forName="container" refType="h" fact="0.4"/>
        </dgm:constrLst>
      </dgm:if>
      <dgm:else name="Name2">
        <dgm:constrLst>
          <dgm:constr type="w" for="ch" forName="container" refType="w"/>
          <dgm:constr type="h" for="ch" forName="container" refType="h"/>
        </dgm:constrLst>
      </dgm:else>
    </dgm:choose>
    <dgm:ruleLst>
      <dgm:rule type="h" for="ch" forName="container" val="INF" fact="NaN" max="NaN"/>
    </dgm:ruleLst>
    <dgm:layoutNode name="container">
      <dgm:varLst>
        <dgm:dir/>
        <dgm:resizeHandles val="exact"/>
      </dgm:varLst>
      <dgm:choose name="Name3">
        <dgm:if name="Name4" axis="self" func="var" arg="dir" op="equ" val="norm">
          <dgm:alg type="snake">
            <dgm:param type="grDir" val="tL"/>
            <dgm:param type="flowDir" val="row"/>
            <dgm:param type="contDir" val="sameDir"/>
          </dgm:alg>
        </dgm:if>
        <dgm:else name="Name5">
          <dgm:alg type="snake">
            <dgm:param type="grDir" val="tR"/>
            <dgm:param type="flowDir" val="row"/>
            <dgm:param type="contDir" val="sameDir"/>
          </dgm:alg>
        </dgm:else>
      </dgm:choose>
      <dgm:shape xmlns:r="http://schemas.openxmlformats.org/officeDocument/2006/relationships" r:blip="">
        <dgm:adjLst/>
      </dgm:shape>
      <dgm:presOf/>
      <dgm:constrLst>
        <dgm:constr type="w" for="ch" forName="compNode" refType="w"/>
        <dgm:constr type="h" for="ch" forName="compNode" refType="w" fact="0.28"/>
        <dgm:constr type="w" for="ch" forName="sibTrans" refType="w" refFor="ch" refForName="compNode" fact="0.115"/>
        <dgm:constr type="sp" refType="h" op="equ" fact="0.17"/>
        <dgm:constr type="primFontSz" for="des" ptType="node" op="equ" val="24"/>
        <dgm:constr type="h" for="des" forName="compNode" op="equ"/>
        <dgm:constr type="h" for="des" forName="iconBgRect" op="equ"/>
      </dgm:constrLst>
      <dgm:ruleLst>
        <dgm:rule type="w" for="ch" forName="compNode" val="60" fact="NaN" max="NaN"/>
      </dgm:ruleLst>
      <dgm:forEach name="Name6" axis="ch" ptType="node">
        <dgm:layoutNode name="compNode">
          <dgm:alg type="composite"/>
          <dgm:shape xmlns:r="http://schemas.openxmlformats.org/officeDocument/2006/relationships" r:blip="">
            <dgm:adjLst/>
          </dgm:shape>
          <dgm:presOf axis="self"/>
          <dgm:constrLst>
            <dgm:constr type="w" for="ch" forName="iconBgRect" refType="w" fact="0.28"/>
            <dgm:constr type="h" for="ch" forName="iconBgRect" refType="w" refFor="ch" refForName="iconBgRect"/>
            <dgm:constr type="t" for="ch" forName="iconBgRect"/>
            <dgm:constr type="l" for="ch" forName="iconBgRect"/>
            <dgm:constr type="w" for="ch" forName="iconRect" refType="w" refFor="ch" refForName="iconBgRect" fact="0.58"/>
            <dgm:constr type="h" for="ch" forName="iconRect" refType="w" refFor="ch" refForName="iconRect"/>
            <dgm:constr type="ctrX" for="ch" forName="iconRect" refType="ctrX" refFor="ch" refForName="iconBgRect"/>
            <dgm:constr type="ctrY" for="ch" forName="iconRect" refType="ctrY" refFor="ch" refForName="iconBgRect"/>
            <dgm:constr type="w" for="ch" forName="spaceRect" refType="w" fact="0.06"/>
            <dgm:constr type="h" for="ch" forName="spaceRect" refType="h" refFor="ch" refForName="iconBgRect"/>
            <dgm:constr type="t" for="ch" forName="spaceRect" refType="t" refFor="ch" refForName="iconBgRect"/>
            <dgm:constr type="l" for="ch" forName="spaceRect" refType="r" refFor="ch" refForName="iconBgRect"/>
            <dgm:constr type="h" for="ch" forName="textRect" refType="h" refFor="ch" refForName="iconBgRect"/>
            <dgm:constr type="t" for="ch" forName="textRect" refType="t" refFor="ch" refForName="iconBgRect"/>
            <dgm:constr type="l" for="ch" forName="textRect" refType="r" refFor="ch" refForName="spaceRect"/>
          </dgm:constrLst>
          <dgm:ruleLst/>
          <dgm:layoutNode name="iconBgRect" styleLbl="bgShp">
            <dgm:alg type="sp"/>
            <dgm:shape xmlns:r="http://schemas.openxmlformats.org/officeDocument/2006/relationships" type="ellipse" r:blip="">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choose name="Name7">
              <dgm:if name="Name8" func="var" arg="dir" op="equ" val="norm">
                <dgm:alg type="tx">
                  <dgm:param type="txAnchorVert" val="mid"/>
                  <dgm:param type="parTxLTRAlign" val="l"/>
                  <dgm:param type="shpTxLTRAlignCh" val="l"/>
                  <dgm:param type="parTxRTLAlign" val="l"/>
                  <dgm:param type="shpTxRTLAlignCh" val="l"/>
                </dgm:alg>
              </dgm:if>
              <dgm:else name="Name9">
                <dgm:alg type="tx">
                  <dgm:param type="txAnchorVert" val="mid"/>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Lst>
          </dgm:layoutNode>
        </dgm:layoutNode>
        <dgm:forEach name="Name10" axis="followSib" ptType="sibTrans" cnt="1">
          <dgm:layoutNode name="sibTrans">
            <dgm:alg type="sp"/>
            <dgm:shape xmlns:r="http://schemas.openxmlformats.org/officeDocument/2006/relationships" type="rect" r:blip="" hideGeom="1">
              <dgm:adjLst/>
            </dgm:shape>
            <dgm:presOf axis="self"/>
            <dgm:constrLst/>
            <dgm:ruleLst/>
          </dgm:layoutNode>
        </dgm:forEach>
      </dgm:forEach>
    </dgm:layoutNode>
  </dgm:layoutNode>
  <dgm:extLst>
    <a:ext uri="{68A01E43-0DF5-4B5B-8FA6-DAF915123BFB}">
      <dgm1612:lstStyle xmlns:dgm1612="http://schemas.microsoft.com/office/drawing/2016/12/diagram">
        <a:lvl1pPr>
          <a:lnSpc>
            <a:spcPct val="100000"/>
          </a:lnSpc>
        </a:lvl1pPr>
      </dgm1612:lstStyle>
    </a:ext>
  </dgm:extLst>
</dgm:layoutDef>
</file>

<file path=ppt/diagrams/layout3.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0-09-21T21:29:10.219"/>
    </inkml:context>
    <inkml:brush xml:id="br0">
      <inkml:brushProperty name="width" value="0.05" units="cm"/>
      <inkml:brushProperty name="height" value="0.05" units="cm"/>
    </inkml:brush>
  </inkml:definitions>
  <inkml:trace contextRef="#ctx0" brushRef="#br0">1 0 32</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26T15:54:58.503"/>
    </inkml:context>
    <inkml:brush xml:id="br0">
      <inkml:brushProperty name="width" value="0.05" units="cm"/>
      <inkml:brushProperty name="height" value="0.05" units="cm"/>
    </inkml:brush>
  </inkml:definitions>
  <inkml:trace contextRef="#ctx0" brushRef="#br0">1 0 32</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26T15:55:53.029"/>
    </inkml:context>
    <inkml:brush xml:id="br0">
      <inkml:brushProperty name="width" value="0.05" units="cm"/>
      <inkml:brushProperty name="height" value="0.05" units="cm"/>
    </inkml:brush>
  </inkml:definitions>
  <inkml:trace contextRef="#ctx0" brushRef="#br0">1 0 32</inkml:trace>
</inkml:ink>
</file>

<file path=ppt/ink/ink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26T15:56:49.493"/>
    </inkml:context>
    <inkml:brush xml:id="br0">
      <inkml:brushProperty name="width" value="0.05" units="cm"/>
      <inkml:brushProperty name="height" value="0.05" units="cm"/>
    </inkml:brush>
  </inkml:definitions>
  <inkml:trace contextRef="#ctx0" brushRef="#br0">1 0 32</inkml:trace>
</inkml:ink>
</file>

<file path=ppt/ink/ink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26T15:53:53.489"/>
    </inkml:context>
    <inkml:brush xml:id="br0">
      <inkml:brushProperty name="width" value="0.05" units="cm"/>
      <inkml:brushProperty name="height" value="0.05" units="cm"/>
    </inkml:brush>
  </inkml:definitions>
  <inkml:trace contextRef="#ctx0" brushRef="#br0">1 0 32</inkml:trace>
</inkml:ink>
</file>

<file path=ppt/ink/ink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26T15:57:44.865"/>
    </inkml:context>
    <inkml:brush xml:id="br0">
      <inkml:brushProperty name="width" value="0.05" units="cm"/>
      <inkml:brushProperty name="height" value="0.05" units="cm"/>
    </inkml:brush>
  </inkml:definitions>
  <inkml:trace contextRef="#ctx0" brushRef="#br0">1 0 32</inkml:trace>
</inkml:ink>
</file>

<file path=ppt/ink/ink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26T16:00:27.699"/>
    </inkml:context>
    <inkml:brush xml:id="br0">
      <inkml:brushProperty name="width" value="0.05" units="cm"/>
      <inkml:brushProperty name="height" value="0.05" units="cm"/>
    </inkml:brush>
  </inkml:definitions>
  <inkml:trace contextRef="#ctx0" brushRef="#br0">1 0 32</inkml:trace>
</inkml:ink>
</file>

<file path=ppt/ink/ink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26T11:48:39.868"/>
    </inkml:context>
    <inkml:brush xml:id="br0">
      <inkml:brushProperty name="width" value="0.05" units="cm"/>
      <inkml:brushProperty name="height" value="0.05" units="cm"/>
    </inkml:brush>
  </inkml:definitions>
  <inkml:trace contextRef="#ctx0" brushRef="#br0">1 0 32</inkml:trace>
</inkml:ink>
</file>

<file path=ppt/ink/ink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26T11:47:12.850"/>
    </inkml:context>
    <inkml:brush xml:id="br0">
      <inkml:brushProperty name="width" value="0.05" units="cm"/>
      <inkml:brushProperty name="height" value="0.05" units="cm"/>
    </inkml:brush>
  </inkml:definitions>
  <inkml:trace contextRef="#ctx0" brushRef="#br0">1 0 32</inkml:trace>
</inkml:ink>
</file>

<file path=ppt/ink/ink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26T11:53:24.620"/>
    </inkml:context>
    <inkml:brush xml:id="br0">
      <inkml:brushProperty name="width" value="0.05" units="cm"/>
      <inkml:brushProperty name="height" value="0.05" units="cm"/>
    </inkml:brush>
  </inkml:definitions>
  <inkml:trace contextRef="#ctx0" brushRef="#br0">1 0 32</inkml:trace>
</inkml:ink>
</file>

<file path=ppt/ink/ink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26T15:31:46.049"/>
    </inkml:context>
    <inkml:brush xml:id="br0">
      <inkml:brushProperty name="width" value="0.05" units="cm"/>
      <inkml:brushProperty name="height" value="0.05" units="cm"/>
    </inkml:brush>
  </inkml:definitions>
  <inkml:trace contextRef="#ctx0" brushRef="#br0">1 0 32</inkml:trace>
</inkml:ink>
</file>

<file path=ppt/ink/ink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26T11:50:35.761"/>
    </inkml:context>
    <inkml:brush xml:id="br0">
      <inkml:brushProperty name="width" value="0.05" units="cm"/>
      <inkml:brushProperty name="height" value="0.05" units="cm"/>
    </inkml:brush>
  </inkml:definitions>
  <inkml:trace contextRef="#ctx0" brushRef="#br0">1 0 32</inkml:trace>
</inkml:ink>
</file>

<file path=ppt/ink/ink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26T16:06:58.056"/>
    </inkml:context>
    <inkml:brush xml:id="br0">
      <inkml:brushProperty name="width" value="0.05" units="cm"/>
      <inkml:brushProperty name="height" value="0.05" units="cm"/>
    </inkml:brush>
  </inkml:definitions>
  <inkml:trace contextRef="#ctx0" brushRef="#br0">1 0 32</inkml:trace>
</inkml:ink>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EE56D6-F195-48D7-978E-7EE16D430469}"/>
              </a:ext>
            </a:extLst>
          </p:cNvPr>
          <p:cNvSpPr>
            <a:spLocks noGrp="1"/>
          </p:cNvSpPr>
          <p:nvPr>
            <p:ph type="ctrTitle"/>
          </p:nvPr>
        </p:nvSpPr>
        <p:spPr>
          <a:xfrm>
            <a:off x="1756946" y="1104900"/>
            <a:ext cx="8376514" cy="3120504"/>
          </a:xfrm>
        </p:spPr>
        <p:txBody>
          <a:bodyPr anchor="b">
            <a:normAutofit/>
          </a:bodyPr>
          <a:lstStyle>
            <a:lvl1pPr algn="ctr">
              <a:lnSpc>
                <a:spcPct val="110000"/>
              </a:lnSpc>
              <a:defRPr sz="2800"/>
            </a:lvl1pPr>
          </a:lstStyle>
          <a:p>
            <a:r>
              <a:rPr lang="en-US"/>
              <a:t>Click to edit Master title style</a:t>
            </a:r>
            <a:endParaRPr lang="en-US" dirty="0"/>
          </a:p>
        </p:txBody>
      </p:sp>
      <p:sp>
        <p:nvSpPr>
          <p:cNvPr id="3" name="Subtitle 2">
            <a:extLst>
              <a:ext uri="{FF2B5EF4-FFF2-40B4-BE49-F238E27FC236}">
                <a16:creationId xmlns:a16="http://schemas.microsoft.com/office/drawing/2014/main" id="{10A72F42-5C88-4F7D-803B-C371B570D784}"/>
              </a:ext>
            </a:extLst>
          </p:cNvPr>
          <p:cNvSpPr>
            <a:spLocks noGrp="1"/>
          </p:cNvSpPr>
          <p:nvPr>
            <p:ph type="subTitle" idx="1"/>
          </p:nvPr>
        </p:nvSpPr>
        <p:spPr>
          <a:xfrm>
            <a:off x="2908039" y="4442385"/>
            <a:ext cx="6074328" cy="984023"/>
          </a:xfrm>
        </p:spPr>
        <p:txBody>
          <a:bodyPr>
            <a:normAutofit/>
          </a:bodyPr>
          <a:lstStyle>
            <a:lvl1pPr marL="0" indent="0" algn="ctr">
              <a:lnSpc>
                <a:spcPct val="100000"/>
              </a:lnSpc>
              <a:buNone/>
              <a:defRPr sz="2000" i="0" spc="160" baseline="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a:extLst>
              <a:ext uri="{FF2B5EF4-FFF2-40B4-BE49-F238E27FC236}">
                <a16:creationId xmlns:a16="http://schemas.microsoft.com/office/drawing/2014/main" id="{7A0384F3-2D6A-49F6-8F79-F3955E90484E}"/>
              </a:ext>
            </a:extLst>
          </p:cNvPr>
          <p:cNvSpPr>
            <a:spLocks noGrp="1"/>
          </p:cNvSpPr>
          <p:nvPr>
            <p:ph type="dt" sz="half" idx="10"/>
          </p:nvPr>
        </p:nvSpPr>
        <p:spPr/>
        <p:txBody>
          <a:bodyPr/>
          <a:lstStyle/>
          <a:p>
            <a:fld id="{91F9259A-1FE3-4FF9-8A07-BDD8177164ED}" type="datetime4">
              <a:rPr lang="en-US" smtClean="0"/>
              <a:t>April 26, 2026</a:t>
            </a:fld>
            <a:endParaRPr lang="en-US"/>
          </a:p>
        </p:txBody>
      </p:sp>
      <p:sp>
        <p:nvSpPr>
          <p:cNvPr id="5" name="Footer Placeholder 4">
            <a:extLst>
              <a:ext uri="{FF2B5EF4-FFF2-40B4-BE49-F238E27FC236}">
                <a16:creationId xmlns:a16="http://schemas.microsoft.com/office/drawing/2014/main" id="{95363F32-CD31-4801-BAE4-09EEB126299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FD5D34C-49ED-4ADB-8693-73B790764F39}"/>
              </a:ext>
            </a:extLst>
          </p:cNvPr>
          <p:cNvSpPr>
            <a:spLocks noGrp="1"/>
          </p:cNvSpPr>
          <p:nvPr>
            <p:ph type="sldNum" sz="quarter" idx="12"/>
          </p:nvPr>
        </p:nvSpPr>
        <p:spPr/>
        <p:txBody>
          <a:bodyPr/>
          <a:lstStyle/>
          <a:p>
            <a:fld id="{9D4AEF59-F28E-467C-9EA3-92D1CFAD475A}" type="slidenum">
              <a:rPr lang="en-US" smtClean="0"/>
              <a:t>‹#›</a:t>
            </a:fld>
            <a:endParaRPr lang="en-US"/>
          </a:p>
        </p:txBody>
      </p:sp>
    </p:spTree>
    <p:extLst>
      <p:ext uri="{BB962C8B-B14F-4D97-AF65-F5344CB8AC3E}">
        <p14:creationId xmlns:p14="http://schemas.microsoft.com/office/powerpoint/2010/main" val="32250008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A7B333-9E16-4502-96B5-3F586B7E0030}"/>
              </a:ext>
            </a:extLst>
          </p:cNvPr>
          <p:cNvSpPr>
            <a:spLocks noGrp="1"/>
          </p:cNvSpPr>
          <p:nvPr>
            <p:ph type="title"/>
          </p:nvPr>
        </p:nvSpPr>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A6ED0795-5EC7-4FF8-9FC7-22AFA3C552FA}"/>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46A2DA5B-9862-4A23-8FEC-5C1ABC2EEF1B}"/>
              </a:ext>
            </a:extLst>
          </p:cNvPr>
          <p:cNvSpPr>
            <a:spLocks noGrp="1"/>
          </p:cNvSpPr>
          <p:nvPr>
            <p:ph type="dt" sz="half" idx="10"/>
          </p:nvPr>
        </p:nvSpPr>
        <p:spPr>
          <a:xfrm rot="5400000">
            <a:off x="10506456" y="5074920"/>
            <a:ext cx="2647667" cy="365125"/>
          </a:xfrm>
        </p:spPr>
        <p:txBody>
          <a:bodyPr/>
          <a:lstStyle/>
          <a:p>
            <a:fld id="{5D340FED-6E95-4177-A7EF-CD303B9E611D}" type="datetime4">
              <a:rPr lang="en-US" smtClean="0"/>
              <a:t>April 26, 2026</a:t>
            </a:fld>
            <a:endParaRPr lang="en-US"/>
          </a:p>
        </p:txBody>
      </p:sp>
      <p:sp>
        <p:nvSpPr>
          <p:cNvPr id="5" name="Footer Placeholder 4">
            <a:extLst>
              <a:ext uri="{FF2B5EF4-FFF2-40B4-BE49-F238E27FC236}">
                <a16:creationId xmlns:a16="http://schemas.microsoft.com/office/drawing/2014/main" id="{C63D9A4B-0DA7-46BB-9DCE-3F26075C44C6}"/>
              </a:ext>
            </a:extLst>
          </p:cNvPr>
          <p:cNvSpPr>
            <a:spLocks noGrp="1"/>
          </p:cNvSpPr>
          <p:nvPr>
            <p:ph type="ftr" sz="quarter" idx="11"/>
          </p:nvPr>
        </p:nvSpPr>
        <p:spPr>
          <a:xfrm rot="5400000">
            <a:off x="10451592" y="1408176"/>
            <a:ext cx="2770499" cy="365125"/>
          </a:xfrm>
        </p:spPr>
        <p:txBody>
          <a:bodyPr/>
          <a:lstStyle/>
          <a:p>
            <a:endParaRPr lang="en-US" dirty="0"/>
          </a:p>
        </p:txBody>
      </p:sp>
      <p:sp>
        <p:nvSpPr>
          <p:cNvPr id="6" name="Slide Number Placeholder 5">
            <a:extLst>
              <a:ext uri="{FF2B5EF4-FFF2-40B4-BE49-F238E27FC236}">
                <a16:creationId xmlns:a16="http://schemas.microsoft.com/office/drawing/2014/main" id="{EE6A7C47-81AC-431C-A7C3-2BC71AD14417}"/>
              </a:ext>
            </a:extLst>
          </p:cNvPr>
          <p:cNvSpPr>
            <a:spLocks noGrp="1"/>
          </p:cNvSpPr>
          <p:nvPr>
            <p:ph type="sldNum" sz="quarter" idx="12"/>
          </p:nvPr>
        </p:nvSpPr>
        <p:spPr>
          <a:xfrm>
            <a:off x="11558016" y="3136392"/>
            <a:ext cx="545911" cy="580029"/>
          </a:xfrm>
        </p:spPr>
        <p:txBody>
          <a:bodyPr/>
          <a:lstStyle/>
          <a:p>
            <a:fld id="{9D4AEF59-F28E-467C-9EA3-92D1CFAD475A}" type="slidenum">
              <a:rPr lang="en-US" smtClean="0"/>
              <a:t>‹#›</a:t>
            </a:fld>
            <a:endParaRPr lang="en-US"/>
          </a:p>
        </p:txBody>
      </p:sp>
    </p:spTree>
    <p:extLst>
      <p:ext uri="{BB962C8B-B14F-4D97-AF65-F5344CB8AC3E}">
        <p14:creationId xmlns:p14="http://schemas.microsoft.com/office/powerpoint/2010/main" val="35284807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BD2E47-4DC7-46C4-9407-FA4CF7E0AAE3}"/>
              </a:ext>
            </a:extLst>
          </p:cNvPr>
          <p:cNvSpPr>
            <a:spLocks noGrp="1"/>
          </p:cNvSpPr>
          <p:nvPr>
            <p:ph type="title"/>
          </p:nvPr>
        </p:nvSpPr>
        <p:spPr>
          <a:xfrm>
            <a:off x="1052513" y="1709738"/>
            <a:ext cx="9087774" cy="3438524"/>
          </a:xfrm>
        </p:spPr>
        <p:txBody>
          <a:bodyPr anchor="b">
            <a:normAutofit/>
          </a:bodyPr>
          <a:lstStyle>
            <a:lvl1pPr>
              <a:defRPr sz="4000"/>
            </a:lvl1p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6BF7B502-122E-4177-A408-FC436A254215}"/>
              </a:ext>
            </a:extLst>
          </p:cNvPr>
          <p:cNvSpPr>
            <a:spLocks noGrp="1"/>
          </p:cNvSpPr>
          <p:nvPr>
            <p:ph type="body" idx="1"/>
          </p:nvPr>
        </p:nvSpPr>
        <p:spPr>
          <a:xfrm>
            <a:off x="1052513" y="5148262"/>
            <a:ext cx="8844522" cy="1138238"/>
          </a:xfrm>
        </p:spPr>
        <p:txBody>
          <a:bodyPr>
            <a:normAutofit/>
          </a:bodyPr>
          <a:lstStyle>
            <a:lvl1pPr marL="0" indent="0">
              <a:buNone/>
              <a:defRPr sz="20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38229696-2AEF-4765-B33E-7DA328E464FF}"/>
              </a:ext>
            </a:extLst>
          </p:cNvPr>
          <p:cNvSpPr>
            <a:spLocks noGrp="1"/>
          </p:cNvSpPr>
          <p:nvPr>
            <p:ph type="dt" sz="half" idx="10"/>
          </p:nvPr>
        </p:nvSpPr>
        <p:spPr/>
        <p:txBody>
          <a:bodyPr/>
          <a:lstStyle/>
          <a:p>
            <a:fld id="{477962CB-39AD-45A9-800F-54DAB53D6021}" type="datetime4">
              <a:rPr lang="en-US" smtClean="0"/>
              <a:t>April 26, 2026</a:t>
            </a:fld>
            <a:endParaRPr lang="en-US"/>
          </a:p>
        </p:txBody>
      </p:sp>
      <p:sp>
        <p:nvSpPr>
          <p:cNvPr id="5" name="Footer Placeholder 4">
            <a:extLst>
              <a:ext uri="{FF2B5EF4-FFF2-40B4-BE49-F238E27FC236}">
                <a16:creationId xmlns:a16="http://schemas.microsoft.com/office/drawing/2014/main" id="{4729B2E4-2F1C-4FEE-AAB2-4FCC3EEFD1D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427D4B8-E107-480A-AA17-261CA49BBB5D}"/>
              </a:ext>
            </a:extLst>
          </p:cNvPr>
          <p:cNvSpPr>
            <a:spLocks noGrp="1"/>
          </p:cNvSpPr>
          <p:nvPr>
            <p:ph type="sldNum" sz="quarter" idx="12"/>
          </p:nvPr>
        </p:nvSpPr>
        <p:spPr/>
        <p:txBody>
          <a:bodyPr/>
          <a:lstStyle/>
          <a:p>
            <a:fld id="{9D4AEF59-F28E-467C-9EA3-92D1CFAD475A}" type="slidenum">
              <a:rPr lang="en-US" smtClean="0"/>
              <a:t>‹#›</a:t>
            </a:fld>
            <a:endParaRPr lang="en-US"/>
          </a:p>
        </p:txBody>
      </p:sp>
    </p:spTree>
    <p:extLst>
      <p:ext uri="{BB962C8B-B14F-4D97-AF65-F5344CB8AC3E}">
        <p14:creationId xmlns:p14="http://schemas.microsoft.com/office/powerpoint/2010/main" val="248528651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B8BAE8-3305-4F08-BECB-56AD7FD4E4B1}"/>
              </a:ext>
            </a:extLst>
          </p:cNvPr>
          <p:cNvSpPr>
            <a:spLocks noGrp="1"/>
          </p:cNvSpPr>
          <p:nvPr>
            <p:ph type="title"/>
          </p:nvPr>
        </p:nvSpPr>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E77021AC-6D8D-4D24-8B01-8AE8F41BE4B8}"/>
              </a:ext>
            </a:extLst>
          </p:cNvPr>
          <p:cNvSpPr>
            <a:spLocks noGrp="1"/>
          </p:cNvSpPr>
          <p:nvPr>
            <p:ph sz="half" idx="1"/>
          </p:nvPr>
        </p:nvSpPr>
        <p:spPr>
          <a:xfrm>
            <a:off x="1050878" y="1825624"/>
            <a:ext cx="4473622" cy="4460875"/>
          </a:xfrm>
        </p:spPr>
        <p:txBody>
          <a:bodyPr/>
          <a:lstStyle>
            <a:lvl2pPr marL="274320" indent="0">
              <a:buFontTx/>
              <a:buNone/>
              <a:defRPr/>
            </a:lvl2pPr>
            <a:lvl3pPr marL="502920">
              <a:defRPr/>
            </a:lvl3pPr>
            <a:lvl4pPr marL="548640" indent="0">
              <a:buFontTx/>
              <a:buNone/>
              <a:defRPr/>
            </a:lvl4pPr>
            <a:lvl5pPr marL="73152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a:extLst>
              <a:ext uri="{FF2B5EF4-FFF2-40B4-BE49-F238E27FC236}">
                <a16:creationId xmlns:a16="http://schemas.microsoft.com/office/drawing/2014/main" id="{E8E7F49C-3DB3-40B7-89B3-E3BC32FC110F}"/>
              </a:ext>
            </a:extLst>
          </p:cNvPr>
          <p:cNvSpPr>
            <a:spLocks noGrp="1"/>
          </p:cNvSpPr>
          <p:nvPr>
            <p:ph sz="half" idx="2"/>
          </p:nvPr>
        </p:nvSpPr>
        <p:spPr>
          <a:xfrm>
            <a:off x="5844540" y="1825624"/>
            <a:ext cx="5016943" cy="446087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a:extLst>
              <a:ext uri="{FF2B5EF4-FFF2-40B4-BE49-F238E27FC236}">
                <a16:creationId xmlns:a16="http://schemas.microsoft.com/office/drawing/2014/main" id="{B1E33D58-BDF5-4F1F-806B-0491CB3624A9}"/>
              </a:ext>
            </a:extLst>
          </p:cNvPr>
          <p:cNvSpPr>
            <a:spLocks noGrp="1"/>
          </p:cNvSpPr>
          <p:nvPr>
            <p:ph type="dt" sz="half" idx="10"/>
          </p:nvPr>
        </p:nvSpPr>
        <p:spPr/>
        <p:txBody>
          <a:bodyPr/>
          <a:lstStyle/>
          <a:p>
            <a:fld id="{2DEDF93D-55AB-4606-B9D7-742F1FC51983}" type="datetime4">
              <a:rPr lang="en-US" smtClean="0"/>
              <a:t>April 26, 2026</a:t>
            </a:fld>
            <a:endParaRPr lang="en-US" dirty="0"/>
          </a:p>
        </p:txBody>
      </p:sp>
      <p:sp>
        <p:nvSpPr>
          <p:cNvPr id="6" name="Footer Placeholder 5">
            <a:extLst>
              <a:ext uri="{FF2B5EF4-FFF2-40B4-BE49-F238E27FC236}">
                <a16:creationId xmlns:a16="http://schemas.microsoft.com/office/drawing/2014/main" id="{848BCBFD-1FE1-441A-B3AF-C3E7E7B8D11C}"/>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C70CE272-E6FB-455B-BACB-2471D66D956F}"/>
              </a:ext>
            </a:extLst>
          </p:cNvPr>
          <p:cNvSpPr>
            <a:spLocks noGrp="1"/>
          </p:cNvSpPr>
          <p:nvPr>
            <p:ph type="sldNum" sz="quarter" idx="12"/>
          </p:nvPr>
        </p:nvSpPr>
        <p:spPr/>
        <p:txBody>
          <a:bodyPr/>
          <a:lstStyle/>
          <a:p>
            <a:fld id="{9D4AEF59-F28E-467C-9EA3-92D1CFAD475A}" type="slidenum">
              <a:rPr lang="en-US" smtClean="0"/>
              <a:t>‹#›</a:t>
            </a:fld>
            <a:endParaRPr lang="en-US" dirty="0"/>
          </a:p>
        </p:txBody>
      </p:sp>
    </p:spTree>
    <p:extLst>
      <p:ext uri="{BB962C8B-B14F-4D97-AF65-F5344CB8AC3E}">
        <p14:creationId xmlns:p14="http://schemas.microsoft.com/office/powerpoint/2010/main" val="287170553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Comparison">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1E73A4FB-9EF5-4D6C-A275-2DE1077A29E7}"/>
              </a:ext>
            </a:extLst>
          </p:cNvPr>
          <p:cNvSpPr>
            <a:spLocks noGrp="1"/>
          </p:cNvSpPr>
          <p:nvPr>
            <p:ph type="body" idx="1"/>
          </p:nvPr>
        </p:nvSpPr>
        <p:spPr>
          <a:xfrm>
            <a:off x="1071563" y="1835219"/>
            <a:ext cx="4452938" cy="823912"/>
          </a:xfrm>
        </p:spPr>
        <p:txBody>
          <a:bodyPr anchor="b">
            <a:normAutofit/>
          </a:bodyPr>
          <a:lstStyle>
            <a:lvl1pPr marL="0" indent="0">
              <a:buNone/>
              <a:defRPr sz="2000" b="1" i="0" cap="all" spc="30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a:extLst>
              <a:ext uri="{FF2B5EF4-FFF2-40B4-BE49-F238E27FC236}">
                <a16:creationId xmlns:a16="http://schemas.microsoft.com/office/drawing/2014/main" id="{BDC9972A-4D34-4A9F-84EB-8D64A703B56C}"/>
              </a:ext>
            </a:extLst>
          </p:cNvPr>
          <p:cNvSpPr>
            <a:spLocks noGrp="1"/>
          </p:cNvSpPr>
          <p:nvPr>
            <p:ph sz="half" idx="2"/>
          </p:nvPr>
        </p:nvSpPr>
        <p:spPr>
          <a:xfrm>
            <a:off x="1071562" y="2717801"/>
            <a:ext cx="4452938" cy="3559452"/>
          </a:xfrm>
        </p:spPr>
        <p:txBody>
          <a:bodyPr/>
          <a:lstStyle>
            <a:lvl2pPr marL="274320" indent="0">
              <a:buFontTx/>
              <a:buNone/>
              <a:defRPr/>
            </a:lvl2pPr>
            <a:lvl3pPr marL="548640">
              <a:defRPr/>
            </a:lvl3pPr>
            <a:lvl4pPr marL="594360" indent="0">
              <a:buFontTx/>
              <a:buNone/>
              <a:defRPr/>
            </a:lvl4pPr>
            <a:lvl5pPr marL="82296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a:extLst>
              <a:ext uri="{FF2B5EF4-FFF2-40B4-BE49-F238E27FC236}">
                <a16:creationId xmlns:a16="http://schemas.microsoft.com/office/drawing/2014/main" id="{CDBBDDE3-C8D7-4600-8259-24E1F8118A41}"/>
              </a:ext>
            </a:extLst>
          </p:cNvPr>
          <p:cNvSpPr>
            <a:spLocks noGrp="1"/>
          </p:cNvSpPr>
          <p:nvPr>
            <p:ph type="body" sz="quarter" idx="3"/>
          </p:nvPr>
        </p:nvSpPr>
        <p:spPr>
          <a:xfrm>
            <a:off x="5844540" y="1835219"/>
            <a:ext cx="5016943" cy="823912"/>
          </a:xfrm>
        </p:spPr>
        <p:txBody>
          <a:bodyPr anchor="b">
            <a:normAutofit/>
          </a:bodyPr>
          <a:lstStyle>
            <a:lvl1pPr marL="0" indent="0">
              <a:buNone/>
              <a:defRPr sz="2000" b="1" i="0" cap="all" spc="30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6" name="Content Placeholder 5">
            <a:extLst>
              <a:ext uri="{FF2B5EF4-FFF2-40B4-BE49-F238E27FC236}">
                <a16:creationId xmlns:a16="http://schemas.microsoft.com/office/drawing/2014/main" id="{B4649FFF-44C7-4256-AFE1-C5457C7AB501}"/>
              </a:ext>
            </a:extLst>
          </p:cNvPr>
          <p:cNvSpPr>
            <a:spLocks noGrp="1"/>
          </p:cNvSpPr>
          <p:nvPr>
            <p:ph sz="quarter" idx="4"/>
          </p:nvPr>
        </p:nvSpPr>
        <p:spPr>
          <a:xfrm>
            <a:off x="5844540" y="2717800"/>
            <a:ext cx="5016943" cy="3559453"/>
          </a:xfrm>
        </p:spPr>
        <p:txBody>
          <a:bodyPr/>
          <a:lstStyle>
            <a:lvl2pPr marL="457200" indent="0">
              <a:buNone/>
              <a:defRPr/>
            </a:lvl2pPr>
            <a:lvl3pPr marL="548640">
              <a:defRPr/>
            </a:lvl3pPr>
            <a:lvl4pPr marL="594360" indent="0">
              <a:buFontTx/>
              <a:buNone/>
              <a:defRPr/>
            </a:lvl4pPr>
            <a:lvl5pPr marL="82296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a:extLst>
              <a:ext uri="{FF2B5EF4-FFF2-40B4-BE49-F238E27FC236}">
                <a16:creationId xmlns:a16="http://schemas.microsoft.com/office/drawing/2014/main" id="{1BEC6ACF-080E-4B7C-B0C0-77E90C16E9F6}"/>
              </a:ext>
            </a:extLst>
          </p:cNvPr>
          <p:cNvSpPr>
            <a:spLocks noGrp="1"/>
          </p:cNvSpPr>
          <p:nvPr>
            <p:ph type="dt" sz="half" idx="10"/>
          </p:nvPr>
        </p:nvSpPr>
        <p:spPr/>
        <p:txBody>
          <a:bodyPr/>
          <a:lstStyle/>
          <a:p>
            <a:fld id="{DDF2841D-FB5C-47AB-B2FF-32E855C1EA71}" type="datetime4">
              <a:rPr lang="en-US" smtClean="0"/>
              <a:t>April 26, 2026</a:t>
            </a:fld>
            <a:endParaRPr lang="en-US"/>
          </a:p>
        </p:txBody>
      </p:sp>
      <p:sp>
        <p:nvSpPr>
          <p:cNvPr id="8" name="Footer Placeholder 7">
            <a:extLst>
              <a:ext uri="{FF2B5EF4-FFF2-40B4-BE49-F238E27FC236}">
                <a16:creationId xmlns:a16="http://schemas.microsoft.com/office/drawing/2014/main" id="{39A68C0B-BC90-4ADA-B6E6-2B30BFF9E71D}"/>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13BCE559-C82B-4E27-965B-4AC3C66FC8F8}"/>
              </a:ext>
            </a:extLst>
          </p:cNvPr>
          <p:cNvSpPr>
            <a:spLocks noGrp="1"/>
          </p:cNvSpPr>
          <p:nvPr>
            <p:ph type="sldNum" sz="quarter" idx="12"/>
          </p:nvPr>
        </p:nvSpPr>
        <p:spPr/>
        <p:txBody>
          <a:bodyPr/>
          <a:lstStyle/>
          <a:p>
            <a:fld id="{9D4AEF59-F28E-467C-9EA3-92D1CFAD475A}" type="slidenum">
              <a:rPr lang="en-US" smtClean="0"/>
              <a:t>‹#›</a:t>
            </a:fld>
            <a:endParaRPr lang="en-US"/>
          </a:p>
        </p:txBody>
      </p:sp>
      <p:sp>
        <p:nvSpPr>
          <p:cNvPr id="12" name="Title 11">
            <a:extLst>
              <a:ext uri="{FF2B5EF4-FFF2-40B4-BE49-F238E27FC236}">
                <a16:creationId xmlns:a16="http://schemas.microsoft.com/office/drawing/2014/main" id="{3752B99E-38EC-4745-889B-124D34759641}"/>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157517730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Title Only">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23DE7304-D393-47F0-ACCC-1F72EFCCE7CA}"/>
              </a:ext>
            </a:extLst>
          </p:cNvPr>
          <p:cNvSpPr>
            <a:spLocks noGrp="1"/>
          </p:cNvSpPr>
          <p:nvPr>
            <p:ph type="dt" sz="half" idx="10"/>
          </p:nvPr>
        </p:nvSpPr>
        <p:spPr/>
        <p:txBody>
          <a:bodyPr/>
          <a:lstStyle/>
          <a:p>
            <a:fld id="{118537E9-D174-424D-BEE8-AFC4CA5F9F97}" type="datetime4">
              <a:rPr lang="en-US" smtClean="0"/>
              <a:t>April 26, 2026</a:t>
            </a:fld>
            <a:endParaRPr lang="en-US"/>
          </a:p>
        </p:txBody>
      </p:sp>
      <p:sp>
        <p:nvSpPr>
          <p:cNvPr id="4" name="Footer Placeholder 3">
            <a:extLst>
              <a:ext uri="{FF2B5EF4-FFF2-40B4-BE49-F238E27FC236}">
                <a16:creationId xmlns:a16="http://schemas.microsoft.com/office/drawing/2014/main" id="{B68451FF-032D-4787-BA4B-5EB415494AC1}"/>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89B7511D-7256-4A08-BF62-3B3F821A6F02}"/>
              </a:ext>
            </a:extLst>
          </p:cNvPr>
          <p:cNvSpPr>
            <a:spLocks noGrp="1"/>
          </p:cNvSpPr>
          <p:nvPr>
            <p:ph type="sldNum" sz="quarter" idx="12"/>
          </p:nvPr>
        </p:nvSpPr>
        <p:spPr/>
        <p:txBody>
          <a:bodyPr/>
          <a:lstStyle/>
          <a:p>
            <a:fld id="{9D4AEF59-F28E-467C-9EA3-92D1CFAD475A}" type="slidenum">
              <a:rPr lang="en-US" smtClean="0"/>
              <a:t>‹#›</a:t>
            </a:fld>
            <a:endParaRPr lang="en-US"/>
          </a:p>
        </p:txBody>
      </p:sp>
      <p:sp>
        <p:nvSpPr>
          <p:cNvPr id="6" name="Title 5">
            <a:extLst>
              <a:ext uri="{FF2B5EF4-FFF2-40B4-BE49-F238E27FC236}">
                <a16:creationId xmlns:a16="http://schemas.microsoft.com/office/drawing/2014/main" id="{03FCDA27-1C47-4EA1-A160-EC91FD88BC34}"/>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116167044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96DE8ADA-7BF8-433A-8770-61C690F37DCB}"/>
              </a:ext>
            </a:extLst>
          </p:cNvPr>
          <p:cNvSpPr>
            <a:spLocks noGrp="1"/>
          </p:cNvSpPr>
          <p:nvPr>
            <p:ph type="dt" sz="half" idx="10"/>
          </p:nvPr>
        </p:nvSpPr>
        <p:spPr/>
        <p:txBody>
          <a:bodyPr/>
          <a:lstStyle/>
          <a:p>
            <a:fld id="{1C7A44C0-F7AC-49C2-8289-1E7A86D9FB50}" type="datetime4">
              <a:rPr lang="en-US" smtClean="0"/>
              <a:t>April 26, 2026</a:t>
            </a:fld>
            <a:endParaRPr lang="en-US"/>
          </a:p>
        </p:txBody>
      </p:sp>
      <p:sp>
        <p:nvSpPr>
          <p:cNvPr id="3" name="Footer Placeholder 2">
            <a:extLst>
              <a:ext uri="{FF2B5EF4-FFF2-40B4-BE49-F238E27FC236}">
                <a16:creationId xmlns:a16="http://schemas.microsoft.com/office/drawing/2014/main" id="{16357B86-EC22-49C6-BBC6-639D57D1AFBA}"/>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2D63764B-CF91-4C81-B4C3-5B5E5A973610}"/>
              </a:ext>
            </a:extLst>
          </p:cNvPr>
          <p:cNvSpPr>
            <a:spLocks noGrp="1"/>
          </p:cNvSpPr>
          <p:nvPr>
            <p:ph type="sldNum" sz="quarter" idx="12"/>
          </p:nvPr>
        </p:nvSpPr>
        <p:spPr/>
        <p:txBody>
          <a:bodyPr/>
          <a:lstStyle/>
          <a:p>
            <a:fld id="{9D4AEF59-F28E-467C-9EA3-92D1CFAD475A}" type="slidenum">
              <a:rPr lang="en-US" smtClean="0"/>
              <a:t>‹#›</a:t>
            </a:fld>
            <a:endParaRPr lang="en-US"/>
          </a:p>
        </p:txBody>
      </p:sp>
    </p:spTree>
    <p:extLst>
      <p:ext uri="{BB962C8B-B14F-4D97-AF65-F5344CB8AC3E}">
        <p14:creationId xmlns:p14="http://schemas.microsoft.com/office/powerpoint/2010/main" val="325258068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8E4801-B0C7-4458-B413-24D6E68FAA57}"/>
              </a:ext>
            </a:extLst>
          </p:cNvPr>
          <p:cNvSpPr>
            <a:spLocks noGrp="1"/>
          </p:cNvSpPr>
          <p:nvPr>
            <p:ph type="title"/>
          </p:nvPr>
        </p:nvSpPr>
        <p:spPr>
          <a:xfrm>
            <a:off x="1063633" y="457200"/>
            <a:ext cx="4170355" cy="1917509"/>
          </a:xfrm>
        </p:spPr>
        <p:txBody>
          <a:bodyPr anchor="b"/>
          <a:lstStyle>
            <a:lvl1pPr>
              <a:defRPr sz="3200"/>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A2FA0C76-733A-488A-89FB-7D04FD64BD68}"/>
              </a:ext>
            </a:extLst>
          </p:cNvPr>
          <p:cNvSpPr>
            <a:spLocks noGrp="1"/>
          </p:cNvSpPr>
          <p:nvPr>
            <p:ph idx="1"/>
          </p:nvPr>
        </p:nvSpPr>
        <p:spPr>
          <a:xfrm>
            <a:off x="5481637" y="457200"/>
            <a:ext cx="5562601" cy="5943600"/>
          </a:xfrm>
        </p:spPr>
        <p:txBody>
          <a:bodyPr>
            <a:normAutofit/>
          </a:bodyPr>
          <a:lstStyle>
            <a:lvl1pPr>
              <a:defRPr sz="2800"/>
            </a:lvl1pPr>
            <a:lvl2pPr>
              <a:defRPr sz="2400"/>
            </a:lvl2pPr>
            <a:lvl3pPr>
              <a:defRPr sz="2000"/>
            </a:lvl3pPr>
            <a:lvl4pPr>
              <a:defRPr sz="1800"/>
            </a:lvl4pPr>
            <a:lvl5pPr>
              <a:defRPr sz="18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a:extLst>
              <a:ext uri="{FF2B5EF4-FFF2-40B4-BE49-F238E27FC236}">
                <a16:creationId xmlns:a16="http://schemas.microsoft.com/office/drawing/2014/main" id="{CD45B9DE-016A-4B31-BB52-99C76E28B4B9}"/>
              </a:ext>
            </a:extLst>
          </p:cNvPr>
          <p:cNvSpPr>
            <a:spLocks noGrp="1"/>
          </p:cNvSpPr>
          <p:nvPr>
            <p:ph type="body" sz="half" idx="2"/>
          </p:nvPr>
        </p:nvSpPr>
        <p:spPr>
          <a:xfrm>
            <a:off x="1063633" y="2374708"/>
            <a:ext cx="4170355" cy="4026091"/>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2ED6CC3-66DD-4D9A-A9C7-F588BA88C992}"/>
              </a:ext>
            </a:extLst>
          </p:cNvPr>
          <p:cNvSpPr>
            <a:spLocks noGrp="1"/>
          </p:cNvSpPr>
          <p:nvPr>
            <p:ph type="dt" sz="half" idx="10"/>
          </p:nvPr>
        </p:nvSpPr>
        <p:spPr/>
        <p:txBody>
          <a:bodyPr/>
          <a:lstStyle/>
          <a:p>
            <a:fld id="{73BB84BC-6E78-40D1-8831-40AB1F596614}" type="datetime4">
              <a:rPr lang="en-US" smtClean="0"/>
              <a:t>April 26, 2026</a:t>
            </a:fld>
            <a:endParaRPr lang="en-US"/>
          </a:p>
        </p:txBody>
      </p:sp>
      <p:sp>
        <p:nvSpPr>
          <p:cNvPr id="6" name="Footer Placeholder 5">
            <a:extLst>
              <a:ext uri="{FF2B5EF4-FFF2-40B4-BE49-F238E27FC236}">
                <a16:creationId xmlns:a16="http://schemas.microsoft.com/office/drawing/2014/main" id="{31359FC8-04EF-4F7D-8E43-4EE0E95DA99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E71C964-4227-4DEE-87A1-026162DDF664}"/>
              </a:ext>
            </a:extLst>
          </p:cNvPr>
          <p:cNvSpPr>
            <a:spLocks noGrp="1"/>
          </p:cNvSpPr>
          <p:nvPr>
            <p:ph type="sldNum" sz="quarter" idx="12"/>
          </p:nvPr>
        </p:nvSpPr>
        <p:spPr/>
        <p:txBody>
          <a:bodyPr/>
          <a:lstStyle/>
          <a:p>
            <a:fld id="{9D4AEF59-F28E-467C-9EA3-92D1CFAD475A}" type="slidenum">
              <a:rPr lang="en-US" smtClean="0"/>
              <a:t>‹#›</a:t>
            </a:fld>
            <a:endParaRPr lang="en-US"/>
          </a:p>
        </p:txBody>
      </p:sp>
    </p:spTree>
    <p:extLst>
      <p:ext uri="{BB962C8B-B14F-4D97-AF65-F5344CB8AC3E}">
        <p14:creationId xmlns:p14="http://schemas.microsoft.com/office/powerpoint/2010/main" val="328151524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F0EB4E-D4BB-4C86-A820-63474E5A4086}"/>
              </a:ext>
            </a:extLst>
          </p:cNvPr>
          <p:cNvSpPr>
            <a:spLocks noGrp="1"/>
          </p:cNvSpPr>
          <p:nvPr>
            <p:ph type="title"/>
          </p:nvPr>
        </p:nvSpPr>
        <p:spPr>
          <a:xfrm>
            <a:off x="1062038" y="457199"/>
            <a:ext cx="3913241" cy="1928813"/>
          </a:xfrm>
        </p:spPr>
        <p:txBody>
          <a:bodyPr anchor="b"/>
          <a:lstStyle>
            <a:lvl1pPr>
              <a:defRPr sz="3200"/>
            </a:lvl1pPr>
          </a:lstStyle>
          <a:p>
            <a:r>
              <a:rPr lang="en-US"/>
              <a:t>Click to edit Master title style</a:t>
            </a:r>
            <a:endParaRPr lang="en-US" dirty="0"/>
          </a:p>
        </p:txBody>
      </p:sp>
      <p:sp>
        <p:nvSpPr>
          <p:cNvPr id="3" name="Picture Placeholder 2">
            <a:extLst>
              <a:ext uri="{FF2B5EF4-FFF2-40B4-BE49-F238E27FC236}">
                <a16:creationId xmlns:a16="http://schemas.microsoft.com/office/drawing/2014/main" id="{54FA99A1-8FAF-415D-A399-1B2C2A0F2300}"/>
              </a:ext>
            </a:extLst>
          </p:cNvPr>
          <p:cNvSpPr>
            <a:spLocks noGrp="1"/>
          </p:cNvSpPr>
          <p:nvPr>
            <p:ph type="pic" idx="1"/>
          </p:nvPr>
        </p:nvSpPr>
        <p:spPr>
          <a:xfrm>
            <a:off x="5257752" y="457200"/>
            <a:ext cx="6110288" cy="59436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a:extLst>
              <a:ext uri="{FF2B5EF4-FFF2-40B4-BE49-F238E27FC236}">
                <a16:creationId xmlns:a16="http://schemas.microsoft.com/office/drawing/2014/main" id="{84A15BEE-9915-4637-85A2-2AF2872C72BC}"/>
              </a:ext>
            </a:extLst>
          </p:cNvPr>
          <p:cNvSpPr>
            <a:spLocks noGrp="1"/>
          </p:cNvSpPr>
          <p:nvPr>
            <p:ph type="body" sz="half" idx="2"/>
          </p:nvPr>
        </p:nvSpPr>
        <p:spPr>
          <a:xfrm>
            <a:off x="1062038" y="2386013"/>
            <a:ext cx="3913241" cy="4014787"/>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A73427C-3B67-4ED4-925D-04B9C09AA54B}"/>
              </a:ext>
            </a:extLst>
          </p:cNvPr>
          <p:cNvSpPr>
            <a:spLocks noGrp="1"/>
          </p:cNvSpPr>
          <p:nvPr>
            <p:ph type="dt" sz="half" idx="10"/>
          </p:nvPr>
        </p:nvSpPr>
        <p:spPr/>
        <p:txBody>
          <a:bodyPr/>
          <a:lstStyle/>
          <a:p>
            <a:fld id="{ADFA080F-3961-4D42-BEDE-84A1FED032F1}" type="datetime4">
              <a:rPr lang="en-US" smtClean="0"/>
              <a:t>April 26, 2026</a:t>
            </a:fld>
            <a:endParaRPr lang="en-US"/>
          </a:p>
        </p:txBody>
      </p:sp>
      <p:sp>
        <p:nvSpPr>
          <p:cNvPr id="6" name="Footer Placeholder 5">
            <a:extLst>
              <a:ext uri="{FF2B5EF4-FFF2-40B4-BE49-F238E27FC236}">
                <a16:creationId xmlns:a16="http://schemas.microsoft.com/office/drawing/2014/main" id="{EEB5DAFD-22DE-4E9E-9C72-B16C1F273D2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0E8EE99-49CC-4A30-8ADA-39EFD8DAAD22}"/>
              </a:ext>
            </a:extLst>
          </p:cNvPr>
          <p:cNvSpPr>
            <a:spLocks noGrp="1"/>
          </p:cNvSpPr>
          <p:nvPr>
            <p:ph type="sldNum" sz="quarter" idx="12"/>
          </p:nvPr>
        </p:nvSpPr>
        <p:spPr/>
        <p:txBody>
          <a:bodyPr/>
          <a:lstStyle/>
          <a:p>
            <a:fld id="{9D4AEF59-F28E-467C-9EA3-92D1CFAD475A}" type="slidenum">
              <a:rPr lang="en-US" smtClean="0"/>
              <a:t>‹#›</a:t>
            </a:fld>
            <a:endParaRPr lang="en-US"/>
          </a:p>
        </p:txBody>
      </p:sp>
    </p:spTree>
    <p:extLst>
      <p:ext uri="{BB962C8B-B14F-4D97-AF65-F5344CB8AC3E}">
        <p14:creationId xmlns:p14="http://schemas.microsoft.com/office/powerpoint/2010/main" val="77909932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Vertical Text">
    <p:spTree>
      <p:nvGrpSpPr>
        <p:cNvPr id="1" name=""/>
        <p:cNvGrpSpPr/>
        <p:nvPr/>
      </p:nvGrpSpPr>
      <p:grpSpPr>
        <a:xfrm>
          <a:off x="0" y="0"/>
          <a:ext cx="0" cy="0"/>
          <a:chOff x="0" y="0"/>
          <a:chExt cx="0" cy="0"/>
        </a:xfrm>
      </p:grpSpPr>
      <p:sp>
        <p:nvSpPr>
          <p:cNvPr id="3" name="Vertical Text Placeholder 2">
            <a:extLst>
              <a:ext uri="{FF2B5EF4-FFF2-40B4-BE49-F238E27FC236}">
                <a16:creationId xmlns:a16="http://schemas.microsoft.com/office/drawing/2014/main" id="{BF0171A2-02C1-4543-8B6B-FCF7E69712DF}"/>
              </a:ext>
            </a:extLst>
          </p:cNvPr>
          <p:cNvSpPr>
            <a:spLocks noGrp="1"/>
          </p:cNvSpPr>
          <p:nvPr>
            <p:ph type="body" orient="vert" idx="1"/>
          </p:nvPr>
        </p:nvSpPr>
        <p:spPr>
          <a:xfrm>
            <a:off x="1050879" y="1825625"/>
            <a:ext cx="9810604" cy="4516696"/>
          </a:xfrm>
        </p:spPr>
        <p:txBody>
          <a:bodyPr vert="eaVert"/>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3F95027C-A386-44E4-AFE1-33AFFDA3AD8F}"/>
              </a:ext>
            </a:extLst>
          </p:cNvPr>
          <p:cNvSpPr>
            <a:spLocks noGrp="1"/>
          </p:cNvSpPr>
          <p:nvPr>
            <p:ph type="dt" sz="half" idx="10"/>
          </p:nvPr>
        </p:nvSpPr>
        <p:spPr/>
        <p:txBody>
          <a:bodyPr/>
          <a:lstStyle/>
          <a:p>
            <a:fld id="{E5CC3C8F-D4A7-4EAD-92AD-82C91CB8BB85}" type="datetime4">
              <a:rPr lang="en-US" smtClean="0"/>
              <a:t>April 26, 2026</a:t>
            </a:fld>
            <a:endParaRPr lang="en-US"/>
          </a:p>
        </p:txBody>
      </p:sp>
      <p:sp>
        <p:nvSpPr>
          <p:cNvPr id="5" name="Footer Placeholder 4">
            <a:extLst>
              <a:ext uri="{FF2B5EF4-FFF2-40B4-BE49-F238E27FC236}">
                <a16:creationId xmlns:a16="http://schemas.microsoft.com/office/drawing/2014/main" id="{FB1BF710-0558-4457-825D-48713CAED3D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7A7F93D-5DC3-4C36-AEB0-79CDB15C316A}"/>
              </a:ext>
            </a:extLst>
          </p:cNvPr>
          <p:cNvSpPr>
            <a:spLocks noGrp="1"/>
          </p:cNvSpPr>
          <p:nvPr>
            <p:ph type="sldNum" sz="quarter" idx="12"/>
          </p:nvPr>
        </p:nvSpPr>
        <p:spPr/>
        <p:txBody>
          <a:bodyPr/>
          <a:lstStyle/>
          <a:p>
            <a:fld id="{9D4AEF59-F28E-467C-9EA3-92D1CFAD475A}" type="slidenum">
              <a:rPr lang="en-US" smtClean="0"/>
              <a:t>‹#›</a:t>
            </a:fld>
            <a:endParaRPr lang="en-US"/>
          </a:p>
        </p:txBody>
      </p:sp>
      <p:sp>
        <p:nvSpPr>
          <p:cNvPr id="7" name="Title 6">
            <a:extLst>
              <a:ext uri="{FF2B5EF4-FFF2-40B4-BE49-F238E27FC236}">
                <a16:creationId xmlns:a16="http://schemas.microsoft.com/office/drawing/2014/main" id="{87CFC0C8-11FE-4003-B2D6-B7B8E2790566}"/>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300554159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ACEB41C5-3638-439D-BA61-4DAA142226E8}"/>
              </a:ext>
            </a:extLst>
          </p:cNvPr>
          <p:cNvSpPr>
            <a:spLocks noGrp="1"/>
          </p:cNvSpPr>
          <p:nvPr>
            <p:ph type="title" orient="vert"/>
          </p:nvPr>
        </p:nvSpPr>
        <p:spPr>
          <a:xfrm>
            <a:off x="8724901" y="464025"/>
            <a:ext cx="2161540" cy="5800298"/>
          </a:xfrm>
        </p:spPr>
        <p:txBody>
          <a:bodyPr vert="eaVert"/>
          <a:lstStyle/>
          <a:p>
            <a:r>
              <a:rPr lang="en-US" dirty="0"/>
              <a:t>Click to edit Master title style</a:t>
            </a:r>
          </a:p>
        </p:txBody>
      </p:sp>
      <p:sp>
        <p:nvSpPr>
          <p:cNvPr id="3" name="Vertical Text Placeholder 2">
            <a:extLst>
              <a:ext uri="{FF2B5EF4-FFF2-40B4-BE49-F238E27FC236}">
                <a16:creationId xmlns:a16="http://schemas.microsoft.com/office/drawing/2014/main" id="{E99B91A0-A376-483C-926E-189F376E5520}"/>
              </a:ext>
            </a:extLst>
          </p:cNvPr>
          <p:cNvSpPr>
            <a:spLocks noGrp="1"/>
          </p:cNvSpPr>
          <p:nvPr>
            <p:ph type="body" orient="vert" idx="1"/>
          </p:nvPr>
        </p:nvSpPr>
        <p:spPr>
          <a:xfrm>
            <a:off x="838200" y="464023"/>
            <a:ext cx="7886700" cy="5800299"/>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FA14134E-B7D5-4664-BB2E-6A98ED630A9F}"/>
              </a:ext>
            </a:extLst>
          </p:cNvPr>
          <p:cNvSpPr>
            <a:spLocks noGrp="1"/>
          </p:cNvSpPr>
          <p:nvPr>
            <p:ph type="dt" sz="half" idx="10"/>
          </p:nvPr>
        </p:nvSpPr>
        <p:spPr/>
        <p:txBody>
          <a:bodyPr/>
          <a:lstStyle/>
          <a:p>
            <a:fld id="{BC011D41-E33C-4BC7-8272-37E8417FD097}" type="datetime4">
              <a:rPr lang="en-US" smtClean="0"/>
              <a:t>April 26, 2026</a:t>
            </a:fld>
            <a:endParaRPr lang="en-US"/>
          </a:p>
        </p:txBody>
      </p:sp>
      <p:sp>
        <p:nvSpPr>
          <p:cNvPr id="5" name="Footer Placeholder 4">
            <a:extLst>
              <a:ext uri="{FF2B5EF4-FFF2-40B4-BE49-F238E27FC236}">
                <a16:creationId xmlns:a16="http://schemas.microsoft.com/office/drawing/2014/main" id="{92A54E2A-B1CE-4F2E-9D9A-D47E514D59A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EE7C304-46A8-4179-87A2-B8CC10BAAFAE}"/>
              </a:ext>
            </a:extLst>
          </p:cNvPr>
          <p:cNvSpPr>
            <a:spLocks noGrp="1"/>
          </p:cNvSpPr>
          <p:nvPr>
            <p:ph type="sldNum" sz="quarter" idx="12"/>
          </p:nvPr>
        </p:nvSpPr>
        <p:spPr/>
        <p:txBody>
          <a:bodyPr/>
          <a:lstStyle/>
          <a:p>
            <a:fld id="{9D4AEF59-F28E-467C-9EA3-92D1CFAD475A}" type="slidenum">
              <a:rPr lang="en-US" smtClean="0"/>
              <a:t>‹#›</a:t>
            </a:fld>
            <a:endParaRPr lang="en-US"/>
          </a:p>
        </p:txBody>
      </p:sp>
    </p:spTree>
    <p:extLst>
      <p:ext uri="{BB962C8B-B14F-4D97-AF65-F5344CB8AC3E}">
        <p14:creationId xmlns:p14="http://schemas.microsoft.com/office/powerpoint/2010/main" val="175326766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2.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customXml" Target="../ink/ink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10" name="Picture 9" descr="A person in a dark room&#10;&#10;Description automatically generated">
            <a:extLst>
              <a:ext uri="{FF2B5EF4-FFF2-40B4-BE49-F238E27FC236}">
                <a16:creationId xmlns:a16="http://schemas.microsoft.com/office/drawing/2014/main" id="{DEB2E8C4-C3E7-4048-A43D-9859510CFA98}"/>
              </a:ext>
            </a:extLst>
          </p:cNvPr>
          <p:cNvPicPr>
            <a:picLocks noChangeAspect="1"/>
          </p:cNvPicPr>
          <p:nvPr/>
        </p:nvPicPr>
        <p:blipFill>
          <a:blip r:embed="rId13">
            <a:extLst>
              <a:ext uri="{28A0092B-C50C-407E-A947-70E740481C1C}">
                <a14:useLocalDpi xmlns:a14="http://schemas.microsoft.com/office/drawing/2010/main" val="0"/>
              </a:ext>
            </a:extLst>
          </a:blip>
          <a:stretch>
            <a:fillRect/>
          </a:stretch>
        </p:blipFill>
        <p:spPr>
          <a:xfrm>
            <a:off x="10905744" y="0"/>
            <a:ext cx="1286256" cy="6858000"/>
          </a:xfrm>
          <a:prstGeom prst="rect">
            <a:avLst/>
          </a:prstGeom>
        </p:spPr>
      </p:pic>
      <p:sp>
        <p:nvSpPr>
          <p:cNvPr id="2" name="Title Placeholder 1">
            <a:extLst>
              <a:ext uri="{FF2B5EF4-FFF2-40B4-BE49-F238E27FC236}">
                <a16:creationId xmlns:a16="http://schemas.microsoft.com/office/drawing/2014/main" id="{9AFBD2E1-C16B-4996-869C-DD03823A80A4}"/>
              </a:ext>
            </a:extLst>
          </p:cNvPr>
          <p:cNvSpPr>
            <a:spLocks noGrp="1"/>
          </p:cNvSpPr>
          <p:nvPr>
            <p:ph type="title"/>
          </p:nvPr>
        </p:nvSpPr>
        <p:spPr>
          <a:xfrm>
            <a:off x="1050879" y="609601"/>
            <a:ext cx="9810604" cy="1216024"/>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A844DB6A-ED8E-4755-BC7A-B7AA65244231}"/>
              </a:ext>
            </a:extLst>
          </p:cNvPr>
          <p:cNvSpPr>
            <a:spLocks noGrp="1"/>
          </p:cNvSpPr>
          <p:nvPr>
            <p:ph type="body" idx="1"/>
          </p:nvPr>
        </p:nvSpPr>
        <p:spPr>
          <a:xfrm>
            <a:off x="1050879" y="1825624"/>
            <a:ext cx="9810604" cy="442875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6FF5CE27-B558-4B88-ACE3-B70423127730}"/>
              </a:ext>
            </a:extLst>
          </p:cNvPr>
          <p:cNvSpPr>
            <a:spLocks noGrp="1"/>
          </p:cNvSpPr>
          <p:nvPr>
            <p:ph type="dt" sz="half" idx="2"/>
          </p:nvPr>
        </p:nvSpPr>
        <p:spPr>
          <a:xfrm rot="5400000">
            <a:off x="10509243" y="5071825"/>
            <a:ext cx="2647667" cy="365125"/>
          </a:xfrm>
          <a:prstGeom prst="rect">
            <a:avLst/>
          </a:prstGeom>
        </p:spPr>
        <p:txBody>
          <a:bodyPr vert="horz" lIns="91440" tIns="45720" rIns="91440" bIns="45720" rtlCol="0" anchor="ctr"/>
          <a:lstStyle>
            <a:lvl1pPr algn="l">
              <a:defRPr sz="900" cap="all" spc="300" baseline="0">
                <a:solidFill>
                  <a:schemeClr val="tx1">
                    <a:lumMod val="85000"/>
                    <a:lumOff val="15000"/>
                  </a:schemeClr>
                </a:solidFill>
                <a:latin typeface="+mn-lt"/>
              </a:defRPr>
            </a:lvl1pPr>
          </a:lstStyle>
          <a:p>
            <a:fld id="{A33960BD-7AC1-4217-9611-AAA56D3EE38F}" type="datetime4">
              <a:rPr lang="en-US" smtClean="0"/>
              <a:pPr/>
              <a:t>April 26, 2026</a:t>
            </a:fld>
            <a:endParaRPr lang="en-US" dirty="0">
              <a:latin typeface="+mn-lt"/>
            </a:endParaRPr>
          </a:p>
        </p:txBody>
      </p:sp>
      <p:sp>
        <p:nvSpPr>
          <p:cNvPr id="5" name="Footer Placeholder 4">
            <a:extLst>
              <a:ext uri="{FF2B5EF4-FFF2-40B4-BE49-F238E27FC236}">
                <a16:creationId xmlns:a16="http://schemas.microsoft.com/office/drawing/2014/main" id="{4ACE5D61-F203-4F00-9CF1-AB0AE4937006}"/>
              </a:ext>
            </a:extLst>
          </p:cNvPr>
          <p:cNvSpPr>
            <a:spLocks noGrp="1"/>
          </p:cNvSpPr>
          <p:nvPr>
            <p:ph type="ftr" sz="quarter" idx="3"/>
          </p:nvPr>
        </p:nvSpPr>
        <p:spPr>
          <a:xfrm rot="5400000">
            <a:off x="10447827" y="1407402"/>
            <a:ext cx="2770499" cy="365125"/>
          </a:xfrm>
          <a:prstGeom prst="rect">
            <a:avLst/>
          </a:prstGeom>
        </p:spPr>
        <p:txBody>
          <a:bodyPr vert="horz" lIns="91440" tIns="45720" rIns="91440" bIns="45720" rtlCol="0" anchor="ctr"/>
          <a:lstStyle>
            <a:lvl1pPr algn="r">
              <a:defRPr sz="900" cap="all" spc="300" baseline="0">
                <a:solidFill>
                  <a:schemeClr val="tx1">
                    <a:lumMod val="85000"/>
                    <a:lumOff val="15000"/>
                  </a:schemeClr>
                </a:solidFill>
                <a:latin typeface="+mn-lt"/>
              </a:defRPr>
            </a:lvl1pPr>
          </a:lstStyle>
          <a:p>
            <a:endParaRPr lang="en-US" dirty="0">
              <a:latin typeface="+mn-lt"/>
            </a:endParaRPr>
          </a:p>
        </p:txBody>
      </p:sp>
      <p:sp>
        <p:nvSpPr>
          <p:cNvPr id="6" name="Slide Number Placeholder 5">
            <a:extLst>
              <a:ext uri="{FF2B5EF4-FFF2-40B4-BE49-F238E27FC236}">
                <a16:creationId xmlns:a16="http://schemas.microsoft.com/office/drawing/2014/main" id="{39FF38BD-5F38-4F6E-B5DD-EB1AF06002E2}"/>
              </a:ext>
            </a:extLst>
          </p:cNvPr>
          <p:cNvSpPr>
            <a:spLocks noGrp="1"/>
          </p:cNvSpPr>
          <p:nvPr>
            <p:ph type="sldNum" sz="quarter" idx="4"/>
          </p:nvPr>
        </p:nvSpPr>
        <p:spPr>
          <a:xfrm>
            <a:off x="11560121" y="3138985"/>
            <a:ext cx="545911" cy="580029"/>
          </a:xfrm>
          <a:prstGeom prst="rect">
            <a:avLst/>
          </a:prstGeom>
        </p:spPr>
        <p:txBody>
          <a:bodyPr vert="horz" lIns="91440" tIns="45720" rIns="91440" bIns="45720" rtlCol="0" anchor="ctr"/>
          <a:lstStyle>
            <a:lvl1pPr algn="ctr">
              <a:defRPr sz="1600">
                <a:solidFill>
                  <a:schemeClr val="tx1">
                    <a:lumMod val="85000"/>
                    <a:lumOff val="15000"/>
                  </a:schemeClr>
                </a:solidFill>
                <a:latin typeface="+mn-lt"/>
              </a:defRPr>
            </a:lvl1pPr>
          </a:lstStyle>
          <a:p>
            <a:fld id="{9D4AEF59-F28E-467C-9EA3-92D1CFAD475A}" type="slidenum">
              <a:rPr lang="en-US" smtClean="0"/>
              <a:pPr/>
              <a:t>‹#›</a:t>
            </a:fld>
            <a:endParaRPr lang="en-US">
              <a:latin typeface="+mn-lt"/>
            </a:endParaRPr>
          </a:p>
        </p:txBody>
      </p:sp>
      <mc:AlternateContent xmlns:mc="http://schemas.openxmlformats.org/markup-compatibility/2006" xmlns:p14="http://schemas.microsoft.com/office/powerpoint/2010/main">
        <mc:Choice Requires="p14">
          <p:contentPart p14:bwMode="auto" r:id="rId14">
            <p14:nvContentPartPr>
              <p14:cNvPr id="18" name="Ink 17">
                <a:extLst>
                  <a:ext uri="{FF2B5EF4-FFF2-40B4-BE49-F238E27FC236}">
                    <a16:creationId xmlns:a16="http://schemas.microsoft.com/office/drawing/2014/main" id="{24D29CCB-7956-4E3E-8880-304085F04BF4}"/>
                  </a:ext>
                </a:extLst>
              </p14:cNvPr>
              <p14:cNvContentPartPr/>
              <p14:nvPr/>
            </p14:nvContentPartPr>
            <p14:xfrm>
              <a:off x="12490710" y="6342652"/>
              <a:ext cx="360" cy="360"/>
            </p14:xfrm>
          </p:contentPart>
        </mc:Choice>
        <mc:Fallback xmlns="">
          <p:pic>
            <p:nvPicPr>
              <p:cNvPr id="18" name="Ink 17">
                <a:extLst>
                  <a:ext uri="{FF2B5EF4-FFF2-40B4-BE49-F238E27FC236}">
                    <a16:creationId xmlns:a16="http://schemas.microsoft.com/office/drawing/2014/main" id="{24D29CCB-7956-4E3E-8880-304085F04BF4}"/>
                  </a:ext>
                </a:extLst>
              </p:cNvPr>
              <p:cNvPicPr/>
              <p:nvPr/>
            </p:nvPicPr>
            <p:blipFill>
              <a:blip r:embed="rId15"/>
              <a:stretch>
                <a:fillRect/>
              </a:stretch>
            </p:blipFill>
            <p:spPr>
              <a:xfrm>
                <a:off x="12481710" y="6333652"/>
                <a:ext cx="18000" cy="18000"/>
              </a:xfrm>
              <a:prstGeom prst="rect">
                <a:avLst/>
              </a:prstGeom>
            </p:spPr>
          </p:pic>
        </mc:Fallback>
      </mc:AlternateContent>
    </p:spTree>
    <p:extLst>
      <p:ext uri="{BB962C8B-B14F-4D97-AF65-F5344CB8AC3E}">
        <p14:creationId xmlns:p14="http://schemas.microsoft.com/office/powerpoint/2010/main" val="4090048863"/>
      </p:ext>
    </p:extLst>
  </p:cSld>
  <p:clrMap bg1="lt1" tx1="dk1" bg2="lt2" tx2="dk2" accent1="accent1" accent2="accent2" accent3="accent3" accent4="accent4" accent5="accent5" accent6="accent6" hlink="hlink" folHlink="folHlink"/>
  <p:sldLayoutIdLst>
    <p:sldLayoutId id="2147483752" r:id="rId1"/>
    <p:sldLayoutId id="2147483753" r:id="rId2"/>
    <p:sldLayoutId id="2147483754" r:id="rId3"/>
    <p:sldLayoutId id="2147483755" r:id="rId4"/>
    <p:sldLayoutId id="2147483756" r:id="rId5"/>
    <p:sldLayoutId id="2147483757" r:id="rId6"/>
    <p:sldLayoutId id="2147483762" r:id="rId7"/>
    <p:sldLayoutId id="2147483758" r:id="rId8"/>
    <p:sldLayoutId id="2147483759" r:id="rId9"/>
    <p:sldLayoutId id="2147483760" r:id="rId10"/>
    <p:sldLayoutId id="2147483761" r:id="rId11"/>
  </p:sldLayoutIdLst>
  <p:hf sldNum="0" hdr="0" ftr="0" dt="0"/>
  <p:txStyles>
    <p:titleStyle>
      <a:lvl1pPr algn="l" defTabSz="914400" rtl="0" eaLnBrk="1" latinLnBrk="0" hangingPunct="1">
        <a:lnSpc>
          <a:spcPct val="110000"/>
        </a:lnSpc>
        <a:spcBef>
          <a:spcPct val="0"/>
        </a:spcBef>
        <a:buNone/>
        <a:defRPr sz="2800" kern="1200" cap="all" spc="600" baseline="0">
          <a:solidFill>
            <a:schemeClr val="tx1">
              <a:lumMod val="85000"/>
              <a:lumOff val="15000"/>
            </a:schemeClr>
          </a:solidFill>
          <a:latin typeface="+mj-lt"/>
          <a:ea typeface="Batang" panose="02030600000101010101" pitchFamily="18" charset="-127"/>
          <a:cs typeface="+mj-cs"/>
        </a:defRPr>
      </a:lvl1pPr>
    </p:titleStyle>
    <p:bodyStyle>
      <a:lvl1pPr marL="228600" indent="-228600" algn="l" defTabSz="914400" rtl="0" eaLnBrk="1" latinLnBrk="0" hangingPunct="1">
        <a:lnSpc>
          <a:spcPct val="100000"/>
        </a:lnSpc>
        <a:spcBef>
          <a:spcPts val="1000"/>
        </a:spcBef>
        <a:buSzPct val="80000"/>
        <a:buFont typeface="Arial" panose="020B0604020202020204" pitchFamily="34" charset="0"/>
        <a:buChar char="•"/>
        <a:defRPr sz="2000" kern="1200" spc="50" baseline="0">
          <a:solidFill>
            <a:schemeClr val="tx1">
              <a:lumMod val="85000"/>
              <a:lumOff val="15000"/>
            </a:schemeClr>
          </a:solidFill>
          <a:latin typeface="+mn-lt"/>
          <a:ea typeface="Batang" panose="02030600000101010101" pitchFamily="18" charset="-127"/>
          <a:cs typeface="+mn-cs"/>
        </a:defRPr>
      </a:lvl1pPr>
      <a:lvl2pPr marL="274320" indent="0" algn="l" defTabSz="914400" rtl="0" eaLnBrk="1" latinLnBrk="0" hangingPunct="1">
        <a:lnSpc>
          <a:spcPct val="100000"/>
        </a:lnSpc>
        <a:spcBef>
          <a:spcPts val="500"/>
        </a:spcBef>
        <a:buFontTx/>
        <a:buNone/>
        <a:defRPr sz="1800" kern="1200" spc="50" baseline="0">
          <a:solidFill>
            <a:schemeClr val="tx1">
              <a:lumMod val="85000"/>
              <a:lumOff val="15000"/>
            </a:schemeClr>
          </a:solidFill>
          <a:latin typeface="+mn-lt"/>
          <a:ea typeface="Batang" panose="02030600000101010101" pitchFamily="18" charset="-127"/>
          <a:cs typeface="+mn-cs"/>
        </a:defRPr>
      </a:lvl2pPr>
      <a:lvl3pPr marL="605790" indent="-285750" algn="l" defTabSz="914400" rtl="0" eaLnBrk="1" latinLnBrk="0" hangingPunct="1">
        <a:lnSpc>
          <a:spcPct val="100000"/>
        </a:lnSpc>
        <a:spcBef>
          <a:spcPts val="500"/>
        </a:spcBef>
        <a:buSzPct val="80000"/>
        <a:buFont typeface="Arial" panose="020B0604020202020204" pitchFamily="34" charset="0"/>
        <a:buChar char="•"/>
        <a:defRPr sz="1600" kern="1200" spc="50" baseline="0">
          <a:solidFill>
            <a:schemeClr val="tx1">
              <a:lumMod val="85000"/>
              <a:lumOff val="15000"/>
            </a:schemeClr>
          </a:solidFill>
          <a:latin typeface="+mn-lt"/>
          <a:ea typeface="Batang" panose="02030600000101010101" pitchFamily="18" charset="-127"/>
          <a:cs typeface="+mn-cs"/>
        </a:defRPr>
      </a:lvl3pPr>
      <a:lvl4pPr marL="630936" indent="0" algn="l" defTabSz="914400" rtl="0" eaLnBrk="1" latinLnBrk="0" hangingPunct="1">
        <a:lnSpc>
          <a:spcPct val="100000"/>
        </a:lnSpc>
        <a:spcBef>
          <a:spcPts val="500"/>
        </a:spcBef>
        <a:buFontTx/>
        <a:buNone/>
        <a:defRPr sz="1400" kern="1200" spc="50" baseline="0">
          <a:solidFill>
            <a:schemeClr val="tx1">
              <a:lumMod val="85000"/>
              <a:lumOff val="15000"/>
            </a:schemeClr>
          </a:solidFill>
          <a:latin typeface="+mn-lt"/>
          <a:ea typeface="Batang" panose="02030600000101010101" pitchFamily="18" charset="-127"/>
          <a:cs typeface="+mn-cs"/>
        </a:defRPr>
      </a:lvl4pPr>
      <a:lvl5pPr marL="822960" indent="-228600" algn="l" defTabSz="914400" rtl="0" eaLnBrk="1" latinLnBrk="0" hangingPunct="1">
        <a:lnSpc>
          <a:spcPct val="100000"/>
        </a:lnSpc>
        <a:spcBef>
          <a:spcPts val="500"/>
        </a:spcBef>
        <a:buSzPct val="80000"/>
        <a:buFont typeface="Arial" panose="020B0604020202020204" pitchFamily="34" charset="0"/>
        <a:buChar char="•"/>
        <a:defRPr sz="1400" kern="1200" spc="50" baseline="0">
          <a:solidFill>
            <a:schemeClr val="tx1">
              <a:lumMod val="85000"/>
              <a:lumOff val="15000"/>
            </a:schemeClr>
          </a:solidFill>
          <a:latin typeface="+mn-lt"/>
          <a:ea typeface="Batang" panose="02030600000101010101" pitchFamily="18" charset="-127"/>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customXml" Target="../ink/ink2.xml"/><Relationship Id="rId2" Type="http://schemas.openxmlformats.org/officeDocument/2006/relationships/image" Target="../media/image1.png"/><Relationship Id="rId1" Type="http://schemas.openxmlformats.org/officeDocument/2006/relationships/slideLayout" Target="../slideLayouts/slideLayout4.xml"/><Relationship Id="rId5" Type="http://schemas.openxmlformats.org/officeDocument/2006/relationships/image" Target="../media/image4.png"/><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3" Type="http://schemas.openxmlformats.org/officeDocument/2006/relationships/customXml" Target="../ink/ink3.xml"/><Relationship Id="rId2" Type="http://schemas.openxmlformats.org/officeDocument/2006/relationships/image" Target="../media/image1.png"/><Relationship Id="rId1" Type="http://schemas.openxmlformats.org/officeDocument/2006/relationships/slideLayout" Target="../slideLayouts/slideLayout4.xml"/><Relationship Id="rId5" Type="http://schemas.openxmlformats.org/officeDocument/2006/relationships/image" Target="../media/image5.png"/><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3" Type="http://schemas.openxmlformats.org/officeDocument/2006/relationships/customXml" Target="../ink/ink4.xml"/><Relationship Id="rId2" Type="http://schemas.openxmlformats.org/officeDocument/2006/relationships/image" Target="../media/image1.png"/><Relationship Id="rId1" Type="http://schemas.openxmlformats.org/officeDocument/2006/relationships/slideLayout" Target="../slideLayouts/slideLayout4.xml"/><Relationship Id="rId5" Type="http://schemas.openxmlformats.org/officeDocument/2006/relationships/image" Target="../media/image6.png"/><Relationship Id="rId4" Type="http://schemas.openxmlformats.org/officeDocument/2006/relationships/image" Target="../media/image3.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customXml" Target="../ink/ink5.xml"/><Relationship Id="rId7" Type="http://schemas.openxmlformats.org/officeDocument/2006/relationships/image" Target="../media/image9.png"/><Relationship Id="rId2" Type="http://schemas.openxmlformats.org/officeDocument/2006/relationships/image" Target="../media/image1.png"/><Relationship Id="rId1" Type="http://schemas.openxmlformats.org/officeDocument/2006/relationships/slideLayout" Target="../slideLayouts/slideLayout4.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3.png"/></Relationships>
</file>

<file path=ppt/slides/_rels/slide8.xml.rels><?xml version="1.0" encoding="UTF-8" standalone="yes"?>
<Relationships xmlns="http://schemas.openxmlformats.org/package/2006/relationships"><Relationship Id="rId3" Type="http://schemas.openxmlformats.org/officeDocument/2006/relationships/customXml" Target="../ink/ink6.xml"/><Relationship Id="rId2" Type="http://schemas.openxmlformats.org/officeDocument/2006/relationships/image" Target="../media/image1.png"/><Relationship Id="rId1" Type="http://schemas.openxmlformats.org/officeDocument/2006/relationships/slideLayout" Target="../slideLayouts/slideLayout4.xml"/><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image" Target="../media/image3.png"/></Relationships>
</file>

<file path=ppt/slides/_rels/slide9.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3" Type="http://schemas.openxmlformats.org/officeDocument/2006/relationships/customXml" Target="../ink/ink7.xml"/><Relationship Id="rId2" Type="http://schemas.openxmlformats.org/officeDocument/2006/relationships/image" Target="../media/image1.png"/><Relationship Id="rId1" Type="http://schemas.openxmlformats.org/officeDocument/2006/relationships/slideLayout" Target="../slideLayouts/slideLayout4.xml"/><Relationship Id="rId5" Type="http://schemas.openxmlformats.org/officeDocument/2006/relationships/image" Target="../media/image14.png"/><Relationship Id="rId4" Type="http://schemas.openxmlformats.org/officeDocument/2006/relationships/image" Target="../media/image3.png"/></Relationships>
</file>

<file path=ppt/slides/_rels/slide12.xml.rels><?xml version="1.0" encoding="UTF-8" standalone="yes"?>
<Relationships xmlns="http://schemas.openxmlformats.org/package/2006/relationships"><Relationship Id="rId3" Type="http://schemas.openxmlformats.org/officeDocument/2006/relationships/customXml" Target="../ink/ink8.xml"/><Relationship Id="rId2" Type="http://schemas.openxmlformats.org/officeDocument/2006/relationships/image" Target="../media/image1.png"/><Relationship Id="rId1" Type="http://schemas.openxmlformats.org/officeDocument/2006/relationships/slideLayout" Target="../slideLayouts/slideLayout4.xml"/><Relationship Id="rId5" Type="http://schemas.openxmlformats.org/officeDocument/2006/relationships/image" Target="../media/image12.png"/><Relationship Id="rId4" Type="http://schemas.openxmlformats.org/officeDocument/2006/relationships/image" Target="../media/image2.png"/></Relationships>
</file>

<file path=ppt/slides/_rels/slide13.xml.rels><?xml version="1.0" encoding="UTF-8" standalone="yes"?>
<Relationships xmlns="http://schemas.openxmlformats.org/package/2006/relationships"><Relationship Id="rId3" Type="http://schemas.openxmlformats.org/officeDocument/2006/relationships/customXml" Target="../ink/ink9.xml"/><Relationship Id="rId2" Type="http://schemas.openxmlformats.org/officeDocument/2006/relationships/image" Target="../media/image1.png"/><Relationship Id="rId1" Type="http://schemas.openxmlformats.org/officeDocument/2006/relationships/slideLayout" Target="../slideLayouts/slideLayout4.xml"/><Relationship Id="rId5" Type="http://schemas.openxmlformats.org/officeDocument/2006/relationships/image" Target="../media/image15.png"/><Relationship Id="rId4" Type="http://schemas.openxmlformats.org/officeDocument/2006/relationships/image" Target="../media/image2.png"/></Relationships>
</file>

<file path=ppt/slides/_rels/slide14.xml.rels><?xml version="1.0" encoding="UTF-8" standalone="yes"?>
<Relationships xmlns="http://schemas.openxmlformats.org/package/2006/relationships"><Relationship Id="rId8" Type="http://schemas.openxmlformats.org/officeDocument/2006/relationships/diagramQuickStyle" Target="../diagrams/quickStyle1.xml"/><Relationship Id="rId3" Type="http://schemas.openxmlformats.org/officeDocument/2006/relationships/customXml" Target="../ink/ink10.xml"/><Relationship Id="rId7" Type="http://schemas.openxmlformats.org/officeDocument/2006/relationships/diagramLayout" Target="../diagrams/layout1.xml"/><Relationship Id="rId2" Type="http://schemas.openxmlformats.org/officeDocument/2006/relationships/image" Target="../media/image1.png"/><Relationship Id="rId1" Type="http://schemas.openxmlformats.org/officeDocument/2006/relationships/slideLayout" Target="../slideLayouts/slideLayout4.xml"/><Relationship Id="rId6" Type="http://schemas.openxmlformats.org/officeDocument/2006/relationships/diagramData" Target="../diagrams/data1.xml"/><Relationship Id="rId5" Type="http://schemas.openxmlformats.org/officeDocument/2006/relationships/image" Target="../media/image16.png"/><Relationship Id="rId10" Type="http://schemas.microsoft.com/office/2007/relationships/diagramDrawing" Target="../diagrams/drawing1.xml"/><Relationship Id="rId4" Type="http://schemas.openxmlformats.org/officeDocument/2006/relationships/image" Target="../media/image2.png"/><Relationship Id="rId9" Type="http://schemas.openxmlformats.org/officeDocument/2006/relationships/diagramColors" Target="../diagrams/colors1.xml"/></Relationships>
</file>

<file path=ppt/slides/_rels/slide15.xml.rels><?xml version="1.0" encoding="UTF-8" standalone="yes"?>
<Relationships xmlns="http://schemas.openxmlformats.org/package/2006/relationships"><Relationship Id="rId3" Type="http://schemas.openxmlformats.org/officeDocument/2006/relationships/customXml" Target="../ink/ink11.xml"/><Relationship Id="rId2" Type="http://schemas.openxmlformats.org/officeDocument/2006/relationships/image" Target="../media/image1.png"/><Relationship Id="rId1" Type="http://schemas.openxmlformats.org/officeDocument/2006/relationships/slideLayout" Target="../slideLayouts/slideLayout4.xml"/><Relationship Id="rId5" Type="http://schemas.openxmlformats.org/officeDocument/2006/relationships/image" Target="../media/image21.png"/><Relationship Id="rId4" Type="http://schemas.openxmlformats.org/officeDocument/2006/relationships/image" Target="../media/image3.png"/></Relationships>
</file>

<file path=ppt/slides/_rels/slide16.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image" Target="../media/image22.png"/><Relationship Id="rId1" Type="http://schemas.openxmlformats.org/officeDocument/2006/relationships/slideLayout" Target="../slideLayouts/slideLayout4.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17.xml.rels><?xml version="1.0" encoding="UTF-8" standalone="yes"?>
<Relationships xmlns="http://schemas.openxmlformats.org/package/2006/relationships"><Relationship Id="rId3" Type="http://schemas.openxmlformats.org/officeDocument/2006/relationships/customXml" Target="../ink/ink12.xml"/><Relationship Id="rId2" Type="http://schemas.openxmlformats.org/officeDocument/2006/relationships/image" Target="../media/image1.png"/><Relationship Id="rId1" Type="http://schemas.openxmlformats.org/officeDocument/2006/relationships/slideLayout" Target="../slideLayouts/slideLayout4.xml"/><Relationship Id="rId5" Type="http://schemas.openxmlformats.org/officeDocument/2006/relationships/image" Target="../media/image27.png"/><Relationship Id="rId4" Type="http://schemas.openxmlformats.org/officeDocument/2006/relationships/image" Target="../media/image2.png"/></Relationships>
</file>

<file path=ppt/slides/_rels/slide18.xml.rels><?xml version="1.0" encoding="UTF-8" standalone="yes"?>
<Relationships xmlns="http://schemas.openxmlformats.org/package/2006/relationships"><Relationship Id="rId3" Type="http://schemas.openxmlformats.org/officeDocument/2006/relationships/diagramLayout" Target="../diagrams/layout3.xml"/><Relationship Id="rId7" Type="http://schemas.openxmlformats.org/officeDocument/2006/relationships/image" Target="../media/image28.png"/><Relationship Id="rId2" Type="http://schemas.openxmlformats.org/officeDocument/2006/relationships/diagramData" Target="../diagrams/data3.xml"/><Relationship Id="rId1" Type="http://schemas.openxmlformats.org/officeDocument/2006/relationships/slideLayout" Target="../slideLayouts/slideLayout4.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19.xml.rels><?xml version="1.0" encoding="UTF-8" standalone="yes"?>
<Relationships xmlns="http://schemas.openxmlformats.org/package/2006/relationships"><Relationship Id="rId3" Type="http://schemas.openxmlformats.org/officeDocument/2006/relationships/customXml" Target="../ink/ink13.xml"/><Relationship Id="rId2" Type="http://schemas.openxmlformats.org/officeDocument/2006/relationships/image" Target="../media/image1.png"/><Relationship Id="rId1" Type="http://schemas.openxmlformats.org/officeDocument/2006/relationships/slideLayout" Target="../slideLayouts/slideLayout6.xml"/><Relationship Id="rId5" Type="http://schemas.openxmlformats.org/officeDocument/2006/relationships/image" Target="../media/image29.jpeg"/><Relationship Id="rId4"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3" name="Rectangle 12">
            <a:extLst>
              <a:ext uri="{FF2B5EF4-FFF2-40B4-BE49-F238E27FC236}">
                <a16:creationId xmlns:a16="http://schemas.microsoft.com/office/drawing/2014/main" id="{0E91F5CA-B392-444C-88E3-BF5BAAEBDEB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0459807F-B6FA-44D3-9A53-C55B6B56884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4080681"/>
            <a:ext cx="12192000" cy="2777318"/>
          </a:xfrm>
          <a:prstGeom prst="rect">
            <a:avLst/>
          </a:prstGeom>
          <a:solidFill>
            <a:srgbClr val="82766A">
              <a:alpha val="1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C9100E98-BE42-A426-995D-891EA9E2DA4C}"/>
              </a:ext>
            </a:extLst>
          </p:cNvPr>
          <p:cNvSpPr>
            <a:spLocks noGrp="1"/>
          </p:cNvSpPr>
          <p:nvPr>
            <p:ph type="ctrTitle"/>
          </p:nvPr>
        </p:nvSpPr>
        <p:spPr>
          <a:xfrm>
            <a:off x="1016000" y="5755341"/>
            <a:ext cx="10160000" cy="884518"/>
          </a:xfrm>
        </p:spPr>
        <p:txBody>
          <a:bodyPr anchor="t">
            <a:normAutofit fontScale="90000"/>
          </a:bodyPr>
          <a:lstStyle/>
          <a:p>
            <a:r>
              <a:rPr lang="en-US" dirty="0"/>
              <a:t>Secure vault web application project</a:t>
            </a:r>
          </a:p>
        </p:txBody>
      </p:sp>
      <p:sp>
        <p:nvSpPr>
          <p:cNvPr id="3" name="Subtitle 2">
            <a:extLst>
              <a:ext uri="{FF2B5EF4-FFF2-40B4-BE49-F238E27FC236}">
                <a16:creationId xmlns:a16="http://schemas.microsoft.com/office/drawing/2014/main" id="{41BDBB09-4592-41EF-1762-AC4337C4D970}"/>
              </a:ext>
            </a:extLst>
          </p:cNvPr>
          <p:cNvSpPr>
            <a:spLocks noGrp="1"/>
          </p:cNvSpPr>
          <p:nvPr>
            <p:ph type="subTitle" idx="1"/>
          </p:nvPr>
        </p:nvSpPr>
        <p:spPr>
          <a:xfrm>
            <a:off x="3227292" y="5149516"/>
            <a:ext cx="5768283" cy="505326"/>
          </a:xfrm>
        </p:spPr>
        <p:txBody>
          <a:bodyPr anchor="b">
            <a:normAutofit/>
          </a:bodyPr>
          <a:lstStyle/>
          <a:p>
            <a:r>
              <a:rPr lang="en-US" dirty="0"/>
              <a:t>SWE210 Software Security</a:t>
            </a:r>
          </a:p>
        </p:txBody>
      </p:sp>
      <p:pic>
        <p:nvPicPr>
          <p:cNvPr id="15" name="Picture 14" descr="A close-up of a network&#10;&#10;Description automatically generated">
            <a:extLst>
              <a:ext uri="{FF2B5EF4-FFF2-40B4-BE49-F238E27FC236}">
                <a16:creationId xmlns:a16="http://schemas.microsoft.com/office/drawing/2014/main" id="{0CFC9949-D7F8-BBAD-0053-0151F9B49FD9}"/>
              </a:ext>
            </a:extLst>
          </p:cNvPr>
          <p:cNvPicPr>
            <a:picLocks noChangeAspect="1"/>
          </p:cNvPicPr>
          <p:nvPr/>
        </p:nvPicPr>
        <p:blipFill>
          <a:blip r:embed="rId2"/>
          <a:srcRect t="37344" b="2304"/>
          <a:stretch>
            <a:fillRect/>
          </a:stretch>
        </p:blipFill>
        <p:spPr>
          <a:xfrm>
            <a:off x="20" y="10"/>
            <a:ext cx="12191979" cy="5886523"/>
          </a:xfrm>
          <a:custGeom>
            <a:avLst/>
            <a:gdLst/>
            <a:ahLst/>
            <a:cxnLst/>
            <a:rect l="l" t="t" r="r" b="b"/>
            <a:pathLst>
              <a:path w="12191999" h="5886533">
                <a:moveTo>
                  <a:pt x="4721173" y="4907914"/>
                </a:moveTo>
                <a:lnTo>
                  <a:pt x="4722109" y="4908125"/>
                </a:lnTo>
                <a:cubicBezTo>
                  <a:pt x="4721143" y="4908767"/>
                  <a:pt x="4718263" y="4909373"/>
                  <a:pt x="4717199" y="4909396"/>
                </a:cubicBezTo>
                <a:close/>
                <a:moveTo>
                  <a:pt x="0" y="0"/>
                </a:moveTo>
                <a:lnTo>
                  <a:pt x="12191999" y="0"/>
                </a:lnTo>
                <a:lnTo>
                  <a:pt x="12191999" y="5751311"/>
                </a:lnTo>
                <a:lnTo>
                  <a:pt x="12140860" y="5770509"/>
                </a:lnTo>
                <a:cubicBezTo>
                  <a:pt x="12126656" y="5772723"/>
                  <a:pt x="12093589" y="5827925"/>
                  <a:pt x="12080161" y="5826358"/>
                </a:cubicBezTo>
                <a:cubicBezTo>
                  <a:pt x="11978188" y="5850511"/>
                  <a:pt x="11967361" y="5873564"/>
                  <a:pt x="11917885" y="5861578"/>
                </a:cubicBezTo>
                <a:cubicBezTo>
                  <a:pt x="11872779" y="5859863"/>
                  <a:pt x="11928861" y="5896778"/>
                  <a:pt x="11894610" y="5883738"/>
                </a:cubicBezTo>
                <a:cubicBezTo>
                  <a:pt x="11860359" y="5870698"/>
                  <a:pt x="11736091" y="5807232"/>
                  <a:pt x="11712379" y="5783337"/>
                </a:cubicBezTo>
                <a:cubicBezTo>
                  <a:pt x="11688667" y="5759442"/>
                  <a:pt x="11627912" y="5782933"/>
                  <a:pt x="11585366" y="5740371"/>
                </a:cubicBezTo>
                <a:lnTo>
                  <a:pt x="11516470" y="5663679"/>
                </a:lnTo>
                <a:cubicBezTo>
                  <a:pt x="11468274" y="5661847"/>
                  <a:pt x="11507335" y="5626593"/>
                  <a:pt x="11462692" y="5610127"/>
                </a:cubicBezTo>
                <a:cubicBezTo>
                  <a:pt x="11417567" y="5608500"/>
                  <a:pt x="11408021" y="5556613"/>
                  <a:pt x="11369712" y="5548654"/>
                </a:cubicBezTo>
                <a:cubicBezTo>
                  <a:pt x="11354317" y="5554704"/>
                  <a:pt x="11288328" y="5499810"/>
                  <a:pt x="11273969" y="5488986"/>
                </a:cubicBezTo>
                <a:cubicBezTo>
                  <a:pt x="11231913" y="5490378"/>
                  <a:pt x="11221973" y="5480544"/>
                  <a:pt x="11195084" y="5467967"/>
                </a:cubicBezTo>
                <a:cubicBezTo>
                  <a:pt x="11164086" y="5497749"/>
                  <a:pt x="11171649" y="5471790"/>
                  <a:pt x="11143408" y="5468614"/>
                </a:cubicBezTo>
                <a:cubicBezTo>
                  <a:pt x="11125906" y="5464975"/>
                  <a:pt x="11102603" y="5460835"/>
                  <a:pt x="11085935" y="5459365"/>
                </a:cubicBezTo>
                <a:cubicBezTo>
                  <a:pt x="11057493" y="5459661"/>
                  <a:pt x="11029906" y="5441496"/>
                  <a:pt x="11030953" y="5456484"/>
                </a:cubicBezTo>
                <a:cubicBezTo>
                  <a:pt x="11007784" y="5459001"/>
                  <a:pt x="10982005" y="5463178"/>
                  <a:pt x="10951060" y="5461240"/>
                </a:cubicBezTo>
                <a:cubicBezTo>
                  <a:pt x="10885365" y="5424406"/>
                  <a:pt x="10915288" y="5460968"/>
                  <a:pt x="10857721" y="5448157"/>
                </a:cubicBezTo>
                <a:cubicBezTo>
                  <a:pt x="10806646" y="5435790"/>
                  <a:pt x="10707075" y="5402712"/>
                  <a:pt x="10644616" y="5387039"/>
                </a:cubicBezTo>
                <a:cubicBezTo>
                  <a:pt x="10616446" y="5382224"/>
                  <a:pt x="10558603" y="5371613"/>
                  <a:pt x="10519277" y="5366793"/>
                </a:cubicBezTo>
                <a:cubicBezTo>
                  <a:pt x="10495461" y="5368312"/>
                  <a:pt x="10473830" y="5354868"/>
                  <a:pt x="10445981" y="5364735"/>
                </a:cubicBezTo>
                <a:cubicBezTo>
                  <a:pt x="10436536" y="5368773"/>
                  <a:pt x="10409281" y="5367966"/>
                  <a:pt x="10383865" y="5360888"/>
                </a:cubicBezTo>
                <a:cubicBezTo>
                  <a:pt x="10374827" y="5369095"/>
                  <a:pt x="10347864" y="5360432"/>
                  <a:pt x="10336852" y="5360277"/>
                </a:cubicBezTo>
                <a:cubicBezTo>
                  <a:pt x="10323586" y="5366987"/>
                  <a:pt x="10274741" y="5357921"/>
                  <a:pt x="10261098" y="5350526"/>
                </a:cubicBezTo>
                <a:lnTo>
                  <a:pt x="10126497" y="5339011"/>
                </a:lnTo>
                <a:lnTo>
                  <a:pt x="10082166" y="5336916"/>
                </a:lnTo>
                <a:cubicBezTo>
                  <a:pt x="10074567" y="5338985"/>
                  <a:pt x="10046860" y="5337657"/>
                  <a:pt x="10039237" y="5338580"/>
                </a:cubicBezTo>
                <a:cubicBezTo>
                  <a:pt x="9998458" y="5328479"/>
                  <a:pt x="9984394" y="5327989"/>
                  <a:pt x="9960016" y="5323065"/>
                </a:cubicBezTo>
                <a:cubicBezTo>
                  <a:pt x="9918980" y="5322923"/>
                  <a:pt x="9888741" y="5326122"/>
                  <a:pt x="9847789" y="5316297"/>
                </a:cubicBezTo>
                <a:lnTo>
                  <a:pt x="9728306" y="5296090"/>
                </a:lnTo>
                <a:cubicBezTo>
                  <a:pt x="9675056" y="5305676"/>
                  <a:pt x="9602035" y="5297282"/>
                  <a:pt x="9584504" y="5284670"/>
                </a:cubicBezTo>
                <a:cubicBezTo>
                  <a:pt x="9518952" y="5270394"/>
                  <a:pt x="9415429" y="5244268"/>
                  <a:pt x="9343049" y="5238968"/>
                </a:cubicBezTo>
                <a:lnTo>
                  <a:pt x="9231367" y="5187063"/>
                </a:lnTo>
                <a:lnTo>
                  <a:pt x="9194807" y="5176984"/>
                </a:lnTo>
                <a:lnTo>
                  <a:pt x="9189243" y="5167745"/>
                </a:lnTo>
                <a:lnTo>
                  <a:pt x="9151229" y="5156543"/>
                </a:lnTo>
                <a:lnTo>
                  <a:pt x="9150207" y="5157608"/>
                </a:lnTo>
                <a:cubicBezTo>
                  <a:pt x="9147045" y="5159739"/>
                  <a:pt x="9143081" y="5160831"/>
                  <a:pt x="9137315" y="5159777"/>
                </a:cubicBezTo>
                <a:cubicBezTo>
                  <a:pt x="9138862" y="5179261"/>
                  <a:pt x="9130952" y="5165972"/>
                  <a:pt x="9113809" y="5161143"/>
                </a:cubicBezTo>
                <a:cubicBezTo>
                  <a:pt x="9112388" y="5190326"/>
                  <a:pt x="9068114" y="5155892"/>
                  <a:pt x="9053450" y="5169457"/>
                </a:cubicBezTo>
                <a:lnTo>
                  <a:pt x="9005483" y="5166172"/>
                </a:lnTo>
                <a:lnTo>
                  <a:pt x="9005198" y="5166412"/>
                </a:lnTo>
                <a:cubicBezTo>
                  <a:pt x="9003143" y="5166632"/>
                  <a:pt x="9000324" y="5166304"/>
                  <a:pt x="8996229" y="5165201"/>
                </a:cubicBezTo>
                <a:lnTo>
                  <a:pt x="8990391" y="5163140"/>
                </a:lnTo>
                <a:lnTo>
                  <a:pt x="8974334" y="5159914"/>
                </a:lnTo>
                <a:lnTo>
                  <a:pt x="8968008" y="5160614"/>
                </a:lnTo>
                <a:lnTo>
                  <a:pt x="8963045" y="5162839"/>
                </a:lnTo>
                <a:cubicBezTo>
                  <a:pt x="8954690" y="5154888"/>
                  <a:pt x="8955517" y="5145940"/>
                  <a:pt x="8928985" y="5166027"/>
                </a:cubicBezTo>
                <a:cubicBezTo>
                  <a:pt x="8898031" y="5165007"/>
                  <a:pt x="8789300" y="5150352"/>
                  <a:pt x="8752441" y="5146795"/>
                </a:cubicBezTo>
                <a:cubicBezTo>
                  <a:pt x="8719819" y="5136075"/>
                  <a:pt x="8748194" y="5149736"/>
                  <a:pt x="8707844" y="5144694"/>
                </a:cubicBezTo>
                <a:cubicBezTo>
                  <a:pt x="8671606" y="5125159"/>
                  <a:pt x="8639142" y="5141599"/>
                  <a:pt x="8596068" y="5136122"/>
                </a:cubicBezTo>
                <a:lnTo>
                  <a:pt x="8525227" y="5150964"/>
                </a:lnTo>
                <a:lnTo>
                  <a:pt x="8510980" y="5145049"/>
                </a:lnTo>
                <a:lnTo>
                  <a:pt x="8506164" y="5142048"/>
                </a:lnTo>
                <a:cubicBezTo>
                  <a:pt x="8502646" y="5140271"/>
                  <a:pt x="8500045" y="5139460"/>
                  <a:pt x="8497965" y="5139310"/>
                </a:cubicBezTo>
                <a:lnTo>
                  <a:pt x="8497591" y="5139489"/>
                </a:lnTo>
                <a:lnTo>
                  <a:pt x="8490246" y="5136439"/>
                </a:lnTo>
                <a:lnTo>
                  <a:pt x="8367179" y="5122397"/>
                </a:lnTo>
                <a:cubicBezTo>
                  <a:pt x="8362021" y="5120372"/>
                  <a:pt x="8357730" y="5120720"/>
                  <a:pt x="8353796" y="5122203"/>
                </a:cubicBezTo>
                <a:lnTo>
                  <a:pt x="8352369" y="5123043"/>
                </a:lnTo>
                <a:lnTo>
                  <a:pt x="8320101" y="5105625"/>
                </a:lnTo>
                <a:lnTo>
                  <a:pt x="8314429" y="5105299"/>
                </a:lnTo>
                <a:lnTo>
                  <a:pt x="8295170" y="5091404"/>
                </a:lnTo>
                <a:lnTo>
                  <a:pt x="8284273" y="5085581"/>
                </a:lnTo>
                <a:lnTo>
                  <a:pt x="8283146" y="5081138"/>
                </a:lnTo>
                <a:cubicBezTo>
                  <a:pt x="8280842" y="5077893"/>
                  <a:pt x="8276148" y="5075245"/>
                  <a:pt x="8266072" y="5073963"/>
                </a:cubicBezTo>
                <a:lnTo>
                  <a:pt x="8263373" y="5074193"/>
                </a:lnTo>
                <a:lnTo>
                  <a:pt x="8252030" y="5064350"/>
                </a:lnTo>
                <a:cubicBezTo>
                  <a:pt x="8248856" y="5060500"/>
                  <a:pt x="8246644" y="5056218"/>
                  <a:pt x="8245831" y="5051358"/>
                </a:cubicBezTo>
                <a:cubicBezTo>
                  <a:pt x="8181824" y="5054265"/>
                  <a:pt x="8147127" y="5020143"/>
                  <a:pt x="8090268" y="5005197"/>
                </a:cubicBezTo>
                <a:cubicBezTo>
                  <a:pt x="8025464" y="4982055"/>
                  <a:pt x="7967067" y="4960819"/>
                  <a:pt x="7905404" y="4963224"/>
                </a:cubicBezTo>
                <a:cubicBezTo>
                  <a:pt x="7835116" y="4948312"/>
                  <a:pt x="7780962" y="4946081"/>
                  <a:pt x="7718741" y="4937509"/>
                </a:cubicBezTo>
                <a:lnTo>
                  <a:pt x="7614343" y="4940980"/>
                </a:lnTo>
                <a:lnTo>
                  <a:pt x="7527539" y="4935152"/>
                </a:lnTo>
                <a:lnTo>
                  <a:pt x="7519567" y="4932599"/>
                </a:lnTo>
                <a:cubicBezTo>
                  <a:pt x="7513989" y="4931260"/>
                  <a:pt x="7510169" y="4930910"/>
                  <a:pt x="7507408" y="4931264"/>
                </a:cubicBezTo>
                <a:lnTo>
                  <a:pt x="7507036" y="4931591"/>
                </a:lnTo>
                <a:lnTo>
                  <a:pt x="7495791" y="4929639"/>
                </a:lnTo>
                <a:cubicBezTo>
                  <a:pt x="7476982" y="4925521"/>
                  <a:pt x="7422524" y="4942937"/>
                  <a:pt x="7405387" y="4937744"/>
                </a:cubicBezTo>
                <a:cubicBezTo>
                  <a:pt x="7374785" y="4940694"/>
                  <a:pt x="7333986" y="4941799"/>
                  <a:pt x="7312176" y="4947339"/>
                </a:cubicBezTo>
                <a:lnTo>
                  <a:pt x="7310849" y="4948781"/>
                </a:lnTo>
                <a:lnTo>
                  <a:pt x="7218556" y="4923532"/>
                </a:lnTo>
                <a:lnTo>
                  <a:pt x="7201098" y="4918982"/>
                </a:lnTo>
                <a:lnTo>
                  <a:pt x="7197000" y="4913624"/>
                </a:lnTo>
                <a:cubicBezTo>
                  <a:pt x="7192108" y="4910101"/>
                  <a:pt x="7184502" y="4907962"/>
                  <a:pt x="7170804" y="4908976"/>
                </a:cubicBezTo>
                <a:lnTo>
                  <a:pt x="7096984" y="4896748"/>
                </a:lnTo>
                <a:cubicBezTo>
                  <a:pt x="7061144" y="4895770"/>
                  <a:pt x="7050185" y="4894793"/>
                  <a:pt x="7018492" y="4897122"/>
                </a:cubicBezTo>
                <a:cubicBezTo>
                  <a:pt x="6937524" y="4886184"/>
                  <a:pt x="6943641" y="4862018"/>
                  <a:pt x="6904142" y="4867616"/>
                </a:cubicBezTo>
                <a:cubicBezTo>
                  <a:pt x="6871918" y="4872824"/>
                  <a:pt x="6787985" y="4853750"/>
                  <a:pt x="6708218" y="4839661"/>
                </a:cubicBezTo>
                <a:cubicBezTo>
                  <a:pt x="6649102" y="4830206"/>
                  <a:pt x="6628102" y="4816105"/>
                  <a:pt x="6549451" y="4810885"/>
                </a:cubicBezTo>
                <a:cubicBezTo>
                  <a:pt x="6472150" y="4766795"/>
                  <a:pt x="6409692" y="4790518"/>
                  <a:pt x="6317556" y="4764085"/>
                </a:cubicBezTo>
                <a:cubicBezTo>
                  <a:pt x="6297547" y="4748563"/>
                  <a:pt x="6209288" y="4765756"/>
                  <a:pt x="6168670" y="4761998"/>
                </a:cubicBezTo>
                <a:cubicBezTo>
                  <a:pt x="6128052" y="4758240"/>
                  <a:pt x="6090536" y="4744692"/>
                  <a:pt x="6073844" y="4741536"/>
                </a:cubicBezTo>
                <a:lnTo>
                  <a:pt x="6068526" y="4743073"/>
                </a:lnTo>
                <a:lnTo>
                  <a:pt x="6048634" y="4742390"/>
                </a:lnTo>
                <a:lnTo>
                  <a:pt x="6041279" y="4750739"/>
                </a:lnTo>
                <a:lnTo>
                  <a:pt x="6010088" y="4755832"/>
                </a:lnTo>
                <a:cubicBezTo>
                  <a:pt x="5998677" y="4756419"/>
                  <a:pt x="5970124" y="4755506"/>
                  <a:pt x="5957373" y="4752188"/>
                </a:cubicBezTo>
                <a:lnTo>
                  <a:pt x="5758915" y="4736496"/>
                </a:lnTo>
                <a:lnTo>
                  <a:pt x="5626957" y="4735473"/>
                </a:lnTo>
                <a:lnTo>
                  <a:pt x="5470902" y="4749493"/>
                </a:lnTo>
                <a:cubicBezTo>
                  <a:pt x="5478131" y="4762521"/>
                  <a:pt x="5439006" y="4748455"/>
                  <a:pt x="5432757" y="4760746"/>
                </a:cubicBezTo>
                <a:cubicBezTo>
                  <a:pt x="5429365" y="4770778"/>
                  <a:pt x="5391824" y="4775462"/>
                  <a:pt x="5381664" y="4778448"/>
                </a:cubicBezTo>
                <a:lnTo>
                  <a:pt x="5261760" y="4798865"/>
                </a:lnTo>
                <a:cubicBezTo>
                  <a:pt x="5251595" y="4799049"/>
                  <a:pt x="5230547" y="4807359"/>
                  <a:pt x="5222959" y="4809989"/>
                </a:cubicBezTo>
                <a:lnTo>
                  <a:pt x="5174657" y="4812979"/>
                </a:lnTo>
                <a:lnTo>
                  <a:pt x="5156551" y="4820202"/>
                </a:lnTo>
                <a:lnTo>
                  <a:pt x="5142595" y="4823602"/>
                </a:lnTo>
                <a:lnTo>
                  <a:pt x="5139593" y="4825703"/>
                </a:lnTo>
                <a:cubicBezTo>
                  <a:pt x="5133873" y="4829743"/>
                  <a:pt x="5128076" y="4833554"/>
                  <a:pt x="5121656" y="4836556"/>
                </a:cubicBezTo>
                <a:cubicBezTo>
                  <a:pt x="5108317" y="4807937"/>
                  <a:pt x="5064853" y="4857373"/>
                  <a:pt x="5065787" y="4829985"/>
                </a:cubicBezTo>
                <a:cubicBezTo>
                  <a:pt x="5028193" y="4841501"/>
                  <a:pt x="5038944" y="4812412"/>
                  <a:pt x="5011510" y="4846366"/>
                </a:cubicBezTo>
                <a:cubicBezTo>
                  <a:pt x="4937023" y="4845983"/>
                  <a:pt x="4916353" y="4832976"/>
                  <a:pt x="4840437" y="4870383"/>
                </a:cubicBezTo>
                <a:cubicBezTo>
                  <a:pt x="4806739" y="4887025"/>
                  <a:pt x="4784106" y="4898171"/>
                  <a:pt x="4762444" y="4898151"/>
                </a:cubicBezTo>
                <a:cubicBezTo>
                  <a:pt x="4741323" y="4902652"/>
                  <a:pt x="4729481" y="4905474"/>
                  <a:pt x="4723182" y="4907166"/>
                </a:cubicBezTo>
                <a:lnTo>
                  <a:pt x="4721173" y="4907914"/>
                </a:lnTo>
                <a:lnTo>
                  <a:pt x="4715524" y="4906639"/>
                </a:lnTo>
                <a:cubicBezTo>
                  <a:pt x="4680148" y="4913595"/>
                  <a:pt x="4524744" y="4914403"/>
                  <a:pt x="4515810" y="4916541"/>
                </a:cubicBezTo>
                <a:cubicBezTo>
                  <a:pt x="4457819" y="4929653"/>
                  <a:pt x="4462659" y="4930394"/>
                  <a:pt x="4428539" y="4927192"/>
                </a:cubicBezTo>
                <a:cubicBezTo>
                  <a:pt x="4423303" y="4923821"/>
                  <a:pt x="4368974" y="4930115"/>
                  <a:pt x="4362872" y="4928538"/>
                </a:cubicBezTo>
                <a:lnTo>
                  <a:pt x="4316962" y="4921923"/>
                </a:lnTo>
                <a:lnTo>
                  <a:pt x="4315106" y="4923264"/>
                </a:lnTo>
                <a:cubicBezTo>
                  <a:pt x="4306123" y="4926635"/>
                  <a:pt x="4299993" y="4926634"/>
                  <a:pt x="4295140" y="4925143"/>
                </a:cubicBezTo>
                <a:lnTo>
                  <a:pt x="4290059" y="4922226"/>
                </a:lnTo>
                <a:lnTo>
                  <a:pt x="4276138" y="4922472"/>
                </a:lnTo>
                <a:lnTo>
                  <a:pt x="4248113" y="4920148"/>
                </a:lnTo>
                <a:lnTo>
                  <a:pt x="4202046" y="4922943"/>
                </a:lnTo>
                <a:cubicBezTo>
                  <a:pt x="4201945" y="4923363"/>
                  <a:pt x="4201842" y="4923782"/>
                  <a:pt x="4201741" y="4924202"/>
                </a:cubicBezTo>
                <a:cubicBezTo>
                  <a:pt x="4200116" y="4927039"/>
                  <a:pt x="4197140" y="4929158"/>
                  <a:pt x="4191245" y="4929836"/>
                </a:cubicBezTo>
                <a:cubicBezTo>
                  <a:pt x="4204212" y="4947125"/>
                  <a:pt x="4161274" y="4945230"/>
                  <a:pt x="4142742" y="4945701"/>
                </a:cubicBezTo>
                <a:cubicBezTo>
                  <a:pt x="4124717" y="4952767"/>
                  <a:pt x="4099099" y="4966347"/>
                  <a:pt x="4083094" y="4972234"/>
                </a:cubicBezTo>
                <a:lnTo>
                  <a:pt x="4074543" y="4973069"/>
                </a:lnTo>
                <a:cubicBezTo>
                  <a:pt x="4074504" y="4973170"/>
                  <a:pt x="4074463" y="4973269"/>
                  <a:pt x="4074424" y="4973368"/>
                </a:cubicBezTo>
                <a:cubicBezTo>
                  <a:pt x="4072678" y="4974152"/>
                  <a:pt x="4069906" y="4974653"/>
                  <a:pt x="4065507" y="4974812"/>
                </a:cubicBezTo>
                <a:lnTo>
                  <a:pt x="4058951" y="4974594"/>
                </a:lnTo>
                <a:lnTo>
                  <a:pt x="4042361" y="4976215"/>
                </a:lnTo>
                <a:lnTo>
                  <a:pt x="4036993" y="4978649"/>
                </a:lnTo>
                <a:lnTo>
                  <a:pt x="4035360" y="4982316"/>
                </a:lnTo>
                <a:lnTo>
                  <a:pt x="4033775" y="4982081"/>
                </a:lnTo>
                <a:cubicBezTo>
                  <a:pt x="4021424" y="4977217"/>
                  <a:pt x="4016874" y="4968841"/>
                  <a:pt x="4004535" y="4994649"/>
                </a:cubicBezTo>
                <a:cubicBezTo>
                  <a:pt x="3976667" y="4987584"/>
                  <a:pt x="3972977" y="5002913"/>
                  <a:pt x="3936843" y="5012106"/>
                </a:cubicBezTo>
                <a:cubicBezTo>
                  <a:pt x="3920506" y="5004382"/>
                  <a:pt x="3908535" y="5009071"/>
                  <a:pt x="3897272" y="5017761"/>
                </a:cubicBezTo>
                <a:cubicBezTo>
                  <a:pt x="3861092" y="5017265"/>
                  <a:pt x="3829628" y="5031135"/>
                  <a:pt x="3789757" y="5037999"/>
                </a:cubicBezTo>
                <a:cubicBezTo>
                  <a:pt x="3741007" y="5052705"/>
                  <a:pt x="3725129" y="5054682"/>
                  <a:pt x="3682510" y="5061922"/>
                </a:cubicBezTo>
                <a:lnTo>
                  <a:pt x="3610032" y="5094193"/>
                </a:lnTo>
                <a:lnTo>
                  <a:pt x="3603852" y="5092831"/>
                </a:lnTo>
                <a:cubicBezTo>
                  <a:pt x="3599580" y="5092212"/>
                  <a:pt x="3596726" y="5092212"/>
                  <a:pt x="3594733" y="5092667"/>
                </a:cubicBezTo>
                <a:lnTo>
                  <a:pt x="3594498" y="5092936"/>
                </a:lnTo>
                <a:lnTo>
                  <a:pt x="3585975" y="5092246"/>
                </a:lnTo>
                <a:cubicBezTo>
                  <a:pt x="3571623" y="5090455"/>
                  <a:pt x="3549389" y="5104654"/>
                  <a:pt x="3536132" y="5101945"/>
                </a:cubicBezTo>
                <a:cubicBezTo>
                  <a:pt x="3513940" y="5106241"/>
                  <a:pt x="3488622" y="5099976"/>
                  <a:pt x="3473220" y="5105606"/>
                </a:cubicBezTo>
                <a:lnTo>
                  <a:pt x="3400725" y="5117654"/>
                </a:lnTo>
                <a:lnTo>
                  <a:pt x="3375935" y="5106247"/>
                </a:lnTo>
                <a:lnTo>
                  <a:pt x="3348219" y="5109860"/>
                </a:lnTo>
                <a:cubicBezTo>
                  <a:pt x="3337206" y="5110533"/>
                  <a:pt x="3327054" y="5111295"/>
                  <a:pt x="3319639" y="5114795"/>
                </a:cubicBezTo>
                <a:lnTo>
                  <a:pt x="3248529" y="5133347"/>
                </a:lnTo>
                <a:lnTo>
                  <a:pt x="3210308" y="5119794"/>
                </a:lnTo>
                <a:cubicBezTo>
                  <a:pt x="3206088" y="5117870"/>
                  <a:pt x="3200152" y="5117326"/>
                  <a:pt x="3190375" y="5119915"/>
                </a:cubicBezTo>
                <a:lnTo>
                  <a:pt x="3188145" y="5121096"/>
                </a:lnTo>
                <a:cubicBezTo>
                  <a:pt x="3182625" y="5119116"/>
                  <a:pt x="3141856" y="5121682"/>
                  <a:pt x="3108596" y="5122416"/>
                </a:cubicBezTo>
                <a:cubicBezTo>
                  <a:pt x="3055968" y="5124842"/>
                  <a:pt x="3048940" y="5117475"/>
                  <a:pt x="2988584" y="5125502"/>
                </a:cubicBezTo>
                <a:cubicBezTo>
                  <a:pt x="2928853" y="5129690"/>
                  <a:pt x="2917951" y="5124649"/>
                  <a:pt x="2876540" y="5133019"/>
                </a:cubicBezTo>
                <a:lnTo>
                  <a:pt x="2626864" y="5133771"/>
                </a:lnTo>
                <a:cubicBezTo>
                  <a:pt x="2562348" y="5111858"/>
                  <a:pt x="2563422" y="5142456"/>
                  <a:pt x="2491422" y="5135486"/>
                </a:cubicBezTo>
                <a:cubicBezTo>
                  <a:pt x="2433091" y="5200962"/>
                  <a:pt x="2455709" y="5160483"/>
                  <a:pt x="2415617" y="5168715"/>
                </a:cubicBezTo>
                <a:lnTo>
                  <a:pt x="2290098" y="5166151"/>
                </a:lnTo>
                <a:cubicBezTo>
                  <a:pt x="2257057" y="5152522"/>
                  <a:pt x="2202458" y="5187690"/>
                  <a:pt x="2161714" y="5169302"/>
                </a:cubicBezTo>
                <a:cubicBezTo>
                  <a:pt x="2122714" y="5172302"/>
                  <a:pt x="2080450" y="5180350"/>
                  <a:pt x="2056089" y="5184144"/>
                </a:cubicBezTo>
                <a:cubicBezTo>
                  <a:pt x="2019828" y="5191108"/>
                  <a:pt x="1978839" y="5203797"/>
                  <a:pt x="1944153" y="5211084"/>
                </a:cubicBezTo>
                <a:cubicBezTo>
                  <a:pt x="1925867" y="5199079"/>
                  <a:pt x="1896027" y="5224183"/>
                  <a:pt x="1847968" y="5227868"/>
                </a:cubicBezTo>
                <a:cubicBezTo>
                  <a:pt x="1827977" y="5213971"/>
                  <a:pt x="1815570" y="5230544"/>
                  <a:pt x="1777083" y="5212267"/>
                </a:cubicBezTo>
                <a:cubicBezTo>
                  <a:pt x="1775439" y="5214216"/>
                  <a:pt x="1773397" y="5216035"/>
                  <a:pt x="1771025" y="5217668"/>
                </a:cubicBezTo>
                <a:cubicBezTo>
                  <a:pt x="1757251" y="5227146"/>
                  <a:pt x="1735528" y="5228402"/>
                  <a:pt x="1722509" y="5220470"/>
                </a:cubicBezTo>
                <a:cubicBezTo>
                  <a:pt x="1691779" y="5208440"/>
                  <a:pt x="1662321" y="5203305"/>
                  <a:pt x="1633941" y="5200774"/>
                </a:cubicBezTo>
                <a:lnTo>
                  <a:pt x="1586145" y="5210184"/>
                </a:lnTo>
                <a:cubicBezTo>
                  <a:pt x="1567948" y="5215416"/>
                  <a:pt x="1545900" y="5226363"/>
                  <a:pt x="1524748" y="5232173"/>
                </a:cubicBezTo>
                <a:cubicBezTo>
                  <a:pt x="1502586" y="5235395"/>
                  <a:pt x="1478013" y="5230993"/>
                  <a:pt x="1459242" y="5245044"/>
                </a:cubicBezTo>
                <a:cubicBezTo>
                  <a:pt x="1421474" y="5260197"/>
                  <a:pt x="1374524" y="5244220"/>
                  <a:pt x="1349457" y="5280705"/>
                </a:cubicBezTo>
                <a:cubicBezTo>
                  <a:pt x="1273276" y="5302389"/>
                  <a:pt x="1121512" y="5336260"/>
                  <a:pt x="1009212" y="5361227"/>
                </a:cubicBezTo>
                <a:cubicBezTo>
                  <a:pt x="939016" y="5373529"/>
                  <a:pt x="866895" y="5370149"/>
                  <a:pt x="808572" y="5377024"/>
                </a:cubicBezTo>
                <a:cubicBezTo>
                  <a:pt x="802823" y="5374184"/>
                  <a:pt x="726016" y="5397963"/>
                  <a:pt x="719549" y="5396991"/>
                </a:cubicBezTo>
                <a:lnTo>
                  <a:pt x="698795" y="5397657"/>
                </a:lnTo>
                <a:cubicBezTo>
                  <a:pt x="689833" y="5401894"/>
                  <a:pt x="683492" y="5402495"/>
                  <a:pt x="678327" y="5401487"/>
                </a:cubicBezTo>
                <a:lnTo>
                  <a:pt x="672784" y="5399085"/>
                </a:lnTo>
                <a:lnTo>
                  <a:pt x="658406" y="5400696"/>
                </a:lnTo>
                <a:lnTo>
                  <a:pt x="629185" y="5401132"/>
                </a:lnTo>
                <a:lnTo>
                  <a:pt x="624558" y="5403782"/>
                </a:lnTo>
                <a:lnTo>
                  <a:pt x="581798" y="5408438"/>
                </a:lnTo>
                <a:cubicBezTo>
                  <a:pt x="581736" y="5408865"/>
                  <a:pt x="581671" y="5409294"/>
                  <a:pt x="581608" y="5409722"/>
                </a:cubicBezTo>
                <a:cubicBezTo>
                  <a:pt x="580204" y="5412704"/>
                  <a:pt x="577331" y="5415106"/>
                  <a:pt x="571299" y="5416358"/>
                </a:cubicBezTo>
                <a:cubicBezTo>
                  <a:pt x="551623" y="5426267"/>
                  <a:pt x="484499" y="5459654"/>
                  <a:pt x="463549" y="5469173"/>
                </a:cubicBezTo>
                <a:cubicBezTo>
                  <a:pt x="453136" y="5470720"/>
                  <a:pt x="449731" y="5472678"/>
                  <a:pt x="445606" y="5473465"/>
                </a:cubicBezTo>
                <a:lnTo>
                  <a:pt x="438799" y="5473893"/>
                </a:lnTo>
                <a:cubicBezTo>
                  <a:pt x="417222" y="5482183"/>
                  <a:pt x="343312" y="5513407"/>
                  <a:pt x="316138" y="5523213"/>
                </a:cubicBezTo>
                <a:cubicBezTo>
                  <a:pt x="298481" y="5517132"/>
                  <a:pt x="286556" y="5522972"/>
                  <a:pt x="275748" y="5532726"/>
                </a:cubicBezTo>
                <a:cubicBezTo>
                  <a:pt x="238274" y="5535784"/>
                  <a:pt x="207076" y="5552679"/>
                  <a:pt x="166496" y="5563424"/>
                </a:cubicBezTo>
                <a:lnTo>
                  <a:pt x="0" y="5629888"/>
                </a:lnTo>
                <a:close/>
              </a:path>
            </a:pathLst>
          </a:custGeom>
        </p:spPr>
      </p:pic>
    </p:spTree>
    <p:extLst>
      <p:ext uri="{BB962C8B-B14F-4D97-AF65-F5344CB8AC3E}">
        <p14:creationId xmlns:p14="http://schemas.microsoft.com/office/powerpoint/2010/main" val="180917634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22" name="Rectangle 121">
            <a:extLst>
              <a:ext uri="{FF2B5EF4-FFF2-40B4-BE49-F238E27FC236}">
                <a16:creationId xmlns:a16="http://schemas.microsoft.com/office/drawing/2014/main" id="{0E91F5CA-B392-444C-88E3-BF5BAAEBDEB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descr="A hand touching a hologram of a padlock&#10;&#10;Description automatically generated">
            <a:extLst>
              <a:ext uri="{FF2B5EF4-FFF2-40B4-BE49-F238E27FC236}">
                <a16:creationId xmlns:a16="http://schemas.microsoft.com/office/drawing/2014/main" id="{F023C84C-B27B-A011-1BE0-2ED216539C7F}"/>
              </a:ext>
            </a:extLst>
          </p:cNvPr>
          <p:cNvPicPr>
            <a:picLocks noChangeAspect="1"/>
          </p:cNvPicPr>
          <p:nvPr/>
        </p:nvPicPr>
        <p:blipFill>
          <a:blip r:embed="rId2">
            <a:extLst>
              <a:ext uri="{28A0092B-C50C-407E-A947-70E740481C1C}">
                <a14:useLocalDpi xmlns:a14="http://schemas.microsoft.com/office/drawing/2010/main" val="0"/>
              </a:ext>
            </a:extLst>
          </a:blip>
          <a:srcRect t="10000"/>
          <a:stretch>
            <a:fillRect/>
          </a:stretch>
        </p:blipFill>
        <p:spPr>
          <a:xfrm>
            <a:off x="20" y="1"/>
            <a:ext cx="12191979" cy="6857999"/>
          </a:xfrm>
          <a:prstGeom prst="rect">
            <a:avLst/>
          </a:prstGeom>
        </p:spPr>
      </p:pic>
      <p:sp>
        <p:nvSpPr>
          <p:cNvPr id="124" name="Rectangle 123">
            <a:extLst>
              <a:ext uri="{FF2B5EF4-FFF2-40B4-BE49-F238E27FC236}">
                <a16:creationId xmlns:a16="http://schemas.microsoft.com/office/drawing/2014/main" id="{63F3677B-A97D-4CAD-A971-B22755F563E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0" y="-1"/>
            <a:ext cx="12192000" cy="4516342"/>
          </a:xfrm>
          <a:prstGeom prst="rect">
            <a:avLst/>
          </a:prstGeom>
          <a:gradFill>
            <a:gsLst>
              <a:gs pos="47000">
                <a:srgbClr val="000000">
                  <a:alpha val="22000"/>
                </a:srgbClr>
              </a:gs>
              <a:gs pos="0">
                <a:srgbClr val="000000">
                  <a:alpha val="0"/>
                </a:srgbClr>
              </a:gs>
              <a:gs pos="100000">
                <a:srgbClr val="000000">
                  <a:alpha val="43000"/>
                </a:srgb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C4108E30-4AE3-4191-FCC0-AE347C3D1C82}"/>
              </a:ext>
            </a:extLst>
          </p:cNvPr>
          <p:cNvSpPr>
            <a:spLocks noGrp="1"/>
          </p:cNvSpPr>
          <p:nvPr>
            <p:ph type="ctrTitle"/>
          </p:nvPr>
        </p:nvSpPr>
        <p:spPr>
          <a:xfrm>
            <a:off x="577123" y="477079"/>
            <a:ext cx="8512448" cy="1384378"/>
          </a:xfrm>
        </p:spPr>
        <p:txBody>
          <a:bodyPr vert="horz" lIns="91440" tIns="45720" rIns="91440" bIns="45720" rtlCol="0">
            <a:normAutofit/>
          </a:bodyPr>
          <a:lstStyle/>
          <a:p>
            <a:pPr algn="l"/>
            <a:r>
              <a:rPr lang="en-US">
                <a:solidFill>
                  <a:srgbClr val="FFFFFF"/>
                </a:solidFill>
              </a:rPr>
              <a:t> </a:t>
            </a:r>
          </a:p>
        </p:txBody>
      </p:sp>
      <p:sp>
        <p:nvSpPr>
          <p:cNvPr id="3" name="Subtitle 2">
            <a:extLst>
              <a:ext uri="{FF2B5EF4-FFF2-40B4-BE49-F238E27FC236}">
                <a16:creationId xmlns:a16="http://schemas.microsoft.com/office/drawing/2014/main" id="{FC90AE02-4462-D7E1-97AE-337346AA9928}"/>
              </a:ext>
            </a:extLst>
          </p:cNvPr>
          <p:cNvSpPr>
            <a:spLocks noGrp="1"/>
          </p:cNvSpPr>
          <p:nvPr>
            <p:ph type="subTitle" idx="1"/>
          </p:nvPr>
        </p:nvSpPr>
        <p:spPr>
          <a:xfrm>
            <a:off x="577124" y="1994402"/>
            <a:ext cx="6141493" cy="1308179"/>
          </a:xfrm>
        </p:spPr>
        <p:txBody>
          <a:bodyPr vert="horz" lIns="91440" tIns="45720" rIns="91440" bIns="45720" rtlCol="0">
            <a:normAutofit/>
          </a:bodyPr>
          <a:lstStyle/>
          <a:p>
            <a:pPr algn="l">
              <a:lnSpc>
                <a:spcPct val="90000"/>
              </a:lnSpc>
            </a:pPr>
            <a:r>
              <a:rPr lang="en-US" sz="1400" spc="50" dirty="0">
                <a:solidFill>
                  <a:srgbClr val="FFFFFF"/>
                </a:solidFill>
              </a:rPr>
              <a:t>Group members:</a:t>
            </a:r>
          </a:p>
          <a:p>
            <a:pPr algn="l">
              <a:lnSpc>
                <a:spcPct val="90000"/>
              </a:lnSpc>
            </a:pPr>
            <a:r>
              <a:rPr lang="en-US" sz="1400" spc="50" dirty="0">
                <a:solidFill>
                  <a:srgbClr val="FFFFFF"/>
                </a:solidFill>
              </a:rPr>
              <a:t>Iyad Kabel - 2409115130</a:t>
            </a:r>
          </a:p>
          <a:p>
            <a:pPr algn="l">
              <a:lnSpc>
                <a:spcPct val="90000"/>
              </a:lnSpc>
            </a:pPr>
            <a:r>
              <a:rPr lang="en-US" sz="1400" spc="50" dirty="0">
                <a:solidFill>
                  <a:srgbClr val="FFFFFF"/>
                </a:solidFill>
              </a:rPr>
              <a:t>Y.H.Y.M Bakr </a:t>
            </a:r>
            <a:r>
              <a:rPr lang="en-US" sz="1400" spc="50" dirty="0" err="1">
                <a:solidFill>
                  <a:srgbClr val="FFFFFF"/>
                </a:solidFill>
              </a:rPr>
              <a:t>Raiyan</a:t>
            </a:r>
            <a:r>
              <a:rPr lang="en-US" sz="1400" spc="50" dirty="0">
                <a:solidFill>
                  <a:srgbClr val="FFFFFF"/>
                </a:solidFill>
              </a:rPr>
              <a:t> - 2309116473</a:t>
            </a:r>
          </a:p>
          <a:p>
            <a:pPr algn="l">
              <a:lnSpc>
                <a:spcPct val="90000"/>
              </a:lnSpc>
            </a:pPr>
            <a:r>
              <a:rPr lang="en-US" sz="1400" spc="50" dirty="0" err="1">
                <a:solidFill>
                  <a:srgbClr val="FFFFFF"/>
                </a:solidFill>
              </a:rPr>
              <a:t>Serhat</a:t>
            </a:r>
            <a:r>
              <a:rPr lang="en-US" sz="1400" spc="50" dirty="0">
                <a:solidFill>
                  <a:srgbClr val="FFFFFF"/>
                </a:solidFill>
              </a:rPr>
              <a:t> Karasu - 2109111050</a:t>
            </a:r>
          </a:p>
          <a:p>
            <a:pPr algn="l">
              <a:lnSpc>
                <a:spcPct val="90000"/>
              </a:lnSpc>
            </a:pPr>
            <a:endParaRPr lang="en-US" sz="1400" spc="50" dirty="0">
              <a:solidFill>
                <a:srgbClr val="FFFFFF"/>
              </a:solidFill>
            </a:endParaRPr>
          </a:p>
        </p:txBody>
      </p:sp>
    </p:spTree>
    <p:extLst>
      <p:ext uri="{BB962C8B-B14F-4D97-AF65-F5344CB8AC3E}">
        <p14:creationId xmlns:p14="http://schemas.microsoft.com/office/powerpoint/2010/main" val="3001355990"/>
      </p:ext>
    </p:extLst>
  </p:cSld>
  <p:clrMapOvr>
    <a:masterClrMapping/>
  </p:clrMapOvr>
  <mc:AlternateContent xmlns:mc="http://schemas.openxmlformats.org/markup-compatibility/2006" xmlns:p14="http://schemas.microsoft.com/office/powerpoint/2010/main">
    <mc:Choice Requires="p14">
      <p:transition spd="slow" p14:dur="1300">
        <p14:pan dir="u"/>
      </p:transition>
    </mc:Choice>
    <mc:Fallback xmlns="">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23" name="Picture 22">
            <a:extLst>
              <a:ext uri="{FF2B5EF4-FFF2-40B4-BE49-F238E27FC236}">
                <a16:creationId xmlns:a16="http://schemas.microsoft.com/office/drawing/2014/main" id="{DEB2E8C4-C3E7-4048-A43D-9859510CFA98}"/>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2">
            <a:extLst>
              <a:ext uri="{28A0092B-C50C-407E-A947-70E740481C1C}">
                <a14:useLocalDpi xmlns:a14="http://schemas.microsoft.com/office/drawing/2010/main" val="0"/>
              </a:ext>
            </a:extLst>
          </a:blip>
          <a:stretch>
            <a:fillRect/>
          </a:stretch>
        </p:blipFill>
        <p:spPr>
          <a:xfrm>
            <a:off x="10905744" y="0"/>
            <a:ext cx="1286256" cy="6858000"/>
          </a:xfrm>
          <a:prstGeom prst="rect">
            <a:avLst/>
          </a:prstGeom>
        </p:spPr>
      </p:pic>
      <mc:AlternateContent xmlns:mc="http://schemas.openxmlformats.org/markup-compatibility/2006" xmlns:p14="http://schemas.microsoft.com/office/powerpoint/2010/main">
        <mc:Choice Requires="p14">
          <p:contentPart p14:bwMode="auto" r:id="rId3">
            <p14:nvContentPartPr>
              <p14:cNvPr id="24" name="Ink 23">
                <a:extLst>
                  <a:ext uri="{FF2B5EF4-FFF2-40B4-BE49-F238E27FC236}">
                    <a16:creationId xmlns:a16="http://schemas.microsoft.com/office/drawing/2014/main" id="{24D29CCB-7956-4E3E-8880-304085F04BF4}"/>
                  </a:ext>
                  <a:ext uri="{C183D7F6-B498-43B3-948B-1728B52AA6E4}">
                    <adec:decorative xmlns:adec="http://schemas.microsoft.com/office/drawing/2017/decorative" val="1"/>
                  </a:ext>
                </a:extLst>
              </p14:cNvPr>
              <p14:cNvContentPartPr>
                <a14:cpLocks xmlns:a14="http://schemas.microsoft.com/office/drawing/2010/main" noGrp="1" noRot="1" noChangeAspect="1" noMove="1" noResize="1" noEditPoints="1" noAdjustHandles="1" noChangeArrowheads="1" noChangeShapeType="1"/>
              </p14:cNvContentPartPr>
              <p14:nvPr>
                <p:extLst>
                  <p:ext uri="{386F3935-93C4-4BCD-93E2-E3B085C9AB24}">
                    <p16:designElem xmlns:p16="http://schemas.microsoft.com/office/powerpoint/2015/main" val="1"/>
                  </p:ext>
                </p:extLst>
              </p14:nvPr>
            </p14:nvContentPartPr>
            <p14:xfrm>
              <a:off x="12490710" y="6342652"/>
              <a:ext cx="360" cy="360"/>
            </p14:xfrm>
          </p:contentPart>
        </mc:Choice>
        <mc:Fallback xmlns="">
          <p:pic>
            <p:nvPicPr>
              <p:cNvPr id="24" name="Ink 23">
                <a:extLst>
                  <a:ext uri="{FF2B5EF4-FFF2-40B4-BE49-F238E27FC236}">
                    <a16:creationId xmlns:a16="http://schemas.microsoft.com/office/drawing/2014/main" id="{24D29CCB-7956-4E3E-8880-304085F04BF4}"/>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p:cNvPicPr>
              <p:nvPr/>
            </p:nvPicPr>
            <p:blipFill>
              <a:blip r:embed="rId4"/>
              <a:stretch>
                <a:fillRect/>
              </a:stretch>
            </p:blipFill>
            <p:spPr>
              <a:xfrm>
                <a:off x="12481710" y="6333652"/>
                <a:ext cx="18000" cy="18000"/>
              </a:xfrm>
              <a:prstGeom prst="rect">
                <a:avLst/>
              </a:prstGeom>
            </p:spPr>
          </p:pic>
        </mc:Fallback>
      </mc:AlternateContent>
      <p:sp useBgFill="1">
        <p:nvSpPr>
          <p:cNvPr id="25" name="Rectangle 24">
            <a:extLst>
              <a:ext uri="{FF2B5EF4-FFF2-40B4-BE49-F238E27FC236}">
                <a16:creationId xmlns:a16="http://schemas.microsoft.com/office/drawing/2014/main" id="{7FF47CB7-972F-479F-A36D-9E72D26EC8D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Freeform: Shape 25">
            <a:extLst>
              <a:ext uri="{FF2B5EF4-FFF2-40B4-BE49-F238E27FC236}">
                <a16:creationId xmlns:a16="http://schemas.microsoft.com/office/drawing/2014/main" id="{0D153B68-5844-490D-8E67-F616D6D721C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1331648" cy="1978172"/>
          </a:xfrm>
          <a:custGeom>
            <a:avLst/>
            <a:gdLst>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9437 w 10768629"/>
              <a:gd name="connsiteY140" fmla="*/ 1636968 h 1978172"/>
              <a:gd name="connsiteX141" fmla="*/ 5440853 w 10768629"/>
              <a:gd name="connsiteY141" fmla="*/ 1657958 h 1978172"/>
              <a:gd name="connsiteX142" fmla="*/ 4945936 w 10768629"/>
              <a:gd name="connsiteY142" fmla="*/ 1713743 h 1978172"/>
              <a:gd name="connsiteX143" fmla="*/ 4818446 w 10768629"/>
              <a:gd name="connsiteY143" fmla="*/ 1726895 h 1978172"/>
              <a:gd name="connsiteX144" fmla="*/ 4813657 w 10768629"/>
              <a:gd name="connsiteY144" fmla="*/ 1730706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38835 w 10768629"/>
              <a:gd name="connsiteY164" fmla="*/ 1920210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Lst>
            <a:rect l="l" t="t" r="r" b="b"/>
            <a:pathLst>
              <a:path w="10768629" h="1978172">
                <a:moveTo>
                  <a:pt x="0" y="0"/>
                </a:moveTo>
                <a:lnTo>
                  <a:pt x="10768629" y="0"/>
                </a:lnTo>
                <a:lnTo>
                  <a:pt x="10733254" y="31439"/>
                </a:lnTo>
                <a:lnTo>
                  <a:pt x="10727085" y="37910"/>
                </a:lnTo>
                <a:cubicBezTo>
                  <a:pt x="10712973" y="56080"/>
                  <a:pt x="10699457" y="78430"/>
                  <a:pt x="10675953" y="68623"/>
                </a:cubicBezTo>
                <a:cubicBezTo>
                  <a:pt x="10685972" y="89202"/>
                  <a:pt x="10641629" y="69781"/>
                  <a:pt x="10637091" y="90361"/>
                </a:cubicBezTo>
                <a:cubicBezTo>
                  <a:pt x="10635214" y="107005"/>
                  <a:pt x="10621323" y="104993"/>
                  <a:pt x="10610971" y="110764"/>
                </a:cubicBezTo>
                <a:cubicBezTo>
                  <a:pt x="10603980" y="127568"/>
                  <a:pt x="10551417" y="141180"/>
                  <a:pt x="10532872" y="138028"/>
                </a:cubicBezTo>
                <a:cubicBezTo>
                  <a:pt x="10480300" y="119072"/>
                  <a:pt x="10440532" y="186296"/>
                  <a:pt x="10398558" y="172911"/>
                </a:cubicBezTo>
                <a:cubicBezTo>
                  <a:pt x="10387708" y="174114"/>
                  <a:pt x="10378792" y="177646"/>
                  <a:pt x="10371128" y="182609"/>
                </a:cubicBezTo>
                <a:lnTo>
                  <a:pt x="10352178" y="199976"/>
                </a:lnTo>
                <a:lnTo>
                  <a:pt x="10351815" y="211879"/>
                </a:lnTo>
                <a:lnTo>
                  <a:pt x="10337471" y="218661"/>
                </a:lnTo>
                <a:lnTo>
                  <a:pt x="10334625" y="222351"/>
                </a:lnTo>
                <a:cubicBezTo>
                  <a:pt x="10321108" y="225227"/>
                  <a:pt x="10278615" y="228401"/>
                  <a:pt x="10256365" y="235917"/>
                </a:cubicBezTo>
                <a:cubicBezTo>
                  <a:pt x="10218136" y="258033"/>
                  <a:pt x="10224552" y="209685"/>
                  <a:pt x="10201127" y="267448"/>
                </a:cubicBezTo>
                <a:cubicBezTo>
                  <a:pt x="10121320" y="273476"/>
                  <a:pt x="10040763" y="345580"/>
                  <a:pt x="9961218" y="326720"/>
                </a:cubicBezTo>
                <a:cubicBezTo>
                  <a:pt x="9980173" y="341621"/>
                  <a:pt x="9883038" y="318484"/>
                  <a:pt x="9859715" y="355698"/>
                </a:cubicBezTo>
                <a:cubicBezTo>
                  <a:pt x="9812822" y="367758"/>
                  <a:pt x="9752089" y="383830"/>
                  <a:pt x="9679867" y="399081"/>
                </a:cubicBezTo>
                <a:cubicBezTo>
                  <a:pt x="9618357" y="415668"/>
                  <a:pt x="9525492" y="446315"/>
                  <a:pt x="9490654" y="455225"/>
                </a:cubicBezTo>
                <a:lnTo>
                  <a:pt x="9470837" y="452539"/>
                </a:lnTo>
                <a:lnTo>
                  <a:pt x="9469082" y="454891"/>
                </a:lnTo>
                <a:cubicBezTo>
                  <a:pt x="9460057" y="461184"/>
                  <a:pt x="9453495" y="461729"/>
                  <a:pt x="9448038" y="459733"/>
                </a:cubicBezTo>
                <a:lnTo>
                  <a:pt x="9396821" y="455795"/>
                </a:lnTo>
                <a:lnTo>
                  <a:pt x="9392197" y="459796"/>
                </a:lnTo>
                <a:lnTo>
                  <a:pt x="9347994" y="464462"/>
                </a:lnTo>
                <a:cubicBezTo>
                  <a:pt x="9347959" y="465155"/>
                  <a:pt x="9347925" y="465846"/>
                  <a:pt x="9347889" y="466539"/>
                </a:cubicBezTo>
                <a:cubicBezTo>
                  <a:pt x="9346648" y="471307"/>
                  <a:pt x="9343831" y="475025"/>
                  <a:pt x="9337639" y="476654"/>
                </a:cubicBezTo>
                <a:cubicBezTo>
                  <a:pt x="9354547" y="503661"/>
                  <a:pt x="9336649" y="488969"/>
                  <a:pt x="9316893" y="491390"/>
                </a:cubicBezTo>
                <a:cubicBezTo>
                  <a:pt x="9298834" y="504511"/>
                  <a:pt x="9245386" y="544358"/>
                  <a:pt x="9229283" y="555377"/>
                </a:cubicBezTo>
                <a:lnTo>
                  <a:pt x="9220274" y="557502"/>
                </a:lnTo>
                <a:cubicBezTo>
                  <a:pt x="9220250" y="557668"/>
                  <a:pt x="9220226" y="557835"/>
                  <a:pt x="9220202" y="558001"/>
                </a:cubicBezTo>
                <a:cubicBezTo>
                  <a:pt x="9218468" y="559434"/>
                  <a:pt x="9215591" y="560497"/>
                  <a:pt x="9210908" y="561147"/>
                </a:cubicBezTo>
                <a:lnTo>
                  <a:pt x="9186374" y="565502"/>
                </a:lnTo>
                <a:lnTo>
                  <a:pt x="9181058" y="569943"/>
                </a:lnTo>
                <a:lnTo>
                  <a:pt x="9179948" y="576062"/>
                </a:lnTo>
                <a:lnTo>
                  <a:pt x="9149110" y="598906"/>
                </a:lnTo>
                <a:cubicBezTo>
                  <a:pt x="9133575" y="594395"/>
                  <a:pt x="9087390" y="636567"/>
                  <a:pt x="9078556" y="644039"/>
                </a:cubicBezTo>
                <a:lnTo>
                  <a:pt x="8996399" y="690055"/>
                </a:lnTo>
                <a:cubicBezTo>
                  <a:pt x="8913147" y="777045"/>
                  <a:pt x="8867993" y="772591"/>
                  <a:pt x="8803791" y="813860"/>
                </a:cubicBezTo>
                <a:cubicBezTo>
                  <a:pt x="8745270" y="819906"/>
                  <a:pt x="8690049" y="823612"/>
                  <a:pt x="8636202" y="848463"/>
                </a:cubicBezTo>
                <a:cubicBezTo>
                  <a:pt x="8594799" y="860014"/>
                  <a:pt x="8568613" y="864779"/>
                  <a:pt x="8555372" y="883171"/>
                </a:cubicBezTo>
                <a:lnTo>
                  <a:pt x="8507229" y="901665"/>
                </a:lnTo>
                <a:lnTo>
                  <a:pt x="8428473" y="927985"/>
                </a:lnTo>
                <a:cubicBezTo>
                  <a:pt x="8428287" y="929817"/>
                  <a:pt x="8428100" y="931648"/>
                  <a:pt x="8427914" y="933480"/>
                </a:cubicBezTo>
                <a:lnTo>
                  <a:pt x="8420327" y="941984"/>
                </a:lnTo>
                <a:lnTo>
                  <a:pt x="8407128" y="961344"/>
                </a:lnTo>
                <a:lnTo>
                  <a:pt x="8380548" y="987916"/>
                </a:lnTo>
                <a:lnTo>
                  <a:pt x="8379462" y="987106"/>
                </a:lnTo>
                <a:cubicBezTo>
                  <a:pt x="8376507" y="985864"/>
                  <a:pt x="8373362" y="986042"/>
                  <a:pt x="8369725" y="989186"/>
                </a:cubicBezTo>
                <a:cubicBezTo>
                  <a:pt x="8357221" y="990792"/>
                  <a:pt x="8319237" y="991089"/>
                  <a:pt x="8304438" y="996739"/>
                </a:cubicBezTo>
                <a:cubicBezTo>
                  <a:pt x="8297193" y="1005683"/>
                  <a:pt x="8289328" y="1014568"/>
                  <a:pt x="8280929" y="1023089"/>
                </a:cubicBezTo>
                <a:lnTo>
                  <a:pt x="8275760" y="1027772"/>
                </a:lnTo>
                <a:lnTo>
                  <a:pt x="8275478" y="1027605"/>
                </a:lnTo>
                <a:cubicBezTo>
                  <a:pt x="8273970" y="1028076"/>
                  <a:pt x="8272124" y="1029408"/>
                  <a:pt x="8269666" y="1032033"/>
                </a:cubicBezTo>
                <a:lnTo>
                  <a:pt x="8203836" y="1037347"/>
                </a:lnTo>
                <a:cubicBezTo>
                  <a:pt x="8172789" y="1049890"/>
                  <a:pt x="8148166" y="1034625"/>
                  <a:pt x="8122936" y="1063113"/>
                </a:cubicBezTo>
                <a:cubicBezTo>
                  <a:pt x="8093850" y="1074757"/>
                  <a:pt x="8066781" y="1075350"/>
                  <a:pt x="8043658" y="1092746"/>
                </a:cubicBezTo>
                <a:cubicBezTo>
                  <a:pt x="8032157" y="1089174"/>
                  <a:pt x="8022145" y="1089998"/>
                  <a:pt x="8015351" y="1105478"/>
                </a:cubicBezTo>
                <a:cubicBezTo>
                  <a:pt x="7987544" y="1113006"/>
                  <a:pt x="7977708" y="1099152"/>
                  <a:pt x="7963145" y="1119346"/>
                </a:cubicBezTo>
                <a:cubicBezTo>
                  <a:pt x="7942622" y="1098880"/>
                  <a:pt x="7943760" y="1109516"/>
                  <a:pt x="7938145" y="1120225"/>
                </a:cubicBezTo>
                <a:lnTo>
                  <a:pt x="7937238" y="1121204"/>
                </a:lnTo>
                <a:lnTo>
                  <a:pt x="7934398" y="1118240"/>
                </a:lnTo>
                <a:lnTo>
                  <a:pt x="7918248" y="1124371"/>
                </a:lnTo>
                <a:lnTo>
                  <a:pt x="7914119" y="1127653"/>
                </a:lnTo>
                <a:cubicBezTo>
                  <a:pt x="7911201" y="1129547"/>
                  <a:pt x="7909169" y="1130331"/>
                  <a:pt x="7907658" y="1130350"/>
                </a:cubicBezTo>
                <a:lnTo>
                  <a:pt x="7907434" y="1130103"/>
                </a:lnTo>
                <a:lnTo>
                  <a:pt x="7901508" y="1133245"/>
                </a:lnTo>
                <a:cubicBezTo>
                  <a:pt x="7891644" y="1139271"/>
                  <a:pt x="7882185" y="1145815"/>
                  <a:pt x="7873287" y="1152609"/>
                </a:cubicBezTo>
                <a:cubicBezTo>
                  <a:pt x="7864672" y="1141906"/>
                  <a:pt x="7845199" y="1159242"/>
                  <a:pt x="7834833" y="1153868"/>
                </a:cubicBezTo>
                <a:lnTo>
                  <a:pt x="7828661" y="1139994"/>
                </a:lnTo>
                <a:lnTo>
                  <a:pt x="7823966" y="1143178"/>
                </a:lnTo>
                <a:lnTo>
                  <a:pt x="7815078" y="1151776"/>
                </a:lnTo>
                <a:cubicBezTo>
                  <a:pt x="7813692" y="1152943"/>
                  <a:pt x="7812687" y="1153116"/>
                  <a:pt x="7812026" y="1151522"/>
                </a:cubicBezTo>
                <a:cubicBezTo>
                  <a:pt x="7806555" y="1153054"/>
                  <a:pt x="7788673" y="1159989"/>
                  <a:pt x="7782249" y="1160970"/>
                </a:cubicBezTo>
                <a:lnTo>
                  <a:pt x="7773476" y="1157414"/>
                </a:lnTo>
                <a:lnTo>
                  <a:pt x="7769600" y="1157365"/>
                </a:lnTo>
                <a:lnTo>
                  <a:pt x="7752631" y="1172815"/>
                </a:lnTo>
                <a:lnTo>
                  <a:pt x="7743525" y="1179064"/>
                </a:lnTo>
                <a:lnTo>
                  <a:pt x="7685942" y="1233723"/>
                </a:lnTo>
                <a:lnTo>
                  <a:pt x="7586920" y="1261888"/>
                </a:lnTo>
                <a:cubicBezTo>
                  <a:pt x="7556723" y="1298911"/>
                  <a:pt x="7489186" y="1249860"/>
                  <a:pt x="7486100" y="1292563"/>
                </a:cubicBezTo>
                <a:cubicBezTo>
                  <a:pt x="7454875" y="1308356"/>
                  <a:pt x="7449202" y="1300366"/>
                  <a:pt x="7407190" y="1314737"/>
                </a:cubicBezTo>
                <a:cubicBezTo>
                  <a:pt x="7368386" y="1364011"/>
                  <a:pt x="7288617" y="1403664"/>
                  <a:pt x="7240698" y="1438832"/>
                </a:cubicBezTo>
                <a:cubicBezTo>
                  <a:pt x="7206467" y="1417136"/>
                  <a:pt x="7227555" y="1441678"/>
                  <a:pt x="7197675" y="1447530"/>
                </a:cubicBezTo>
                <a:cubicBezTo>
                  <a:pt x="7211601" y="1474927"/>
                  <a:pt x="7159483" y="1444981"/>
                  <a:pt x="7164788" y="1480293"/>
                </a:cubicBezTo>
                <a:cubicBezTo>
                  <a:pt x="7159184" y="1480240"/>
                  <a:pt x="7153584" y="1479075"/>
                  <a:pt x="7147929" y="1477641"/>
                </a:cubicBezTo>
                <a:lnTo>
                  <a:pt x="7144965" y="1476908"/>
                </a:lnTo>
                <a:lnTo>
                  <a:pt x="7134299" y="1479969"/>
                </a:lnTo>
                <a:lnTo>
                  <a:pt x="7129809" y="1473339"/>
                </a:lnTo>
                <a:lnTo>
                  <a:pt x="7112688" y="1472575"/>
                </a:lnTo>
                <a:cubicBezTo>
                  <a:pt x="7106506" y="1473449"/>
                  <a:pt x="7100123" y="1475741"/>
                  <a:pt x="7093470" y="1480300"/>
                </a:cubicBezTo>
                <a:cubicBezTo>
                  <a:pt x="7079039" y="1501274"/>
                  <a:pt x="7048991" y="1495718"/>
                  <a:pt x="7025034" y="1506934"/>
                </a:cubicBezTo>
                <a:lnTo>
                  <a:pt x="7014783" y="1515868"/>
                </a:lnTo>
                <a:lnTo>
                  <a:pt x="6979706" y="1523511"/>
                </a:lnTo>
                <a:lnTo>
                  <a:pt x="6977890" y="1525793"/>
                </a:lnTo>
                <a:cubicBezTo>
                  <a:pt x="6971996" y="1527914"/>
                  <a:pt x="6959488" y="1529941"/>
                  <a:pt x="6944339" y="1536237"/>
                </a:cubicBezTo>
                <a:lnTo>
                  <a:pt x="6886996" y="1563569"/>
                </a:lnTo>
                <a:lnTo>
                  <a:pt x="6874510" y="1558469"/>
                </a:lnTo>
                <a:lnTo>
                  <a:pt x="6871943" y="1554651"/>
                </a:lnTo>
                <a:lnTo>
                  <a:pt x="6856174" y="1562024"/>
                </a:lnTo>
                <a:lnTo>
                  <a:pt x="6842321" y="1560554"/>
                </a:lnTo>
                <a:lnTo>
                  <a:pt x="6832713" y="1569357"/>
                </a:lnTo>
                <a:lnTo>
                  <a:pt x="6816351" y="1571495"/>
                </a:lnTo>
                <a:cubicBezTo>
                  <a:pt x="6810216" y="1571510"/>
                  <a:pt x="6803310" y="1571324"/>
                  <a:pt x="6795800" y="1572010"/>
                </a:cubicBezTo>
                <a:lnTo>
                  <a:pt x="6777546" y="1568661"/>
                </a:lnTo>
                <a:lnTo>
                  <a:pt x="6751528" y="1574143"/>
                </a:lnTo>
                <a:cubicBezTo>
                  <a:pt x="6731455" y="1578562"/>
                  <a:pt x="6712054" y="1582098"/>
                  <a:pt x="6691966" y="1582255"/>
                </a:cubicBezTo>
                <a:cubicBezTo>
                  <a:pt x="6677921" y="1590738"/>
                  <a:pt x="6663787" y="1595441"/>
                  <a:pt x="6646941" y="1588471"/>
                </a:cubicBezTo>
                <a:cubicBezTo>
                  <a:pt x="6605135" y="1597971"/>
                  <a:pt x="6598373" y="1612583"/>
                  <a:pt x="6568576" y="1606488"/>
                </a:cubicBezTo>
                <a:cubicBezTo>
                  <a:pt x="6562510" y="1614734"/>
                  <a:pt x="6558067" y="1619360"/>
                  <a:pt x="6554358" y="1621701"/>
                </a:cubicBezTo>
                <a:cubicBezTo>
                  <a:pt x="6543227" y="1628727"/>
                  <a:pt x="6538724" y="1615196"/>
                  <a:pt x="6516968" y="1617195"/>
                </a:cubicBezTo>
                <a:cubicBezTo>
                  <a:pt x="6493173" y="1617368"/>
                  <a:pt x="6528193" y="1598652"/>
                  <a:pt x="6506479" y="1602227"/>
                </a:cubicBezTo>
                <a:cubicBezTo>
                  <a:pt x="6486674" y="1613929"/>
                  <a:pt x="6478484" y="1593997"/>
                  <a:pt x="6458436" y="1607332"/>
                </a:cubicBezTo>
                <a:cubicBezTo>
                  <a:pt x="6471168" y="1620800"/>
                  <a:pt x="6410323" y="1615478"/>
                  <a:pt x="6414786" y="1628815"/>
                </a:cubicBezTo>
                <a:cubicBezTo>
                  <a:pt x="6385942" y="1615041"/>
                  <a:pt x="6386569" y="1640238"/>
                  <a:pt x="6357085" y="1640846"/>
                </a:cubicBezTo>
                <a:cubicBezTo>
                  <a:pt x="6341163" y="1636809"/>
                  <a:pt x="6331497" y="1637754"/>
                  <a:pt x="6322636" y="1648213"/>
                </a:cubicBezTo>
                <a:cubicBezTo>
                  <a:pt x="6248448" y="1627802"/>
                  <a:pt x="6286748" y="1654976"/>
                  <a:pt x="6226172" y="1654676"/>
                </a:cubicBezTo>
                <a:lnTo>
                  <a:pt x="6221217" y="1654506"/>
                </a:lnTo>
                <a:lnTo>
                  <a:pt x="6204956" y="1664280"/>
                </a:lnTo>
                <a:cubicBezTo>
                  <a:pt x="6204728" y="1665114"/>
                  <a:pt x="6204498" y="1665947"/>
                  <a:pt x="6204270" y="1666782"/>
                </a:cubicBezTo>
                <a:lnTo>
                  <a:pt x="6143810" y="1661963"/>
                </a:lnTo>
                <a:lnTo>
                  <a:pt x="6136560" y="1665728"/>
                </a:lnTo>
                <a:lnTo>
                  <a:pt x="6096155" y="1656951"/>
                </a:lnTo>
                <a:lnTo>
                  <a:pt x="6075812" y="1655422"/>
                </a:lnTo>
                <a:lnTo>
                  <a:pt x="6039495" y="1649680"/>
                </a:lnTo>
                <a:lnTo>
                  <a:pt x="6036523" y="1652121"/>
                </a:lnTo>
                <a:lnTo>
                  <a:pt x="6029328" y="1649904"/>
                </a:lnTo>
                <a:lnTo>
                  <a:pt x="6024075" y="1652779"/>
                </a:lnTo>
                <a:lnTo>
                  <a:pt x="6018085" y="1652030"/>
                </a:lnTo>
                <a:cubicBezTo>
                  <a:pt x="6006658" y="1653831"/>
                  <a:pt x="5968194" y="1662035"/>
                  <a:pt x="5955513" y="1663584"/>
                </a:cubicBezTo>
                <a:lnTo>
                  <a:pt x="5941996" y="1661326"/>
                </a:lnTo>
                <a:lnTo>
                  <a:pt x="5931789" y="1669915"/>
                </a:lnTo>
                <a:lnTo>
                  <a:pt x="5888686" y="1672175"/>
                </a:lnTo>
                <a:lnTo>
                  <a:pt x="5873794" y="1665454"/>
                </a:lnTo>
                <a:lnTo>
                  <a:pt x="5860022" y="1660635"/>
                </a:lnTo>
                <a:lnTo>
                  <a:pt x="5858237" y="1660649"/>
                </a:lnTo>
                <a:lnTo>
                  <a:pt x="5840319" y="1660798"/>
                </a:lnTo>
                <a:lnTo>
                  <a:pt x="5806984" y="1661075"/>
                </a:lnTo>
                <a:cubicBezTo>
                  <a:pt x="5785708" y="1661533"/>
                  <a:pt x="5764126" y="1662974"/>
                  <a:pt x="5742351" y="1667489"/>
                </a:cubicBezTo>
                <a:cubicBezTo>
                  <a:pt x="5659069" y="1645168"/>
                  <a:pt x="5623400" y="1671703"/>
                  <a:pt x="5529437" y="1636968"/>
                </a:cubicBezTo>
                <a:cubicBezTo>
                  <a:pt x="5500069" y="1636638"/>
                  <a:pt x="5481558" y="1636672"/>
                  <a:pt x="5440853" y="1657958"/>
                </a:cubicBezTo>
                <a:cubicBezTo>
                  <a:pt x="5340428" y="1673293"/>
                  <a:pt x="5074771" y="1739921"/>
                  <a:pt x="4945936" y="1713743"/>
                </a:cubicBezTo>
                <a:cubicBezTo>
                  <a:pt x="4914142" y="1717597"/>
                  <a:pt x="4837317" y="1726609"/>
                  <a:pt x="4818446" y="1726895"/>
                </a:cubicBezTo>
                <a:lnTo>
                  <a:pt x="4813657" y="1730706"/>
                </a:lnTo>
                <a:lnTo>
                  <a:pt x="4759058" y="1766533"/>
                </a:lnTo>
                <a:cubicBezTo>
                  <a:pt x="4747481" y="1770744"/>
                  <a:pt x="4734604" y="1772921"/>
                  <a:pt x="4719749" y="1771811"/>
                </a:cubicBezTo>
                <a:cubicBezTo>
                  <a:pt x="4667035" y="1745585"/>
                  <a:pt x="4634134" y="1775931"/>
                  <a:pt x="4568686" y="1786141"/>
                </a:cubicBezTo>
                <a:cubicBezTo>
                  <a:pt x="4544667" y="1777910"/>
                  <a:pt x="4432547" y="1778168"/>
                  <a:pt x="4418751" y="1796932"/>
                </a:cubicBezTo>
                <a:cubicBezTo>
                  <a:pt x="4403360" y="1801488"/>
                  <a:pt x="4385278" y="1795746"/>
                  <a:pt x="4378377" y="1815528"/>
                </a:cubicBezTo>
                <a:cubicBezTo>
                  <a:pt x="4366870" y="1839461"/>
                  <a:pt x="4312575" y="1805339"/>
                  <a:pt x="4320575" y="1832722"/>
                </a:cubicBezTo>
                <a:cubicBezTo>
                  <a:pt x="4282030" y="1809397"/>
                  <a:pt x="4252210" y="1859755"/>
                  <a:pt x="4220200" y="1873173"/>
                </a:cubicBezTo>
                <a:cubicBezTo>
                  <a:pt x="4189784" y="1872580"/>
                  <a:pt x="4175475" y="1885756"/>
                  <a:pt x="4105361" y="1894711"/>
                </a:cubicBezTo>
                <a:cubicBezTo>
                  <a:pt x="4071894" y="1867524"/>
                  <a:pt x="4035294" y="1916372"/>
                  <a:pt x="3973223" y="1881015"/>
                </a:cubicBezTo>
                <a:cubicBezTo>
                  <a:pt x="3971330" y="1884974"/>
                  <a:pt x="3952843" y="1881390"/>
                  <a:pt x="3900992" y="1880603"/>
                </a:cubicBezTo>
                <a:cubicBezTo>
                  <a:pt x="3849141" y="1879815"/>
                  <a:pt x="3740259" y="1879432"/>
                  <a:pt x="3662119" y="1876289"/>
                </a:cubicBezTo>
                <a:cubicBezTo>
                  <a:pt x="3573420" y="1876991"/>
                  <a:pt x="3613412" y="1915150"/>
                  <a:pt x="3496919" y="1873180"/>
                </a:cubicBezTo>
                <a:cubicBezTo>
                  <a:pt x="3488062" y="1895719"/>
                  <a:pt x="3474293" y="1897950"/>
                  <a:pt x="3449433" y="1889681"/>
                </a:cubicBezTo>
                <a:cubicBezTo>
                  <a:pt x="3406553" y="1891629"/>
                  <a:pt x="3417350" y="1945453"/>
                  <a:pt x="3369766" y="1916653"/>
                </a:cubicBezTo>
                <a:cubicBezTo>
                  <a:pt x="3338805" y="1929531"/>
                  <a:pt x="3310151" y="1915620"/>
                  <a:pt x="3290336" y="1925039"/>
                </a:cubicBezTo>
                <a:lnTo>
                  <a:pt x="3224897" y="1943733"/>
                </a:lnTo>
                <a:cubicBezTo>
                  <a:pt x="3188693" y="1949271"/>
                  <a:pt x="3178540" y="1909145"/>
                  <a:pt x="3161463" y="1946591"/>
                </a:cubicBezTo>
                <a:lnTo>
                  <a:pt x="3157504" y="1957276"/>
                </a:lnTo>
                <a:lnTo>
                  <a:pt x="3115176" y="1943459"/>
                </a:lnTo>
                <a:cubicBezTo>
                  <a:pt x="3095397" y="1937281"/>
                  <a:pt x="3080878" y="1929976"/>
                  <a:pt x="3038835" y="1920210"/>
                </a:cubicBezTo>
                <a:cubicBezTo>
                  <a:pt x="3011900" y="1947086"/>
                  <a:pt x="2967972" y="1927319"/>
                  <a:pt x="2897201" y="1926772"/>
                </a:cubicBezTo>
                <a:lnTo>
                  <a:pt x="2783891" y="1931749"/>
                </a:lnTo>
                <a:cubicBezTo>
                  <a:pt x="2753098" y="1932794"/>
                  <a:pt x="2731621" y="1915151"/>
                  <a:pt x="2712447" y="1933044"/>
                </a:cubicBezTo>
                <a:cubicBezTo>
                  <a:pt x="2621923" y="1990472"/>
                  <a:pt x="2637976" y="1949546"/>
                  <a:pt x="2560151" y="1963609"/>
                </a:cubicBezTo>
                <a:cubicBezTo>
                  <a:pt x="2472084" y="1973456"/>
                  <a:pt x="2423631" y="1962133"/>
                  <a:pt x="2367221" y="1971884"/>
                </a:cubicBezTo>
                <a:cubicBezTo>
                  <a:pt x="2355331" y="1950582"/>
                  <a:pt x="2295649" y="1950006"/>
                  <a:pt x="2272130" y="1961162"/>
                </a:cubicBezTo>
                <a:cubicBezTo>
                  <a:pt x="2229336" y="1964326"/>
                  <a:pt x="2232627" y="1943953"/>
                  <a:pt x="2189404" y="1978172"/>
                </a:cubicBezTo>
                <a:cubicBezTo>
                  <a:pt x="2153824" y="1968017"/>
                  <a:pt x="2114605" y="1969166"/>
                  <a:pt x="2077704" y="1965002"/>
                </a:cubicBezTo>
                <a:cubicBezTo>
                  <a:pt x="2051037" y="1967486"/>
                  <a:pt x="2001803" y="1954594"/>
                  <a:pt x="1967996" y="1953187"/>
                </a:cubicBezTo>
                <a:cubicBezTo>
                  <a:pt x="1924117" y="1970917"/>
                  <a:pt x="1915668" y="1940297"/>
                  <a:pt x="1855805" y="1926082"/>
                </a:cubicBezTo>
                <a:cubicBezTo>
                  <a:pt x="1830663" y="1943732"/>
                  <a:pt x="1810564" y="1935694"/>
                  <a:pt x="1790957" y="1919460"/>
                </a:cubicBezTo>
                <a:cubicBezTo>
                  <a:pt x="1732588" y="1924884"/>
                  <a:pt x="1679506" y="1900619"/>
                  <a:pt x="1613978" y="1891581"/>
                </a:cubicBezTo>
                <a:cubicBezTo>
                  <a:pt x="1542961" y="1912227"/>
                  <a:pt x="1506863" y="1865666"/>
                  <a:pt x="1436831" y="1856201"/>
                </a:cubicBezTo>
                <a:cubicBezTo>
                  <a:pt x="1409149" y="1862955"/>
                  <a:pt x="1391573" y="1790862"/>
                  <a:pt x="1332568" y="1793149"/>
                </a:cubicBezTo>
                <a:cubicBezTo>
                  <a:pt x="1236287" y="1833446"/>
                  <a:pt x="1335185" y="1756546"/>
                  <a:pt x="1186881" y="1768613"/>
                </a:cubicBezTo>
                <a:cubicBezTo>
                  <a:pt x="1178443" y="1775469"/>
                  <a:pt x="1160576" y="1767918"/>
                  <a:pt x="1162595" y="1758337"/>
                </a:cubicBezTo>
                <a:cubicBezTo>
                  <a:pt x="1153167" y="1761117"/>
                  <a:pt x="1130472" y="1779083"/>
                  <a:pt x="1128523" y="1763621"/>
                </a:cubicBezTo>
                <a:cubicBezTo>
                  <a:pt x="1081415" y="1760756"/>
                  <a:pt x="1034361" y="1768718"/>
                  <a:pt x="991903" y="1786741"/>
                </a:cubicBezTo>
                <a:cubicBezTo>
                  <a:pt x="966383" y="1781126"/>
                  <a:pt x="949501" y="1831241"/>
                  <a:pt x="883960" y="1822386"/>
                </a:cubicBezTo>
                <a:cubicBezTo>
                  <a:pt x="831931" y="1790865"/>
                  <a:pt x="826980" y="1826610"/>
                  <a:pt x="766531" y="1805053"/>
                </a:cubicBezTo>
                <a:cubicBezTo>
                  <a:pt x="732778" y="1801141"/>
                  <a:pt x="694055" y="1787044"/>
                  <a:pt x="669779" y="1800537"/>
                </a:cubicBezTo>
                <a:cubicBezTo>
                  <a:pt x="645252" y="1794709"/>
                  <a:pt x="563495" y="1813232"/>
                  <a:pt x="523898" y="1811085"/>
                </a:cubicBezTo>
                <a:cubicBezTo>
                  <a:pt x="457555" y="1798530"/>
                  <a:pt x="395227" y="1824052"/>
                  <a:pt x="360251" y="1830735"/>
                </a:cubicBezTo>
                <a:cubicBezTo>
                  <a:pt x="313564" y="1825583"/>
                  <a:pt x="298281" y="1811622"/>
                  <a:pt x="255207" y="1818275"/>
                </a:cubicBezTo>
                <a:cubicBezTo>
                  <a:pt x="206572" y="1839769"/>
                  <a:pt x="160277" y="1836800"/>
                  <a:pt x="101803" y="1870647"/>
                </a:cubicBezTo>
                <a:cubicBezTo>
                  <a:pt x="85849" y="1910002"/>
                  <a:pt x="27997" y="1845258"/>
                  <a:pt x="25397" y="1888443"/>
                </a:cubicBezTo>
                <a:cubicBezTo>
                  <a:pt x="19096" y="1881154"/>
                  <a:pt x="11260" y="1878398"/>
                  <a:pt x="2370" y="1878311"/>
                </a:cubicBezTo>
                <a:lnTo>
                  <a:pt x="0" y="1878785"/>
                </a:lnTo>
                <a:close/>
              </a:path>
            </a:pathLst>
          </a:custGeom>
          <a:solidFill>
            <a:srgbClr val="82766A">
              <a:alpha val="15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45B8BDAF-C24C-7F16-D299-B02970B421AA}"/>
              </a:ext>
            </a:extLst>
          </p:cNvPr>
          <p:cNvSpPr>
            <a:spLocks noGrp="1"/>
          </p:cNvSpPr>
          <p:nvPr>
            <p:ph type="title"/>
          </p:nvPr>
        </p:nvSpPr>
        <p:spPr>
          <a:xfrm>
            <a:off x="1050879" y="609601"/>
            <a:ext cx="9810604" cy="1216024"/>
          </a:xfrm>
        </p:spPr>
        <p:txBody>
          <a:bodyPr vert="horz" lIns="91440" tIns="45720" rIns="91440" bIns="45720" rtlCol="0" anchor="ctr">
            <a:normAutofit/>
          </a:bodyPr>
          <a:lstStyle/>
          <a:p>
            <a:r>
              <a:rPr lang="en-US"/>
              <a:t>description</a:t>
            </a:r>
            <a:endParaRPr lang="en-US" dirty="0"/>
          </a:p>
        </p:txBody>
      </p:sp>
      <p:sp>
        <p:nvSpPr>
          <p:cNvPr id="4" name="Content Placeholder 3">
            <a:extLst>
              <a:ext uri="{FF2B5EF4-FFF2-40B4-BE49-F238E27FC236}">
                <a16:creationId xmlns:a16="http://schemas.microsoft.com/office/drawing/2014/main" id="{E2A22A98-AF63-F6B1-A383-E6FE3FB2D490}"/>
              </a:ext>
            </a:extLst>
          </p:cNvPr>
          <p:cNvSpPr>
            <a:spLocks noGrp="1"/>
          </p:cNvSpPr>
          <p:nvPr>
            <p:ph sz="half" idx="2"/>
          </p:nvPr>
        </p:nvSpPr>
        <p:spPr>
          <a:xfrm>
            <a:off x="1050879" y="2296161"/>
            <a:ext cx="4788505" cy="3846012"/>
          </a:xfrm>
        </p:spPr>
        <p:txBody>
          <a:bodyPr vert="horz" lIns="91440" tIns="45720" rIns="91440" bIns="45720" rtlCol="0">
            <a:normAutofit/>
          </a:bodyPr>
          <a:lstStyle/>
          <a:p>
            <a:pPr>
              <a:lnSpc>
                <a:spcPct val="90000"/>
              </a:lnSpc>
            </a:pPr>
            <a:r>
              <a:rPr lang="en-US" sz="1600"/>
              <a:t>SecureVault is a web application secured with the use of Python Flask and MongoDB as part of the group project assigned to the SWE210 Software Security course offered at İstinye University. SecureVault incorporates three main aspects of software security. These include Authentication in which users’ passwords are encrypted with the help of the Bcrypt library, meaning that user passwords are not saved in plain text but rather securely hashed in the application’s database. In addition, the application implements the concept of Role-Based Access Control or RBAC in which users are either Admin or Users depending on their access to specific pages. Lastly, the use of AES-128 cipher called Fernet encryption protects sensitive information by securing data prior to storage in the database.</a:t>
            </a:r>
          </a:p>
        </p:txBody>
      </p:sp>
      <p:pic>
        <p:nvPicPr>
          <p:cNvPr id="6" name="Content Placeholder 5" descr="A screenshot of a computer&#10;&#10;Description automatically generated">
            <a:extLst>
              <a:ext uri="{FF2B5EF4-FFF2-40B4-BE49-F238E27FC236}">
                <a16:creationId xmlns:a16="http://schemas.microsoft.com/office/drawing/2014/main" id="{E17E97B5-DB5E-46D2-4BA1-045CEC5F3E71}"/>
              </a:ext>
            </a:extLst>
          </p:cNvPr>
          <p:cNvPicPr>
            <a:picLocks noGrp="1" noChangeAspect="1"/>
          </p:cNvPicPr>
          <p:nvPr>
            <p:ph sz="half" idx="1"/>
          </p:nvPr>
        </p:nvPicPr>
        <p:blipFill>
          <a:blip r:embed="rId5">
            <a:extLst>
              <a:ext uri="{28A0092B-C50C-407E-A947-70E740481C1C}">
                <a14:useLocalDpi xmlns:a14="http://schemas.microsoft.com/office/drawing/2010/main" val="0"/>
              </a:ext>
            </a:extLst>
          </a:blip>
          <a:stretch>
            <a:fillRect/>
          </a:stretch>
        </p:blipFill>
        <p:spPr>
          <a:xfrm>
            <a:off x="6450426" y="2404770"/>
            <a:ext cx="4788505" cy="2992814"/>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sp>
        <p:nvSpPr>
          <p:cNvPr id="27" name="Freeform: Shape 26">
            <a:extLst>
              <a:ext uri="{FF2B5EF4-FFF2-40B4-BE49-F238E27FC236}">
                <a16:creationId xmlns:a16="http://schemas.microsoft.com/office/drawing/2014/main" id="{C64E267B-3F5A-4357-9E7F-C5FBE5D3B1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50426" y="5902730"/>
            <a:ext cx="5741575" cy="955271"/>
          </a:xfrm>
          <a:custGeom>
            <a:avLst/>
            <a:gdLst>
              <a:gd name="connsiteX0" fmla="*/ 5741575 w 5741575"/>
              <a:gd name="connsiteY0" fmla="*/ 0 h 955271"/>
              <a:gd name="connsiteX1" fmla="*/ 5741575 w 5741575"/>
              <a:gd name="connsiteY1" fmla="*/ 955271 h 955271"/>
              <a:gd name="connsiteX2" fmla="*/ 0 w 5741575"/>
              <a:gd name="connsiteY2" fmla="*/ 955271 h 955271"/>
              <a:gd name="connsiteX3" fmla="*/ 8558 w 5741575"/>
              <a:gd name="connsiteY3" fmla="*/ 953971 h 955271"/>
              <a:gd name="connsiteX4" fmla="*/ 16894 w 5741575"/>
              <a:gd name="connsiteY4" fmla="*/ 953847 h 955271"/>
              <a:gd name="connsiteX5" fmla="*/ 28156 w 5741575"/>
              <a:gd name="connsiteY5" fmla="*/ 951374 h 955271"/>
              <a:gd name="connsiteX6" fmla="*/ 28293 w 5741575"/>
              <a:gd name="connsiteY6" fmla="*/ 950971 h 955271"/>
              <a:gd name="connsiteX7" fmla="*/ 39115 w 5741575"/>
              <a:gd name="connsiteY7" fmla="*/ 949326 h 955271"/>
              <a:gd name="connsiteX8" fmla="*/ 93851 w 5741575"/>
              <a:gd name="connsiteY8" fmla="*/ 945611 h 955271"/>
              <a:gd name="connsiteX9" fmla="*/ 148657 w 5741575"/>
              <a:gd name="connsiteY9" fmla="*/ 898134 h 955271"/>
              <a:gd name="connsiteX10" fmla="*/ 174554 w 5741575"/>
              <a:gd name="connsiteY10" fmla="*/ 886351 h 955271"/>
              <a:gd name="connsiteX11" fmla="*/ 187633 w 5741575"/>
              <a:gd name="connsiteY11" fmla="*/ 878226 h 955271"/>
              <a:gd name="connsiteX12" fmla="*/ 187961 w 5741575"/>
              <a:gd name="connsiteY12" fmla="*/ 876538 h 955271"/>
              <a:gd name="connsiteX13" fmla="*/ 240501 w 5741575"/>
              <a:gd name="connsiteY13" fmla="*/ 873150 h 955271"/>
              <a:gd name="connsiteX14" fmla="*/ 246345 w 5741575"/>
              <a:gd name="connsiteY14" fmla="*/ 869942 h 955271"/>
              <a:gd name="connsiteX15" fmla="*/ 282041 w 5741575"/>
              <a:gd name="connsiteY15" fmla="*/ 871263 h 955271"/>
              <a:gd name="connsiteX16" fmla="*/ 299711 w 5741575"/>
              <a:gd name="connsiteY16" fmla="*/ 870064 h 955271"/>
              <a:gd name="connsiteX17" fmla="*/ 306299 w 5741575"/>
              <a:gd name="connsiteY17" fmla="*/ 873609 h 955271"/>
              <a:gd name="connsiteX18" fmla="*/ 331571 w 5741575"/>
              <a:gd name="connsiteY18" fmla="*/ 869866 h 955271"/>
              <a:gd name="connsiteX19" fmla="*/ 333872 w 5741575"/>
              <a:gd name="connsiteY19" fmla="*/ 867971 h 955271"/>
              <a:gd name="connsiteX20" fmla="*/ 356953 w 5741575"/>
              <a:gd name="connsiteY20" fmla="*/ 870334 h 955271"/>
              <a:gd name="connsiteX21" fmla="*/ 379005 w 5741575"/>
              <a:gd name="connsiteY21" fmla="*/ 878900 h 955271"/>
              <a:gd name="connsiteX22" fmla="*/ 585428 w 5741575"/>
              <a:gd name="connsiteY22" fmla="*/ 826440 h 955271"/>
              <a:gd name="connsiteX23" fmla="*/ 787156 w 5741575"/>
              <a:gd name="connsiteY23" fmla="*/ 838447 h 955271"/>
              <a:gd name="connsiteX24" fmla="*/ 898586 w 5741575"/>
              <a:gd name="connsiteY24" fmla="*/ 808502 h 955271"/>
              <a:gd name="connsiteX25" fmla="*/ 924063 w 5741575"/>
              <a:gd name="connsiteY25" fmla="*/ 770210 h 955271"/>
              <a:gd name="connsiteX26" fmla="*/ 1212574 w 5741575"/>
              <a:gd name="connsiteY26" fmla="*/ 724238 h 955271"/>
              <a:gd name="connsiteX27" fmla="*/ 1280768 w 5741575"/>
              <a:gd name="connsiteY27" fmla="*/ 699122 h 955271"/>
              <a:gd name="connsiteX28" fmla="*/ 1352027 w 5741575"/>
              <a:gd name="connsiteY28" fmla="*/ 704323 h 955271"/>
              <a:gd name="connsiteX29" fmla="*/ 1374314 w 5741575"/>
              <a:gd name="connsiteY29" fmla="*/ 688815 h 955271"/>
              <a:gd name="connsiteX30" fmla="*/ 1378034 w 5741575"/>
              <a:gd name="connsiteY30" fmla="*/ 685842 h 955271"/>
              <a:gd name="connsiteX31" fmla="*/ 1395604 w 5741575"/>
              <a:gd name="connsiteY31" fmla="*/ 680460 h 955271"/>
              <a:gd name="connsiteX32" fmla="*/ 1397206 w 5741575"/>
              <a:gd name="connsiteY32" fmla="*/ 670793 h 955271"/>
              <a:gd name="connsiteX33" fmla="*/ 1421250 w 5741575"/>
              <a:gd name="connsiteY33" fmla="*/ 656855 h 955271"/>
              <a:gd name="connsiteX34" fmla="*/ 1454524 w 5741575"/>
              <a:gd name="connsiteY34" fmla="*/ 649224 h 955271"/>
              <a:gd name="connsiteX35" fmla="*/ 1616217 w 5741575"/>
              <a:gd name="connsiteY35" fmla="*/ 622107 h 955271"/>
              <a:gd name="connsiteX36" fmla="*/ 1710928 w 5741575"/>
              <a:gd name="connsiteY36" fmla="*/ 600666 h 955271"/>
              <a:gd name="connsiteX37" fmla="*/ 1743718 w 5741575"/>
              <a:gd name="connsiteY37" fmla="*/ 584327 h 955271"/>
              <a:gd name="connsiteX38" fmla="*/ 1791651 w 5741575"/>
              <a:gd name="connsiteY38" fmla="*/ 567019 h 955271"/>
              <a:gd name="connsiteX39" fmla="*/ 1873778 w 5741575"/>
              <a:gd name="connsiteY39" fmla="*/ 530130 h 955271"/>
              <a:gd name="connsiteX40" fmla="*/ 1988411 w 5741575"/>
              <a:gd name="connsiteY40" fmla="*/ 491599 h 955271"/>
              <a:gd name="connsiteX41" fmla="*/ 2085507 w 5741575"/>
              <a:gd name="connsiteY41" fmla="*/ 498527 h 955271"/>
              <a:gd name="connsiteX42" fmla="*/ 2090767 w 5741575"/>
              <a:gd name="connsiteY42" fmla="*/ 490616 h 955271"/>
              <a:gd name="connsiteX43" fmla="*/ 2151143 w 5741575"/>
              <a:gd name="connsiteY43" fmla="*/ 478332 h 955271"/>
              <a:gd name="connsiteX44" fmla="*/ 2378710 w 5741575"/>
              <a:gd name="connsiteY44" fmla="*/ 477570 h 955271"/>
              <a:gd name="connsiteX45" fmla="*/ 2496256 w 5741575"/>
              <a:gd name="connsiteY45" fmla="*/ 452396 h 955271"/>
              <a:gd name="connsiteX46" fmla="*/ 2535387 w 5741575"/>
              <a:gd name="connsiteY46" fmla="*/ 436645 h 955271"/>
              <a:gd name="connsiteX47" fmla="*/ 2601109 w 5741575"/>
              <a:gd name="connsiteY47" fmla="*/ 410678 h 955271"/>
              <a:gd name="connsiteX48" fmla="*/ 2643855 w 5741575"/>
              <a:gd name="connsiteY48" fmla="*/ 374482 h 955271"/>
              <a:gd name="connsiteX49" fmla="*/ 2657726 w 5741575"/>
              <a:gd name="connsiteY49" fmla="*/ 365841 h 955271"/>
              <a:gd name="connsiteX50" fmla="*/ 2687125 w 5741575"/>
              <a:gd name="connsiteY50" fmla="*/ 366820 h 955271"/>
              <a:gd name="connsiteX51" fmla="*/ 2697479 w 5741575"/>
              <a:gd name="connsiteY51" fmla="*/ 361430 h 955271"/>
              <a:gd name="connsiteX52" fmla="*/ 2701547 w 5741575"/>
              <a:gd name="connsiteY52" fmla="*/ 361545 h 955271"/>
              <a:gd name="connsiteX53" fmla="*/ 2711054 w 5741575"/>
              <a:gd name="connsiteY53" fmla="*/ 360597 h 955271"/>
              <a:gd name="connsiteX54" fmla="*/ 2710438 w 5741575"/>
              <a:gd name="connsiteY54" fmla="*/ 366958 h 955271"/>
              <a:gd name="connsiteX55" fmla="*/ 2722936 w 5741575"/>
              <a:gd name="connsiteY55" fmla="*/ 377633 h 955271"/>
              <a:gd name="connsiteX56" fmla="*/ 2777227 w 5741575"/>
              <a:gd name="connsiteY56" fmla="*/ 368972 h 955271"/>
              <a:gd name="connsiteX57" fmla="*/ 2779510 w 5741575"/>
              <a:gd name="connsiteY57" fmla="*/ 361652 h 955271"/>
              <a:gd name="connsiteX58" fmla="*/ 2786278 w 5741575"/>
              <a:gd name="connsiteY58" fmla="*/ 359869 h 955271"/>
              <a:gd name="connsiteX59" fmla="*/ 2792101 w 5741575"/>
              <a:gd name="connsiteY59" fmla="*/ 365927 h 955271"/>
              <a:gd name="connsiteX60" fmla="*/ 2885545 w 5741575"/>
              <a:gd name="connsiteY60" fmla="*/ 372818 h 955271"/>
              <a:gd name="connsiteX61" fmla="*/ 3009558 w 5741575"/>
              <a:gd name="connsiteY61" fmla="*/ 370573 h 955271"/>
              <a:gd name="connsiteX62" fmla="*/ 3095010 w 5741575"/>
              <a:gd name="connsiteY62" fmla="*/ 332454 h 955271"/>
              <a:gd name="connsiteX63" fmla="*/ 3103742 w 5741575"/>
              <a:gd name="connsiteY63" fmla="*/ 337974 h 955271"/>
              <a:gd name="connsiteX64" fmla="*/ 3165093 w 5741575"/>
              <a:gd name="connsiteY64" fmla="*/ 329459 h 955271"/>
              <a:gd name="connsiteX65" fmla="*/ 3373785 w 5741575"/>
              <a:gd name="connsiteY65" fmla="*/ 255680 h 955271"/>
              <a:gd name="connsiteX66" fmla="*/ 3493851 w 5741575"/>
              <a:gd name="connsiteY66" fmla="*/ 240255 h 955271"/>
              <a:gd name="connsiteX67" fmla="*/ 3537470 w 5741575"/>
              <a:gd name="connsiteY67" fmla="*/ 241867 h 955271"/>
              <a:gd name="connsiteX68" fmla="*/ 3610489 w 5741575"/>
              <a:gd name="connsiteY68" fmla="*/ 244128 h 955271"/>
              <a:gd name="connsiteX69" fmla="*/ 3667539 w 5741575"/>
              <a:gd name="connsiteY69" fmla="*/ 263271 h 955271"/>
              <a:gd name="connsiteX70" fmla="*/ 3727614 w 5741575"/>
              <a:gd name="connsiteY70" fmla="*/ 258245 h 955271"/>
              <a:gd name="connsiteX71" fmla="*/ 3738369 w 5741575"/>
              <a:gd name="connsiteY71" fmla="*/ 234506 h 955271"/>
              <a:gd name="connsiteX72" fmla="*/ 3803670 w 5741575"/>
              <a:gd name="connsiteY72" fmla="*/ 236457 h 955271"/>
              <a:gd name="connsiteX73" fmla="*/ 3903080 w 5741575"/>
              <a:gd name="connsiteY73" fmla="*/ 241890 h 955271"/>
              <a:gd name="connsiteX74" fmla="*/ 3959588 w 5741575"/>
              <a:gd name="connsiteY74" fmla="*/ 239195 h 955271"/>
              <a:gd name="connsiteX75" fmla="*/ 4114838 w 5741575"/>
              <a:gd name="connsiteY75" fmla="*/ 238165 h 955271"/>
              <a:gd name="connsiteX76" fmla="*/ 4271023 w 5741575"/>
              <a:gd name="connsiteY76" fmla="*/ 241959 h 955271"/>
              <a:gd name="connsiteX77" fmla="*/ 4367397 w 5741575"/>
              <a:gd name="connsiteY77" fmla="*/ 271442 h 955271"/>
              <a:gd name="connsiteX78" fmla="*/ 4495366 w 5741575"/>
              <a:gd name="connsiteY78" fmla="*/ 271618 h 955271"/>
              <a:gd name="connsiteX79" fmla="*/ 4517347 w 5741575"/>
              <a:gd name="connsiteY79" fmla="*/ 275639 h 955271"/>
              <a:gd name="connsiteX80" fmla="*/ 4546116 w 5741575"/>
              <a:gd name="connsiteY80" fmla="*/ 268568 h 955271"/>
              <a:gd name="connsiteX81" fmla="*/ 4661259 w 5741575"/>
              <a:gd name="connsiteY81" fmla="*/ 238966 h 955271"/>
              <a:gd name="connsiteX82" fmla="*/ 4750403 w 5741575"/>
              <a:gd name="connsiteY82" fmla="*/ 204364 h 955271"/>
              <a:gd name="connsiteX83" fmla="*/ 4867614 w 5741575"/>
              <a:gd name="connsiteY83" fmla="*/ 208668 h 955271"/>
              <a:gd name="connsiteX84" fmla="*/ 4937036 w 5741575"/>
              <a:gd name="connsiteY84" fmla="*/ 195446 h 955271"/>
              <a:gd name="connsiteX85" fmla="*/ 5047626 w 5741575"/>
              <a:gd name="connsiteY85" fmla="*/ 149604 h 955271"/>
              <a:gd name="connsiteX86" fmla="*/ 5200247 w 5741575"/>
              <a:gd name="connsiteY86" fmla="*/ 142695 h 955271"/>
              <a:gd name="connsiteX87" fmla="*/ 5235691 w 5741575"/>
              <a:gd name="connsiteY87" fmla="*/ 173330 h 955271"/>
              <a:gd name="connsiteX88" fmla="*/ 5280133 w 5741575"/>
              <a:gd name="connsiteY88" fmla="*/ 189342 h 955271"/>
              <a:gd name="connsiteX89" fmla="*/ 5291963 w 5741575"/>
              <a:gd name="connsiteY89" fmla="*/ 139446 h 955271"/>
              <a:gd name="connsiteX90" fmla="*/ 5418472 w 5741575"/>
              <a:gd name="connsiteY90" fmla="*/ 89163 h 955271"/>
              <a:gd name="connsiteX91" fmla="*/ 5482354 w 5741575"/>
              <a:gd name="connsiteY91" fmla="*/ 69470 h 955271"/>
              <a:gd name="connsiteX92" fmla="*/ 5583280 w 5741575"/>
              <a:gd name="connsiteY92" fmla="*/ 49787 h 955271"/>
              <a:gd name="connsiteX93" fmla="*/ 5613766 w 5741575"/>
              <a:gd name="connsiteY93" fmla="*/ 41855 h 955271"/>
              <a:gd name="connsiteX94" fmla="*/ 5684952 w 5741575"/>
              <a:gd name="connsiteY94" fmla="*/ 26088 h 9552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Lst>
            <a:rect l="l" t="t" r="r" b="b"/>
            <a:pathLst>
              <a:path w="5741575" h="955271">
                <a:moveTo>
                  <a:pt x="5741575" y="0"/>
                </a:moveTo>
                <a:lnTo>
                  <a:pt x="5741575" y="955271"/>
                </a:lnTo>
                <a:lnTo>
                  <a:pt x="0" y="955271"/>
                </a:lnTo>
                <a:lnTo>
                  <a:pt x="8558" y="953971"/>
                </a:lnTo>
                <a:lnTo>
                  <a:pt x="16894" y="953847"/>
                </a:lnTo>
                <a:cubicBezTo>
                  <a:pt x="22474" y="953361"/>
                  <a:pt x="25973" y="952524"/>
                  <a:pt x="28156" y="951374"/>
                </a:cubicBezTo>
                <a:cubicBezTo>
                  <a:pt x="28201" y="951240"/>
                  <a:pt x="28247" y="951105"/>
                  <a:pt x="28293" y="950971"/>
                </a:cubicBezTo>
                <a:lnTo>
                  <a:pt x="39115" y="949326"/>
                </a:lnTo>
                <a:cubicBezTo>
                  <a:pt x="57701" y="947335"/>
                  <a:pt x="76089" y="946141"/>
                  <a:pt x="93851" y="945611"/>
                </a:cubicBezTo>
                <a:cubicBezTo>
                  <a:pt x="99905" y="923404"/>
                  <a:pt x="170209" y="932855"/>
                  <a:pt x="148657" y="898134"/>
                </a:cubicBezTo>
                <a:cubicBezTo>
                  <a:pt x="172173" y="896348"/>
                  <a:pt x="191809" y="908449"/>
                  <a:pt x="174554" y="886351"/>
                </a:cubicBezTo>
                <a:cubicBezTo>
                  <a:pt x="182014" y="885083"/>
                  <a:pt x="185699" y="882087"/>
                  <a:pt x="187633" y="878226"/>
                </a:cubicBezTo>
                <a:cubicBezTo>
                  <a:pt x="187742" y="877663"/>
                  <a:pt x="187852" y="877101"/>
                  <a:pt x="187961" y="876538"/>
                </a:cubicBezTo>
                <a:lnTo>
                  <a:pt x="240501" y="873150"/>
                </a:lnTo>
                <a:lnTo>
                  <a:pt x="246345" y="869942"/>
                </a:lnTo>
                <a:lnTo>
                  <a:pt x="282041" y="871263"/>
                </a:lnTo>
                <a:lnTo>
                  <a:pt x="299711" y="870064"/>
                </a:lnTo>
                <a:lnTo>
                  <a:pt x="306299" y="873609"/>
                </a:lnTo>
                <a:cubicBezTo>
                  <a:pt x="312531" y="875279"/>
                  <a:pt x="320316" y="874896"/>
                  <a:pt x="331571" y="869866"/>
                </a:cubicBezTo>
                <a:lnTo>
                  <a:pt x="333872" y="867971"/>
                </a:lnTo>
                <a:lnTo>
                  <a:pt x="356953" y="870334"/>
                </a:lnTo>
                <a:cubicBezTo>
                  <a:pt x="364772" y="872042"/>
                  <a:pt x="372199" y="874762"/>
                  <a:pt x="379005" y="878900"/>
                </a:cubicBezTo>
                <a:cubicBezTo>
                  <a:pt x="436788" y="836391"/>
                  <a:pt x="512367" y="847456"/>
                  <a:pt x="585428" y="826440"/>
                </a:cubicBezTo>
                <a:cubicBezTo>
                  <a:pt x="600236" y="776571"/>
                  <a:pt x="751447" y="800939"/>
                  <a:pt x="787156" y="838447"/>
                </a:cubicBezTo>
                <a:cubicBezTo>
                  <a:pt x="767750" y="789794"/>
                  <a:pt x="977582" y="857915"/>
                  <a:pt x="898586" y="808502"/>
                </a:cubicBezTo>
                <a:cubicBezTo>
                  <a:pt x="926099" y="807167"/>
                  <a:pt x="944922" y="782490"/>
                  <a:pt x="924063" y="770210"/>
                </a:cubicBezTo>
                <a:cubicBezTo>
                  <a:pt x="1015917" y="786259"/>
                  <a:pt x="1117953" y="728408"/>
                  <a:pt x="1212574" y="724238"/>
                </a:cubicBezTo>
                <a:cubicBezTo>
                  <a:pt x="1245879" y="677520"/>
                  <a:pt x="1233543" y="716744"/>
                  <a:pt x="1280768" y="699122"/>
                </a:cubicBezTo>
                <a:cubicBezTo>
                  <a:pt x="1280824" y="735474"/>
                  <a:pt x="1333787" y="667235"/>
                  <a:pt x="1352027" y="704323"/>
                </a:cubicBezTo>
                <a:cubicBezTo>
                  <a:pt x="1360044" y="699941"/>
                  <a:pt x="1367234" y="694526"/>
                  <a:pt x="1374314" y="688815"/>
                </a:cubicBezTo>
                <a:lnTo>
                  <a:pt x="1378034" y="685842"/>
                </a:lnTo>
                <a:lnTo>
                  <a:pt x="1395604" y="680460"/>
                </a:lnTo>
                <a:lnTo>
                  <a:pt x="1397206" y="670793"/>
                </a:lnTo>
                <a:lnTo>
                  <a:pt x="1421250" y="656855"/>
                </a:lnTo>
                <a:cubicBezTo>
                  <a:pt x="1430770" y="652893"/>
                  <a:pt x="1441623" y="650105"/>
                  <a:pt x="1454524" y="649224"/>
                </a:cubicBezTo>
                <a:cubicBezTo>
                  <a:pt x="1502655" y="660482"/>
                  <a:pt x="1556151" y="606226"/>
                  <a:pt x="1616217" y="622107"/>
                </a:cubicBezTo>
                <a:cubicBezTo>
                  <a:pt x="1637755" y="624837"/>
                  <a:pt x="1701030" y="614257"/>
                  <a:pt x="1710928" y="600666"/>
                </a:cubicBezTo>
                <a:cubicBezTo>
                  <a:pt x="1723693" y="596072"/>
                  <a:pt x="1739861" y="597834"/>
                  <a:pt x="1743718" y="584327"/>
                </a:cubicBezTo>
                <a:cubicBezTo>
                  <a:pt x="1751098" y="567647"/>
                  <a:pt x="1801421" y="583831"/>
                  <a:pt x="1791651" y="567019"/>
                </a:cubicBezTo>
                <a:cubicBezTo>
                  <a:pt x="1827282" y="577929"/>
                  <a:pt x="1847642" y="542228"/>
                  <a:pt x="1873778" y="530130"/>
                </a:cubicBezTo>
                <a:cubicBezTo>
                  <a:pt x="1902425" y="541995"/>
                  <a:pt x="1929013" y="504913"/>
                  <a:pt x="1988411" y="491599"/>
                </a:cubicBezTo>
                <a:cubicBezTo>
                  <a:pt x="2020077" y="505546"/>
                  <a:pt x="2028363" y="482381"/>
                  <a:pt x="2085507" y="498527"/>
                </a:cubicBezTo>
                <a:cubicBezTo>
                  <a:pt x="2086719" y="495769"/>
                  <a:pt x="2088490" y="493104"/>
                  <a:pt x="2090767" y="490616"/>
                </a:cubicBezTo>
                <a:cubicBezTo>
                  <a:pt x="2103992" y="476161"/>
                  <a:pt x="2131025" y="470659"/>
                  <a:pt x="2151143" y="478332"/>
                </a:cubicBezTo>
                <a:cubicBezTo>
                  <a:pt x="2240088" y="497642"/>
                  <a:pt x="2310118" y="483043"/>
                  <a:pt x="2378710" y="477570"/>
                </a:cubicBezTo>
                <a:cubicBezTo>
                  <a:pt x="2454975" y="467585"/>
                  <a:pt x="2391576" y="437831"/>
                  <a:pt x="2496256" y="452396"/>
                </a:cubicBezTo>
                <a:cubicBezTo>
                  <a:pt x="2501503" y="436899"/>
                  <a:pt x="2513119" y="433980"/>
                  <a:pt x="2535387" y="436645"/>
                </a:cubicBezTo>
                <a:cubicBezTo>
                  <a:pt x="2572084" y="430778"/>
                  <a:pt x="2557124" y="397207"/>
                  <a:pt x="2601109" y="410678"/>
                </a:cubicBezTo>
                <a:cubicBezTo>
                  <a:pt x="2588000" y="393616"/>
                  <a:pt x="2667428" y="390302"/>
                  <a:pt x="2643855" y="374482"/>
                </a:cubicBezTo>
                <a:cubicBezTo>
                  <a:pt x="2648277" y="369169"/>
                  <a:pt x="2652937" y="366761"/>
                  <a:pt x="2657726" y="365841"/>
                </a:cubicBezTo>
                <a:cubicBezTo>
                  <a:pt x="2667303" y="363999"/>
                  <a:pt x="2677395" y="368107"/>
                  <a:pt x="2687125" y="366820"/>
                </a:cubicBezTo>
                <a:lnTo>
                  <a:pt x="2697479" y="361430"/>
                </a:lnTo>
                <a:lnTo>
                  <a:pt x="2701547" y="361545"/>
                </a:lnTo>
                <a:lnTo>
                  <a:pt x="2711054" y="360597"/>
                </a:lnTo>
                <a:lnTo>
                  <a:pt x="2710438" y="366958"/>
                </a:lnTo>
                <a:cubicBezTo>
                  <a:pt x="2708955" y="373111"/>
                  <a:pt x="2708038" y="379788"/>
                  <a:pt x="2722936" y="377633"/>
                </a:cubicBezTo>
                <a:cubicBezTo>
                  <a:pt x="2753511" y="370170"/>
                  <a:pt x="2766475" y="394972"/>
                  <a:pt x="2777227" y="368972"/>
                </a:cubicBezTo>
                <a:lnTo>
                  <a:pt x="2779510" y="361652"/>
                </a:lnTo>
                <a:lnTo>
                  <a:pt x="2786278" y="359869"/>
                </a:lnTo>
                <a:cubicBezTo>
                  <a:pt x="2789994" y="359750"/>
                  <a:pt x="2792255" y="361281"/>
                  <a:pt x="2792101" y="365927"/>
                </a:cubicBezTo>
                <a:cubicBezTo>
                  <a:pt x="2819315" y="344279"/>
                  <a:pt x="2855630" y="370297"/>
                  <a:pt x="2885545" y="372818"/>
                </a:cubicBezTo>
                <a:cubicBezTo>
                  <a:pt x="2905895" y="352581"/>
                  <a:pt x="2948591" y="377825"/>
                  <a:pt x="3009558" y="370573"/>
                </a:cubicBezTo>
                <a:cubicBezTo>
                  <a:pt x="3031640" y="347442"/>
                  <a:pt x="3050695" y="365935"/>
                  <a:pt x="3095010" y="332454"/>
                </a:cubicBezTo>
                <a:cubicBezTo>
                  <a:pt x="3097485" y="334582"/>
                  <a:pt x="3100426" y="336441"/>
                  <a:pt x="3103742" y="337974"/>
                </a:cubicBezTo>
                <a:cubicBezTo>
                  <a:pt x="3123005" y="346878"/>
                  <a:pt x="3150475" y="343067"/>
                  <a:pt x="3165093" y="329459"/>
                </a:cubicBezTo>
                <a:cubicBezTo>
                  <a:pt x="3236951" y="282673"/>
                  <a:pt x="3308286" y="273118"/>
                  <a:pt x="3373785" y="255680"/>
                </a:cubicBezTo>
                <a:cubicBezTo>
                  <a:pt x="3448540" y="239861"/>
                  <a:pt x="3405238" y="287846"/>
                  <a:pt x="3493851" y="240255"/>
                </a:cubicBezTo>
                <a:cubicBezTo>
                  <a:pt x="3506326" y="252723"/>
                  <a:pt x="3518405" y="251593"/>
                  <a:pt x="3537470" y="241867"/>
                </a:cubicBezTo>
                <a:cubicBezTo>
                  <a:pt x="3573967" y="235226"/>
                  <a:pt x="3576893" y="270855"/>
                  <a:pt x="3610489" y="244128"/>
                </a:cubicBezTo>
                <a:cubicBezTo>
                  <a:pt x="3606935" y="264036"/>
                  <a:pt x="3681284" y="241075"/>
                  <a:pt x="3667539" y="263271"/>
                </a:cubicBezTo>
                <a:cubicBezTo>
                  <a:pt x="3694251" y="276940"/>
                  <a:pt x="3701441" y="246803"/>
                  <a:pt x="3727614" y="258245"/>
                </a:cubicBezTo>
                <a:cubicBezTo>
                  <a:pt x="3754952" y="257751"/>
                  <a:pt x="3708960" y="240314"/>
                  <a:pt x="3738369" y="234506"/>
                </a:cubicBezTo>
                <a:cubicBezTo>
                  <a:pt x="3774580" y="230879"/>
                  <a:pt x="3768868" y="196201"/>
                  <a:pt x="3803670" y="236457"/>
                </a:cubicBezTo>
                <a:cubicBezTo>
                  <a:pt x="3839567" y="220301"/>
                  <a:pt x="3850064" y="239151"/>
                  <a:pt x="3903080" y="241890"/>
                </a:cubicBezTo>
                <a:cubicBezTo>
                  <a:pt x="3922859" y="227800"/>
                  <a:pt x="3941005" y="230826"/>
                  <a:pt x="3959588" y="239195"/>
                </a:cubicBezTo>
                <a:cubicBezTo>
                  <a:pt x="4009252" y="229421"/>
                  <a:pt x="4057491" y="239376"/>
                  <a:pt x="4114838" y="238165"/>
                </a:cubicBezTo>
                <a:cubicBezTo>
                  <a:pt x="4173784" y="217210"/>
                  <a:pt x="4209756" y="243378"/>
                  <a:pt x="4271023" y="241959"/>
                </a:cubicBezTo>
                <a:cubicBezTo>
                  <a:pt x="4326191" y="205535"/>
                  <a:pt x="4316856" y="279258"/>
                  <a:pt x="4367397" y="271442"/>
                </a:cubicBezTo>
                <a:cubicBezTo>
                  <a:pt x="4446016" y="235091"/>
                  <a:pt x="4369000" y="295343"/>
                  <a:pt x="4495366" y="271618"/>
                </a:cubicBezTo>
                <a:cubicBezTo>
                  <a:pt x="4501905" y="266287"/>
                  <a:pt x="4518077" y="269240"/>
                  <a:pt x="4517347" y="275639"/>
                </a:cubicBezTo>
                <a:cubicBezTo>
                  <a:pt x="4525170" y="272832"/>
                  <a:pt x="4542809" y="258800"/>
                  <a:pt x="4546116" y="268568"/>
                </a:cubicBezTo>
                <a:cubicBezTo>
                  <a:pt x="4586961" y="265354"/>
                  <a:pt x="4626617" y="255160"/>
                  <a:pt x="4661259" y="238966"/>
                </a:cubicBezTo>
                <a:cubicBezTo>
                  <a:pt x="4741966" y="247639"/>
                  <a:pt x="4693066" y="205693"/>
                  <a:pt x="4750403" y="204364"/>
                </a:cubicBezTo>
                <a:cubicBezTo>
                  <a:pt x="4798501" y="219113"/>
                  <a:pt x="4813319" y="201253"/>
                  <a:pt x="4867614" y="208668"/>
                </a:cubicBezTo>
                <a:cubicBezTo>
                  <a:pt x="4881621" y="174373"/>
                  <a:pt x="4917566" y="206761"/>
                  <a:pt x="4937036" y="195446"/>
                </a:cubicBezTo>
                <a:cubicBezTo>
                  <a:pt x="4974214" y="229763"/>
                  <a:pt x="5013321" y="152474"/>
                  <a:pt x="5047626" y="149604"/>
                </a:cubicBezTo>
                <a:cubicBezTo>
                  <a:pt x="5106046" y="150576"/>
                  <a:pt x="5172786" y="183138"/>
                  <a:pt x="5200247" y="142695"/>
                </a:cubicBezTo>
                <a:cubicBezTo>
                  <a:pt x="5206135" y="157748"/>
                  <a:pt x="5203071" y="179288"/>
                  <a:pt x="5235691" y="173330"/>
                </a:cubicBezTo>
                <a:cubicBezTo>
                  <a:pt x="5249654" y="179935"/>
                  <a:pt x="5254450" y="203448"/>
                  <a:pt x="5280133" y="189342"/>
                </a:cubicBezTo>
                <a:cubicBezTo>
                  <a:pt x="5244836" y="171370"/>
                  <a:pt x="5299493" y="163568"/>
                  <a:pt x="5291963" y="139446"/>
                </a:cubicBezTo>
                <a:cubicBezTo>
                  <a:pt x="5331555" y="120349"/>
                  <a:pt x="5427790" y="132865"/>
                  <a:pt x="5418472" y="89163"/>
                </a:cubicBezTo>
                <a:cubicBezTo>
                  <a:pt x="5428057" y="62053"/>
                  <a:pt x="5484665" y="97616"/>
                  <a:pt x="5482354" y="69470"/>
                </a:cubicBezTo>
                <a:cubicBezTo>
                  <a:pt x="5507119" y="85574"/>
                  <a:pt x="5545363" y="52240"/>
                  <a:pt x="5583280" y="49787"/>
                </a:cubicBezTo>
                <a:cubicBezTo>
                  <a:pt x="5589344" y="36484"/>
                  <a:pt x="5598103" y="36349"/>
                  <a:pt x="5613766" y="41855"/>
                </a:cubicBezTo>
                <a:cubicBezTo>
                  <a:pt x="5636621" y="41086"/>
                  <a:pt x="5660728" y="35034"/>
                  <a:pt x="5684952" y="26088"/>
                </a:cubicBezTo>
                <a:close/>
              </a:path>
            </a:pathLst>
          </a:custGeom>
          <a:solidFill>
            <a:srgbClr val="82766A">
              <a:alpha val="15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758398896"/>
      </p:ext>
    </p:extLst>
  </p:cSld>
  <p:clrMapOvr>
    <a:masterClrMapping/>
  </p:clrMapOvr>
  <mc:AlternateContent xmlns:mc="http://schemas.openxmlformats.org/markup-compatibility/2006" xmlns:p14="http://schemas.microsoft.com/office/powerpoint/2010/main">
    <mc:Choice Requires="p14">
      <p:transition spd="slow" p14:dur="800">
        <p14:flythrough/>
      </p:transition>
    </mc:Choice>
    <mc:Fallback xmlns="">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71" name="Picture 70">
            <a:extLst>
              <a:ext uri="{FF2B5EF4-FFF2-40B4-BE49-F238E27FC236}">
                <a16:creationId xmlns:a16="http://schemas.microsoft.com/office/drawing/2014/main" id="{DEB2E8C4-C3E7-4048-A43D-9859510CFA98}"/>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2">
            <a:extLst>
              <a:ext uri="{28A0092B-C50C-407E-A947-70E740481C1C}">
                <a14:useLocalDpi xmlns:a14="http://schemas.microsoft.com/office/drawing/2010/main" val="0"/>
              </a:ext>
            </a:extLst>
          </a:blip>
          <a:stretch>
            <a:fillRect/>
          </a:stretch>
        </p:blipFill>
        <p:spPr>
          <a:xfrm>
            <a:off x="10905744" y="0"/>
            <a:ext cx="1286256" cy="6858000"/>
          </a:xfrm>
          <a:prstGeom prst="rect">
            <a:avLst/>
          </a:prstGeom>
        </p:spPr>
      </p:pic>
      <mc:AlternateContent xmlns:mc="http://schemas.openxmlformats.org/markup-compatibility/2006" xmlns:p14="http://schemas.microsoft.com/office/powerpoint/2010/main">
        <mc:Choice Requires="p14">
          <p:contentPart p14:bwMode="auto" r:id="rId3">
            <p14:nvContentPartPr>
              <p14:cNvPr id="72" name="Ink 71">
                <a:extLst>
                  <a:ext uri="{FF2B5EF4-FFF2-40B4-BE49-F238E27FC236}">
                    <a16:creationId xmlns:a16="http://schemas.microsoft.com/office/drawing/2014/main" id="{24D29CCB-7956-4E3E-8880-304085F04BF4}"/>
                  </a:ext>
                  <a:ext uri="{C183D7F6-B498-43B3-948B-1728B52AA6E4}">
                    <adec:decorative xmlns:adec="http://schemas.microsoft.com/office/drawing/2017/decorative" val="1"/>
                  </a:ext>
                </a:extLst>
              </p14:cNvPr>
              <p14:cNvContentPartPr>
                <a14:cpLocks xmlns:a14="http://schemas.microsoft.com/office/drawing/2010/main" noGrp="1" noRot="1" noChangeAspect="1" noMove="1" noResize="1" noEditPoints="1" noAdjustHandles="1" noChangeArrowheads="1" noChangeShapeType="1"/>
              </p14:cNvContentPartPr>
              <p14:nvPr>
                <p:extLst>
                  <p:ext uri="{386F3935-93C4-4BCD-93E2-E3B085C9AB24}">
                    <p16:designElem xmlns:p16="http://schemas.microsoft.com/office/powerpoint/2015/main" val="1"/>
                  </p:ext>
                </p:extLst>
              </p14:nvPr>
            </p14:nvContentPartPr>
            <p14:xfrm>
              <a:off x="12490710" y="6342652"/>
              <a:ext cx="360" cy="360"/>
            </p14:xfrm>
          </p:contentPart>
        </mc:Choice>
        <mc:Fallback xmlns="">
          <p:pic>
            <p:nvPicPr>
              <p:cNvPr id="72" name="Ink 71">
                <a:extLst>
                  <a:ext uri="{FF2B5EF4-FFF2-40B4-BE49-F238E27FC236}">
                    <a16:creationId xmlns:a16="http://schemas.microsoft.com/office/drawing/2014/main" id="{24D29CCB-7956-4E3E-8880-304085F04BF4}"/>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p:cNvPicPr>
              <p:nvPr/>
            </p:nvPicPr>
            <p:blipFill>
              <a:blip r:embed="rId4"/>
              <a:stretch>
                <a:fillRect/>
              </a:stretch>
            </p:blipFill>
            <p:spPr>
              <a:xfrm>
                <a:off x="12481710" y="6333652"/>
                <a:ext cx="18000" cy="18000"/>
              </a:xfrm>
              <a:prstGeom prst="rect">
                <a:avLst/>
              </a:prstGeom>
            </p:spPr>
          </p:pic>
        </mc:Fallback>
      </mc:AlternateContent>
      <p:sp useBgFill="1">
        <p:nvSpPr>
          <p:cNvPr id="73" name="Rectangle 72">
            <a:extLst>
              <a:ext uri="{FF2B5EF4-FFF2-40B4-BE49-F238E27FC236}">
                <a16:creationId xmlns:a16="http://schemas.microsoft.com/office/drawing/2014/main" id="{9ADB6B36-6D23-4279-BF08-86CFF703E39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4" name="Freeform: Shape 73">
            <a:extLst>
              <a:ext uri="{FF2B5EF4-FFF2-40B4-BE49-F238E27FC236}">
                <a16:creationId xmlns:a16="http://schemas.microsoft.com/office/drawing/2014/main" id="{AEF4CD48-9281-4131-995B-E3B17C8544A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275548"/>
            <a:ext cx="12192000" cy="4582452"/>
          </a:xfrm>
          <a:custGeom>
            <a:avLst/>
            <a:gdLst>
              <a:gd name="connsiteX0" fmla="*/ 2782524 w 12192000"/>
              <a:gd name="connsiteY0" fmla="*/ 394 h 4582452"/>
              <a:gd name="connsiteX1" fmla="*/ 2999719 w 12192000"/>
              <a:gd name="connsiteY1" fmla="*/ 43075 h 4582452"/>
              <a:gd name="connsiteX2" fmla="*/ 3061656 w 12192000"/>
              <a:gd name="connsiteY2" fmla="*/ 42588 h 4582452"/>
              <a:gd name="connsiteX3" fmla="*/ 3069494 w 12192000"/>
              <a:gd name="connsiteY3" fmla="*/ 35859 h 4582452"/>
              <a:gd name="connsiteX4" fmla="*/ 3159577 w 12192000"/>
              <a:gd name="connsiteY4" fmla="*/ 61160 h 4582452"/>
              <a:gd name="connsiteX5" fmla="*/ 3282600 w 12192000"/>
              <a:gd name="connsiteY5" fmla="*/ 45367 h 4582452"/>
              <a:gd name="connsiteX6" fmla="*/ 3374052 w 12192000"/>
              <a:gd name="connsiteY6" fmla="*/ 24976 h 4582452"/>
              <a:gd name="connsiteX7" fmla="*/ 3378934 w 12192000"/>
              <a:gd name="connsiteY7" fmla="*/ 18137 h 4582452"/>
              <a:gd name="connsiteX8" fmla="*/ 3385889 w 12192000"/>
              <a:gd name="connsiteY8" fmla="*/ 18918 h 4582452"/>
              <a:gd name="connsiteX9" fmla="*/ 3389211 w 12192000"/>
              <a:gd name="connsiteY9" fmla="*/ 25828 h 4582452"/>
              <a:gd name="connsiteX10" fmla="*/ 3444184 w 12192000"/>
              <a:gd name="connsiteY10" fmla="*/ 26511 h 4582452"/>
              <a:gd name="connsiteX11" fmla="*/ 3454999 w 12192000"/>
              <a:gd name="connsiteY11" fmla="*/ 14134 h 4582452"/>
              <a:gd name="connsiteX12" fmla="*/ 3453466 w 12192000"/>
              <a:gd name="connsiteY12" fmla="*/ 7930 h 4582452"/>
              <a:gd name="connsiteX13" fmla="*/ 3463009 w 12192000"/>
              <a:gd name="connsiteY13" fmla="*/ 7487 h 4582452"/>
              <a:gd name="connsiteX14" fmla="*/ 3467018 w 12192000"/>
              <a:gd name="connsiteY14" fmla="*/ 6782 h 4582452"/>
              <a:gd name="connsiteX15" fmla="*/ 3478045 w 12192000"/>
              <a:gd name="connsiteY15" fmla="*/ 10611 h 4582452"/>
              <a:gd name="connsiteX16" fmla="*/ 3506989 w 12192000"/>
              <a:gd name="connsiteY16" fmla="*/ 5372 h 4582452"/>
              <a:gd name="connsiteX17" fmla="*/ 3521969 w 12192000"/>
              <a:gd name="connsiteY17" fmla="*/ 11906 h 4582452"/>
              <a:gd name="connsiteX18" fmla="*/ 3569519 w 12192000"/>
              <a:gd name="connsiteY18" fmla="*/ 41509 h 4582452"/>
              <a:gd name="connsiteX19" fmla="*/ 3638316 w 12192000"/>
              <a:gd name="connsiteY19" fmla="*/ 57654 h 4582452"/>
              <a:gd name="connsiteX20" fmla="*/ 3679320 w 12192000"/>
              <a:gd name="connsiteY20" fmla="*/ 67554 h 4582452"/>
              <a:gd name="connsiteX21" fmla="*/ 3799276 w 12192000"/>
              <a:gd name="connsiteY21" fmla="*/ 75386 h 4582452"/>
              <a:gd name="connsiteX22" fmla="*/ 4024540 w 12192000"/>
              <a:gd name="connsiteY22" fmla="*/ 43084 h 4582452"/>
              <a:gd name="connsiteX23" fmla="*/ 4086060 w 12192000"/>
              <a:gd name="connsiteY23" fmla="*/ 46467 h 4582452"/>
              <a:gd name="connsiteX24" fmla="*/ 4092413 w 12192000"/>
              <a:gd name="connsiteY24" fmla="*/ 53530 h 4582452"/>
              <a:gd name="connsiteX25" fmla="*/ 4187473 w 12192000"/>
              <a:gd name="connsiteY25" fmla="*/ 32571 h 4582452"/>
              <a:gd name="connsiteX26" fmla="*/ 4306487 w 12192000"/>
              <a:gd name="connsiteY26" fmla="*/ 54042 h 4582452"/>
              <a:gd name="connsiteX27" fmla="*/ 4393102 w 12192000"/>
              <a:gd name="connsiteY27" fmla="*/ 78610 h 4582452"/>
              <a:gd name="connsiteX28" fmla="*/ 4443041 w 12192000"/>
              <a:gd name="connsiteY28" fmla="*/ 88772 h 4582452"/>
              <a:gd name="connsiteX29" fmla="*/ 4477856 w 12192000"/>
              <a:gd name="connsiteY29" fmla="*/ 100175 h 4582452"/>
              <a:gd name="connsiteX30" fmla="*/ 4574677 w 12192000"/>
              <a:gd name="connsiteY30" fmla="*/ 107631 h 4582452"/>
              <a:gd name="connsiteX31" fmla="*/ 4738595 w 12192000"/>
              <a:gd name="connsiteY31" fmla="*/ 110972 h 4582452"/>
              <a:gd name="connsiteX32" fmla="*/ 4772623 w 12192000"/>
              <a:gd name="connsiteY32" fmla="*/ 113689 h 4582452"/>
              <a:gd name="connsiteX33" fmla="*/ 4798437 w 12192000"/>
              <a:gd name="connsiteY33" fmla="*/ 123987 h 4582452"/>
              <a:gd name="connsiteX34" fmla="*/ 4801426 w 12192000"/>
              <a:gd name="connsiteY34" fmla="*/ 133319 h 4582452"/>
              <a:gd name="connsiteX35" fmla="*/ 4819592 w 12192000"/>
              <a:gd name="connsiteY35" fmla="*/ 136092 h 4582452"/>
              <a:gd name="connsiteX36" fmla="*/ 4823704 w 12192000"/>
              <a:gd name="connsiteY36" fmla="*/ 138493 h 4582452"/>
              <a:gd name="connsiteX37" fmla="*/ 4825195 w 12192000"/>
              <a:gd name="connsiteY37" fmla="*/ 139235 h 4582452"/>
              <a:gd name="connsiteX38" fmla="*/ 4855377 w 12192000"/>
              <a:gd name="connsiteY38" fmla="*/ 139933 h 4582452"/>
              <a:gd name="connsiteX39" fmla="*/ 4864981 w 12192000"/>
              <a:gd name="connsiteY39" fmla="*/ 136638 h 4582452"/>
              <a:gd name="connsiteX40" fmla="*/ 4869194 w 12192000"/>
              <a:gd name="connsiteY40" fmla="*/ 137485 h 4582452"/>
              <a:gd name="connsiteX41" fmla="*/ 4899129 w 12192000"/>
              <a:gd name="connsiteY41" fmla="*/ 128724 h 4582452"/>
              <a:gd name="connsiteX42" fmla="*/ 4979727 w 12192000"/>
              <a:gd name="connsiteY42" fmla="*/ 116438 h 4582452"/>
              <a:gd name="connsiteX43" fmla="*/ 5090538 w 12192000"/>
              <a:gd name="connsiteY43" fmla="*/ 128083 h 4582452"/>
              <a:gd name="connsiteX44" fmla="*/ 5199199 w 12192000"/>
              <a:gd name="connsiteY44" fmla="*/ 106367 h 4582452"/>
              <a:gd name="connsiteX45" fmla="*/ 5239862 w 12192000"/>
              <a:gd name="connsiteY45" fmla="*/ 131030 h 4582452"/>
              <a:gd name="connsiteX46" fmla="*/ 5405165 w 12192000"/>
              <a:gd name="connsiteY46" fmla="*/ 107263 h 4582452"/>
              <a:gd name="connsiteX47" fmla="*/ 5973027 w 12192000"/>
              <a:gd name="connsiteY47" fmla="*/ 14505 h 4582452"/>
              <a:gd name="connsiteX48" fmla="*/ 6243587 w 12192000"/>
              <a:gd name="connsiteY48" fmla="*/ 20308 h 4582452"/>
              <a:gd name="connsiteX49" fmla="*/ 6333684 w 12192000"/>
              <a:gd name="connsiteY49" fmla="*/ 26092 h 4582452"/>
              <a:gd name="connsiteX50" fmla="*/ 6524594 w 12192000"/>
              <a:gd name="connsiteY50" fmla="*/ 62443 h 4582452"/>
              <a:gd name="connsiteX51" fmla="*/ 6701993 w 12192000"/>
              <a:gd name="connsiteY51" fmla="*/ 51745 h 4582452"/>
              <a:gd name="connsiteX52" fmla="*/ 6957361 w 12192000"/>
              <a:gd name="connsiteY52" fmla="*/ 97339 h 4582452"/>
              <a:gd name="connsiteX53" fmla="*/ 7268413 w 12192000"/>
              <a:gd name="connsiteY53" fmla="*/ 175925 h 4582452"/>
              <a:gd name="connsiteX54" fmla="*/ 8385054 w 12192000"/>
              <a:gd name="connsiteY54" fmla="*/ 133195 h 4582452"/>
              <a:gd name="connsiteX55" fmla="*/ 8584350 w 12192000"/>
              <a:gd name="connsiteY55" fmla="*/ 172955 h 4582452"/>
              <a:gd name="connsiteX56" fmla="*/ 8684341 w 12192000"/>
              <a:gd name="connsiteY56" fmla="*/ 199587 h 4582452"/>
              <a:gd name="connsiteX57" fmla="*/ 9008600 w 12192000"/>
              <a:gd name="connsiteY57" fmla="*/ 334202 h 4582452"/>
              <a:gd name="connsiteX58" fmla="*/ 9106061 w 12192000"/>
              <a:gd name="connsiteY58" fmla="*/ 332620 h 4582452"/>
              <a:gd name="connsiteX59" fmla="*/ 9950477 w 12192000"/>
              <a:gd name="connsiteY59" fmla="*/ 794954 h 4582452"/>
              <a:gd name="connsiteX60" fmla="*/ 11109679 w 12192000"/>
              <a:gd name="connsiteY60" fmla="*/ 1202887 h 4582452"/>
              <a:gd name="connsiteX61" fmla="*/ 11327194 w 12192000"/>
              <a:gd name="connsiteY61" fmla="*/ 1329149 h 4582452"/>
              <a:gd name="connsiteX62" fmla="*/ 11490981 w 12192000"/>
              <a:gd name="connsiteY62" fmla="*/ 1367364 h 4582452"/>
              <a:gd name="connsiteX63" fmla="*/ 11656589 w 12192000"/>
              <a:gd name="connsiteY63" fmla="*/ 1459110 h 4582452"/>
              <a:gd name="connsiteX64" fmla="*/ 11762730 w 12192000"/>
              <a:gd name="connsiteY64" fmla="*/ 1484877 h 4582452"/>
              <a:gd name="connsiteX65" fmla="*/ 11907234 w 12192000"/>
              <a:gd name="connsiteY65" fmla="*/ 1475186 h 4582452"/>
              <a:gd name="connsiteX66" fmla="*/ 12097301 w 12192000"/>
              <a:gd name="connsiteY66" fmla="*/ 1446454 h 4582452"/>
              <a:gd name="connsiteX67" fmla="*/ 12168592 w 12192000"/>
              <a:gd name="connsiteY67" fmla="*/ 1434583 h 4582452"/>
              <a:gd name="connsiteX68" fmla="*/ 12192000 w 12192000"/>
              <a:gd name="connsiteY68" fmla="*/ 1428254 h 4582452"/>
              <a:gd name="connsiteX69" fmla="*/ 12192000 w 12192000"/>
              <a:gd name="connsiteY69" fmla="*/ 4582452 h 4582452"/>
              <a:gd name="connsiteX70" fmla="*/ 0 w 12192000"/>
              <a:gd name="connsiteY70" fmla="*/ 4582452 h 4582452"/>
              <a:gd name="connsiteX71" fmla="*/ 0 w 12192000"/>
              <a:gd name="connsiteY71" fmla="*/ 502249 h 4582452"/>
              <a:gd name="connsiteX72" fmla="*/ 26658 w 12192000"/>
              <a:gd name="connsiteY72" fmla="*/ 498850 h 4582452"/>
              <a:gd name="connsiteX73" fmla="*/ 117228 w 12192000"/>
              <a:gd name="connsiteY73" fmla="*/ 490270 h 4582452"/>
              <a:gd name="connsiteX74" fmla="*/ 197716 w 12192000"/>
              <a:gd name="connsiteY74" fmla="*/ 414976 h 4582452"/>
              <a:gd name="connsiteX75" fmla="*/ 287300 w 12192000"/>
              <a:gd name="connsiteY75" fmla="*/ 332486 h 4582452"/>
              <a:gd name="connsiteX76" fmla="*/ 442569 w 12192000"/>
              <a:gd name="connsiteY76" fmla="*/ 268508 h 4582452"/>
              <a:gd name="connsiteX77" fmla="*/ 632547 w 12192000"/>
              <a:gd name="connsiteY77" fmla="*/ 181204 h 4582452"/>
              <a:gd name="connsiteX78" fmla="*/ 735335 w 12192000"/>
              <a:gd name="connsiteY78" fmla="*/ 132652 h 4582452"/>
              <a:gd name="connsiteX79" fmla="*/ 867806 w 12192000"/>
              <a:gd name="connsiteY79" fmla="*/ 164026 h 4582452"/>
              <a:gd name="connsiteX80" fmla="*/ 928403 w 12192000"/>
              <a:gd name="connsiteY80" fmla="*/ 189376 h 4582452"/>
              <a:gd name="connsiteX81" fmla="*/ 959021 w 12192000"/>
              <a:gd name="connsiteY81" fmla="*/ 153917 h 4582452"/>
              <a:gd name="connsiteX82" fmla="*/ 1111027 w 12192000"/>
              <a:gd name="connsiteY82" fmla="*/ 138584 h 4582452"/>
              <a:gd name="connsiteX83" fmla="*/ 1227103 w 12192000"/>
              <a:gd name="connsiteY83" fmla="*/ 167875 h 4582452"/>
              <a:gd name="connsiteX84" fmla="*/ 1297710 w 12192000"/>
              <a:gd name="connsiteY84" fmla="*/ 170873 h 4582452"/>
              <a:gd name="connsiteX85" fmla="*/ 1413052 w 12192000"/>
              <a:gd name="connsiteY85" fmla="*/ 149589 h 4582452"/>
              <a:gd name="connsiteX86" fmla="*/ 1506277 w 12192000"/>
              <a:gd name="connsiteY86" fmla="*/ 170874 h 4582452"/>
              <a:gd name="connsiteX87" fmla="*/ 1624499 w 12192000"/>
              <a:gd name="connsiteY87" fmla="*/ 183437 h 4582452"/>
              <a:gd name="connsiteX88" fmla="*/ 1653990 w 12192000"/>
              <a:gd name="connsiteY88" fmla="*/ 186254 h 4582452"/>
              <a:gd name="connsiteX89" fmla="*/ 1675154 w 12192000"/>
              <a:gd name="connsiteY89" fmla="*/ 179082 h 4582452"/>
              <a:gd name="connsiteX90" fmla="*/ 1801740 w 12192000"/>
              <a:gd name="connsiteY90" fmla="*/ 160320 h 4582452"/>
              <a:gd name="connsiteX91" fmla="*/ 1892809 w 12192000"/>
              <a:gd name="connsiteY91" fmla="*/ 117150 h 4582452"/>
              <a:gd name="connsiteX92" fmla="*/ 2046786 w 12192000"/>
              <a:gd name="connsiteY92" fmla="*/ 90709 h 4582452"/>
              <a:gd name="connsiteX93" fmla="*/ 2200539 w 12192000"/>
              <a:gd name="connsiteY93" fmla="*/ 69177 h 4582452"/>
              <a:gd name="connsiteX94" fmla="*/ 2256839 w 12192000"/>
              <a:gd name="connsiteY94" fmla="*/ 63635 h 4582452"/>
              <a:gd name="connsiteX95" fmla="*/ 2354406 w 12192000"/>
              <a:gd name="connsiteY95" fmla="*/ 43819 h 4582452"/>
              <a:gd name="connsiteX96" fmla="*/ 2418731 w 12192000"/>
              <a:gd name="connsiteY96" fmla="*/ 32403 h 4582452"/>
              <a:gd name="connsiteX97" fmla="*/ 2432820 w 12192000"/>
              <a:gd name="connsiteY97" fmla="*/ 54328 h 4582452"/>
              <a:gd name="connsiteX98" fmla="*/ 2492988 w 12192000"/>
              <a:gd name="connsiteY98" fmla="*/ 50574 h 4582452"/>
              <a:gd name="connsiteX99" fmla="*/ 2546652 w 12192000"/>
              <a:gd name="connsiteY99" fmla="*/ 23348 h 4582452"/>
              <a:gd name="connsiteX100" fmla="*/ 2618568 w 12192000"/>
              <a:gd name="connsiteY100" fmla="*/ 10504 h 4582452"/>
              <a:gd name="connsiteX101" fmla="*/ 2661490 w 12192000"/>
              <a:gd name="connsiteY101" fmla="*/ 2573 h 4582452"/>
              <a:gd name="connsiteX102" fmla="*/ 2782524 w 12192000"/>
              <a:gd name="connsiteY102" fmla="*/ 394 h 45824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Lst>
            <a:rect l="l" t="t" r="r" b="b"/>
            <a:pathLst>
              <a:path w="12192000" h="4582452">
                <a:moveTo>
                  <a:pt x="2782524" y="394"/>
                </a:moveTo>
                <a:cubicBezTo>
                  <a:pt x="2849861" y="8132"/>
                  <a:pt x="2921827" y="7224"/>
                  <a:pt x="2999719" y="43075"/>
                </a:cubicBezTo>
                <a:cubicBezTo>
                  <a:pt x="3016159" y="54416"/>
                  <a:pt x="3043891" y="54196"/>
                  <a:pt x="3061656" y="42588"/>
                </a:cubicBezTo>
                <a:cubicBezTo>
                  <a:pt x="3064714" y="40590"/>
                  <a:pt x="3067354" y="38323"/>
                  <a:pt x="3069494" y="35859"/>
                </a:cubicBezTo>
                <a:cubicBezTo>
                  <a:pt x="3118202" y="62547"/>
                  <a:pt x="3134369" y="41482"/>
                  <a:pt x="3159577" y="61160"/>
                </a:cubicBezTo>
                <a:cubicBezTo>
                  <a:pt x="3220950" y="59479"/>
                  <a:pt x="3259526" y="28301"/>
                  <a:pt x="3282600" y="45367"/>
                </a:cubicBezTo>
                <a:cubicBezTo>
                  <a:pt x="3311832" y="38528"/>
                  <a:pt x="3343982" y="7511"/>
                  <a:pt x="3374052" y="24976"/>
                </a:cubicBezTo>
                <a:cubicBezTo>
                  <a:pt x="3373225" y="20402"/>
                  <a:pt x="3375240" y="18558"/>
                  <a:pt x="3378934" y="18137"/>
                </a:cubicBezTo>
                <a:lnTo>
                  <a:pt x="3385889" y="18918"/>
                </a:lnTo>
                <a:lnTo>
                  <a:pt x="3389211" y="25828"/>
                </a:lnTo>
                <a:cubicBezTo>
                  <a:pt x="3403626" y="49991"/>
                  <a:pt x="3412849" y="23568"/>
                  <a:pt x="3444184" y="26511"/>
                </a:cubicBezTo>
                <a:cubicBezTo>
                  <a:pt x="3459237" y="26479"/>
                  <a:pt x="3457360" y="20006"/>
                  <a:pt x="3454999" y="14134"/>
                </a:cubicBezTo>
                <a:cubicBezTo>
                  <a:pt x="3454488" y="12066"/>
                  <a:pt x="3453976" y="9998"/>
                  <a:pt x="3453466" y="7930"/>
                </a:cubicBezTo>
                <a:lnTo>
                  <a:pt x="3463009" y="7487"/>
                </a:lnTo>
                <a:lnTo>
                  <a:pt x="3467018" y="6782"/>
                </a:lnTo>
                <a:lnTo>
                  <a:pt x="3478045" y="10611"/>
                </a:lnTo>
                <a:cubicBezTo>
                  <a:pt x="3487858" y="10471"/>
                  <a:pt x="3497247" y="4941"/>
                  <a:pt x="3506989" y="5372"/>
                </a:cubicBezTo>
                <a:cubicBezTo>
                  <a:pt x="3511861" y="5586"/>
                  <a:pt x="3516822" y="7292"/>
                  <a:pt x="3521969" y="11906"/>
                </a:cubicBezTo>
                <a:cubicBezTo>
                  <a:pt x="3500944" y="30982"/>
                  <a:pt x="3580010" y="22724"/>
                  <a:pt x="3569519" y="41509"/>
                </a:cubicBezTo>
                <a:cubicBezTo>
                  <a:pt x="3611081" y="21792"/>
                  <a:pt x="3601156" y="57180"/>
                  <a:pt x="3638316" y="57654"/>
                </a:cubicBezTo>
                <a:cubicBezTo>
                  <a:pt x="3659961" y="51783"/>
                  <a:pt x="3671878" y="52983"/>
                  <a:pt x="3679320" y="67554"/>
                </a:cubicBezTo>
                <a:cubicBezTo>
                  <a:pt x="3780774" y="37937"/>
                  <a:pt x="3722369" y="76585"/>
                  <a:pt x="3799276" y="75386"/>
                </a:cubicBezTo>
                <a:cubicBezTo>
                  <a:pt x="3867935" y="70837"/>
                  <a:pt x="3939343" y="75109"/>
                  <a:pt x="4024540" y="43084"/>
                </a:cubicBezTo>
                <a:cubicBezTo>
                  <a:pt x="4043330" y="32570"/>
                  <a:pt x="4070875" y="34086"/>
                  <a:pt x="4086060" y="46467"/>
                </a:cubicBezTo>
                <a:cubicBezTo>
                  <a:pt x="4088674" y="48598"/>
                  <a:pt x="4090814" y="50977"/>
                  <a:pt x="4092413" y="53530"/>
                </a:cubicBezTo>
                <a:cubicBezTo>
                  <a:pt x="4146606" y="29255"/>
                  <a:pt x="4158169" y="50970"/>
                  <a:pt x="4187473" y="32571"/>
                </a:cubicBezTo>
                <a:cubicBezTo>
                  <a:pt x="4248175" y="37116"/>
                  <a:pt x="4279868" y="69943"/>
                  <a:pt x="4306487" y="54042"/>
                </a:cubicBezTo>
                <a:cubicBezTo>
                  <a:pt x="4334104" y="62215"/>
                  <a:pt x="4359433" y="94581"/>
                  <a:pt x="4393102" y="78610"/>
                </a:cubicBezTo>
                <a:cubicBezTo>
                  <a:pt x="4385877" y="96663"/>
                  <a:pt x="4433316" y="73341"/>
                  <a:pt x="4443041" y="88772"/>
                </a:cubicBezTo>
                <a:cubicBezTo>
                  <a:pt x="4448819" y="101575"/>
                  <a:pt x="4464559" y="97484"/>
                  <a:pt x="4477856" y="100175"/>
                </a:cubicBezTo>
                <a:cubicBezTo>
                  <a:pt x="4489623" y="112184"/>
                  <a:pt x="4553764" y="113460"/>
                  <a:pt x="4574677" y="107631"/>
                </a:cubicBezTo>
                <a:cubicBezTo>
                  <a:pt x="4631799" y="83193"/>
                  <a:pt x="4692609" y="129103"/>
                  <a:pt x="4738595" y="110972"/>
                </a:cubicBezTo>
                <a:cubicBezTo>
                  <a:pt x="4751486" y="109970"/>
                  <a:pt x="4762630" y="111152"/>
                  <a:pt x="4772623" y="113689"/>
                </a:cubicBezTo>
                <a:lnTo>
                  <a:pt x="4798437" y="123987"/>
                </a:lnTo>
                <a:lnTo>
                  <a:pt x="4801426" y="133319"/>
                </a:lnTo>
                <a:lnTo>
                  <a:pt x="4819592" y="136092"/>
                </a:lnTo>
                <a:lnTo>
                  <a:pt x="4823704" y="138493"/>
                </a:lnTo>
                <a:lnTo>
                  <a:pt x="4825195" y="139235"/>
                </a:lnTo>
                <a:lnTo>
                  <a:pt x="4855377" y="139933"/>
                </a:lnTo>
                <a:lnTo>
                  <a:pt x="4864981" y="136638"/>
                </a:lnTo>
                <a:lnTo>
                  <a:pt x="4869194" y="137485"/>
                </a:lnTo>
                <a:lnTo>
                  <a:pt x="4899129" y="128724"/>
                </a:lnTo>
                <a:cubicBezTo>
                  <a:pt x="4925366" y="119718"/>
                  <a:pt x="4952397" y="110410"/>
                  <a:pt x="4979727" y="116438"/>
                </a:cubicBezTo>
                <a:lnTo>
                  <a:pt x="5090538" y="128083"/>
                </a:lnTo>
                <a:cubicBezTo>
                  <a:pt x="5091044" y="127833"/>
                  <a:pt x="5198695" y="106616"/>
                  <a:pt x="5199199" y="106367"/>
                </a:cubicBezTo>
                <a:cubicBezTo>
                  <a:pt x="5208231" y="105810"/>
                  <a:pt x="5223768" y="127168"/>
                  <a:pt x="5239862" y="131030"/>
                </a:cubicBezTo>
                <a:lnTo>
                  <a:pt x="5405165" y="107263"/>
                </a:lnTo>
                <a:cubicBezTo>
                  <a:pt x="5535422" y="88884"/>
                  <a:pt x="5767648" y="35344"/>
                  <a:pt x="5973027" y="14505"/>
                </a:cubicBezTo>
                <a:cubicBezTo>
                  <a:pt x="6149187" y="10405"/>
                  <a:pt x="6095956" y="65577"/>
                  <a:pt x="6243587" y="20308"/>
                </a:cubicBezTo>
                <a:cubicBezTo>
                  <a:pt x="6251541" y="17483"/>
                  <a:pt x="6316307" y="24479"/>
                  <a:pt x="6333684" y="26092"/>
                </a:cubicBezTo>
                <a:cubicBezTo>
                  <a:pt x="6455330" y="37381"/>
                  <a:pt x="6480371" y="34647"/>
                  <a:pt x="6524594" y="62443"/>
                </a:cubicBezTo>
                <a:cubicBezTo>
                  <a:pt x="6703626" y="57298"/>
                  <a:pt x="6501799" y="46780"/>
                  <a:pt x="6701993" y="51745"/>
                </a:cubicBezTo>
                <a:cubicBezTo>
                  <a:pt x="6785735" y="112479"/>
                  <a:pt x="6849632" y="85702"/>
                  <a:pt x="6957361" y="97339"/>
                </a:cubicBezTo>
                <a:cubicBezTo>
                  <a:pt x="7077727" y="97171"/>
                  <a:pt x="7161639" y="169735"/>
                  <a:pt x="7268413" y="175925"/>
                </a:cubicBezTo>
                <a:cubicBezTo>
                  <a:pt x="7315714" y="184495"/>
                  <a:pt x="8335549" y="125386"/>
                  <a:pt x="8385054" y="133195"/>
                </a:cubicBezTo>
                <a:lnTo>
                  <a:pt x="8584350" y="172955"/>
                </a:lnTo>
                <a:lnTo>
                  <a:pt x="8684341" y="199587"/>
                </a:lnTo>
                <a:cubicBezTo>
                  <a:pt x="8755050" y="226462"/>
                  <a:pt x="8938313" y="312030"/>
                  <a:pt x="9008600" y="334202"/>
                </a:cubicBezTo>
                <a:cubicBezTo>
                  <a:pt x="9019984" y="330076"/>
                  <a:pt x="9096828" y="338089"/>
                  <a:pt x="9106061" y="332620"/>
                </a:cubicBezTo>
                <a:cubicBezTo>
                  <a:pt x="9263041" y="409410"/>
                  <a:pt x="9721812" y="681736"/>
                  <a:pt x="9950477" y="794954"/>
                </a:cubicBezTo>
                <a:cubicBezTo>
                  <a:pt x="10099279" y="799039"/>
                  <a:pt x="11075919" y="1215896"/>
                  <a:pt x="11109679" y="1202887"/>
                </a:cubicBezTo>
                <a:cubicBezTo>
                  <a:pt x="11253855" y="1312360"/>
                  <a:pt x="11263644" y="1301737"/>
                  <a:pt x="11327194" y="1329149"/>
                </a:cubicBezTo>
                <a:cubicBezTo>
                  <a:pt x="11390743" y="1356562"/>
                  <a:pt x="11429961" y="1342032"/>
                  <a:pt x="11490981" y="1367364"/>
                </a:cubicBezTo>
                <a:cubicBezTo>
                  <a:pt x="11552001" y="1392696"/>
                  <a:pt x="11585592" y="1433403"/>
                  <a:pt x="11656589" y="1459110"/>
                </a:cubicBezTo>
                <a:cubicBezTo>
                  <a:pt x="11672385" y="1460354"/>
                  <a:pt x="11746935" y="1483632"/>
                  <a:pt x="11762730" y="1484877"/>
                </a:cubicBezTo>
                <a:lnTo>
                  <a:pt x="11907234" y="1475186"/>
                </a:lnTo>
                <a:cubicBezTo>
                  <a:pt x="11928018" y="1493892"/>
                  <a:pt x="12059326" y="1426351"/>
                  <a:pt x="12097301" y="1446454"/>
                </a:cubicBezTo>
                <a:cubicBezTo>
                  <a:pt x="12130425" y="1440491"/>
                  <a:pt x="12152650" y="1437305"/>
                  <a:pt x="12168592" y="1434583"/>
                </a:cubicBezTo>
                <a:lnTo>
                  <a:pt x="12192000" y="1428254"/>
                </a:lnTo>
                <a:lnTo>
                  <a:pt x="12192000" y="4582452"/>
                </a:lnTo>
                <a:lnTo>
                  <a:pt x="0" y="4582452"/>
                </a:lnTo>
                <a:lnTo>
                  <a:pt x="0" y="502249"/>
                </a:lnTo>
                <a:lnTo>
                  <a:pt x="26658" y="498850"/>
                </a:lnTo>
                <a:cubicBezTo>
                  <a:pt x="53543" y="495845"/>
                  <a:pt x="83450" y="492951"/>
                  <a:pt x="117228" y="490270"/>
                </a:cubicBezTo>
                <a:cubicBezTo>
                  <a:pt x="156589" y="507996"/>
                  <a:pt x="88161" y="422256"/>
                  <a:pt x="197716" y="414976"/>
                </a:cubicBezTo>
                <a:lnTo>
                  <a:pt x="287300" y="332486"/>
                </a:lnTo>
                <a:lnTo>
                  <a:pt x="442569" y="268508"/>
                </a:lnTo>
                <a:cubicBezTo>
                  <a:pt x="497662" y="243295"/>
                  <a:pt x="582529" y="197726"/>
                  <a:pt x="632547" y="181204"/>
                </a:cubicBezTo>
                <a:cubicBezTo>
                  <a:pt x="634349" y="209388"/>
                  <a:pt x="721914" y="107222"/>
                  <a:pt x="735335" y="132652"/>
                </a:cubicBezTo>
                <a:cubicBezTo>
                  <a:pt x="732464" y="177245"/>
                  <a:pt x="825860" y="150882"/>
                  <a:pt x="867806" y="164026"/>
                </a:cubicBezTo>
                <a:cubicBezTo>
                  <a:pt x="899984" y="173480"/>
                  <a:pt x="913201" y="191061"/>
                  <a:pt x="928403" y="189376"/>
                </a:cubicBezTo>
                <a:cubicBezTo>
                  <a:pt x="961543" y="190533"/>
                  <a:pt x="955382" y="169666"/>
                  <a:pt x="959021" y="153917"/>
                </a:cubicBezTo>
                <a:cubicBezTo>
                  <a:pt x="992066" y="189943"/>
                  <a:pt x="1053368" y="148031"/>
                  <a:pt x="1111027" y="138584"/>
                </a:cubicBezTo>
                <a:cubicBezTo>
                  <a:pt x="1145385" y="136440"/>
                  <a:pt x="1195305" y="207229"/>
                  <a:pt x="1227103" y="167875"/>
                </a:cubicBezTo>
                <a:cubicBezTo>
                  <a:pt x="1248010" y="176242"/>
                  <a:pt x="1278870" y="138976"/>
                  <a:pt x="1297710" y="170873"/>
                </a:cubicBezTo>
                <a:cubicBezTo>
                  <a:pt x="1350352" y="155650"/>
                  <a:pt x="1367607" y="171168"/>
                  <a:pt x="1413052" y="149589"/>
                </a:cubicBezTo>
                <a:cubicBezTo>
                  <a:pt x="1469974" y="142574"/>
                  <a:pt x="1427686" y="191179"/>
                  <a:pt x="1506277" y="170874"/>
                </a:cubicBezTo>
                <a:cubicBezTo>
                  <a:pt x="1542904" y="181865"/>
                  <a:pt x="1583620" y="186190"/>
                  <a:pt x="1624499" y="183437"/>
                </a:cubicBezTo>
                <a:cubicBezTo>
                  <a:pt x="1626352" y="173292"/>
                  <a:pt x="1645842" y="184613"/>
                  <a:pt x="1653990" y="186254"/>
                </a:cubicBezTo>
                <a:cubicBezTo>
                  <a:pt x="1652338" y="180029"/>
                  <a:pt x="1667910" y="174758"/>
                  <a:pt x="1675154" y="179082"/>
                </a:cubicBezTo>
                <a:cubicBezTo>
                  <a:pt x="1803626" y="184200"/>
                  <a:pt x="1718674" y="135774"/>
                  <a:pt x="1801740" y="160320"/>
                </a:cubicBezTo>
                <a:cubicBezTo>
                  <a:pt x="1852880" y="160711"/>
                  <a:pt x="1832935" y="89126"/>
                  <a:pt x="1892809" y="117150"/>
                </a:cubicBezTo>
                <a:cubicBezTo>
                  <a:pt x="1953632" y="109654"/>
                  <a:pt x="1985421" y="78539"/>
                  <a:pt x="2046786" y="90709"/>
                </a:cubicBezTo>
                <a:cubicBezTo>
                  <a:pt x="2103701" y="83577"/>
                  <a:pt x="2149982" y="66720"/>
                  <a:pt x="2200539" y="69177"/>
                </a:cubicBezTo>
                <a:cubicBezTo>
                  <a:pt x="2217709" y="58197"/>
                  <a:pt x="2235223" y="52567"/>
                  <a:pt x="2256839" y="63635"/>
                </a:cubicBezTo>
                <a:cubicBezTo>
                  <a:pt x="2308895" y="53224"/>
                  <a:pt x="2316542" y="33049"/>
                  <a:pt x="2354406" y="43819"/>
                </a:cubicBezTo>
                <a:cubicBezTo>
                  <a:pt x="2382991" y="-1065"/>
                  <a:pt x="2382377" y="34075"/>
                  <a:pt x="2418731" y="32403"/>
                </a:cubicBezTo>
                <a:cubicBezTo>
                  <a:pt x="2448671" y="33878"/>
                  <a:pt x="2405700" y="57811"/>
                  <a:pt x="2432820" y="54328"/>
                </a:cubicBezTo>
                <a:cubicBezTo>
                  <a:pt x="2457053" y="39206"/>
                  <a:pt x="2468545" y="67978"/>
                  <a:pt x="2492988" y="50574"/>
                </a:cubicBezTo>
                <a:cubicBezTo>
                  <a:pt x="2476164" y="30611"/>
                  <a:pt x="2553060" y="42528"/>
                  <a:pt x="2546652" y="23348"/>
                </a:cubicBezTo>
                <a:cubicBezTo>
                  <a:pt x="2583774" y="44911"/>
                  <a:pt x="2581494" y="9235"/>
                  <a:pt x="2618568" y="10504"/>
                </a:cubicBezTo>
                <a:cubicBezTo>
                  <a:pt x="2638844" y="17357"/>
                  <a:pt x="2650959" y="16720"/>
                  <a:pt x="2661490" y="2573"/>
                </a:cubicBezTo>
                <a:cubicBezTo>
                  <a:pt x="2756076" y="36787"/>
                  <a:pt x="2706264" y="-4399"/>
                  <a:pt x="2782524" y="394"/>
                </a:cubicBezTo>
                <a:close/>
              </a:path>
            </a:pathLst>
          </a:custGeom>
          <a:solidFill>
            <a:srgbClr val="82766A">
              <a:alpha val="15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372CF93E-0A02-F7B8-CB8C-855E044947FD}"/>
              </a:ext>
            </a:extLst>
          </p:cNvPr>
          <p:cNvSpPr>
            <a:spLocks noGrp="1"/>
          </p:cNvSpPr>
          <p:nvPr>
            <p:ph type="title"/>
          </p:nvPr>
        </p:nvSpPr>
        <p:spPr>
          <a:xfrm>
            <a:off x="1050878" y="603622"/>
            <a:ext cx="5602759" cy="1696026"/>
          </a:xfrm>
        </p:spPr>
        <p:txBody>
          <a:bodyPr vert="horz" lIns="91440" tIns="45720" rIns="91440" bIns="45720" rtlCol="0" anchor="ctr">
            <a:normAutofit/>
          </a:bodyPr>
          <a:lstStyle/>
          <a:p>
            <a:r>
              <a:rPr lang="en-US"/>
              <a:t>objective</a:t>
            </a:r>
            <a:endParaRPr lang="en-US" dirty="0"/>
          </a:p>
        </p:txBody>
      </p:sp>
      <p:sp>
        <p:nvSpPr>
          <p:cNvPr id="75" name="Content Placeholder 3">
            <a:extLst>
              <a:ext uri="{FF2B5EF4-FFF2-40B4-BE49-F238E27FC236}">
                <a16:creationId xmlns:a16="http://schemas.microsoft.com/office/drawing/2014/main" id="{09638782-E865-689C-F674-D09ABE8663BE}"/>
              </a:ext>
            </a:extLst>
          </p:cNvPr>
          <p:cNvSpPr>
            <a:spLocks noGrp="1"/>
          </p:cNvSpPr>
          <p:nvPr>
            <p:ph sz="half" idx="2"/>
          </p:nvPr>
        </p:nvSpPr>
        <p:spPr>
          <a:xfrm>
            <a:off x="1050879" y="2726493"/>
            <a:ext cx="5602757" cy="3527884"/>
          </a:xfrm>
        </p:spPr>
        <p:txBody>
          <a:bodyPr vert="horz" lIns="91440" tIns="45720" rIns="91440" bIns="45720" rtlCol="0">
            <a:normAutofit/>
          </a:bodyPr>
          <a:lstStyle/>
          <a:p>
            <a:pPr>
              <a:lnSpc>
                <a:spcPct val="90000"/>
              </a:lnSpc>
            </a:pPr>
            <a:r>
              <a:rPr lang="en-US" sz="1100"/>
              <a:t>Purpose</a:t>
            </a:r>
          </a:p>
          <a:p>
            <a:pPr>
              <a:lnSpc>
                <a:spcPct val="90000"/>
              </a:lnSpc>
            </a:pPr>
            <a:r>
              <a:rPr lang="en-US" sz="1100"/>
              <a:t>This implementation highlights three essential concepts of cybersecurity:</a:t>
            </a:r>
          </a:p>
          <a:p>
            <a:pPr>
              <a:lnSpc>
                <a:spcPct val="90000"/>
              </a:lnSpc>
            </a:pPr>
            <a:r>
              <a:rPr lang="en-US" sz="1100"/>
              <a:t>🔑Authentication</a:t>
            </a:r>
          </a:p>
          <a:p>
            <a:pPr>
              <a:lnSpc>
                <a:spcPct val="90000"/>
              </a:lnSpc>
            </a:pPr>
            <a:r>
              <a:rPr lang="en-US" sz="1100"/>
              <a:t>Users are able to create accounts and authenticate their identity safely. No passwords are stored in plain text — all passwords are first hashed using Bcrypt through the Werkzeug package and then stored in the database.</a:t>
            </a:r>
          </a:p>
          <a:p>
            <a:pPr>
              <a:lnSpc>
                <a:spcPct val="90000"/>
              </a:lnSpc>
            </a:pPr>
            <a:r>
              <a:rPr lang="en-US" sz="1100"/>
              <a:t>🛡️Role-Based Access Control (RBAC)</a:t>
            </a:r>
          </a:p>
          <a:p>
            <a:pPr>
              <a:lnSpc>
                <a:spcPct val="90000"/>
              </a:lnSpc>
            </a:pPr>
            <a:r>
              <a:rPr lang="en-US" sz="1100"/>
              <a:t>The program features two roles: Admin and User. Users have limited permissions and can only view their personal dashboard, whereas admins can access an administrative control panel which allows them to promote, demote, or remove other users.</a:t>
            </a:r>
          </a:p>
          <a:p>
            <a:pPr>
              <a:lnSpc>
                <a:spcPct val="90000"/>
              </a:lnSpc>
            </a:pPr>
            <a:r>
              <a:rPr lang="en-US" sz="1100"/>
              <a:t>🔒Encryption</a:t>
            </a:r>
          </a:p>
          <a:p>
            <a:pPr>
              <a:lnSpc>
                <a:spcPct val="90000"/>
              </a:lnSpc>
            </a:pPr>
            <a:r>
              <a:rPr lang="en-US" sz="1100"/>
              <a:t>Notes are encrypted with Fernet (AES-128) from the cryptography package and saved in MongoDB. Data is decrypted at the time of displaying only for the intended recipient, ensuring that any breach of the database will not allow attackers to read the sensitive data (notes).</a:t>
            </a:r>
          </a:p>
        </p:txBody>
      </p:sp>
      <p:sp>
        <p:nvSpPr>
          <p:cNvPr id="76" name="Freeform: Shape 75">
            <a:extLst>
              <a:ext uri="{FF2B5EF4-FFF2-40B4-BE49-F238E27FC236}">
                <a16:creationId xmlns:a16="http://schemas.microsoft.com/office/drawing/2014/main" id="{5ABDA325-4B50-4FFB-81B9-95576831FB0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071809" y="583892"/>
            <a:ext cx="4146651" cy="5702607"/>
          </a:xfrm>
          <a:custGeom>
            <a:avLst/>
            <a:gdLst>
              <a:gd name="connsiteX0" fmla="*/ 0 w 2400300"/>
              <a:gd name="connsiteY0" fmla="*/ 0 h 2400300"/>
              <a:gd name="connsiteX1" fmla="*/ 2400300 w 2400300"/>
              <a:gd name="connsiteY1" fmla="*/ 0 h 2400300"/>
              <a:gd name="connsiteX2" fmla="*/ 2400300 w 2400300"/>
              <a:gd name="connsiteY2" fmla="*/ 2400300 h 2400300"/>
              <a:gd name="connsiteX3" fmla="*/ 0 w 2400300"/>
              <a:gd name="connsiteY3" fmla="*/ 2400300 h 2400300"/>
            </a:gdLst>
            <a:ahLst/>
            <a:cxnLst>
              <a:cxn ang="0">
                <a:pos x="connsiteX0" y="connsiteY0"/>
              </a:cxn>
              <a:cxn ang="0">
                <a:pos x="connsiteX1" y="connsiteY1"/>
              </a:cxn>
              <a:cxn ang="0">
                <a:pos x="connsiteX2" y="connsiteY2"/>
              </a:cxn>
              <a:cxn ang="0">
                <a:pos x="connsiteX3" y="connsiteY3"/>
              </a:cxn>
            </a:cxnLst>
            <a:rect l="l" t="t" r="r" b="b"/>
            <a:pathLst>
              <a:path w="2400300" h="2400300">
                <a:moveTo>
                  <a:pt x="0" y="0"/>
                </a:moveTo>
                <a:lnTo>
                  <a:pt x="2400300" y="0"/>
                </a:lnTo>
                <a:lnTo>
                  <a:pt x="2400300" y="2400300"/>
                </a:lnTo>
                <a:lnTo>
                  <a:pt x="0" y="2400300"/>
                </a:lnTo>
                <a:close/>
              </a:path>
            </a:pathLst>
          </a:custGeom>
          <a:solidFill>
            <a:srgbClr val="FFFFFF"/>
          </a:solidFill>
          <a:ln>
            <a:noFill/>
          </a:ln>
          <a:effectLst>
            <a:outerShdw blurRad="50800" dist="12700" dir="3000000" algn="tl" rotWithShape="0">
              <a:prstClr val="black">
                <a:alpha val="27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77" name="Rectangle 6">
            <a:extLst>
              <a:ext uri="{FF2B5EF4-FFF2-40B4-BE49-F238E27FC236}">
                <a16:creationId xmlns:a16="http://schemas.microsoft.com/office/drawing/2014/main" id="{F2A49241-8E10-49A1-B30C-2A0230F6ABE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591941" y="255400"/>
            <a:ext cx="1367625" cy="428984"/>
          </a:xfrm>
          <a:custGeom>
            <a:avLst/>
            <a:gdLst>
              <a:gd name="connsiteX0" fmla="*/ 0 w 2142503"/>
              <a:gd name="connsiteY0" fmla="*/ 0 h 571500"/>
              <a:gd name="connsiteX1" fmla="*/ 2142503 w 2142503"/>
              <a:gd name="connsiteY1" fmla="*/ 0 h 571500"/>
              <a:gd name="connsiteX2" fmla="*/ 2142503 w 2142503"/>
              <a:gd name="connsiteY2" fmla="*/ 571500 h 571500"/>
              <a:gd name="connsiteX3" fmla="*/ 0 w 2142503"/>
              <a:gd name="connsiteY3" fmla="*/ 571500 h 571500"/>
              <a:gd name="connsiteX4" fmla="*/ 0 w 2142503"/>
              <a:gd name="connsiteY4" fmla="*/ 0 h 571500"/>
              <a:gd name="connsiteX0" fmla="*/ 0 w 2142503"/>
              <a:gd name="connsiteY0" fmla="*/ 0 h 582145"/>
              <a:gd name="connsiteX1" fmla="*/ 2142503 w 2142503"/>
              <a:gd name="connsiteY1" fmla="*/ 0 h 582145"/>
              <a:gd name="connsiteX2" fmla="*/ 2142503 w 2142503"/>
              <a:gd name="connsiteY2" fmla="*/ 571500 h 582145"/>
              <a:gd name="connsiteX3" fmla="*/ 2050917 w 2142503"/>
              <a:gd name="connsiteY3" fmla="*/ 582088 h 582145"/>
              <a:gd name="connsiteX4" fmla="*/ 0 w 2142503"/>
              <a:gd name="connsiteY4" fmla="*/ 571500 h 582145"/>
              <a:gd name="connsiteX5" fmla="*/ 0 w 2142503"/>
              <a:gd name="connsiteY5" fmla="*/ 0 h 582145"/>
              <a:gd name="connsiteX0" fmla="*/ 0 w 2159832"/>
              <a:gd name="connsiteY0" fmla="*/ 0 h 582145"/>
              <a:gd name="connsiteX1" fmla="*/ 2142503 w 2159832"/>
              <a:gd name="connsiteY1" fmla="*/ 0 h 582145"/>
              <a:gd name="connsiteX2" fmla="*/ 2159829 w 2159832"/>
              <a:gd name="connsiteY2" fmla="*/ 96526 h 582145"/>
              <a:gd name="connsiteX3" fmla="*/ 2142503 w 2159832"/>
              <a:gd name="connsiteY3" fmla="*/ 571500 h 582145"/>
              <a:gd name="connsiteX4" fmla="*/ 2050917 w 2159832"/>
              <a:gd name="connsiteY4" fmla="*/ 582088 h 582145"/>
              <a:gd name="connsiteX5" fmla="*/ 0 w 2159832"/>
              <a:gd name="connsiteY5" fmla="*/ 571500 h 582145"/>
              <a:gd name="connsiteX6" fmla="*/ 0 w 2159832"/>
              <a:gd name="connsiteY6" fmla="*/ 0 h 582145"/>
              <a:gd name="connsiteX0" fmla="*/ 0 w 2159832"/>
              <a:gd name="connsiteY0" fmla="*/ 12386 h 594531"/>
              <a:gd name="connsiteX1" fmla="*/ 67826 w 2159832"/>
              <a:gd name="connsiteY1" fmla="*/ 0 h 594531"/>
              <a:gd name="connsiteX2" fmla="*/ 2142503 w 2159832"/>
              <a:gd name="connsiteY2" fmla="*/ 12386 h 594531"/>
              <a:gd name="connsiteX3" fmla="*/ 2159829 w 2159832"/>
              <a:gd name="connsiteY3" fmla="*/ 108912 h 594531"/>
              <a:gd name="connsiteX4" fmla="*/ 2142503 w 2159832"/>
              <a:gd name="connsiteY4" fmla="*/ 583886 h 594531"/>
              <a:gd name="connsiteX5" fmla="*/ 2050917 w 2159832"/>
              <a:gd name="connsiteY5" fmla="*/ 594474 h 594531"/>
              <a:gd name="connsiteX6" fmla="*/ 0 w 2159832"/>
              <a:gd name="connsiteY6" fmla="*/ 583886 h 594531"/>
              <a:gd name="connsiteX7" fmla="*/ 0 w 2159832"/>
              <a:gd name="connsiteY7" fmla="*/ 12386 h 594531"/>
              <a:gd name="connsiteX0" fmla="*/ 0 w 2168908"/>
              <a:gd name="connsiteY0" fmla="*/ 26000 h 594531"/>
              <a:gd name="connsiteX1" fmla="*/ 76902 w 2168908"/>
              <a:gd name="connsiteY1" fmla="*/ 0 h 594531"/>
              <a:gd name="connsiteX2" fmla="*/ 2151579 w 2168908"/>
              <a:gd name="connsiteY2" fmla="*/ 12386 h 594531"/>
              <a:gd name="connsiteX3" fmla="*/ 2168905 w 2168908"/>
              <a:gd name="connsiteY3" fmla="*/ 108912 h 594531"/>
              <a:gd name="connsiteX4" fmla="*/ 2151579 w 2168908"/>
              <a:gd name="connsiteY4" fmla="*/ 583886 h 594531"/>
              <a:gd name="connsiteX5" fmla="*/ 2059993 w 2168908"/>
              <a:gd name="connsiteY5" fmla="*/ 594474 h 594531"/>
              <a:gd name="connsiteX6" fmla="*/ 9076 w 2168908"/>
              <a:gd name="connsiteY6" fmla="*/ 583886 h 594531"/>
              <a:gd name="connsiteX7" fmla="*/ 0 w 2168908"/>
              <a:gd name="connsiteY7" fmla="*/ 26000 h 594531"/>
              <a:gd name="connsiteX0" fmla="*/ 5393 w 2174301"/>
              <a:gd name="connsiteY0" fmla="*/ 26000 h 594531"/>
              <a:gd name="connsiteX1" fmla="*/ 82295 w 2174301"/>
              <a:gd name="connsiteY1" fmla="*/ 0 h 594531"/>
              <a:gd name="connsiteX2" fmla="*/ 2156972 w 2174301"/>
              <a:gd name="connsiteY2" fmla="*/ 12386 h 594531"/>
              <a:gd name="connsiteX3" fmla="*/ 2174298 w 2174301"/>
              <a:gd name="connsiteY3" fmla="*/ 108912 h 594531"/>
              <a:gd name="connsiteX4" fmla="*/ 2156972 w 2174301"/>
              <a:gd name="connsiteY4" fmla="*/ 583886 h 594531"/>
              <a:gd name="connsiteX5" fmla="*/ 2065386 w 2174301"/>
              <a:gd name="connsiteY5" fmla="*/ 594474 h 594531"/>
              <a:gd name="connsiteX6" fmla="*/ 14469 w 2174301"/>
              <a:gd name="connsiteY6" fmla="*/ 583886 h 594531"/>
              <a:gd name="connsiteX7" fmla="*/ 5393 w 2174301"/>
              <a:gd name="connsiteY7" fmla="*/ 26000 h 594531"/>
              <a:gd name="connsiteX0" fmla="*/ 5393 w 2174301"/>
              <a:gd name="connsiteY0" fmla="*/ 26000 h 594531"/>
              <a:gd name="connsiteX1" fmla="*/ 82295 w 2174301"/>
              <a:gd name="connsiteY1" fmla="*/ 0 h 594531"/>
              <a:gd name="connsiteX2" fmla="*/ 2156972 w 2174301"/>
              <a:gd name="connsiteY2" fmla="*/ 12386 h 594531"/>
              <a:gd name="connsiteX3" fmla="*/ 2174298 w 2174301"/>
              <a:gd name="connsiteY3" fmla="*/ 108912 h 594531"/>
              <a:gd name="connsiteX4" fmla="*/ 2156972 w 2174301"/>
              <a:gd name="connsiteY4" fmla="*/ 583886 h 594531"/>
              <a:gd name="connsiteX5" fmla="*/ 2065386 w 2174301"/>
              <a:gd name="connsiteY5" fmla="*/ 594474 h 594531"/>
              <a:gd name="connsiteX6" fmla="*/ 14469 w 2174301"/>
              <a:gd name="connsiteY6" fmla="*/ 583886 h 594531"/>
              <a:gd name="connsiteX7" fmla="*/ 5393 w 2174301"/>
              <a:gd name="connsiteY7" fmla="*/ 26000 h 594531"/>
              <a:gd name="connsiteX0" fmla="*/ 5393 w 2174301"/>
              <a:gd name="connsiteY0" fmla="*/ 26000 h 594531"/>
              <a:gd name="connsiteX1" fmla="*/ 82295 w 2174301"/>
              <a:gd name="connsiteY1" fmla="*/ 0 h 594531"/>
              <a:gd name="connsiteX2" fmla="*/ 2156972 w 2174301"/>
              <a:gd name="connsiteY2" fmla="*/ 12386 h 594531"/>
              <a:gd name="connsiteX3" fmla="*/ 2174298 w 2174301"/>
              <a:gd name="connsiteY3" fmla="*/ 108912 h 594531"/>
              <a:gd name="connsiteX4" fmla="*/ 2156972 w 2174301"/>
              <a:gd name="connsiteY4" fmla="*/ 583886 h 594531"/>
              <a:gd name="connsiteX5" fmla="*/ 2065386 w 2174301"/>
              <a:gd name="connsiteY5" fmla="*/ 594474 h 594531"/>
              <a:gd name="connsiteX6" fmla="*/ 14469 w 2174301"/>
              <a:gd name="connsiteY6" fmla="*/ 583886 h 594531"/>
              <a:gd name="connsiteX7" fmla="*/ 5393 w 2174301"/>
              <a:gd name="connsiteY7" fmla="*/ 26000 h 594531"/>
              <a:gd name="connsiteX0" fmla="*/ 5393 w 2174301"/>
              <a:gd name="connsiteY0" fmla="*/ 26000 h 594531"/>
              <a:gd name="connsiteX1" fmla="*/ 82295 w 2174301"/>
              <a:gd name="connsiteY1" fmla="*/ 0 h 594531"/>
              <a:gd name="connsiteX2" fmla="*/ 2156972 w 2174301"/>
              <a:gd name="connsiteY2" fmla="*/ 12386 h 594531"/>
              <a:gd name="connsiteX3" fmla="*/ 2174298 w 2174301"/>
              <a:gd name="connsiteY3" fmla="*/ 108912 h 594531"/>
              <a:gd name="connsiteX4" fmla="*/ 2156972 w 2174301"/>
              <a:gd name="connsiteY4" fmla="*/ 583886 h 594531"/>
              <a:gd name="connsiteX5" fmla="*/ 2065386 w 2174301"/>
              <a:gd name="connsiteY5" fmla="*/ 594474 h 594531"/>
              <a:gd name="connsiteX6" fmla="*/ 14469 w 2174301"/>
              <a:gd name="connsiteY6" fmla="*/ 583886 h 594531"/>
              <a:gd name="connsiteX7" fmla="*/ 5393 w 2174301"/>
              <a:gd name="connsiteY7" fmla="*/ 26000 h 594531"/>
              <a:gd name="connsiteX0" fmla="*/ 147197 w 2316105"/>
              <a:gd name="connsiteY0" fmla="*/ 26000 h 594531"/>
              <a:gd name="connsiteX1" fmla="*/ 224099 w 2316105"/>
              <a:gd name="connsiteY1" fmla="*/ 0 h 594531"/>
              <a:gd name="connsiteX2" fmla="*/ 2298776 w 2316105"/>
              <a:gd name="connsiteY2" fmla="*/ 12386 h 594531"/>
              <a:gd name="connsiteX3" fmla="*/ 2316102 w 2316105"/>
              <a:gd name="connsiteY3" fmla="*/ 108912 h 594531"/>
              <a:gd name="connsiteX4" fmla="*/ 2298776 w 2316105"/>
              <a:gd name="connsiteY4" fmla="*/ 583886 h 594531"/>
              <a:gd name="connsiteX5" fmla="*/ 2207190 w 2316105"/>
              <a:gd name="connsiteY5" fmla="*/ 594474 h 594531"/>
              <a:gd name="connsiteX6" fmla="*/ 156273 w 2316105"/>
              <a:gd name="connsiteY6" fmla="*/ 583886 h 594531"/>
              <a:gd name="connsiteX7" fmla="*/ 142416 w 2316105"/>
              <a:gd name="connsiteY7" fmla="*/ 235975 h 594531"/>
              <a:gd name="connsiteX8" fmla="*/ 147197 w 2316105"/>
              <a:gd name="connsiteY8" fmla="*/ 26000 h 594531"/>
              <a:gd name="connsiteX0" fmla="*/ 154684 w 2323592"/>
              <a:gd name="connsiteY0" fmla="*/ 26000 h 594531"/>
              <a:gd name="connsiteX1" fmla="*/ 231586 w 2323592"/>
              <a:gd name="connsiteY1" fmla="*/ 0 h 594531"/>
              <a:gd name="connsiteX2" fmla="*/ 2306263 w 2323592"/>
              <a:gd name="connsiteY2" fmla="*/ 12386 h 594531"/>
              <a:gd name="connsiteX3" fmla="*/ 2323589 w 2323592"/>
              <a:gd name="connsiteY3" fmla="*/ 108912 h 594531"/>
              <a:gd name="connsiteX4" fmla="*/ 2306263 w 2323592"/>
              <a:gd name="connsiteY4" fmla="*/ 583886 h 594531"/>
              <a:gd name="connsiteX5" fmla="*/ 2214677 w 2323592"/>
              <a:gd name="connsiteY5" fmla="*/ 594474 h 594531"/>
              <a:gd name="connsiteX6" fmla="*/ 163760 w 2323592"/>
              <a:gd name="connsiteY6" fmla="*/ 583886 h 594531"/>
              <a:gd name="connsiteX7" fmla="*/ 158979 w 2323592"/>
              <a:gd name="connsiteY7" fmla="*/ 403879 h 594531"/>
              <a:gd name="connsiteX8" fmla="*/ 149903 w 2323592"/>
              <a:gd name="connsiteY8" fmla="*/ 235975 h 594531"/>
              <a:gd name="connsiteX9" fmla="*/ 154684 w 2323592"/>
              <a:gd name="connsiteY9" fmla="*/ 26000 h 594531"/>
              <a:gd name="connsiteX0" fmla="*/ 13665 w 2182573"/>
              <a:gd name="connsiteY0" fmla="*/ 26000 h 594531"/>
              <a:gd name="connsiteX1" fmla="*/ 90567 w 2182573"/>
              <a:gd name="connsiteY1" fmla="*/ 0 h 594531"/>
              <a:gd name="connsiteX2" fmla="*/ 2165244 w 2182573"/>
              <a:gd name="connsiteY2" fmla="*/ 12386 h 594531"/>
              <a:gd name="connsiteX3" fmla="*/ 2182570 w 2182573"/>
              <a:gd name="connsiteY3" fmla="*/ 108912 h 594531"/>
              <a:gd name="connsiteX4" fmla="*/ 2165244 w 2182573"/>
              <a:gd name="connsiteY4" fmla="*/ 583886 h 594531"/>
              <a:gd name="connsiteX5" fmla="*/ 2073658 w 2182573"/>
              <a:gd name="connsiteY5" fmla="*/ 594474 h 594531"/>
              <a:gd name="connsiteX6" fmla="*/ 22741 w 2182573"/>
              <a:gd name="connsiteY6" fmla="*/ 583886 h 594531"/>
              <a:gd name="connsiteX7" fmla="*/ 17960 w 2182573"/>
              <a:gd name="connsiteY7" fmla="*/ 403879 h 594531"/>
              <a:gd name="connsiteX8" fmla="*/ 8884 w 2182573"/>
              <a:gd name="connsiteY8" fmla="*/ 235975 h 594531"/>
              <a:gd name="connsiteX9" fmla="*/ 13665 w 2182573"/>
              <a:gd name="connsiteY9" fmla="*/ 26000 h 594531"/>
              <a:gd name="connsiteX0" fmla="*/ 13665 w 2202120"/>
              <a:gd name="connsiteY0" fmla="*/ 26000 h 594531"/>
              <a:gd name="connsiteX1" fmla="*/ 90567 w 2202120"/>
              <a:gd name="connsiteY1" fmla="*/ 0 h 594531"/>
              <a:gd name="connsiteX2" fmla="*/ 2165244 w 2202120"/>
              <a:gd name="connsiteY2" fmla="*/ 12386 h 594531"/>
              <a:gd name="connsiteX3" fmla="*/ 2182570 w 2202120"/>
              <a:gd name="connsiteY3" fmla="*/ 108912 h 594531"/>
              <a:gd name="connsiteX4" fmla="*/ 2192471 w 2202120"/>
              <a:gd name="connsiteY4" fmla="*/ 583886 h 594531"/>
              <a:gd name="connsiteX5" fmla="*/ 2073658 w 2202120"/>
              <a:gd name="connsiteY5" fmla="*/ 594474 h 594531"/>
              <a:gd name="connsiteX6" fmla="*/ 22741 w 2202120"/>
              <a:gd name="connsiteY6" fmla="*/ 583886 h 594531"/>
              <a:gd name="connsiteX7" fmla="*/ 17960 w 2202120"/>
              <a:gd name="connsiteY7" fmla="*/ 403879 h 594531"/>
              <a:gd name="connsiteX8" fmla="*/ 8884 w 2202120"/>
              <a:gd name="connsiteY8" fmla="*/ 235975 h 594531"/>
              <a:gd name="connsiteX9" fmla="*/ 13665 w 2202120"/>
              <a:gd name="connsiteY9" fmla="*/ 26000 h 594531"/>
              <a:gd name="connsiteX0" fmla="*/ 13665 w 2202036"/>
              <a:gd name="connsiteY0" fmla="*/ 26000 h 594531"/>
              <a:gd name="connsiteX1" fmla="*/ 90567 w 2202036"/>
              <a:gd name="connsiteY1" fmla="*/ 0 h 594531"/>
              <a:gd name="connsiteX2" fmla="*/ 2165244 w 2202036"/>
              <a:gd name="connsiteY2" fmla="*/ 12386 h 594531"/>
              <a:gd name="connsiteX3" fmla="*/ 2182570 w 2202036"/>
              <a:gd name="connsiteY3" fmla="*/ 108912 h 594531"/>
              <a:gd name="connsiteX4" fmla="*/ 2191645 w 2202036"/>
              <a:gd name="connsiteY4" fmla="*/ 422031 h 594531"/>
              <a:gd name="connsiteX5" fmla="*/ 2192471 w 2202036"/>
              <a:gd name="connsiteY5" fmla="*/ 583886 h 594531"/>
              <a:gd name="connsiteX6" fmla="*/ 2073658 w 2202036"/>
              <a:gd name="connsiteY6" fmla="*/ 594474 h 594531"/>
              <a:gd name="connsiteX7" fmla="*/ 22741 w 2202036"/>
              <a:gd name="connsiteY7" fmla="*/ 583886 h 594531"/>
              <a:gd name="connsiteX8" fmla="*/ 17960 w 2202036"/>
              <a:gd name="connsiteY8" fmla="*/ 403879 h 594531"/>
              <a:gd name="connsiteX9" fmla="*/ 8884 w 2202036"/>
              <a:gd name="connsiteY9" fmla="*/ 235975 h 594531"/>
              <a:gd name="connsiteX10" fmla="*/ 13665 w 2202036"/>
              <a:gd name="connsiteY10" fmla="*/ 26000 h 594531"/>
              <a:gd name="connsiteX0" fmla="*/ 142254 w 2330625"/>
              <a:gd name="connsiteY0" fmla="*/ 26000 h 594531"/>
              <a:gd name="connsiteX1" fmla="*/ 219156 w 2330625"/>
              <a:gd name="connsiteY1" fmla="*/ 0 h 594531"/>
              <a:gd name="connsiteX2" fmla="*/ 2293833 w 2330625"/>
              <a:gd name="connsiteY2" fmla="*/ 12386 h 594531"/>
              <a:gd name="connsiteX3" fmla="*/ 2311159 w 2330625"/>
              <a:gd name="connsiteY3" fmla="*/ 108912 h 594531"/>
              <a:gd name="connsiteX4" fmla="*/ 2320234 w 2330625"/>
              <a:gd name="connsiteY4" fmla="*/ 422031 h 594531"/>
              <a:gd name="connsiteX5" fmla="*/ 2321060 w 2330625"/>
              <a:gd name="connsiteY5" fmla="*/ 583886 h 594531"/>
              <a:gd name="connsiteX6" fmla="*/ 2202247 w 2330625"/>
              <a:gd name="connsiteY6" fmla="*/ 594474 h 594531"/>
              <a:gd name="connsiteX7" fmla="*/ 151330 w 2330625"/>
              <a:gd name="connsiteY7" fmla="*/ 583886 h 594531"/>
              <a:gd name="connsiteX8" fmla="*/ 155624 w 2330625"/>
              <a:gd name="connsiteY8" fmla="*/ 512790 h 594531"/>
              <a:gd name="connsiteX9" fmla="*/ 146549 w 2330625"/>
              <a:gd name="connsiteY9" fmla="*/ 403879 h 594531"/>
              <a:gd name="connsiteX10" fmla="*/ 137473 w 2330625"/>
              <a:gd name="connsiteY10" fmla="*/ 235975 h 594531"/>
              <a:gd name="connsiteX11" fmla="*/ 142254 w 2330625"/>
              <a:gd name="connsiteY11" fmla="*/ 26000 h 594531"/>
              <a:gd name="connsiteX0" fmla="*/ 13413 w 2201784"/>
              <a:gd name="connsiteY0" fmla="*/ 26000 h 594531"/>
              <a:gd name="connsiteX1" fmla="*/ 90315 w 2201784"/>
              <a:gd name="connsiteY1" fmla="*/ 0 h 594531"/>
              <a:gd name="connsiteX2" fmla="*/ 2164992 w 2201784"/>
              <a:gd name="connsiteY2" fmla="*/ 12386 h 594531"/>
              <a:gd name="connsiteX3" fmla="*/ 2182318 w 2201784"/>
              <a:gd name="connsiteY3" fmla="*/ 108912 h 594531"/>
              <a:gd name="connsiteX4" fmla="*/ 2191393 w 2201784"/>
              <a:gd name="connsiteY4" fmla="*/ 422031 h 594531"/>
              <a:gd name="connsiteX5" fmla="*/ 2192219 w 2201784"/>
              <a:gd name="connsiteY5" fmla="*/ 583886 h 594531"/>
              <a:gd name="connsiteX6" fmla="*/ 2073406 w 2201784"/>
              <a:gd name="connsiteY6" fmla="*/ 594474 h 594531"/>
              <a:gd name="connsiteX7" fmla="*/ 22489 w 2201784"/>
              <a:gd name="connsiteY7" fmla="*/ 583886 h 594531"/>
              <a:gd name="connsiteX8" fmla="*/ 26783 w 2201784"/>
              <a:gd name="connsiteY8" fmla="*/ 512790 h 594531"/>
              <a:gd name="connsiteX9" fmla="*/ 17708 w 2201784"/>
              <a:gd name="connsiteY9" fmla="*/ 403879 h 594531"/>
              <a:gd name="connsiteX10" fmla="*/ 8632 w 2201784"/>
              <a:gd name="connsiteY10" fmla="*/ 235975 h 594531"/>
              <a:gd name="connsiteX11" fmla="*/ 13413 w 2201784"/>
              <a:gd name="connsiteY11" fmla="*/ 26000 h 5945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201784" h="594531">
                <a:moveTo>
                  <a:pt x="13413" y="26000"/>
                </a:moveTo>
                <a:cubicBezTo>
                  <a:pt x="37534" y="24897"/>
                  <a:pt x="66194" y="1103"/>
                  <a:pt x="90315" y="0"/>
                </a:cubicBezTo>
                <a:lnTo>
                  <a:pt x="2164992" y="12386"/>
                </a:lnTo>
                <a:cubicBezTo>
                  <a:pt x="2164717" y="43049"/>
                  <a:pt x="2182593" y="78249"/>
                  <a:pt x="2182318" y="108912"/>
                </a:cubicBezTo>
                <a:cubicBezTo>
                  <a:pt x="2188231" y="177186"/>
                  <a:pt x="2189743" y="342869"/>
                  <a:pt x="2191393" y="422031"/>
                </a:cubicBezTo>
                <a:cubicBezTo>
                  <a:pt x="2193043" y="501193"/>
                  <a:pt x="2213396" y="555146"/>
                  <a:pt x="2192219" y="583886"/>
                </a:cubicBezTo>
                <a:cubicBezTo>
                  <a:pt x="2172279" y="582877"/>
                  <a:pt x="2093346" y="595483"/>
                  <a:pt x="2073406" y="594474"/>
                </a:cubicBezTo>
                <a:lnTo>
                  <a:pt x="22489" y="583886"/>
                </a:lnTo>
                <a:cubicBezTo>
                  <a:pt x="5849" y="592962"/>
                  <a:pt x="27580" y="542791"/>
                  <a:pt x="26783" y="512790"/>
                </a:cubicBezTo>
                <a:cubicBezTo>
                  <a:pt x="25986" y="482789"/>
                  <a:pt x="18464" y="450015"/>
                  <a:pt x="17708" y="403879"/>
                </a:cubicBezTo>
                <a:cubicBezTo>
                  <a:pt x="16952" y="357743"/>
                  <a:pt x="-14855" y="308787"/>
                  <a:pt x="8632" y="235975"/>
                </a:cubicBezTo>
                <a:cubicBezTo>
                  <a:pt x="7119" y="142994"/>
                  <a:pt x="-201" y="65329"/>
                  <a:pt x="13413" y="26000"/>
                </a:cubicBezTo>
                <a:close/>
              </a:path>
            </a:pathLst>
          </a:custGeom>
          <a:solidFill>
            <a:srgbClr val="D9D4D0">
              <a:alpha val="50000"/>
            </a:srgbClr>
          </a:solidFill>
          <a:ln>
            <a:noFill/>
          </a:ln>
          <a:effectLst>
            <a:softEdge rad="635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6" name="Content Placeholder 5" descr="A screenshot of a computer screen&#10;&#10;Description automatically generated">
            <a:extLst>
              <a:ext uri="{FF2B5EF4-FFF2-40B4-BE49-F238E27FC236}">
                <a16:creationId xmlns:a16="http://schemas.microsoft.com/office/drawing/2014/main" id="{B4B9154E-D61F-4D97-6DCD-7B371D2794C6}"/>
              </a:ext>
            </a:extLst>
          </p:cNvPr>
          <p:cNvPicPr>
            <a:picLocks noGrp="1" noChangeAspect="1"/>
          </p:cNvPicPr>
          <p:nvPr>
            <p:ph sz="half" idx="1"/>
          </p:nvPr>
        </p:nvPicPr>
        <p:blipFill>
          <a:blip r:embed="rId5">
            <a:extLst>
              <a:ext uri="{28A0092B-C50C-407E-A947-70E740481C1C}">
                <a14:useLocalDpi xmlns:a14="http://schemas.microsoft.com/office/drawing/2010/main" val="0"/>
              </a:ext>
            </a:extLst>
          </a:blip>
          <a:stretch>
            <a:fillRect/>
          </a:stretch>
        </p:blipFill>
        <p:spPr>
          <a:xfrm>
            <a:off x="7469326" y="816635"/>
            <a:ext cx="3349348" cy="5233358"/>
          </a:xfrm>
          <a:prstGeom prst="rect">
            <a:avLst/>
          </a:prstGeom>
        </p:spPr>
      </p:pic>
    </p:spTree>
    <p:extLst>
      <p:ext uri="{BB962C8B-B14F-4D97-AF65-F5344CB8AC3E}">
        <p14:creationId xmlns:p14="http://schemas.microsoft.com/office/powerpoint/2010/main" val="2539426340"/>
      </p:ext>
    </p:ext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11" name="Picture 10">
            <a:extLst>
              <a:ext uri="{FF2B5EF4-FFF2-40B4-BE49-F238E27FC236}">
                <a16:creationId xmlns:a16="http://schemas.microsoft.com/office/drawing/2014/main" id="{DEB2E8C4-C3E7-4048-A43D-9859510CFA98}"/>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2">
            <a:extLst>
              <a:ext uri="{28A0092B-C50C-407E-A947-70E740481C1C}">
                <a14:useLocalDpi xmlns:a14="http://schemas.microsoft.com/office/drawing/2010/main" val="0"/>
              </a:ext>
            </a:extLst>
          </a:blip>
          <a:stretch>
            <a:fillRect/>
          </a:stretch>
        </p:blipFill>
        <p:spPr>
          <a:xfrm>
            <a:off x="10905744" y="0"/>
            <a:ext cx="1286256" cy="6858000"/>
          </a:xfrm>
          <a:prstGeom prst="rect">
            <a:avLst/>
          </a:prstGeom>
        </p:spPr>
      </p:pic>
      <mc:AlternateContent xmlns:mc="http://schemas.openxmlformats.org/markup-compatibility/2006" xmlns:p14="http://schemas.microsoft.com/office/powerpoint/2010/main">
        <mc:Choice Requires="p14">
          <p:contentPart p14:bwMode="auto" r:id="rId3">
            <p14:nvContentPartPr>
              <p14:cNvPr id="13" name="Ink 12">
                <a:extLst>
                  <a:ext uri="{FF2B5EF4-FFF2-40B4-BE49-F238E27FC236}">
                    <a16:creationId xmlns:a16="http://schemas.microsoft.com/office/drawing/2014/main" id="{24D29CCB-7956-4E3E-8880-304085F04BF4}"/>
                  </a:ext>
                  <a:ext uri="{C183D7F6-B498-43B3-948B-1728B52AA6E4}">
                    <adec:decorative xmlns:adec="http://schemas.microsoft.com/office/drawing/2017/decorative" val="1"/>
                  </a:ext>
                </a:extLst>
              </p14:cNvPr>
              <p14:cNvContentPartPr>
                <a14:cpLocks xmlns:a14="http://schemas.microsoft.com/office/drawing/2010/main" noGrp="1" noRot="1" noChangeAspect="1" noMove="1" noResize="1" noEditPoints="1" noAdjustHandles="1" noChangeArrowheads="1" noChangeShapeType="1"/>
              </p14:cNvContentPartPr>
              <p14:nvPr>
                <p:extLst>
                  <p:ext uri="{386F3935-93C4-4BCD-93E2-E3B085C9AB24}">
                    <p16:designElem xmlns:p16="http://schemas.microsoft.com/office/powerpoint/2015/main" val="1"/>
                  </p:ext>
                </p:extLst>
              </p14:nvPr>
            </p14:nvContentPartPr>
            <p14:xfrm>
              <a:off x="12490710" y="6342652"/>
              <a:ext cx="360" cy="360"/>
            </p14:xfrm>
          </p:contentPart>
        </mc:Choice>
        <mc:Fallback xmlns="">
          <p:pic>
            <p:nvPicPr>
              <p:cNvPr id="13" name="Ink 12">
                <a:extLst>
                  <a:ext uri="{FF2B5EF4-FFF2-40B4-BE49-F238E27FC236}">
                    <a16:creationId xmlns:a16="http://schemas.microsoft.com/office/drawing/2014/main" id="{24D29CCB-7956-4E3E-8880-304085F04BF4}"/>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p:cNvPicPr>
              <p:nvPr/>
            </p:nvPicPr>
            <p:blipFill>
              <a:blip r:embed="rId4"/>
              <a:stretch>
                <a:fillRect/>
              </a:stretch>
            </p:blipFill>
            <p:spPr>
              <a:xfrm>
                <a:off x="12481710" y="6333652"/>
                <a:ext cx="18000" cy="18000"/>
              </a:xfrm>
              <a:prstGeom prst="rect">
                <a:avLst/>
              </a:prstGeom>
            </p:spPr>
          </p:pic>
        </mc:Fallback>
      </mc:AlternateContent>
      <p:sp useBgFill="1">
        <p:nvSpPr>
          <p:cNvPr id="15" name="Rectangle 14">
            <a:extLst>
              <a:ext uri="{FF2B5EF4-FFF2-40B4-BE49-F238E27FC236}">
                <a16:creationId xmlns:a16="http://schemas.microsoft.com/office/drawing/2014/main" id="{7FF47CB7-972F-479F-A36D-9E72D26EC8D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Freeform: Shape 16">
            <a:extLst>
              <a:ext uri="{FF2B5EF4-FFF2-40B4-BE49-F238E27FC236}">
                <a16:creationId xmlns:a16="http://schemas.microsoft.com/office/drawing/2014/main" id="{0D153B68-5844-490D-8E67-F616D6D721C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1331648" cy="1978172"/>
          </a:xfrm>
          <a:custGeom>
            <a:avLst/>
            <a:gdLst>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9437 w 10768629"/>
              <a:gd name="connsiteY140" fmla="*/ 1636968 h 1978172"/>
              <a:gd name="connsiteX141" fmla="*/ 5440853 w 10768629"/>
              <a:gd name="connsiteY141" fmla="*/ 1657958 h 1978172"/>
              <a:gd name="connsiteX142" fmla="*/ 4945936 w 10768629"/>
              <a:gd name="connsiteY142" fmla="*/ 1713743 h 1978172"/>
              <a:gd name="connsiteX143" fmla="*/ 4818446 w 10768629"/>
              <a:gd name="connsiteY143" fmla="*/ 1726895 h 1978172"/>
              <a:gd name="connsiteX144" fmla="*/ 4813657 w 10768629"/>
              <a:gd name="connsiteY144" fmla="*/ 1730706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38835 w 10768629"/>
              <a:gd name="connsiteY164" fmla="*/ 1920210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Lst>
            <a:rect l="l" t="t" r="r" b="b"/>
            <a:pathLst>
              <a:path w="10768629" h="1978172">
                <a:moveTo>
                  <a:pt x="0" y="0"/>
                </a:moveTo>
                <a:lnTo>
                  <a:pt x="10768629" y="0"/>
                </a:lnTo>
                <a:lnTo>
                  <a:pt x="10733254" y="31439"/>
                </a:lnTo>
                <a:lnTo>
                  <a:pt x="10727085" y="37910"/>
                </a:lnTo>
                <a:cubicBezTo>
                  <a:pt x="10712973" y="56080"/>
                  <a:pt x="10699457" y="78430"/>
                  <a:pt x="10675953" y="68623"/>
                </a:cubicBezTo>
                <a:cubicBezTo>
                  <a:pt x="10685972" y="89202"/>
                  <a:pt x="10641629" y="69781"/>
                  <a:pt x="10637091" y="90361"/>
                </a:cubicBezTo>
                <a:cubicBezTo>
                  <a:pt x="10635214" y="107005"/>
                  <a:pt x="10621323" y="104993"/>
                  <a:pt x="10610971" y="110764"/>
                </a:cubicBezTo>
                <a:cubicBezTo>
                  <a:pt x="10603980" y="127568"/>
                  <a:pt x="10551417" y="141180"/>
                  <a:pt x="10532872" y="138028"/>
                </a:cubicBezTo>
                <a:cubicBezTo>
                  <a:pt x="10480300" y="119072"/>
                  <a:pt x="10440532" y="186296"/>
                  <a:pt x="10398558" y="172911"/>
                </a:cubicBezTo>
                <a:cubicBezTo>
                  <a:pt x="10387708" y="174114"/>
                  <a:pt x="10378792" y="177646"/>
                  <a:pt x="10371128" y="182609"/>
                </a:cubicBezTo>
                <a:lnTo>
                  <a:pt x="10352178" y="199976"/>
                </a:lnTo>
                <a:lnTo>
                  <a:pt x="10351815" y="211879"/>
                </a:lnTo>
                <a:lnTo>
                  <a:pt x="10337471" y="218661"/>
                </a:lnTo>
                <a:lnTo>
                  <a:pt x="10334625" y="222351"/>
                </a:lnTo>
                <a:cubicBezTo>
                  <a:pt x="10321108" y="225227"/>
                  <a:pt x="10278615" y="228401"/>
                  <a:pt x="10256365" y="235917"/>
                </a:cubicBezTo>
                <a:cubicBezTo>
                  <a:pt x="10218136" y="258033"/>
                  <a:pt x="10224552" y="209685"/>
                  <a:pt x="10201127" y="267448"/>
                </a:cubicBezTo>
                <a:cubicBezTo>
                  <a:pt x="10121320" y="273476"/>
                  <a:pt x="10040763" y="345580"/>
                  <a:pt x="9961218" y="326720"/>
                </a:cubicBezTo>
                <a:cubicBezTo>
                  <a:pt x="9980173" y="341621"/>
                  <a:pt x="9883038" y="318484"/>
                  <a:pt x="9859715" y="355698"/>
                </a:cubicBezTo>
                <a:cubicBezTo>
                  <a:pt x="9812822" y="367758"/>
                  <a:pt x="9752089" y="383830"/>
                  <a:pt x="9679867" y="399081"/>
                </a:cubicBezTo>
                <a:cubicBezTo>
                  <a:pt x="9618357" y="415668"/>
                  <a:pt x="9525492" y="446315"/>
                  <a:pt x="9490654" y="455225"/>
                </a:cubicBezTo>
                <a:lnTo>
                  <a:pt x="9470837" y="452539"/>
                </a:lnTo>
                <a:lnTo>
                  <a:pt x="9469082" y="454891"/>
                </a:lnTo>
                <a:cubicBezTo>
                  <a:pt x="9460057" y="461184"/>
                  <a:pt x="9453495" y="461729"/>
                  <a:pt x="9448038" y="459733"/>
                </a:cubicBezTo>
                <a:lnTo>
                  <a:pt x="9396821" y="455795"/>
                </a:lnTo>
                <a:lnTo>
                  <a:pt x="9392197" y="459796"/>
                </a:lnTo>
                <a:lnTo>
                  <a:pt x="9347994" y="464462"/>
                </a:lnTo>
                <a:cubicBezTo>
                  <a:pt x="9347959" y="465155"/>
                  <a:pt x="9347925" y="465846"/>
                  <a:pt x="9347889" y="466539"/>
                </a:cubicBezTo>
                <a:cubicBezTo>
                  <a:pt x="9346648" y="471307"/>
                  <a:pt x="9343831" y="475025"/>
                  <a:pt x="9337639" y="476654"/>
                </a:cubicBezTo>
                <a:cubicBezTo>
                  <a:pt x="9354547" y="503661"/>
                  <a:pt x="9336649" y="488969"/>
                  <a:pt x="9316893" y="491390"/>
                </a:cubicBezTo>
                <a:cubicBezTo>
                  <a:pt x="9298834" y="504511"/>
                  <a:pt x="9245386" y="544358"/>
                  <a:pt x="9229283" y="555377"/>
                </a:cubicBezTo>
                <a:lnTo>
                  <a:pt x="9220274" y="557502"/>
                </a:lnTo>
                <a:cubicBezTo>
                  <a:pt x="9220250" y="557668"/>
                  <a:pt x="9220226" y="557835"/>
                  <a:pt x="9220202" y="558001"/>
                </a:cubicBezTo>
                <a:cubicBezTo>
                  <a:pt x="9218468" y="559434"/>
                  <a:pt x="9215591" y="560497"/>
                  <a:pt x="9210908" y="561147"/>
                </a:cubicBezTo>
                <a:lnTo>
                  <a:pt x="9186374" y="565502"/>
                </a:lnTo>
                <a:lnTo>
                  <a:pt x="9181058" y="569943"/>
                </a:lnTo>
                <a:lnTo>
                  <a:pt x="9179948" y="576062"/>
                </a:lnTo>
                <a:lnTo>
                  <a:pt x="9149110" y="598906"/>
                </a:lnTo>
                <a:cubicBezTo>
                  <a:pt x="9133575" y="594395"/>
                  <a:pt x="9087390" y="636567"/>
                  <a:pt x="9078556" y="644039"/>
                </a:cubicBezTo>
                <a:lnTo>
                  <a:pt x="8996399" y="690055"/>
                </a:lnTo>
                <a:cubicBezTo>
                  <a:pt x="8913147" y="777045"/>
                  <a:pt x="8867993" y="772591"/>
                  <a:pt x="8803791" y="813860"/>
                </a:cubicBezTo>
                <a:cubicBezTo>
                  <a:pt x="8745270" y="819906"/>
                  <a:pt x="8690049" y="823612"/>
                  <a:pt x="8636202" y="848463"/>
                </a:cubicBezTo>
                <a:cubicBezTo>
                  <a:pt x="8594799" y="860014"/>
                  <a:pt x="8568613" y="864779"/>
                  <a:pt x="8555372" y="883171"/>
                </a:cubicBezTo>
                <a:lnTo>
                  <a:pt x="8507229" y="901665"/>
                </a:lnTo>
                <a:lnTo>
                  <a:pt x="8428473" y="927985"/>
                </a:lnTo>
                <a:cubicBezTo>
                  <a:pt x="8428287" y="929817"/>
                  <a:pt x="8428100" y="931648"/>
                  <a:pt x="8427914" y="933480"/>
                </a:cubicBezTo>
                <a:lnTo>
                  <a:pt x="8420327" y="941984"/>
                </a:lnTo>
                <a:lnTo>
                  <a:pt x="8407128" y="961344"/>
                </a:lnTo>
                <a:lnTo>
                  <a:pt x="8380548" y="987916"/>
                </a:lnTo>
                <a:lnTo>
                  <a:pt x="8379462" y="987106"/>
                </a:lnTo>
                <a:cubicBezTo>
                  <a:pt x="8376507" y="985864"/>
                  <a:pt x="8373362" y="986042"/>
                  <a:pt x="8369725" y="989186"/>
                </a:cubicBezTo>
                <a:cubicBezTo>
                  <a:pt x="8357221" y="990792"/>
                  <a:pt x="8319237" y="991089"/>
                  <a:pt x="8304438" y="996739"/>
                </a:cubicBezTo>
                <a:cubicBezTo>
                  <a:pt x="8297193" y="1005683"/>
                  <a:pt x="8289328" y="1014568"/>
                  <a:pt x="8280929" y="1023089"/>
                </a:cubicBezTo>
                <a:lnTo>
                  <a:pt x="8275760" y="1027772"/>
                </a:lnTo>
                <a:lnTo>
                  <a:pt x="8275478" y="1027605"/>
                </a:lnTo>
                <a:cubicBezTo>
                  <a:pt x="8273970" y="1028076"/>
                  <a:pt x="8272124" y="1029408"/>
                  <a:pt x="8269666" y="1032033"/>
                </a:cubicBezTo>
                <a:lnTo>
                  <a:pt x="8203836" y="1037347"/>
                </a:lnTo>
                <a:cubicBezTo>
                  <a:pt x="8172789" y="1049890"/>
                  <a:pt x="8148166" y="1034625"/>
                  <a:pt x="8122936" y="1063113"/>
                </a:cubicBezTo>
                <a:cubicBezTo>
                  <a:pt x="8093850" y="1074757"/>
                  <a:pt x="8066781" y="1075350"/>
                  <a:pt x="8043658" y="1092746"/>
                </a:cubicBezTo>
                <a:cubicBezTo>
                  <a:pt x="8032157" y="1089174"/>
                  <a:pt x="8022145" y="1089998"/>
                  <a:pt x="8015351" y="1105478"/>
                </a:cubicBezTo>
                <a:cubicBezTo>
                  <a:pt x="7987544" y="1113006"/>
                  <a:pt x="7977708" y="1099152"/>
                  <a:pt x="7963145" y="1119346"/>
                </a:cubicBezTo>
                <a:cubicBezTo>
                  <a:pt x="7942622" y="1098880"/>
                  <a:pt x="7943760" y="1109516"/>
                  <a:pt x="7938145" y="1120225"/>
                </a:cubicBezTo>
                <a:lnTo>
                  <a:pt x="7937238" y="1121204"/>
                </a:lnTo>
                <a:lnTo>
                  <a:pt x="7934398" y="1118240"/>
                </a:lnTo>
                <a:lnTo>
                  <a:pt x="7918248" y="1124371"/>
                </a:lnTo>
                <a:lnTo>
                  <a:pt x="7914119" y="1127653"/>
                </a:lnTo>
                <a:cubicBezTo>
                  <a:pt x="7911201" y="1129547"/>
                  <a:pt x="7909169" y="1130331"/>
                  <a:pt x="7907658" y="1130350"/>
                </a:cubicBezTo>
                <a:lnTo>
                  <a:pt x="7907434" y="1130103"/>
                </a:lnTo>
                <a:lnTo>
                  <a:pt x="7901508" y="1133245"/>
                </a:lnTo>
                <a:cubicBezTo>
                  <a:pt x="7891644" y="1139271"/>
                  <a:pt x="7882185" y="1145815"/>
                  <a:pt x="7873287" y="1152609"/>
                </a:cubicBezTo>
                <a:cubicBezTo>
                  <a:pt x="7864672" y="1141906"/>
                  <a:pt x="7845199" y="1159242"/>
                  <a:pt x="7834833" y="1153868"/>
                </a:cubicBezTo>
                <a:lnTo>
                  <a:pt x="7828661" y="1139994"/>
                </a:lnTo>
                <a:lnTo>
                  <a:pt x="7823966" y="1143178"/>
                </a:lnTo>
                <a:lnTo>
                  <a:pt x="7815078" y="1151776"/>
                </a:lnTo>
                <a:cubicBezTo>
                  <a:pt x="7813692" y="1152943"/>
                  <a:pt x="7812687" y="1153116"/>
                  <a:pt x="7812026" y="1151522"/>
                </a:cubicBezTo>
                <a:cubicBezTo>
                  <a:pt x="7806555" y="1153054"/>
                  <a:pt x="7788673" y="1159989"/>
                  <a:pt x="7782249" y="1160970"/>
                </a:cubicBezTo>
                <a:lnTo>
                  <a:pt x="7773476" y="1157414"/>
                </a:lnTo>
                <a:lnTo>
                  <a:pt x="7769600" y="1157365"/>
                </a:lnTo>
                <a:lnTo>
                  <a:pt x="7752631" y="1172815"/>
                </a:lnTo>
                <a:lnTo>
                  <a:pt x="7743525" y="1179064"/>
                </a:lnTo>
                <a:lnTo>
                  <a:pt x="7685942" y="1233723"/>
                </a:lnTo>
                <a:lnTo>
                  <a:pt x="7586920" y="1261888"/>
                </a:lnTo>
                <a:cubicBezTo>
                  <a:pt x="7556723" y="1298911"/>
                  <a:pt x="7489186" y="1249860"/>
                  <a:pt x="7486100" y="1292563"/>
                </a:cubicBezTo>
                <a:cubicBezTo>
                  <a:pt x="7454875" y="1308356"/>
                  <a:pt x="7449202" y="1300366"/>
                  <a:pt x="7407190" y="1314737"/>
                </a:cubicBezTo>
                <a:cubicBezTo>
                  <a:pt x="7368386" y="1364011"/>
                  <a:pt x="7288617" y="1403664"/>
                  <a:pt x="7240698" y="1438832"/>
                </a:cubicBezTo>
                <a:cubicBezTo>
                  <a:pt x="7206467" y="1417136"/>
                  <a:pt x="7227555" y="1441678"/>
                  <a:pt x="7197675" y="1447530"/>
                </a:cubicBezTo>
                <a:cubicBezTo>
                  <a:pt x="7211601" y="1474927"/>
                  <a:pt x="7159483" y="1444981"/>
                  <a:pt x="7164788" y="1480293"/>
                </a:cubicBezTo>
                <a:cubicBezTo>
                  <a:pt x="7159184" y="1480240"/>
                  <a:pt x="7153584" y="1479075"/>
                  <a:pt x="7147929" y="1477641"/>
                </a:cubicBezTo>
                <a:lnTo>
                  <a:pt x="7144965" y="1476908"/>
                </a:lnTo>
                <a:lnTo>
                  <a:pt x="7134299" y="1479969"/>
                </a:lnTo>
                <a:lnTo>
                  <a:pt x="7129809" y="1473339"/>
                </a:lnTo>
                <a:lnTo>
                  <a:pt x="7112688" y="1472575"/>
                </a:lnTo>
                <a:cubicBezTo>
                  <a:pt x="7106506" y="1473449"/>
                  <a:pt x="7100123" y="1475741"/>
                  <a:pt x="7093470" y="1480300"/>
                </a:cubicBezTo>
                <a:cubicBezTo>
                  <a:pt x="7079039" y="1501274"/>
                  <a:pt x="7048991" y="1495718"/>
                  <a:pt x="7025034" y="1506934"/>
                </a:cubicBezTo>
                <a:lnTo>
                  <a:pt x="7014783" y="1515868"/>
                </a:lnTo>
                <a:lnTo>
                  <a:pt x="6979706" y="1523511"/>
                </a:lnTo>
                <a:lnTo>
                  <a:pt x="6977890" y="1525793"/>
                </a:lnTo>
                <a:cubicBezTo>
                  <a:pt x="6971996" y="1527914"/>
                  <a:pt x="6959488" y="1529941"/>
                  <a:pt x="6944339" y="1536237"/>
                </a:cubicBezTo>
                <a:lnTo>
                  <a:pt x="6886996" y="1563569"/>
                </a:lnTo>
                <a:lnTo>
                  <a:pt x="6874510" y="1558469"/>
                </a:lnTo>
                <a:lnTo>
                  <a:pt x="6871943" y="1554651"/>
                </a:lnTo>
                <a:lnTo>
                  <a:pt x="6856174" y="1562024"/>
                </a:lnTo>
                <a:lnTo>
                  <a:pt x="6842321" y="1560554"/>
                </a:lnTo>
                <a:lnTo>
                  <a:pt x="6832713" y="1569357"/>
                </a:lnTo>
                <a:lnTo>
                  <a:pt x="6816351" y="1571495"/>
                </a:lnTo>
                <a:cubicBezTo>
                  <a:pt x="6810216" y="1571510"/>
                  <a:pt x="6803310" y="1571324"/>
                  <a:pt x="6795800" y="1572010"/>
                </a:cubicBezTo>
                <a:lnTo>
                  <a:pt x="6777546" y="1568661"/>
                </a:lnTo>
                <a:lnTo>
                  <a:pt x="6751528" y="1574143"/>
                </a:lnTo>
                <a:cubicBezTo>
                  <a:pt x="6731455" y="1578562"/>
                  <a:pt x="6712054" y="1582098"/>
                  <a:pt x="6691966" y="1582255"/>
                </a:cubicBezTo>
                <a:cubicBezTo>
                  <a:pt x="6677921" y="1590738"/>
                  <a:pt x="6663787" y="1595441"/>
                  <a:pt x="6646941" y="1588471"/>
                </a:cubicBezTo>
                <a:cubicBezTo>
                  <a:pt x="6605135" y="1597971"/>
                  <a:pt x="6598373" y="1612583"/>
                  <a:pt x="6568576" y="1606488"/>
                </a:cubicBezTo>
                <a:cubicBezTo>
                  <a:pt x="6562510" y="1614734"/>
                  <a:pt x="6558067" y="1619360"/>
                  <a:pt x="6554358" y="1621701"/>
                </a:cubicBezTo>
                <a:cubicBezTo>
                  <a:pt x="6543227" y="1628727"/>
                  <a:pt x="6538724" y="1615196"/>
                  <a:pt x="6516968" y="1617195"/>
                </a:cubicBezTo>
                <a:cubicBezTo>
                  <a:pt x="6493173" y="1617368"/>
                  <a:pt x="6528193" y="1598652"/>
                  <a:pt x="6506479" y="1602227"/>
                </a:cubicBezTo>
                <a:cubicBezTo>
                  <a:pt x="6486674" y="1613929"/>
                  <a:pt x="6478484" y="1593997"/>
                  <a:pt x="6458436" y="1607332"/>
                </a:cubicBezTo>
                <a:cubicBezTo>
                  <a:pt x="6471168" y="1620800"/>
                  <a:pt x="6410323" y="1615478"/>
                  <a:pt x="6414786" y="1628815"/>
                </a:cubicBezTo>
                <a:cubicBezTo>
                  <a:pt x="6385942" y="1615041"/>
                  <a:pt x="6386569" y="1640238"/>
                  <a:pt x="6357085" y="1640846"/>
                </a:cubicBezTo>
                <a:cubicBezTo>
                  <a:pt x="6341163" y="1636809"/>
                  <a:pt x="6331497" y="1637754"/>
                  <a:pt x="6322636" y="1648213"/>
                </a:cubicBezTo>
                <a:cubicBezTo>
                  <a:pt x="6248448" y="1627802"/>
                  <a:pt x="6286748" y="1654976"/>
                  <a:pt x="6226172" y="1654676"/>
                </a:cubicBezTo>
                <a:lnTo>
                  <a:pt x="6221217" y="1654506"/>
                </a:lnTo>
                <a:lnTo>
                  <a:pt x="6204956" y="1664280"/>
                </a:lnTo>
                <a:cubicBezTo>
                  <a:pt x="6204728" y="1665114"/>
                  <a:pt x="6204498" y="1665947"/>
                  <a:pt x="6204270" y="1666782"/>
                </a:cubicBezTo>
                <a:lnTo>
                  <a:pt x="6143810" y="1661963"/>
                </a:lnTo>
                <a:lnTo>
                  <a:pt x="6136560" y="1665728"/>
                </a:lnTo>
                <a:lnTo>
                  <a:pt x="6096155" y="1656951"/>
                </a:lnTo>
                <a:lnTo>
                  <a:pt x="6075812" y="1655422"/>
                </a:lnTo>
                <a:lnTo>
                  <a:pt x="6039495" y="1649680"/>
                </a:lnTo>
                <a:lnTo>
                  <a:pt x="6036523" y="1652121"/>
                </a:lnTo>
                <a:lnTo>
                  <a:pt x="6029328" y="1649904"/>
                </a:lnTo>
                <a:lnTo>
                  <a:pt x="6024075" y="1652779"/>
                </a:lnTo>
                <a:lnTo>
                  <a:pt x="6018085" y="1652030"/>
                </a:lnTo>
                <a:cubicBezTo>
                  <a:pt x="6006658" y="1653831"/>
                  <a:pt x="5968194" y="1662035"/>
                  <a:pt x="5955513" y="1663584"/>
                </a:cubicBezTo>
                <a:lnTo>
                  <a:pt x="5941996" y="1661326"/>
                </a:lnTo>
                <a:lnTo>
                  <a:pt x="5931789" y="1669915"/>
                </a:lnTo>
                <a:lnTo>
                  <a:pt x="5888686" y="1672175"/>
                </a:lnTo>
                <a:lnTo>
                  <a:pt x="5873794" y="1665454"/>
                </a:lnTo>
                <a:lnTo>
                  <a:pt x="5860022" y="1660635"/>
                </a:lnTo>
                <a:lnTo>
                  <a:pt x="5858237" y="1660649"/>
                </a:lnTo>
                <a:lnTo>
                  <a:pt x="5840319" y="1660798"/>
                </a:lnTo>
                <a:lnTo>
                  <a:pt x="5806984" y="1661075"/>
                </a:lnTo>
                <a:cubicBezTo>
                  <a:pt x="5785708" y="1661533"/>
                  <a:pt x="5764126" y="1662974"/>
                  <a:pt x="5742351" y="1667489"/>
                </a:cubicBezTo>
                <a:cubicBezTo>
                  <a:pt x="5659069" y="1645168"/>
                  <a:pt x="5623400" y="1671703"/>
                  <a:pt x="5529437" y="1636968"/>
                </a:cubicBezTo>
                <a:cubicBezTo>
                  <a:pt x="5500069" y="1636638"/>
                  <a:pt x="5481558" y="1636672"/>
                  <a:pt x="5440853" y="1657958"/>
                </a:cubicBezTo>
                <a:cubicBezTo>
                  <a:pt x="5340428" y="1673293"/>
                  <a:pt x="5074771" y="1739921"/>
                  <a:pt x="4945936" y="1713743"/>
                </a:cubicBezTo>
                <a:cubicBezTo>
                  <a:pt x="4914142" y="1717597"/>
                  <a:pt x="4837317" y="1726609"/>
                  <a:pt x="4818446" y="1726895"/>
                </a:cubicBezTo>
                <a:lnTo>
                  <a:pt x="4813657" y="1730706"/>
                </a:lnTo>
                <a:lnTo>
                  <a:pt x="4759058" y="1766533"/>
                </a:lnTo>
                <a:cubicBezTo>
                  <a:pt x="4747481" y="1770744"/>
                  <a:pt x="4734604" y="1772921"/>
                  <a:pt x="4719749" y="1771811"/>
                </a:cubicBezTo>
                <a:cubicBezTo>
                  <a:pt x="4667035" y="1745585"/>
                  <a:pt x="4634134" y="1775931"/>
                  <a:pt x="4568686" y="1786141"/>
                </a:cubicBezTo>
                <a:cubicBezTo>
                  <a:pt x="4544667" y="1777910"/>
                  <a:pt x="4432547" y="1778168"/>
                  <a:pt x="4418751" y="1796932"/>
                </a:cubicBezTo>
                <a:cubicBezTo>
                  <a:pt x="4403360" y="1801488"/>
                  <a:pt x="4385278" y="1795746"/>
                  <a:pt x="4378377" y="1815528"/>
                </a:cubicBezTo>
                <a:cubicBezTo>
                  <a:pt x="4366870" y="1839461"/>
                  <a:pt x="4312575" y="1805339"/>
                  <a:pt x="4320575" y="1832722"/>
                </a:cubicBezTo>
                <a:cubicBezTo>
                  <a:pt x="4282030" y="1809397"/>
                  <a:pt x="4252210" y="1859755"/>
                  <a:pt x="4220200" y="1873173"/>
                </a:cubicBezTo>
                <a:cubicBezTo>
                  <a:pt x="4189784" y="1872580"/>
                  <a:pt x="4175475" y="1885756"/>
                  <a:pt x="4105361" y="1894711"/>
                </a:cubicBezTo>
                <a:cubicBezTo>
                  <a:pt x="4071894" y="1867524"/>
                  <a:pt x="4035294" y="1916372"/>
                  <a:pt x="3973223" y="1881015"/>
                </a:cubicBezTo>
                <a:cubicBezTo>
                  <a:pt x="3971330" y="1884974"/>
                  <a:pt x="3952843" y="1881390"/>
                  <a:pt x="3900992" y="1880603"/>
                </a:cubicBezTo>
                <a:cubicBezTo>
                  <a:pt x="3849141" y="1879815"/>
                  <a:pt x="3740259" y="1879432"/>
                  <a:pt x="3662119" y="1876289"/>
                </a:cubicBezTo>
                <a:cubicBezTo>
                  <a:pt x="3573420" y="1876991"/>
                  <a:pt x="3613412" y="1915150"/>
                  <a:pt x="3496919" y="1873180"/>
                </a:cubicBezTo>
                <a:cubicBezTo>
                  <a:pt x="3488062" y="1895719"/>
                  <a:pt x="3474293" y="1897950"/>
                  <a:pt x="3449433" y="1889681"/>
                </a:cubicBezTo>
                <a:cubicBezTo>
                  <a:pt x="3406553" y="1891629"/>
                  <a:pt x="3417350" y="1945453"/>
                  <a:pt x="3369766" y="1916653"/>
                </a:cubicBezTo>
                <a:cubicBezTo>
                  <a:pt x="3338805" y="1929531"/>
                  <a:pt x="3310151" y="1915620"/>
                  <a:pt x="3290336" y="1925039"/>
                </a:cubicBezTo>
                <a:lnTo>
                  <a:pt x="3224897" y="1943733"/>
                </a:lnTo>
                <a:cubicBezTo>
                  <a:pt x="3188693" y="1949271"/>
                  <a:pt x="3178540" y="1909145"/>
                  <a:pt x="3161463" y="1946591"/>
                </a:cubicBezTo>
                <a:lnTo>
                  <a:pt x="3157504" y="1957276"/>
                </a:lnTo>
                <a:lnTo>
                  <a:pt x="3115176" y="1943459"/>
                </a:lnTo>
                <a:cubicBezTo>
                  <a:pt x="3095397" y="1937281"/>
                  <a:pt x="3080878" y="1929976"/>
                  <a:pt x="3038835" y="1920210"/>
                </a:cubicBezTo>
                <a:cubicBezTo>
                  <a:pt x="3011900" y="1947086"/>
                  <a:pt x="2967972" y="1927319"/>
                  <a:pt x="2897201" y="1926772"/>
                </a:cubicBezTo>
                <a:lnTo>
                  <a:pt x="2783891" y="1931749"/>
                </a:lnTo>
                <a:cubicBezTo>
                  <a:pt x="2753098" y="1932794"/>
                  <a:pt x="2731621" y="1915151"/>
                  <a:pt x="2712447" y="1933044"/>
                </a:cubicBezTo>
                <a:cubicBezTo>
                  <a:pt x="2621923" y="1990472"/>
                  <a:pt x="2637976" y="1949546"/>
                  <a:pt x="2560151" y="1963609"/>
                </a:cubicBezTo>
                <a:cubicBezTo>
                  <a:pt x="2472084" y="1973456"/>
                  <a:pt x="2423631" y="1962133"/>
                  <a:pt x="2367221" y="1971884"/>
                </a:cubicBezTo>
                <a:cubicBezTo>
                  <a:pt x="2355331" y="1950582"/>
                  <a:pt x="2295649" y="1950006"/>
                  <a:pt x="2272130" y="1961162"/>
                </a:cubicBezTo>
                <a:cubicBezTo>
                  <a:pt x="2229336" y="1964326"/>
                  <a:pt x="2232627" y="1943953"/>
                  <a:pt x="2189404" y="1978172"/>
                </a:cubicBezTo>
                <a:cubicBezTo>
                  <a:pt x="2153824" y="1968017"/>
                  <a:pt x="2114605" y="1969166"/>
                  <a:pt x="2077704" y="1965002"/>
                </a:cubicBezTo>
                <a:cubicBezTo>
                  <a:pt x="2051037" y="1967486"/>
                  <a:pt x="2001803" y="1954594"/>
                  <a:pt x="1967996" y="1953187"/>
                </a:cubicBezTo>
                <a:cubicBezTo>
                  <a:pt x="1924117" y="1970917"/>
                  <a:pt x="1915668" y="1940297"/>
                  <a:pt x="1855805" y="1926082"/>
                </a:cubicBezTo>
                <a:cubicBezTo>
                  <a:pt x="1830663" y="1943732"/>
                  <a:pt x="1810564" y="1935694"/>
                  <a:pt x="1790957" y="1919460"/>
                </a:cubicBezTo>
                <a:cubicBezTo>
                  <a:pt x="1732588" y="1924884"/>
                  <a:pt x="1679506" y="1900619"/>
                  <a:pt x="1613978" y="1891581"/>
                </a:cubicBezTo>
                <a:cubicBezTo>
                  <a:pt x="1542961" y="1912227"/>
                  <a:pt x="1506863" y="1865666"/>
                  <a:pt x="1436831" y="1856201"/>
                </a:cubicBezTo>
                <a:cubicBezTo>
                  <a:pt x="1409149" y="1862955"/>
                  <a:pt x="1391573" y="1790862"/>
                  <a:pt x="1332568" y="1793149"/>
                </a:cubicBezTo>
                <a:cubicBezTo>
                  <a:pt x="1236287" y="1833446"/>
                  <a:pt x="1335185" y="1756546"/>
                  <a:pt x="1186881" y="1768613"/>
                </a:cubicBezTo>
                <a:cubicBezTo>
                  <a:pt x="1178443" y="1775469"/>
                  <a:pt x="1160576" y="1767918"/>
                  <a:pt x="1162595" y="1758337"/>
                </a:cubicBezTo>
                <a:cubicBezTo>
                  <a:pt x="1153167" y="1761117"/>
                  <a:pt x="1130472" y="1779083"/>
                  <a:pt x="1128523" y="1763621"/>
                </a:cubicBezTo>
                <a:cubicBezTo>
                  <a:pt x="1081415" y="1760756"/>
                  <a:pt x="1034361" y="1768718"/>
                  <a:pt x="991903" y="1786741"/>
                </a:cubicBezTo>
                <a:cubicBezTo>
                  <a:pt x="966383" y="1781126"/>
                  <a:pt x="949501" y="1831241"/>
                  <a:pt x="883960" y="1822386"/>
                </a:cubicBezTo>
                <a:cubicBezTo>
                  <a:pt x="831931" y="1790865"/>
                  <a:pt x="826980" y="1826610"/>
                  <a:pt x="766531" y="1805053"/>
                </a:cubicBezTo>
                <a:cubicBezTo>
                  <a:pt x="732778" y="1801141"/>
                  <a:pt x="694055" y="1787044"/>
                  <a:pt x="669779" y="1800537"/>
                </a:cubicBezTo>
                <a:cubicBezTo>
                  <a:pt x="645252" y="1794709"/>
                  <a:pt x="563495" y="1813232"/>
                  <a:pt x="523898" y="1811085"/>
                </a:cubicBezTo>
                <a:cubicBezTo>
                  <a:pt x="457555" y="1798530"/>
                  <a:pt x="395227" y="1824052"/>
                  <a:pt x="360251" y="1830735"/>
                </a:cubicBezTo>
                <a:cubicBezTo>
                  <a:pt x="313564" y="1825583"/>
                  <a:pt x="298281" y="1811622"/>
                  <a:pt x="255207" y="1818275"/>
                </a:cubicBezTo>
                <a:cubicBezTo>
                  <a:pt x="206572" y="1839769"/>
                  <a:pt x="160277" y="1836800"/>
                  <a:pt x="101803" y="1870647"/>
                </a:cubicBezTo>
                <a:cubicBezTo>
                  <a:pt x="85849" y="1910002"/>
                  <a:pt x="27997" y="1845258"/>
                  <a:pt x="25397" y="1888443"/>
                </a:cubicBezTo>
                <a:cubicBezTo>
                  <a:pt x="19096" y="1881154"/>
                  <a:pt x="11260" y="1878398"/>
                  <a:pt x="2370" y="1878311"/>
                </a:cubicBezTo>
                <a:lnTo>
                  <a:pt x="0" y="1878785"/>
                </a:lnTo>
                <a:close/>
              </a:path>
            </a:pathLst>
          </a:custGeom>
          <a:solidFill>
            <a:srgbClr val="82766A">
              <a:alpha val="15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4A6E72AA-2E09-FD2C-B22F-2479395952D0}"/>
              </a:ext>
            </a:extLst>
          </p:cNvPr>
          <p:cNvSpPr>
            <a:spLocks noGrp="1"/>
          </p:cNvSpPr>
          <p:nvPr>
            <p:ph type="title"/>
          </p:nvPr>
        </p:nvSpPr>
        <p:spPr>
          <a:xfrm>
            <a:off x="1050879" y="609601"/>
            <a:ext cx="9810604" cy="1216024"/>
          </a:xfrm>
        </p:spPr>
        <p:txBody>
          <a:bodyPr vert="horz" lIns="91440" tIns="45720" rIns="91440" bIns="45720" rtlCol="0" anchor="ctr">
            <a:normAutofit/>
          </a:bodyPr>
          <a:lstStyle/>
          <a:p>
            <a:r>
              <a:rPr lang="en-US" dirty="0"/>
              <a:t>Implemented features</a:t>
            </a:r>
          </a:p>
        </p:txBody>
      </p:sp>
      <p:sp>
        <p:nvSpPr>
          <p:cNvPr id="4" name="Content Placeholder 3">
            <a:extLst>
              <a:ext uri="{FF2B5EF4-FFF2-40B4-BE49-F238E27FC236}">
                <a16:creationId xmlns:a16="http://schemas.microsoft.com/office/drawing/2014/main" id="{6E443B9B-CC41-5022-E452-651BECA37F86}"/>
              </a:ext>
            </a:extLst>
          </p:cNvPr>
          <p:cNvSpPr>
            <a:spLocks noGrp="1"/>
          </p:cNvSpPr>
          <p:nvPr>
            <p:ph sz="half" idx="2"/>
          </p:nvPr>
        </p:nvSpPr>
        <p:spPr>
          <a:xfrm>
            <a:off x="1050879" y="2296161"/>
            <a:ext cx="4788505" cy="3846012"/>
          </a:xfrm>
        </p:spPr>
        <p:txBody>
          <a:bodyPr vert="horz" lIns="91440" tIns="45720" rIns="91440" bIns="45720" rtlCol="0">
            <a:normAutofit/>
          </a:bodyPr>
          <a:lstStyle/>
          <a:p>
            <a:pPr>
              <a:lnSpc>
                <a:spcPct val="90000"/>
              </a:lnSpc>
            </a:pPr>
            <a:r>
              <a:rPr lang="en-US" sz="1300"/>
              <a:t>The application implements the following features:</a:t>
            </a:r>
          </a:p>
          <a:p>
            <a:pPr>
              <a:lnSpc>
                <a:spcPct val="90000"/>
              </a:lnSpc>
            </a:pPr>
            <a:r>
              <a:rPr lang="en-US" sz="1300"/>
              <a:t>User registration - Users can sign up for the app through their usernames and passwords. The passwords are hashed using Bcrypt and then stored in MongoDB.</a:t>
            </a:r>
          </a:p>
          <a:p>
            <a:pPr>
              <a:lnSpc>
                <a:spcPct val="90000"/>
              </a:lnSpc>
            </a:pPr>
            <a:r>
              <a:rPr lang="en-US" sz="1300"/>
              <a:t>User login/logout – Users are able to log in and out securely via sessions in Flask.</a:t>
            </a:r>
          </a:p>
          <a:p>
            <a:pPr>
              <a:lnSpc>
                <a:spcPct val="90000"/>
              </a:lnSpc>
            </a:pPr>
            <a:r>
              <a:rPr lang="en-US" sz="1300"/>
              <a:t>Role Based Access Control (RBAC) – There are two types of roles: Admin and User. Some pages have restrictions depending on the role of the user.</a:t>
            </a:r>
          </a:p>
          <a:p>
            <a:pPr>
              <a:lnSpc>
                <a:spcPct val="90000"/>
              </a:lnSpc>
            </a:pPr>
            <a:r>
              <a:rPr lang="en-US" sz="1300"/>
              <a:t>Admin panel - The admin is provided with a special dashboard from where he/she can view all the registered users, elevate users to admin status, reduce admins to ordinary users, and delete any particular user.</a:t>
            </a:r>
          </a:p>
          <a:p>
            <a:pPr>
              <a:lnSpc>
                <a:spcPct val="90000"/>
              </a:lnSpc>
            </a:pPr>
            <a:r>
              <a:rPr lang="en-US" sz="1300"/>
              <a:t>Note Encryption – Users can encrypt some sensitive data in notes using Fernet (AES-128), save those encrypted notes in MongoDB, and decrypt them when required.</a:t>
            </a:r>
          </a:p>
        </p:txBody>
      </p:sp>
      <p:pic>
        <p:nvPicPr>
          <p:cNvPr id="6" name="Content Placeholder 5" descr="A screenshot of a computer&#10;&#10;Description automatically generated">
            <a:extLst>
              <a:ext uri="{FF2B5EF4-FFF2-40B4-BE49-F238E27FC236}">
                <a16:creationId xmlns:a16="http://schemas.microsoft.com/office/drawing/2014/main" id="{E3DEE530-5C7B-CA60-2259-4D2B80EB712F}"/>
              </a:ext>
            </a:extLst>
          </p:cNvPr>
          <p:cNvPicPr>
            <a:picLocks noGrp="1" noChangeAspect="1"/>
          </p:cNvPicPr>
          <p:nvPr>
            <p:ph sz="half" idx="1"/>
          </p:nvPr>
        </p:nvPicPr>
        <p:blipFill>
          <a:blip r:embed="rId5">
            <a:extLst>
              <a:ext uri="{28A0092B-C50C-407E-A947-70E740481C1C}">
                <a14:useLocalDpi xmlns:a14="http://schemas.microsoft.com/office/drawing/2010/main" val="0"/>
              </a:ext>
            </a:extLst>
          </a:blip>
          <a:stretch>
            <a:fillRect/>
          </a:stretch>
        </p:blipFill>
        <p:spPr>
          <a:xfrm>
            <a:off x="6450426" y="2404770"/>
            <a:ext cx="4788505" cy="2992814"/>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sp>
        <p:nvSpPr>
          <p:cNvPr id="19" name="Freeform: Shape 18">
            <a:extLst>
              <a:ext uri="{FF2B5EF4-FFF2-40B4-BE49-F238E27FC236}">
                <a16:creationId xmlns:a16="http://schemas.microsoft.com/office/drawing/2014/main" id="{C64E267B-3F5A-4357-9E7F-C5FBE5D3B1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50426" y="5902730"/>
            <a:ext cx="5741575" cy="955271"/>
          </a:xfrm>
          <a:custGeom>
            <a:avLst/>
            <a:gdLst>
              <a:gd name="connsiteX0" fmla="*/ 5741575 w 5741575"/>
              <a:gd name="connsiteY0" fmla="*/ 0 h 955271"/>
              <a:gd name="connsiteX1" fmla="*/ 5741575 w 5741575"/>
              <a:gd name="connsiteY1" fmla="*/ 955271 h 955271"/>
              <a:gd name="connsiteX2" fmla="*/ 0 w 5741575"/>
              <a:gd name="connsiteY2" fmla="*/ 955271 h 955271"/>
              <a:gd name="connsiteX3" fmla="*/ 8558 w 5741575"/>
              <a:gd name="connsiteY3" fmla="*/ 953971 h 955271"/>
              <a:gd name="connsiteX4" fmla="*/ 16894 w 5741575"/>
              <a:gd name="connsiteY4" fmla="*/ 953847 h 955271"/>
              <a:gd name="connsiteX5" fmla="*/ 28156 w 5741575"/>
              <a:gd name="connsiteY5" fmla="*/ 951374 h 955271"/>
              <a:gd name="connsiteX6" fmla="*/ 28293 w 5741575"/>
              <a:gd name="connsiteY6" fmla="*/ 950971 h 955271"/>
              <a:gd name="connsiteX7" fmla="*/ 39115 w 5741575"/>
              <a:gd name="connsiteY7" fmla="*/ 949326 h 955271"/>
              <a:gd name="connsiteX8" fmla="*/ 93851 w 5741575"/>
              <a:gd name="connsiteY8" fmla="*/ 945611 h 955271"/>
              <a:gd name="connsiteX9" fmla="*/ 148657 w 5741575"/>
              <a:gd name="connsiteY9" fmla="*/ 898134 h 955271"/>
              <a:gd name="connsiteX10" fmla="*/ 174554 w 5741575"/>
              <a:gd name="connsiteY10" fmla="*/ 886351 h 955271"/>
              <a:gd name="connsiteX11" fmla="*/ 187633 w 5741575"/>
              <a:gd name="connsiteY11" fmla="*/ 878226 h 955271"/>
              <a:gd name="connsiteX12" fmla="*/ 187961 w 5741575"/>
              <a:gd name="connsiteY12" fmla="*/ 876538 h 955271"/>
              <a:gd name="connsiteX13" fmla="*/ 240501 w 5741575"/>
              <a:gd name="connsiteY13" fmla="*/ 873150 h 955271"/>
              <a:gd name="connsiteX14" fmla="*/ 246345 w 5741575"/>
              <a:gd name="connsiteY14" fmla="*/ 869942 h 955271"/>
              <a:gd name="connsiteX15" fmla="*/ 282041 w 5741575"/>
              <a:gd name="connsiteY15" fmla="*/ 871263 h 955271"/>
              <a:gd name="connsiteX16" fmla="*/ 299711 w 5741575"/>
              <a:gd name="connsiteY16" fmla="*/ 870064 h 955271"/>
              <a:gd name="connsiteX17" fmla="*/ 306299 w 5741575"/>
              <a:gd name="connsiteY17" fmla="*/ 873609 h 955271"/>
              <a:gd name="connsiteX18" fmla="*/ 331571 w 5741575"/>
              <a:gd name="connsiteY18" fmla="*/ 869866 h 955271"/>
              <a:gd name="connsiteX19" fmla="*/ 333872 w 5741575"/>
              <a:gd name="connsiteY19" fmla="*/ 867971 h 955271"/>
              <a:gd name="connsiteX20" fmla="*/ 356953 w 5741575"/>
              <a:gd name="connsiteY20" fmla="*/ 870334 h 955271"/>
              <a:gd name="connsiteX21" fmla="*/ 379005 w 5741575"/>
              <a:gd name="connsiteY21" fmla="*/ 878900 h 955271"/>
              <a:gd name="connsiteX22" fmla="*/ 585428 w 5741575"/>
              <a:gd name="connsiteY22" fmla="*/ 826440 h 955271"/>
              <a:gd name="connsiteX23" fmla="*/ 787156 w 5741575"/>
              <a:gd name="connsiteY23" fmla="*/ 838447 h 955271"/>
              <a:gd name="connsiteX24" fmla="*/ 898586 w 5741575"/>
              <a:gd name="connsiteY24" fmla="*/ 808502 h 955271"/>
              <a:gd name="connsiteX25" fmla="*/ 924063 w 5741575"/>
              <a:gd name="connsiteY25" fmla="*/ 770210 h 955271"/>
              <a:gd name="connsiteX26" fmla="*/ 1212574 w 5741575"/>
              <a:gd name="connsiteY26" fmla="*/ 724238 h 955271"/>
              <a:gd name="connsiteX27" fmla="*/ 1280768 w 5741575"/>
              <a:gd name="connsiteY27" fmla="*/ 699122 h 955271"/>
              <a:gd name="connsiteX28" fmla="*/ 1352027 w 5741575"/>
              <a:gd name="connsiteY28" fmla="*/ 704323 h 955271"/>
              <a:gd name="connsiteX29" fmla="*/ 1374314 w 5741575"/>
              <a:gd name="connsiteY29" fmla="*/ 688815 h 955271"/>
              <a:gd name="connsiteX30" fmla="*/ 1378034 w 5741575"/>
              <a:gd name="connsiteY30" fmla="*/ 685842 h 955271"/>
              <a:gd name="connsiteX31" fmla="*/ 1395604 w 5741575"/>
              <a:gd name="connsiteY31" fmla="*/ 680460 h 955271"/>
              <a:gd name="connsiteX32" fmla="*/ 1397206 w 5741575"/>
              <a:gd name="connsiteY32" fmla="*/ 670793 h 955271"/>
              <a:gd name="connsiteX33" fmla="*/ 1421250 w 5741575"/>
              <a:gd name="connsiteY33" fmla="*/ 656855 h 955271"/>
              <a:gd name="connsiteX34" fmla="*/ 1454524 w 5741575"/>
              <a:gd name="connsiteY34" fmla="*/ 649224 h 955271"/>
              <a:gd name="connsiteX35" fmla="*/ 1616217 w 5741575"/>
              <a:gd name="connsiteY35" fmla="*/ 622107 h 955271"/>
              <a:gd name="connsiteX36" fmla="*/ 1710928 w 5741575"/>
              <a:gd name="connsiteY36" fmla="*/ 600666 h 955271"/>
              <a:gd name="connsiteX37" fmla="*/ 1743718 w 5741575"/>
              <a:gd name="connsiteY37" fmla="*/ 584327 h 955271"/>
              <a:gd name="connsiteX38" fmla="*/ 1791651 w 5741575"/>
              <a:gd name="connsiteY38" fmla="*/ 567019 h 955271"/>
              <a:gd name="connsiteX39" fmla="*/ 1873778 w 5741575"/>
              <a:gd name="connsiteY39" fmla="*/ 530130 h 955271"/>
              <a:gd name="connsiteX40" fmla="*/ 1988411 w 5741575"/>
              <a:gd name="connsiteY40" fmla="*/ 491599 h 955271"/>
              <a:gd name="connsiteX41" fmla="*/ 2085507 w 5741575"/>
              <a:gd name="connsiteY41" fmla="*/ 498527 h 955271"/>
              <a:gd name="connsiteX42" fmla="*/ 2090767 w 5741575"/>
              <a:gd name="connsiteY42" fmla="*/ 490616 h 955271"/>
              <a:gd name="connsiteX43" fmla="*/ 2151143 w 5741575"/>
              <a:gd name="connsiteY43" fmla="*/ 478332 h 955271"/>
              <a:gd name="connsiteX44" fmla="*/ 2378710 w 5741575"/>
              <a:gd name="connsiteY44" fmla="*/ 477570 h 955271"/>
              <a:gd name="connsiteX45" fmla="*/ 2496256 w 5741575"/>
              <a:gd name="connsiteY45" fmla="*/ 452396 h 955271"/>
              <a:gd name="connsiteX46" fmla="*/ 2535387 w 5741575"/>
              <a:gd name="connsiteY46" fmla="*/ 436645 h 955271"/>
              <a:gd name="connsiteX47" fmla="*/ 2601109 w 5741575"/>
              <a:gd name="connsiteY47" fmla="*/ 410678 h 955271"/>
              <a:gd name="connsiteX48" fmla="*/ 2643855 w 5741575"/>
              <a:gd name="connsiteY48" fmla="*/ 374482 h 955271"/>
              <a:gd name="connsiteX49" fmla="*/ 2657726 w 5741575"/>
              <a:gd name="connsiteY49" fmla="*/ 365841 h 955271"/>
              <a:gd name="connsiteX50" fmla="*/ 2687125 w 5741575"/>
              <a:gd name="connsiteY50" fmla="*/ 366820 h 955271"/>
              <a:gd name="connsiteX51" fmla="*/ 2697479 w 5741575"/>
              <a:gd name="connsiteY51" fmla="*/ 361430 h 955271"/>
              <a:gd name="connsiteX52" fmla="*/ 2701547 w 5741575"/>
              <a:gd name="connsiteY52" fmla="*/ 361545 h 955271"/>
              <a:gd name="connsiteX53" fmla="*/ 2711054 w 5741575"/>
              <a:gd name="connsiteY53" fmla="*/ 360597 h 955271"/>
              <a:gd name="connsiteX54" fmla="*/ 2710438 w 5741575"/>
              <a:gd name="connsiteY54" fmla="*/ 366958 h 955271"/>
              <a:gd name="connsiteX55" fmla="*/ 2722936 w 5741575"/>
              <a:gd name="connsiteY55" fmla="*/ 377633 h 955271"/>
              <a:gd name="connsiteX56" fmla="*/ 2777227 w 5741575"/>
              <a:gd name="connsiteY56" fmla="*/ 368972 h 955271"/>
              <a:gd name="connsiteX57" fmla="*/ 2779510 w 5741575"/>
              <a:gd name="connsiteY57" fmla="*/ 361652 h 955271"/>
              <a:gd name="connsiteX58" fmla="*/ 2786278 w 5741575"/>
              <a:gd name="connsiteY58" fmla="*/ 359869 h 955271"/>
              <a:gd name="connsiteX59" fmla="*/ 2792101 w 5741575"/>
              <a:gd name="connsiteY59" fmla="*/ 365927 h 955271"/>
              <a:gd name="connsiteX60" fmla="*/ 2885545 w 5741575"/>
              <a:gd name="connsiteY60" fmla="*/ 372818 h 955271"/>
              <a:gd name="connsiteX61" fmla="*/ 3009558 w 5741575"/>
              <a:gd name="connsiteY61" fmla="*/ 370573 h 955271"/>
              <a:gd name="connsiteX62" fmla="*/ 3095010 w 5741575"/>
              <a:gd name="connsiteY62" fmla="*/ 332454 h 955271"/>
              <a:gd name="connsiteX63" fmla="*/ 3103742 w 5741575"/>
              <a:gd name="connsiteY63" fmla="*/ 337974 h 955271"/>
              <a:gd name="connsiteX64" fmla="*/ 3165093 w 5741575"/>
              <a:gd name="connsiteY64" fmla="*/ 329459 h 955271"/>
              <a:gd name="connsiteX65" fmla="*/ 3373785 w 5741575"/>
              <a:gd name="connsiteY65" fmla="*/ 255680 h 955271"/>
              <a:gd name="connsiteX66" fmla="*/ 3493851 w 5741575"/>
              <a:gd name="connsiteY66" fmla="*/ 240255 h 955271"/>
              <a:gd name="connsiteX67" fmla="*/ 3537470 w 5741575"/>
              <a:gd name="connsiteY67" fmla="*/ 241867 h 955271"/>
              <a:gd name="connsiteX68" fmla="*/ 3610489 w 5741575"/>
              <a:gd name="connsiteY68" fmla="*/ 244128 h 955271"/>
              <a:gd name="connsiteX69" fmla="*/ 3667539 w 5741575"/>
              <a:gd name="connsiteY69" fmla="*/ 263271 h 955271"/>
              <a:gd name="connsiteX70" fmla="*/ 3727614 w 5741575"/>
              <a:gd name="connsiteY70" fmla="*/ 258245 h 955271"/>
              <a:gd name="connsiteX71" fmla="*/ 3738369 w 5741575"/>
              <a:gd name="connsiteY71" fmla="*/ 234506 h 955271"/>
              <a:gd name="connsiteX72" fmla="*/ 3803670 w 5741575"/>
              <a:gd name="connsiteY72" fmla="*/ 236457 h 955271"/>
              <a:gd name="connsiteX73" fmla="*/ 3903080 w 5741575"/>
              <a:gd name="connsiteY73" fmla="*/ 241890 h 955271"/>
              <a:gd name="connsiteX74" fmla="*/ 3959588 w 5741575"/>
              <a:gd name="connsiteY74" fmla="*/ 239195 h 955271"/>
              <a:gd name="connsiteX75" fmla="*/ 4114838 w 5741575"/>
              <a:gd name="connsiteY75" fmla="*/ 238165 h 955271"/>
              <a:gd name="connsiteX76" fmla="*/ 4271023 w 5741575"/>
              <a:gd name="connsiteY76" fmla="*/ 241959 h 955271"/>
              <a:gd name="connsiteX77" fmla="*/ 4367397 w 5741575"/>
              <a:gd name="connsiteY77" fmla="*/ 271442 h 955271"/>
              <a:gd name="connsiteX78" fmla="*/ 4495366 w 5741575"/>
              <a:gd name="connsiteY78" fmla="*/ 271618 h 955271"/>
              <a:gd name="connsiteX79" fmla="*/ 4517347 w 5741575"/>
              <a:gd name="connsiteY79" fmla="*/ 275639 h 955271"/>
              <a:gd name="connsiteX80" fmla="*/ 4546116 w 5741575"/>
              <a:gd name="connsiteY80" fmla="*/ 268568 h 955271"/>
              <a:gd name="connsiteX81" fmla="*/ 4661259 w 5741575"/>
              <a:gd name="connsiteY81" fmla="*/ 238966 h 955271"/>
              <a:gd name="connsiteX82" fmla="*/ 4750403 w 5741575"/>
              <a:gd name="connsiteY82" fmla="*/ 204364 h 955271"/>
              <a:gd name="connsiteX83" fmla="*/ 4867614 w 5741575"/>
              <a:gd name="connsiteY83" fmla="*/ 208668 h 955271"/>
              <a:gd name="connsiteX84" fmla="*/ 4937036 w 5741575"/>
              <a:gd name="connsiteY84" fmla="*/ 195446 h 955271"/>
              <a:gd name="connsiteX85" fmla="*/ 5047626 w 5741575"/>
              <a:gd name="connsiteY85" fmla="*/ 149604 h 955271"/>
              <a:gd name="connsiteX86" fmla="*/ 5200247 w 5741575"/>
              <a:gd name="connsiteY86" fmla="*/ 142695 h 955271"/>
              <a:gd name="connsiteX87" fmla="*/ 5235691 w 5741575"/>
              <a:gd name="connsiteY87" fmla="*/ 173330 h 955271"/>
              <a:gd name="connsiteX88" fmla="*/ 5280133 w 5741575"/>
              <a:gd name="connsiteY88" fmla="*/ 189342 h 955271"/>
              <a:gd name="connsiteX89" fmla="*/ 5291963 w 5741575"/>
              <a:gd name="connsiteY89" fmla="*/ 139446 h 955271"/>
              <a:gd name="connsiteX90" fmla="*/ 5418472 w 5741575"/>
              <a:gd name="connsiteY90" fmla="*/ 89163 h 955271"/>
              <a:gd name="connsiteX91" fmla="*/ 5482354 w 5741575"/>
              <a:gd name="connsiteY91" fmla="*/ 69470 h 955271"/>
              <a:gd name="connsiteX92" fmla="*/ 5583280 w 5741575"/>
              <a:gd name="connsiteY92" fmla="*/ 49787 h 955271"/>
              <a:gd name="connsiteX93" fmla="*/ 5613766 w 5741575"/>
              <a:gd name="connsiteY93" fmla="*/ 41855 h 955271"/>
              <a:gd name="connsiteX94" fmla="*/ 5684952 w 5741575"/>
              <a:gd name="connsiteY94" fmla="*/ 26088 h 9552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Lst>
            <a:rect l="l" t="t" r="r" b="b"/>
            <a:pathLst>
              <a:path w="5741575" h="955271">
                <a:moveTo>
                  <a:pt x="5741575" y="0"/>
                </a:moveTo>
                <a:lnTo>
                  <a:pt x="5741575" y="955271"/>
                </a:lnTo>
                <a:lnTo>
                  <a:pt x="0" y="955271"/>
                </a:lnTo>
                <a:lnTo>
                  <a:pt x="8558" y="953971"/>
                </a:lnTo>
                <a:lnTo>
                  <a:pt x="16894" y="953847"/>
                </a:lnTo>
                <a:cubicBezTo>
                  <a:pt x="22474" y="953361"/>
                  <a:pt x="25973" y="952524"/>
                  <a:pt x="28156" y="951374"/>
                </a:cubicBezTo>
                <a:cubicBezTo>
                  <a:pt x="28201" y="951240"/>
                  <a:pt x="28247" y="951105"/>
                  <a:pt x="28293" y="950971"/>
                </a:cubicBezTo>
                <a:lnTo>
                  <a:pt x="39115" y="949326"/>
                </a:lnTo>
                <a:cubicBezTo>
                  <a:pt x="57701" y="947335"/>
                  <a:pt x="76089" y="946141"/>
                  <a:pt x="93851" y="945611"/>
                </a:cubicBezTo>
                <a:cubicBezTo>
                  <a:pt x="99905" y="923404"/>
                  <a:pt x="170209" y="932855"/>
                  <a:pt x="148657" y="898134"/>
                </a:cubicBezTo>
                <a:cubicBezTo>
                  <a:pt x="172173" y="896348"/>
                  <a:pt x="191809" y="908449"/>
                  <a:pt x="174554" y="886351"/>
                </a:cubicBezTo>
                <a:cubicBezTo>
                  <a:pt x="182014" y="885083"/>
                  <a:pt x="185699" y="882087"/>
                  <a:pt x="187633" y="878226"/>
                </a:cubicBezTo>
                <a:cubicBezTo>
                  <a:pt x="187742" y="877663"/>
                  <a:pt x="187852" y="877101"/>
                  <a:pt x="187961" y="876538"/>
                </a:cubicBezTo>
                <a:lnTo>
                  <a:pt x="240501" y="873150"/>
                </a:lnTo>
                <a:lnTo>
                  <a:pt x="246345" y="869942"/>
                </a:lnTo>
                <a:lnTo>
                  <a:pt x="282041" y="871263"/>
                </a:lnTo>
                <a:lnTo>
                  <a:pt x="299711" y="870064"/>
                </a:lnTo>
                <a:lnTo>
                  <a:pt x="306299" y="873609"/>
                </a:lnTo>
                <a:cubicBezTo>
                  <a:pt x="312531" y="875279"/>
                  <a:pt x="320316" y="874896"/>
                  <a:pt x="331571" y="869866"/>
                </a:cubicBezTo>
                <a:lnTo>
                  <a:pt x="333872" y="867971"/>
                </a:lnTo>
                <a:lnTo>
                  <a:pt x="356953" y="870334"/>
                </a:lnTo>
                <a:cubicBezTo>
                  <a:pt x="364772" y="872042"/>
                  <a:pt x="372199" y="874762"/>
                  <a:pt x="379005" y="878900"/>
                </a:cubicBezTo>
                <a:cubicBezTo>
                  <a:pt x="436788" y="836391"/>
                  <a:pt x="512367" y="847456"/>
                  <a:pt x="585428" y="826440"/>
                </a:cubicBezTo>
                <a:cubicBezTo>
                  <a:pt x="600236" y="776571"/>
                  <a:pt x="751447" y="800939"/>
                  <a:pt x="787156" y="838447"/>
                </a:cubicBezTo>
                <a:cubicBezTo>
                  <a:pt x="767750" y="789794"/>
                  <a:pt x="977582" y="857915"/>
                  <a:pt x="898586" y="808502"/>
                </a:cubicBezTo>
                <a:cubicBezTo>
                  <a:pt x="926099" y="807167"/>
                  <a:pt x="944922" y="782490"/>
                  <a:pt x="924063" y="770210"/>
                </a:cubicBezTo>
                <a:cubicBezTo>
                  <a:pt x="1015917" y="786259"/>
                  <a:pt x="1117953" y="728408"/>
                  <a:pt x="1212574" y="724238"/>
                </a:cubicBezTo>
                <a:cubicBezTo>
                  <a:pt x="1245879" y="677520"/>
                  <a:pt x="1233543" y="716744"/>
                  <a:pt x="1280768" y="699122"/>
                </a:cubicBezTo>
                <a:cubicBezTo>
                  <a:pt x="1280824" y="735474"/>
                  <a:pt x="1333787" y="667235"/>
                  <a:pt x="1352027" y="704323"/>
                </a:cubicBezTo>
                <a:cubicBezTo>
                  <a:pt x="1360044" y="699941"/>
                  <a:pt x="1367234" y="694526"/>
                  <a:pt x="1374314" y="688815"/>
                </a:cubicBezTo>
                <a:lnTo>
                  <a:pt x="1378034" y="685842"/>
                </a:lnTo>
                <a:lnTo>
                  <a:pt x="1395604" y="680460"/>
                </a:lnTo>
                <a:lnTo>
                  <a:pt x="1397206" y="670793"/>
                </a:lnTo>
                <a:lnTo>
                  <a:pt x="1421250" y="656855"/>
                </a:lnTo>
                <a:cubicBezTo>
                  <a:pt x="1430770" y="652893"/>
                  <a:pt x="1441623" y="650105"/>
                  <a:pt x="1454524" y="649224"/>
                </a:cubicBezTo>
                <a:cubicBezTo>
                  <a:pt x="1502655" y="660482"/>
                  <a:pt x="1556151" y="606226"/>
                  <a:pt x="1616217" y="622107"/>
                </a:cubicBezTo>
                <a:cubicBezTo>
                  <a:pt x="1637755" y="624837"/>
                  <a:pt x="1701030" y="614257"/>
                  <a:pt x="1710928" y="600666"/>
                </a:cubicBezTo>
                <a:cubicBezTo>
                  <a:pt x="1723693" y="596072"/>
                  <a:pt x="1739861" y="597834"/>
                  <a:pt x="1743718" y="584327"/>
                </a:cubicBezTo>
                <a:cubicBezTo>
                  <a:pt x="1751098" y="567647"/>
                  <a:pt x="1801421" y="583831"/>
                  <a:pt x="1791651" y="567019"/>
                </a:cubicBezTo>
                <a:cubicBezTo>
                  <a:pt x="1827282" y="577929"/>
                  <a:pt x="1847642" y="542228"/>
                  <a:pt x="1873778" y="530130"/>
                </a:cubicBezTo>
                <a:cubicBezTo>
                  <a:pt x="1902425" y="541995"/>
                  <a:pt x="1929013" y="504913"/>
                  <a:pt x="1988411" y="491599"/>
                </a:cubicBezTo>
                <a:cubicBezTo>
                  <a:pt x="2020077" y="505546"/>
                  <a:pt x="2028363" y="482381"/>
                  <a:pt x="2085507" y="498527"/>
                </a:cubicBezTo>
                <a:cubicBezTo>
                  <a:pt x="2086719" y="495769"/>
                  <a:pt x="2088490" y="493104"/>
                  <a:pt x="2090767" y="490616"/>
                </a:cubicBezTo>
                <a:cubicBezTo>
                  <a:pt x="2103992" y="476161"/>
                  <a:pt x="2131025" y="470659"/>
                  <a:pt x="2151143" y="478332"/>
                </a:cubicBezTo>
                <a:cubicBezTo>
                  <a:pt x="2240088" y="497642"/>
                  <a:pt x="2310118" y="483043"/>
                  <a:pt x="2378710" y="477570"/>
                </a:cubicBezTo>
                <a:cubicBezTo>
                  <a:pt x="2454975" y="467585"/>
                  <a:pt x="2391576" y="437831"/>
                  <a:pt x="2496256" y="452396"/>
                </a:cubicBezTo>
                <a:cubicBezTo>
                  <a:pt x="2501503" y="436899"/>
                  <a:pt x="2513119" y="433980"/>
                  <a:pt x="2535387" y="436645"/>
                </a:cubicBezTo>
                <a:cubicBezTo>
                  <a:pt x="2572084" y="430778"/>
                  <a:pt x="2557124" y="397207"/>
                  <a:pt x="2601109" y="410678"/>
                </a:cubicBezTo>
                <a:cubicBezTo>
                  <a:pt x="2588000" y="393616"/>
                  <a:pt x="2667428" y="390302"/>
                  <a:pt x="2643855" y="374482"/>
                </a:cubicBezTo>
                <a:cubicBezTo>
                  <a:pt x="2648277" y="369169"/>
                  <a:pt x="2652937" y="366761"/>
                  <a:pt x="2657726" y="365841"/>
                </a:cubicBezTo>
                <a:cubicBezTo>
                  <a:pt x="2667303" y="363999"/>
                  <a:pt x="2677395" y="368107"/>
                  <a:pt x="2687125" y="366820"/>
                </a:cubicBezTo>
                <a:lnTo>
                  <a:pt x="2697479" y="361430"/>
                </a:lnTo>
                <a:lnTo>
                  <a:pt x="2701547" y="361545"/>
                </a:lnTo>
                <a:lnTo>
                  <a:pt x="2711054" y="360597"/>
                </a:lnTo>
                <a:lnTo>
                  <a:pt x="2710438" y="366958"/>
                </a:lnTo>
                <a:cubicBezTo>
                  <a:pt x="2708955" y="373111"/>
                  <a:pt x="2708038" y="379788"/>
                  <a:pt x="2722936" y="377633"/>
                </a:cubicBezTo>
                <a:cubicBezTo>
                  <a:pt x="2753511" y="370170"/>
                  <a:pt x="2766475" y="394972"/>
                  <a:pt x="2777227" y="368972"/>
                </a:cubicBezTo>
                <a:lnTo>
                  <a:pt x="2779510" y="361652"/>
                </a:lnTo>
                <a:lnTo>
                  <a:pt x="2786278" y="359869"/>
                </a:lnTo>
                <a:cubicBezTo>
                  <a:pt x="2789994" y="359750"/>
                  <a:pt x="2792255" y="361281"/>
                  <a:pt x="2792101" y="365927"/>
                </a:cubicBezTo>
                <a:cubicBezTo>
                  <a:pt x="2819315" y="344279"/>
                  <a:pt x="2855630" y="370297"/>
                  <a:pt x="2885545" y="372818"/>
                </a:cubicBezTo>
                <a:cubicBezTo>
                  <a:pt x="2905895" y="352581"/>
                  <a:pt x="2948591" y="377825"/>
                  <a:pt x="3009558" y="370573"/>
                </a:cubicBezTo>
                <a:cubicBezTo>
                  <a:pt x="3031640" y="347442"/>
                  <a:pt x="3050695" y="365935"/>
                  <a:pt x="3095010" y="332454"/>
                </a:cubicBezTo>
                <a:cubicBezTo>
                  <a:pt x="3097485" y="334582"/>
                  <a:pt x="3100426" y="336441"/>
                  <a:pt x="3103742" y="337974"/>
                </a:cubicBezTo>
                <a:cubicBezTo>
                  <a:pt x="3123005" y="346878"/>
                  <a:pt x="3150475" y="343067"/>
                  <a:pt x="3165093" y="329459"/>
                </a:cubicBezTo>
                <a:cubicBezTo>
                  <a:pt x="3236951" y="282673"/>
                  <a:pt x="3308286" y="273118"/>
                  <a:pt x="3373785" y="255680"/>
                </a:cubicBezTo>
                <a:cubicBezTo>
                  <a:pt x="3448540" y="239861"/>
                  <a:pt x="3405238" y="287846"/>
                  <a:pt x="3493851" y="240255"/>
                </a:cubicBezTo>
                <a:cubicBezTo>
                  <a:pt x="3506326" y="252723"/>
                  <a:pt x="3518405" y="251593"/>
                  <a:pt x="3537470" y="241867"/>
                </a:cubicBezTo>
                <a:cubicBezTo>
                  <a:pt x="3573967" y="235226"/>
                  <a:pt x="3576893" y="270855"/>
                  <a:pt x="3610489" y="244128"/>
                </a:cubicBezTo>
                <a:cubicBezTo>
                  <a:pt x="3606935" y="264036"/>
                  <a:pt x="3681284" y="241075"/>
                  <a:pt x="3667539" y="263271"/>
                </a:cubicBezTo>
                <a:cubicBezTo>
                  <a:pt x="3694251" y="276940"/>
                  <a:pt x="3701441" y="246803"/>
                  <a:pt x="3727614" y="258245"/>
                </a:cubicBezTo>
                <a:cubicBezTo>
                  <a:pt x="3754952" y="257751"/>
                  <a:pt x="3708960" y="240314"/>
                  <a:pt x="3738369" y="234506"/>
                </a:cubicBezTo>
                <a:cubicBezTo>
                  <a:pt x="3774580" y="230879"/>
                  <a:pt x="3768868" y="196201"/>
                  <a:pt x="3803670" y="236457"/>
                </a:cubicBezTo>
                <a:cubicBezTo>
                  <a:pt x="3839567" y="220301"/>
                  <a:pt x="3850064" y="239151"/>
                  <a:pt x="3903080" y="241890"/>
                </a:cubicBezTo>
                <a:cubicBezTo>
                  <a:pt x="3922859" y="227800"/>
                  <a:pt x="3941005" y="230826"/>
                  <a:pt x="3959588" y="239195"/>
                </a:cubicBezTo>
                <a:cubicBezTo>
                  <a:pt x="4009252" y="229421"/>
                  <a:pt x="4057491" y="239376"/>
                  <a:pt x="4114838" y="238165"/>
                </a:cubicBezTo>
                <a:cubicBezTo>
                  <a:pt x="4173784" y="217210"/>
                  <a:pt x="4209756" y="243378"/>
                  <a:pt x="4271023" y="241959"/>
                </a:cubicBezTo>
                <a:cubicBezTo>
                  <a:pt x="4326191" y="205535"/>
                  <a:pt x="4316856" y="279258"/>
                  <a:pt x="4367397" y="271442"/>
                </a:cubicBezTo>
                <a:cubicBezTo>
                  <a:pt x="4446016" y="235091"/>
                  <a:pt x="4369000" y="295343"/>
                  <a:pt x="4495366" y="271618"/>
                </a:cubicBezTo>
                <a:cubicBezTo>
                  <a:pt x="4501905" y="266287"/>
                  <a:pt x="4518077" y="269240"/>
                  <a:pt x="4517347" y="275639"/>
                </a:cubicBezTo>
                <a:cubicBezTo>
                  <a:pt x="4525170" y="272832"/>
                  <a:pt x="4542809" y="258800"/>
                  <a:pt x="4546116" y="268568"/>
                </a:cubicBezTo>
                <a:cubicBezTo>
                  <a:pt x="4586961" y="265354"/>
                  <a:pt x="4626617" y="255160"/>
                  <a:pt x="4661259" y="238966"/>
                </a:cubicBezTo>
                <a:cubicBezTo>
                  <a:pt x="4741966" y="247639"/>
                  <a:pt x="4693066" y="205693"/>
                  <a:pt x="4750403" y="204364"/>
                </a:cubicBezTo>
                <a:cubicBezTo>
                  <a:pt x="4798501" y="219113"/>
                  <a:pt x="4813319" y="201253"/>
                  <a:pt x="4867614" y="208668"/>
                </a:cubicBezTo>
                <a:cubicBezTo>
                  <a:pt x="4881621" y="174373"/>
                  <a:pt x="4917566" y="206761"/>
                  <a:pt x="4937036" y="195446"/>
                </a:cubicBezTo>
                <a:cubicBezTo>
                  <a:pt x="4974214" y="229763"/>
                  <a:pt x="5013321" y="152474"/>
                  <a:pt x="5047626" y="149604"/>
                </a:cubicBezTo>
                <a:cubicBezTo>
                  <a:pt x="5106046" y="150576"/>
                  <a:pt x="5172786" y="183138"/>
                  <a:pt x="5200247" y="142695"/>
                </a:cubicBezTo>
                <a:cubicBezTo>
                  <a:pt x="5206135" y="157748"/>
                  <a:pt x="5203071" y="179288"/>
                  <a:pt x="5235691" y="173330"/>
                </a:cubicBezTo>
                <a:cubicBezTo>
                  <a:pt x="5249654" y="179935"/>
                  <a:pt x="5254450" y="203448"/>
                  <a:pt x="5280133" y="189342"/>
                </a:cubicBezTo>
                <a:cubicBezTo>
                  <a:pt x="5244836" y="171370"/>
                  <a:pt x="5299493" y="163568"/>
                  <a:pt x="5291963" y="139446"/>
                </a:cubicBezTo>
                <a:cubicBezTo>
                  <a:pt x="5331555" y="120349"/>
                  <a:pt x="5427790" y="132865"/>
                  <a:pt x="5418472" y="89163"/>
                </a:cubicBezTo>
                <a:cubicBezTo>
                  <a:pt x="5428057" y="62053"/>
                  <a:pt x="5484665" y="97616"/>
                  <a:pt x="5482354" y="69470"/>
                </a:cubicBezTo>
                <a:cubicBezTo>
                  <a:pt x="5507119" y="85574"/>
                  <a:pt x="5545363" y="52240"/>
                  <a:pt x="5583280" y="49787"/>
                </a:cubicBezTo>
                <a:cubicBezTo>
                  <a:pt x="5589344" y="36484"/>
                  <a:pt x="5598103" y="36349"/>
                  <a:pt x="5613766" y="41855"/>
                </a:cubicBezTo>
                <a:cubicBezTo>
                  <a:pt x="5636621" y="41086"/>
                  <a:pt x="5660728" y="35034"/>
                  <a:pt x="5684952" y="26088"/>
                </a:cubicBezTo>
                <a:close/>
              </a:path>
            </a:pathLst>
          </a:custGeom>
          <a:solidFill>
            <a:srgbClr val="82766A">
              <a:alpha val="15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530273702"/>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9336D1-2296-BA5B-C8AD-B2AEFE9C854F}"/>
              </a:ext>
            </a:extLst>
          </p:cNvPr>
          <p:cNvSpPr>
            <a:spLocks noGrp="1"/>
          </p:cNvSpPr>
          <p:nvPr>
            <p:ph type="title"/>
          </p:nvPr>
        </p:nvSpPr>
        <p:spPr/>
        <p:txBody>
          <a:bodyPr/>
          <a:lstStyle/>
          <a:p>
            <a:r>
              <a:rPr lang="en-US" dirty="0"/>
              <a:t>Implemented features</a:t>
            </a:r>
          </a:p>
        </p:txBody>
      </p:sp>
      <p:sp>
        <p:nvSpPr>
          <p:cNvPr id="3" name="Content Placeholder 2">
            <a:extLst>
              <a:ext uri="{FF2B5EF4-FFF2-40B4-BE49-F238E27FC236}">
                <a16:creationId xmlns:a16="http://schemas.microsoft.com/office/drawing/2014/main" id="{806702ED-D88A-4571-74E0-733742EB1562}"/>
              </a:ext>
            </a:extLst>
          </p:cNvPr>
          <p:cNvSpPr>
            <a:spLocks noGrp="1"/>
          </p:cNvSpPr>
          <p:nvPr>
            <p:ph idx="1"/>
          </p:nvPr>
        </p:nvSpPr>
        <p:spPr/>
        <p:txBody>
          <a:bodyPr/>
          <a:lstStyle/>
          <a:p>
            <a:r>
              <a:rPr lang="en-US" dirty="0"/>
              <a:t>The application implements the following features:</a:t>
            </a:r>
          </a:p>
          <a:p>
            <a:r>
              <a:rPr lang="en-US" dirty="0"/>
              <a:t>Delete Notes – Users are able to delete their personal notes from the dashboard.</a:t>
            </a:r>
          </a:p>
          <a:p>
            <a:r>
              <a:rPr lang="en-US" dirty="0"/>
              <a:t>Access Restriction – Protected routes utilize decorators such as @login_required, @admin_required to restrict access and show a 403 page if the user isn’t authorized.</a:t>
            </a:r>
          </a:p>
          <a:p>
            <a:r>
              <a:rPr lang="en-US" dirty="0"/>
              <a:t>Input Verification – All input by users is verified in terms of required fields and length before processing.</a:t>
            </a:r>
          </a:p>
          <a:p>
            <a:r>
              <a:rPr lang="en-US" dirty="0"/>
              <a:t>Error Pages – Personalized 403 (Access Denied) and 404 (Page Not Found) error pages are shown on invalid requests.</a:t>
            </a:r>
          </a:p>
          <a:p>
            <a:r>
              <a:rPr lang="en-US" dirty="0"/>
              <a:t>Flask Session Security – Flask sessions are signed by a secret key that prevents manipulation.</a:t>
            </a:r>
          </a:p>
        </p:txBody>
      </p:sp>
    </p:spTree>
    <p:extLst>
      <p:ext uri="{BB962C8B-B14F-4D97-AF65-F5344CB8AC3E}">
        <p14:creationId xmlns:p14="http://schemas.microsoft.com/office/powerpoint/2010/main" val="3812100062"/>
      </p:ext>
    </p:extLst>
  </p:cSld>
  <p:clrMapOvr>
    <a:masterClrMapping/>
  </p:clrMapOvr>
  <mc:AlternateContent xmlns:mc="http://schemas.openxmlformats.org/markup-compatibility/2006" xmlns:p14="http://schemas.microsoft.com/office/powerpoint/2010/main">
    <mc:Choice Requires="p14">
      <p:transition spd="slow" p14:dur="1400">
        <p14:ripple/>
      </p:transition>
    </mc:Choice>
    <mc:Fallback xmlns="">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179" name="Picture 178">
            <a:extLst>
              <a:ext uri="{FF2B5EF4-FFF2-40B4-BE49-F238E27FC236}">
                <a16:creationId xmlns:a16="http://schemas.microsoft.com/office/drawing/2014/main" id="{DEB2E8C4-C3E7-4048-A43D-9859510CFA98}"/>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2">
            <a:extLst>
              <a:ext uri="{28A0092B-C50C-407E-A947-70E740481C1C}">
                <a14:useLocalDpi xmlns:a14="http://schemas.microsoft.com/office/drawing/2010/main" val="0"/>
              </a:ext>
            </a:extLst>
          </a:blip>
          <a:stretch>
            <a:fillRect/>
          </a:stretch>
        </p:blipFill>
        <p:spPr>
          <a:xfrm>
            <a:off x="10905744" y="0"/>
            <a:ext cx="1286256" cy="6858000"/>
          </a:xfrm>
          <a:prstGeom prst="rect">
            <a:avLst/>
          </a:prstGeom>
        </p:spPr>
      </p:pic>
      <mc:AlternateContent xmlns:mc="http://schemas.openxmlformats.org/markup-compatibility/2006" xmlns:p14="http://schemas.microsoft.com/office/powerpoint/2010/main">
        <mc:Choice Requires="p14">
          <p:contentPart p14:bwMode="auto" r:id="rId3">
            <p14:nvContentPartPr>
              <p14:cNvPr id="181" name="Ink 180">
                <a:extLst>
                  <a:ext uri="{FF2B5EF4-FFF2-40B4-BE49-F238E27FC236}">
                    <a16:creationId xmlns:a16="http://schemas.microsoft.com/office/drawing/2014/main" id="{24D29CCB-7956-4E3E-8880-304085F04BF4}"/>
                  </a:ext>
                  <a:ext uri="{C183D7F6-B498-43B3-948B-1728B52AA6E4}">
                    <adec:decorative xmlns:adec="http://schemas.microsoft.com/office/drawing/2017/decorative" val="1"/>
                  </a:ext>
                </a:extLst>
              </p14:cNvPr>
              <p14:cNvContentPartPr>
                <a14:cpLocks xmlns:a14="http://schemas.microsoft.com/office/drawing/2010/main" noGrp="1" noRot="1" noChangeAspect="1" noMove="1" noResize="1" noEditPoints="1" noAdjustHandles="1" noChangeArrowheads="1" noChangeShapeType="1"/>
              </p14:cNvContentPartPr>
              <p14:nvPr>
                <p:extLst>
                  <p:ext uri="{386F3935-93C4-4BCD-93E2-E3B085C9AB24}">
                    <p16:designElem xmlns:p16="http://schemas.microsoft.com/office/powerpoint/2015/main" val="1"/>
                  </p:ext>
                </p:extLst>
              </p14:nvPr>
            </p14:nvContentPartPr>
            <p14:xfrm>
              <a:off x="12490710" y="6342652"/>
              <a:ext cx="360" cy="360"/>
            </p14:xfrm>
          </p:contentPart>
        </mc:Choice>
        <mc:Fallback xmlns="">
          <p:pic>
            <p:nvPicPr>
              <p:cNvPr id="181" name="Ink 180">
                <a:extLst>
                  <a:ext uri="{FF2B5EF4-FFF2-40B4-BE49-F238E27FC236}">
                    <a16:creationId xmlns:a16="http://schemas.microsoft.com/office/drawing/2014/main" id="{24D29CCB-7956-4E3E-8880-304085F04BF4}"/>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p:cNvPicPr>
              <p:nvPr/>
            </p:nvPicPr>
            <p:blipFill>
              <a:blip r:embed="rId4"/>
              <a:stretch>
                <a:fillRect/>
              </a:stretch>
            </p:blipFill>
            <p:spPr>
              <a:xfrm>
                <a:off x="12481710" y="6333652"/>
                <a:ext cx="18000" cy="18000"/>
              </a:xfrm>
              <a:prstGeom prst="rect">
                <a:avLst/>
              </a:prstGeom>
            </p:spPr>
          </p:pic>
        </mc:Fallback>
      </mc:AlternateContent>
      <p:sp useBgFill="1">
        <p:nvSpPr>
          <p:cNvPr id="183" name="Rectangle 182">
            <a:extLst>
              <a:ext uri="{FF2B5EF4-FFF2-40B4-BE49-F238E27FC236}">
                <a16:creationId xmlns:a16="http://schemas.microsoft.com/office/drawing/2014/main" id="{1003A656-D974-4C8E-AC40-DB648F0E2A0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4660" y="-1"/>
            <a:ext cx="1222132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5" name="Freeform: Shape 184">
            <a:extLst>
              <a:ext uri="{FF2B5EF4-FFF2-40B4-BE49-F238E27FC236}">
                <a16:creationId xmlns:a16="http://schemas.microsoft.com/office/drawing/2014/main" id="{9298EF43-252D-4B18-9998-974B4D04E0B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4660" y="-2782"/>
            <a:ext cx="12226455" cy="2053064"/>
          </a:xfrm>
          <a:custGeom>
            <a:avLst/>
            <a:gdLst>
              <a:gd name="connsiteX0" fmla="*/ 0 w 12226455"/>
              <a:gd name="connsiteY0" fmla="*/ 0 h 2053064"/>
              <a:gd name="connsiteX1" fmla="*/ 12226455 w 12226455"/>
              <a:gd name="connsiteY1" fmla="*/ 0 h 2053064"/>
              <a:gd name="connsiteX2" fmla="*/ 12226455 w 12226455"/>
              <a:gd name="connsiteY2" fmla="*/ 1142434 h 2053064"/>
              <a:gd name="connsiteX3" fmla="*/ 12210010 w 12226455"/>
              <a:gd name="connsiteY3" fmla="*/ 1142217 h 2053064"/>
              <a:gd name="connsiteX4" fmla="*/ 12097957 w 12226455"/>
              <a:gd name="connsiteY4" fmla="*/ 1125163 h 2053064"/>
              <a:gd name="connsiteX5" fmla="*/ 11705048 w 12226455"/>
              <a:gd name="connsiteY5" fmla="*/ 1279507 h 2053064"/>
              <a:gd name="connsiteX6" fmla="*/ 11578252 w 12226455"/>
              <a:gd name="connsiteY6" fmla="*/ 1424082 h 2053064"/>
              <a:gd name="connsiteX7" fmla="*/ 11441414 w 12226455"/>
              <a:gd name="connsiteY7" fmla="*/ 1483737 h 2053064"/>
              <a:gd name="connsiteX8" fmla="*/ 11384400 w 12226455"/>
              <a:gd name="connsiteY8" fmla="*/ 1551092 h 2053064"/>
              <a:gd name="connsiteX9" fmla="*/ 11303557 w 12226455"/>
              <a:gd name="connsiteY9" fmla="*/ 1596629 h 2053064"/>
              <a:gd name="connsiteX10" fmla="*/ 11206311 w 12226455"/>
              <a:gd name="connsiteY10" fmla="*/ 1602843 h 2053064"/>
              <a:gd name="connsiteX11" fmla="*/ 10860623 w 12226455"/>
              <a:gd name="connsiteY11" fmla="*/ 1584198 h 2053064"/>
              <a:gd name="connsiteX12" fmla="*/ 10374059 w 12226455"/>
              <a:gd name="connsiteY12" fmla="*/ 1638018 h 2053064"/>
              <a:gd name="connsiteX13" fmla="*/ 10215678 w 12226455"/>
              <a:gd name="connsiteY13" fmla="*/ 1625300 h 2053064"/>
              <a:gd name="connsiteX14" fmla="*/ 10015680 w 12226455"/>
              <a:gd name="connsiteY14" fmla="*/ 1677839 h 2053064"/>
              <a:gd name="connsiteX15" fmla="*/ 9411126 w 12226455"/>
              <a:gd name="connsiteY15" fmla="*/ 1725075 h 2053064"/>
              <a:gd name="connsiteX16" fmla="*/ 9341661 w 12226455"/>
              <a:gd name="connsiteY16" fmla="*/ 1766471 h 2053064"/>
              <a:gd name="connsiteX17" fmla="*/ 9091392 w 12226455"/>
              <a:gd name="connsiteY17" fmla="*/ 1794089 h 2053064"/>
              <a:gd name="connsiteX18" fmla="*/ 9046316 w 12226455"/>
              <a:gd name="connsiteY18" fmla="*/ 1801445 h 2053064"/>
              <a:gd name="connsiteX19" fmla="*/ 8924496 w 12226455"/>
              <a:gd name="connsiteY19" fmla="*/ 1804460 h 2053064"/>
              <a:gd name="connsiteX20" fmla="*/ 8730039 w 12226455"/>
              <a:gd name="connsiteY20" fmla="*/ 1834524 h 2053064"/>
              <a:gd name="connsiteX21" fmla="*/ 8637317 w 12226455"/>
              <a:gd name="connsiteY21" fmla="*/ 1855856 h 2053064"/>
              <a:gd name="connsiteX22" fmla="*/ 8497138 w 12226455"/>
              <a:gd name="connsiteY22" fmla="*/ 1917519 h 2053064"/>
              <a:gd name="connsiteX23" fmla="*/ 8281534 w 12226455"/>
              <a:gd name="connsiteY23" fmla="*/ 1929468 h 2053064"/>
              <a:gd name="connsiteX24" fmla="*/ 8275009 w 12226455"/>
              <a:gd name="connsiteY24" fmla="*/ 1930086 h 2053064"/>
              <a:gd name="connsiteX25" fmla="*/ 8215546 w 12226455"/>
              <a:gd name="connsiteY25" fmla="*/ 1914300 h 2053064"/>
              <a:gd name="connsiteX26" fmla="*/ 8191205 w 12226455"/>
              <a:gd name="connsiteY26" fmla="*/ 1916861 h 2053064"/>
              <a:gd name="connsiteX27" fmla="*/ 8022833 w 12226455"/>
              <a:gd name="connsiteY27" fmla="*/ 1910380 h 2053064"/>
              <a:gd name="connsiteX28" fmla="*/ 7842457 w 12226455"/>
              <a:gd name="connsiteY28" fmla="*/ 1925076 h 2053064"/>
              <a:gd name="connsiteX29" fmla="*/ 7623424 w 12226455"/>
              <a:gd name="connsiteY29" fmla="*/ 1914063 h 2053064"/>
              <a:gd name="connsiteX30" fmla="*/ 7513247 w 12226455"/>
              <a:gd name="connsiteY30" fmla="*/ 1927057 h 2053064"/>
              <a:gd name="connsiteX31" fmla="*/ 7252408 w 12226455"/>
              <a:gd name="connsiteY31" fmla="*/ 1944492 h 2053064"/>
              <a:gd name="connsiteX32" fmla="*/ 7058491 w 12226455"/>
              <a:gd name="connsiteY32" fmla="*/ 1917280 h 2053064"/>
              <a:gd name="connsiteX33" fmla="*/ 7014654 w 12226455"/>
              <a:gd name="connsiteY33" fmla="*/ 1895149 h 2053064"/>
              <a:gd name="connsiteX34" fmla="*/ 6857644 w 12226455"/>
              <a:gd name="connsiteY34" fmla="*/ 1867475 h 2053064"/>
              <a:gd name="connsiteX35" fmla="*/ 6801700 w 12226455"/>
              <a:gd name="connsiteY35" fmla="*/ 1876022 h 2053064"/>
              <a:gd name="connsiteX36" fmla="*/ 6630448 w 12226455"/>
              <a:gd name="connsiteY36" fmla="*/ 1837012 h 2053064"/>
              <a:gd name="connsiteX37" fmla="*/ 6343083 w 12226455"/>
              <a:gd name="connsiteY37" fmla="*/ 1854578 h 2053064"/>
              <a:gd name="connsiteX38" fmla="*/ 6118325 w 12226455"/>
              <a:gd name="connsiteY38" fmla="*/ 1857857 h 2053064"/>
              <a:gd name="connsiteX39" fmla="*/ 5951117 w 12226455"/>
              <a:gd name="connsiteY39" fmla="*/ 1860894 h 2053064"/>
              <a:gd name="connsiteX40" fmla="*/ 5899039 w 12226455"/>
              <a:gd name="connsiteY40" fmla="*/ 1848371 h 2053064"/>
              <a:gd name="connsiteX41" fmla="*/ 5826960 w 12226455"/>
              <a:gd name="connsiteY41" fmla="*/ 1849946 h 2053064"/>
              <a:gd name="connsiteX42" fmla="*/ 5750590 w 12226455"/>
              <a:gd name="connsiteY42" fmla="*/ 1853263 h 2053064"/>
              <a:gd name="connsiteX43" fmla="*/ 5692650 w 12226455"/>
              <a:gd name="connsiteY43" fmla="*/ 1852135 h 2053064"/>
              <a:gd name="connsiteX44" fmla="*/ 5707621 w 12226455"/>
              <a:gd name="connsiteY44" fmla="*/ 1850015 h 2053064"/>
              <a:gd name="connsiteX45" fmla="*/ 5678447 w 12226455"/>
              <a:gd name="connsiteY45" fmla="*/ 1851859 h 2053064"/>
              <a:gd name="connsiteX46" fmla="*/ 5692650 w 12226455"/>
              <a:gd name="connsiteY46" fmla="*/ 1852135 h 2053064"/>
              <a:gd name="connsiteX47" fmla="*/ 5624294 w 12226455"/>
              <a:gd name="connsiteY47" fmla="*/ 1861816 h 2053064"/>
              <a:gd name="connsiteX48" fmla="*/ 5554110 w 12226455"/>
              <a:gd name="connsiteY48" fmla="*/ 1842339 h 2053064"/>
              <a:gd name="connsiteX49" fmla="*/ 5482465 w 12226455"/>
              <a:gd name="connsiteY49" fmla="*/ 1811388 h 2053064"/>
              <a:gd name="connsiteX50" fmla="*/ 5234009 w 12226455"/>
              <a:gd name="connsiteY50" fmla="*/ 1818920 h 2053064"/>
              <a:gd name="connsiteX51" fmla="*/ 5054956 w 12226455"/>
              <a:gd name="connsiteY51" fmla="*/ 1837710 h 2053064"/>
              <a:gd name="connsiteX52" fmla="*/ 4968494 w 12226455"/>
              <a:gd name="connsiteY52" fmla="*/ 1861698 h 2053064"/>
              <a:gd name="connsiteX53" fmla="*/ 4887159 w 12226455"/>
              <a:gd name="connsiteY53" fmla="*/ 1869360 h 2053064"/>
              <a:gd name="connsiteX54" fmla="*/ 4823752 w 12226455"/>
              <a:gd name="connsiteY54" fmla="*/ 1897941 h 2053064"/>
              <a:gd name="connsiteX55" fmla="*/ 4763730 w 12226455"/>
              <a:gd name="connsiteY55" fmla="*/ 1930200 h 2053064"/>
              <a:gd name="connsiteX56" fmla="*/ 4758099 w 12226455"/>
              <a:gd name="connsiteY56" fmla="*/ 1930932 h 2053064"/>
              <a:gd name="connsiteX57" fmla="*/ 4753293 w 12226455"/>
              <a:gd name="connsiteY57" fmla="*/ 1927390 h 2053064"/>
              <a:gd name="connsiteX58" fmla="*/ 4738854 w 12226455"/>
              <a:gd name="connsiteY58" fmla="*/ 1934299 h 2053064"/>
              <a:gd name="connsiteX59" fmla="*/ 4679090 w 12226455"/>
              <a:gd name="connsiteY59" fmla="*/ 1945043 h 2053064"/>
              <a:gd name="connsiteX60" fmla="*/ 4670823 w 12226455"/>
              <a:gd name="connsiteY60" fmla="*/ 1958511 h 2053064"/>
              <a:gd name="connsiteX61" fmla="*/ 4652693 w 12226455"/>
              <a:gd name="connsiteY61" fmla="*/ 1968142 h 2053064"/>
              <a:gd name="connsiteX62" fmla="*/ 4596668 w 12226455"/>
              <a:gd name="connsiteY62" fmla="*/ 1966630 h 2053064"/>
              <a:gd name="connsiteX63" fmla="*/ 4515079 w 12226455"/>
              <a:gd name="connsiteY63" fmla="*/ 1999183 h 2053064"/>
              <a:gd name="connsiteX64" fmla="*/ 4336159 w 12226455"/>
              <a:gd name="connsiteY64" fmla="*/ 2005923 h 2053064"/>
              <a:gd name="connsiteX65" fmla="*/ 4257814 w 12226455"/>
              <a:gd name="connsiteY65" fmla="*/ 2009433 h 2053064"/>
              <a:gd name="connsiteX66" fmla="*/ 4229187 w 12226455"/>
              <a:gd name="connsiteY66" fmla="*/ 2012585 h 2053064"/>
              <a:gd name="connsiteX67" fmla="*/ 4179307 w 12226455"/>
              <a:gd name="connsiteY67" fmla="*/ 2009913 h 2053064"/>
              <a:gd name="connsiteX68" fmla="*/ 4176441 w 12226455"/>
              <a:gd name="connsiteY68" fmla="*/ 2005104 h 2053064"/>
              <a:gd name="connsiteX69" fmla="*/ 4113138 w 12226455"/>
              <a:gd name="connsiteY69" fmla="*/ 2014288 h 2053064"/>
              <a:gd name="connsiteX70" fmla="*/ 4096475 w 12226455"/>
              <a:gd name="connsiteY70" fmla="*/ 2011871 h 2053064"/>
              <a:gd name="connsiteX71" fmla="*/ 4090606 w 12226455"/>
              <a:gd name="connsiteY71" fmla="*/ 2013605 h 2053064"/>
              <a:gd name="connsiteX72" fmla="*/ 4085739 w 12226455"/>
              <a:gd name="connsiteY72" fmla="*/ 2010313 h 2053064"/>
              <a:gd name="connsiteX73" fmla="*/ 3997663 w 12226455"/>
              <a:gd name="connsiteY73" fmla="*/ 1988540 h 2053064"/>
              <a:gd name="connsiteX74" fmla="*/ 4004645 w 12226455"/>
              <a:gd name="connsiteY74" fmla="*/ 1996977 h 2053064"/>
              <a:gd name="connsiteX75" fmla="*/ 3969056 w 12226455"/>
              <a:gd name="connsiteY75" fmla="*/ 1999891 h 2053064"/>
              <a:gd name="connsiteX76" fmla="*/ 3965804 w 12226455"/>
              <a:gd name="connsiteY76" fmla="*/ 2004070 h 2053064"/>
              <a:gd name="connsiteX77" fmla="*/ 3925749 w 12226455"/>
              <a:gd name="connsiteY77" fmla="*/ 1995720 h 2053064"/>
              <a:gd name="connsiteX78" fmla="*/ 3883850 w 12226455"/>
              <a:gd name="connsiteY78" fmla="*/ 1998401 h 2053064"/>
              <a:gd name="connsiteX79" fmla="*/ 3830957 w 12226455"/>
              <a:gd name="connsiteY79" fmla="*/ 2008900 h 2053064"/>
              <a:gd name="connsiteX80" fmla="*/ 3614282 w 12226455"/>
              <a:gd name="connsiteY80" fmla="*/ 2040141 h 2053064"/>
              <a:gd name="connsiteX81" fmla="*/ 3479826 w 12226455"/>
              <a:gd name="connsiteY81" fmla="*/ 2048985 h 2053064"/>
              <a:gd name="connsiteX82" fmla="*/ 3387274 w 12226455"/>
              <a:gd name="connsiteY82" fmla="*/ 2031833 h 2053064"/>
              <a:gd name="connsiteX83" fmla="*/ 3206737 w 12226455"/>
              <a:gd name="connsiteY83" fmla="*/ 2019277 h 2053064"/>
              <a:gd name="connsiteX84" fmla="*/ 3022229 w 12226455"/>
              <a:gd name="connsiteY84" fmla="*/ 1980632 h 2053064"/>
              <a:gd name="connsiteX85" fmla="*/ 2631338 w 12226455"/>
              <a:gd name="connsiteY85" fmla="*/ 1946499 h 2053064"/>
              <a:gd name="connsiteX86" fmla="*/ 2222596 w 12226455"/>
              <a:gd name="connsiteY86" fmla="*/ 1807389 h 2053064"/>
              <a:gd name="connsiteX87" fmla="*/ 2139456 w 12226455"/>
              <a:gd name="connsiteY87" fmla="*/ 1777233 h 2053064"/>
              <a:gd name="connsiteX88" fmla="*/ 1981598 w 12226455"/>
              <a:gd name="connsiteY88" fmla="*/ 1746224 h 2053064"/>
              <a:gd name="connsiteX89" fmla="*/ 1980797 w 12226455"/>
              <a:gd name="connsiteY89" fmla="*/ 1746206 h 2053064"/>
              <a:gd name="connsiteX90" fmla="*/ 1980797 w 12226455"/>
              <a:gd name="connsiteY90" fmla="*/ 1727666 h 2053064"/>
              <a:gd name="connsiteX91" fmla="*/ 1849717 w 12226455"/>
              <a:gd name="connsiteY91" fmla="*/ 1740657 h 2053064"/>
              <a:gd name="connsiteX92" fmla="*/ 1687092 w 12226455"/>
              <a:gd name="connsiteY92" fmla="*/ 1692345 h 2053064"/>
              <a:gd name="connsiteX93" fmla="*/ 1596958 w 12226455"/>
              <a:gd name="connsiteY93" fmla="*/ 1646437 h 2053064"/>
              <a:gd name="connsiteX94" fmla="*/ 1521970 w 12226455"/>
              <a:gd name="connsiteY94" fmla="*/ 1628673 h 2053064"/>
              <a:gd name="connsiteX95" fmla="*/ 1412763 w 12226455"/>
              <a:gd name="connsiteY95" fmla="*/ 1633489 h 2053064"/>
              <a:gd name="connsiteX96" fmla="*/ 1296465 w 12226455"/>
              <a:gd name="connsiteY96" fmla="*/ 1637334 h 2053064"/>
              <a:gd name="connsiteX97" fmla="*/ 1289314 w 12226455"/>
              <a:gd name="connsiteY97" fmla="*/ 1636421 h 2053064"/>
              <a:gd name="connsiteX98" fmla="*/ 1261506 w 12226455"/>
              <a:gd name="connsiteY98" fmla="*/ 1637801 h 2053064"/>
              <a:gd name="connsiteX99" fmla="*/ 1240218 w 12226455"/>
              <a:gd name="connsiteY99" fmla="*/ 1629213 h 2053064"/>
              <a:gd name="connsiteX100" fmla="*/ 1198374 w 12226455"/>
              <a:gd name="connsiteY100" fmla="*/ 1624973 h 2053064"/>
              <a:gd name="connsiteX101" fmla="*/ 991129 w 12226455"/>
              <a:gd name="connsiteY101" fmla="*/ 1617730 h 2053064"/>
              <a:gd name="connsiteX102" fmla="*/ 846370 w 12226455"/>
              <a:gd name="connsiteY102" fmla="*/ 1576831 h 2053064"/>
              <a:gd name="connsiteX103" fmla="*/ 600546 w 12226455"/>
              <a:gd name="connsiteY103" fmla="*/ 1440094 h 2053064"/>
              <a:gd name="connsiteX104" fmla="*/ 516439 w 12226455"/>
              <a:gd name="connsiteY104" fmla="*/ 1386761 h 2053064"/>
              <a:gd name="connsiteX105" fmla="*/ 464991 w 12226455"/>
              <a:gd name="connsiteY105" fmla="*/ 1363619 h 2053064"/>
              <a:gd name="connsiteX106" fmla="*/ 327653 w 12226455"/>
              <a:gd name="connsiteY106" fmla="*/ 1292135 h 2053064"/>
              <a:gd name="connsiteX107" fmla="*/ 192526 w 12226455"/>
              <a:gd name="connsiteY107" fmla="*/ 1214231 h 2053064"/>
              <a:gd name="connsiteX108" fmla="*/ 14888 w 12226455"/>
              <a:gd name="connsiteY108" fmla="*/ 1126845 h 2053064"/>
              <a:gd name="connsiteX109" fmla="*/ 0 w 12226455"/>
              <a:gd name="connsiteY109" fmla="*/ 1122929 h 20530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Lst>
            <a:rect l="l" t="t" r="r" b="b"/>
            <a:pathLst>
              <a:path w="12226455" h="2053064">
                <a:moveTo>
                  <a:pt x="0" y="0"/>
                </a:moveTo>
                <a:lnTo>
                  <a:pt x="12226455" y="0"/>
                </a:lnTo>
                <a:lnTo>
                  <a:pt x="12226455" y="1142434"/>
                </a:lnTo>
                <a:lnTo>
                  <a:pt x="12210010" y="1142217"/>
                </a:lnTo>
                <a:cubicBezTo>
                  <a:pt x="12177369" y="1154047"/>
                  <a:pt x="12165221" y="1122324"/>
                  <a:pt x="12097957" y="1125163"/>
                </a:cubicBezTo>
                <a:cubicBezTo>
                  <a:pt x="11982408" y="1148261"/>
                  <a:pt x="11744000" y="1249124"/>
                  <a:pt x="11705048" y="1279507"/>
                </a:cubicBezTo>
                <a:cubicBezTo>
                  <a:pt x="11653673" y="1329757"/>
                  <a:pt x="11612549" y="1356678"/>
                  <a:pt x="11578252" y="1424082"/>
                </a:cubicBezTo>
                <a:cubicBezTo>
                  <a:pt x="11532313" y="1472427"/>
                  <a:pt x="11474481" y="1406791"/>
                  <a:pt x="11441414" y="1483737"/>
                </a:cubicBezTo>
                <a:cubicBezTo>
                  <a:pt x="11434289" y="1500140"/>
                  <a:pt x="11414202" y="1555429"/>
                  <a:pt x="11384400" y="1551092"/>
                </a:cubicBezTo>
                <a:cubicBezTo>
                  <a:pt x="11364941" y="1550292"/>
                  <a:pt x="11291553" y="1578165"/>
                  <a:pt x="11303557" y="1596629"/>
                </a:cubicBezTo>
                <a:cubicBezTo>
                  <a:pt x="11274635" y="1596971"/>
                  <a:pt x="11280133" y="1604915"/>
                  <a:pt x="11206311" y="1602843"/>
                </a:cubicBezTo>
                <a:cubicBezTo>
                  <a:pt x="11132489" y="1600771"/>
                  <a:pt x="10979947" y="1578731"/>
                  <a:pt x="10860623" y="1584198"/>
                </a:cubicBezTo>
                <a:cubicBezTo>
                  <a:pt x="10721914" y="1590061"/>
                  <a:pt x="10458451" y="1627416"/>
                  <a:pt x="10374059" y="1638018"/>
                </a:cubicBezTo>
                <a:cubicBezTo>
                  <a:pt x="10266568" y="1644868"/>
                  <a:pt x="10289819" y="1611133"/>
                  <a:pt x="10215678" y="1625300"/>
                </a:cubicBezTo>
                <a:cubicBezTo>
                  <a:pt x="10147881" y="1637098"/>
                  <a:pt x="10081830" y="1669310"/>
                  <a:pt x="10015680" y="1677839"/>
                </a:cubicBezTo>
                <a:cubicBezTo>
                  <a:pt x="9881588" y="1694469"/>
                  <a:pt x="9518912" y="1717080"/>
                  <a:pt x="9411126" y="1725075"/>
                </a:cubicBezTo>
                <a:cubicBezTo>
                  <a:pt x="9373213" y="1734128"/>
                  <a:pt x="9394951" y="1754969"/>
                  <a:pt x="9341661" y="1766471"/>
                </a:cubicBezTo>
                <a:cubicBezTo>
                  <a:pt x="9303381" y="1774272"/>
                  <a:pt x="9130756" y="1789012"/>
                  <a:pt x="9091392" y="1794089"/>
                </a:cubicBezTo>
                <a:cubicBezTo>
                  <a:pt x="9071445" y="1786873"/>
                  <a:pt x="9058205" y="1792134"/>
                  <a:pt x="9046316" y="1801445"/>
                </a:cubicBezTo>
                <a:cubicBezTo>
                  <a:pt x="9004352" y="1802394"/>
                  <a:pt x="8969757" y="1795862"/>
                  <a:pt x="8924496" y="1804460"/>
                </a:cubicBezTo>
                <a:cubicBezTo>
                  <a:pt x="8873011" y="1819723"/>
                  <a:pt x="8777904" y="1819866"/>
                  <a:pt x="8730039" y="1834524"/>
                </a:cubicBezTo>
                <a:cubicBezTo>
                  <a:pt x="8656986" y="1820478"/>
                  <a:pt x="8743731" y="1852588"/>
                  <a:pt x="8637317" y="1855856"/>
                </a:cubicBezTo>
                <a:cubicBezTo>
                  <a:pt x="8598500" y="1869688"/>
                  <a:pt x="8556435" y="1915000"/>
                  <a:pt x="8497138" y="1917519"/>
                </a:cubicBezTo>
                <a:cubicBezTo>
                  <a:pt x="8440495" y="1918933"/>
                  <a:pt x="8318556" y="1927373"/>
                  <a:pt x="8281534" y="1929468"/>
                </a:cubicBezTo>
                <a:lnTo>
                  <a:pt x="8275009" y="1930086"/>
                </a:lnTo>
                <a:lnTo>
                  <a:pt x="8215546" y="1914300"/>
                </a:lnTo>
                <a:cubicBezTo>
                  <a:pt x="8215156" y="1920796"/>
                  <a:pt x="8197251" y="1922674"/>
                  <a:pt x="8191205" y="1916861"/>
                </a:cubicBezTo>
                <a:cubicBezTo>
                  <a:pt x="8059869" y="1884412"/>
                  <a:pt x="8100586" y="1952321"/>
                  <a:pt x="8022833" y="1910380"/>
                </a:cubicBezTo>
                <a:cubicBezTo>
                  <a:pt x="7953710" y="1911707"/>
                  <a:pt x="7909025" y="1924462"/>
                  <a:pt x="7842457" y="1925076"/>
                </a:cubicBezTo>
                <a:cubicBezTo>
                  <a:pt x="7775888" y="1925689"/>
                  <a:pt x="7690162" y="1917324"/>
                  <a:pt x="7623424" y="1914063"/>
                </a:cubicBezTo>
                <a:cubicBezTo>
                  <a:pt x="7539371" y="1920161"/>
                  <a:pt x="7562808" y="1920767"/>
                  <a:pt x="7513247" y="1927057"/>
                </a:cubicBezTo>
                <a:cubicBezTo>
                  <a:pt x="7352211" y="1919427"/>
                  <a:pt x="7354639" y="1945341"/>
                  <a:pt x="7252408" y="1944492"/>
                </a:cubicBezTo>
                <a:cubicBezTo>
                  <a:pt x="7204063" y="1934810"/>
                  <a:pt x="7114224" y="1915041"/>
                  <a:pt x="7058491" y="1917280"/>
                </a:cubicBezTo>
                <a:cubicBezTo>
                  <a:pt x="7021084" y="1910428"/>
                  <a:pt x="7045432" y="1901122"/>
                  <a:pt x="7014654" y="1895149"/>
                </a:cubicBezTo>
                <a:lnTo>
                  <a:pt x="6857644" y="1867475"/>
                </a:lnTo>
                <a:cubicBezTo>
                  <a:pt x="6835804" y="1873323"/>
                  <a:pt x="6856427" y="1871803"/>
                  <a:pt x="6801700" y="1876022"/>
                </a:cubicBezTo>
                <a:lnTo>
                  <a:pt x="6630448" y="1837012"/>
                </a:lnTo>
                <a:cubicBezTo>
                  <a:pt x="6554012" y="1833438"/>
                  <a:pt x="6430892" y="1846229"/>
                  <a:pt x="6343083" y="1854578"/>
                </a:cubicBezTo>
                <a:cubicBezTo>
                  <a:pt x="6261717" y="1861475"/>
                  <a:pt x="6200984" y="1863308"/>
                  <a:pt x="6118325" y="1857857"/>
                </a:cubicBezTo>
                <a:cubicBezTo>
                  <a:pt x="6040211" y="1878814"/>
                  <a:pt x="6018927" y="1868062"/>
                  <a:pt x="5951117" y="1860894"/>
                </a:cubicBezTo>
                <a:lnTo>
                  <a:pt x="5899039" y="1848371"/>
                </a:lnTo>
                <a:lnTo>
                  <a:pt x="5826960" y="1849946"/>
                </a:lnTo>
                <a:cubicBezTo>
                  <a:pt x="5822058" y="1851434"/>
                  <a:pt x="5785971" y="1852742"/>
                  <a:pt x="5750590" y="1853263"/>
                </a:cubicBezTo>
                <a:lnTo>
                  <a:pt x="5692650" y="1852135"/>
                </a:lnTo>
                <a:lnTo>
                  <a:pt x="5707621" y="1850015"/>
                </a:lnTo>
                <a:lnTo>
                  <a:pt x="5678447" y="1851859"/>
                </a:lnTo>
                <a:lnTo>
                  <a:pt x="5692650" y="1852135"/>
                </a:lnTo>
                <a:lnTo>
                  <a:pt x="5624294" y="1861816"/>
                </a:lnTo>
                <a:cubicBezTo>
                  <a:pt x="5604221" y="1861145"/>
                  <a:pt x="5577749" y="1850744"/>
                  <a:pt x="5554110" y="1842339"/>
                </a:cubicBezTo>
                <a:cubicBezTo>
                  <a:pt x="5530473" y="1833935"/>
                  <a:pt x="5512364" y="1829150"/>
                  <a:pt x="5482465" y="1811388"/>
                </a:cubicBezTo>
                <a:cubicBezTo>
                  <a:pt x="5429115" y="1807484"/>
                  <a:pt x="5302226" y="1807756"/>
                  <a:pt x="5234009" y="1818920"/>
                </a:cubicBezTo>
                <a:cubicBezTo>
                  <a:pt x="5165792" y="1830084"/>
                  <a:pt x="5099209" y="1830581"/>
                  <a:pt x="5054956" y="1837710"/>
                </a:cubicBezTo>
                <a:cubicBezTo>
                  <a:pt x="5010704" y="1844839"/>
                  <a:pt x="4975591" y="1858860"/>
                  <a:pt x="4968494" y="1861698"/>
                </a:cubicBezTo>
                <a:lnTo>
                  <a:pt x="4887159" y="1869360"/>
                </a:lnTo>
                <a:lnTo>
                  <a:pt x="4823752" y="1897941"/>
                </a:lnTo>
                <a:lnTo>
                  <a:pt x="4763730" y="1930200"/>
                </a:lnTo>
                <a:lnTo>
                  <a:pt x="4758099" y="1930932"/>
                </a:lnTo>
                <a:lnTo>
                  <a:pt x="4753293" y="1927390"/>
                </a:lnTo>
                <a:lnTo>
                  <a:pt x="4738854" y="1934299"/>
                </a:lnTo>
                <a:cubicBezTo>
                  <a:pt x="4719567" y="1943068"/>
                  <a:pt x="4700371" y="1949358"/>
                  <a:pt x="4679090" y="1945043"/>
                </a:cubicBezTo>
                <a:cubicBezTo>
                  <a:pt x="4677019" y="1950210"/>
                  <a:pt x="4674180" y="1954635"/>
                  <a:pt x="4670823" y="1958511"/>
                </a:cubicBezTo>
                <a:lnTo>
                  <a:pt x="4652693" y="1968142"/>
                </a:lnTo>
                <a:lnTo>
                  <a:pt x="4596668" y="1966630"/>
                </a:lnTo>
                <a:lnTo>
                  <a:pt x="4515079" y="1999183"/>
                </a:lnTo>
                <a:cubicBezTo>
                  <a:pt x="4463698" y="2004516"/>
                  <a:pt x="4379037" y="2004214"/>
                  <a:pt x="4336159" y="2005923"/>
                </a:cubicBezTo>
                <a:cubicBezTo>
                  <a:pt x="4307181" y="2007891"/>
                  <a:pt x="4283319" y="2000684"/>
                  <a:pt x="4257814" y="2009433"/>
                </a:cubicBezTo>
                <a:cubicBezTo>
                  <a:pt x="4248835" y="2002996"/>
                  <a:pt x="4239826" y="2000863"/>
                  <a:pt x="4229187" y="2012585"/>
                </a:cubicBezTo>
                <a:cubicBezTo>
                  <a:pt x="4202576" y="2011287"/>
                  <a:pt x="4198172" y="1996250"/>
                  <a:pt x="4179307" y="2009913"/>
                </a:cubicBezTo>
                <a:lnTo>
                  <a:pt x="4176441" y="2005104"/>
                </a:lnTo>
                <a:lnTo>
                  <a:pt x="4113138" y="2014288"/>
                </a:lnTo>
                <a:lnTo>
                  <a:pt x="4096475" y="2011871"/>
                </a:lnTo>
                <a:lnTo>
                  <a:pt x="4090606" y="2013605"/>
                </a:lnTo>
                <a:lnTo>
                  <a:pt x="4085739" y="2010313"/>
                </a:lnTo>
                <a:lnTo>
                  <a:pt x="3997663" y="1988540"/>
                </a:lnTo>
                <a:lnTo>
                  <a:pt x="4004645" y="1996977"/>
                </a:lnTo>
                <a:lnTo>
                  <a:pt x="3969056" y="1999891"/>
                </a:lnTo>
                <a:lnTo>
                  <a:pt x="3965804" y="2004070"/>
                </a:lnTo>
                <a:cubicBezTo>
                  <a:pt x="3962548" y="2006716"/>
                  <a:pt x="3932491" y="1997167"/>
                  <a:pt x="3925749" y="1995720"/>
                </a:cubicBezTo>
                <a:lnTo>
                  <a:pt x="3883850" y="1998401"/>
                </a:lnTo>
                <a:lnTo>
                  <a:pt x="3830957" y="2008900"/>
                </a:lnTo>
                <a:cubicBezTo>
                  <a:pt x="3775003" y="2017681"/>
                  <a:pt x="3695478" y="2027975"/>
                  <a:pt x="3614282" y="2040141"/>
                </a:cubicBezTo>
                <a:cubicBezTo>
                  <a:pt x="3565392" y="2072548"/>
                  <a:pt x="3532414" y="2031632"/>
                  <a:pt x="3479826" y="2048985"/>
                </a:cubicBezTo>
                <a:lnTo>
                  <a:pt x="3387274" y="2031833"/>
                </a:lnTo>
                <a:lnTo>
                  <a:pt x="3206737" y="2019277"/>
                </a:lnTo>
                <a:cubicBezTo>
                  <a:pt x="3144862" y="2006619"/>
                  <a:pt x="3118128" y="1992761"/>
                  <a:pt x="3022229" y="1980632"/>
                </a:cubicBezTo>
                <a:cubicBezTo>
                  <a:pt x="2926330" y="1968502"/>
                  <a:pt x="2739955" y="1979282"/>
                  <a:pt x="2631338" y="1946499"/>
                </a:cubicBezTo>
                <a:cubicBezTo>
                  <a:pt x="2502977" y="1913969"/>
                  <a:pt x="2299666" y="1839256"/>
                  <a:pt x="2222596" y="1807389"/>
                </a:cubicBezTo>
                <a:cubicBezTo>
                  <a:pt x="2210338" y="1799516"/>
                  <a:pt x="2150953" y="1782098"/>
                  <a:pt x="2139456" y="1777233"/>
                </a:cubicBezTo>
                <a:cubicBezTo>
                  <a:pt x="2068355" y="1790602"/>
                  <a:pt x="2030992" y="1754153"/>
                  <a:pt x="1981598" y="1746224"/>
                </a:cubicBezTo>
                <a:lnTo>
                  <a:pt x="1980797" y="1746206"/>
                </a:lnTo>
                <a:lnTo>
                  <a:pt x="1980797" y="1727666"/>
                </a:lnTo>
                <a:cubicBezTo>
                  <a:pt x="1970878" y="1703055"/>
                  <a:pt x="1902643" y="1748531"/>
                  <a:pt x="1849717" y="1740657"/>
                </a:cubicBezTo>
                <a:cubicBezTo>
                  <a:pt x="1780571" y="1701136"/>
                  <a:pt x="1735844" y="1707386"/>
                  <a:pt x="1687092" y="1692345"/>
                </a:cubicBezTo>
                <a:cubicBezTo>
                  <a:pt x="1642649" y="1690183"/>
                  <a:pt x="1660429" y="1639557"/>
                  <a:pt x="1596958" y="1646437"/>
                </a:cubicBezTo>
                <a:cubicBezTo>
                  <a:pt x="1571440" y="1630643"/>
                  <a:pt x="1552669" y="1630830"/>
                  <a:pt x="1521970" y="1628673"/>
                </a:cubicBezTo>
                <a:cubicBezTo>
                  <a:pt x="1491271" y="1626515"/>
                  <a:pt x="1450765" y="1632032"/>
                  <a:pt x="1412763" y="1633489"/>
                </a:cubicBezTo>
                <a:lnTo>
                  <a:pt x="1296465" y="1637334"/>
                </a:lnTo>
                <a:lnTo>
                  <a:pt x="1289314" y="1636421"/>
                </a:lnTo>
                <a:lnTo>
                  <a:pt x="1261506" y="1637801"/>
                </a:lnTo>
                <a:lnTo>
                  <a:pt x="1240218" y="1629213"/>
                </a:lnTo>
                <a:cubicBezTo>
                  <a:pt x="1224831" y="1623606"/>
                  <a:pt x="1209089" y="1619962"/>
                  <a:pt x="1198374" y="1624973"/>
                </a:cubicBezTo>
                <a:cubicBezTo>
                  <a:pt x="1112807" y="1635152"/>
                  <a:pt x="1059762" y="1626801"/>
                  <a:pt x="991129" y="1617730"/>
                </a:cubicBezTo>
                <a:cubicBezTo>
                  <a:pt x="915361" y="1602313"/>
                  <a:pt x="892081" y="1566838"/>
                  <a:pt x="846370" y="1576831"/>
                </a:cubicBezTo>
                <a:cubicBezTo>
                  <a:pt x="781272" y="1547225"/>
                  <a:pt x="660426" y="1472397"/>
                  <a:pt x="600546" y="1440094"/>
                </a:cubicBezTo>
                <a:cubicBezTo>
                  <a:pt x="558780" y="1443306"/>
                  <a:pt x="561395" y="1415006"/>
                  <a:pt x="516439" y="1386761"/>
                </a:cubicBezTo>
                <a:cubicBezTo>
                  <a:pt x="490159" y="1394966"/>
                  <a:pt x="476087" y="1382709"/>
                  <a:pt x="464991" y="1363619"/>
                </a:cubicBezTo>
                <a:cubicBezTo>
                  <a:pt x="415118" y="1352466"/>
                  <a:pt x="378904" y="1317512"/>
                  <a:pt x="327653" y="1292135"/>
                </a:cubicBezTo>
                <a:cubicBezTo>
                  <a:pt x="262576" y="1290496"/>
                  <a:pt x="247361" y="1241185"/>
                  <a:pt x="192526" y="1214231"/>
                </a:cubicBezTo>
                <a:cubicBezTo>
                  <a:pt x="140399" y="1186682"/>
                  <a:pt x="89173" y="1156520"/>
                  <a:pt x="14888" y="1126845"/>
                </a:cubicBezTo>
                <a:lnTo>
                  <a:pt x="0" y="1122929"/>
                </a:lnTo>
                <a:close/>
              </a:path>
            </a:pathLst>
          </a:custGeom>
          <a:solidFill>
            <a:srgbClr val="82766A">
              <a:alpha val="15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801E6E85-B189-C9DF-30A0-83754C14C8A5}"/>
              </a:ext>
            </a:extLst>
          </p:cNvPr>
          <p:cNvSpPr>
            <a:spLocks noGrp="1"/>
          </p:cNvSpPr>
          <p:nvPr>
            <p:ph type="title"/>
          </p:nvPr>
        </p:nvSpPr>
        <p:spPr>
          <a:xfrm>
            <a:off x="1018309" y="545394"/>
            <a:ext cx="10127673" cy="943894"/>
          </a:xfrm>
        </p:spPr>
        <p:txBody>
          <a:bodyPr vert="horz" lIns="91440" tIns="45720" rIns="91440" bIns="45720" rtlCol="0" anchor="b">
            <a:normAutofit/>
          </a:bodyPr>
          <a:lstStyle/>
          <a:p>
            <a:pPr algn="ctr"/>
            <a:r>
              <a:rPr lang="en-US"/>
              <a:t>Mongodb database</a:t>
            </a:r>
          </a:p>
        </p:txBody>
      </p:sp>
      <p:sp>
        <p:nvSpPr>
          <p:cNvPr id="174" name="Content Placeholder 104">
            <a:extLst>
              <a:ext uri="{FF2B5EF4-FFF2-40B4-BE49-F238E27FC236}">
                <a16:creationId xmlns:a16="http://schemas.microsoft.com/office/drawing/2014/main" id="{75290069-8340-FD9D-CE38-514F9547736C}"/>
              </a:ext>
            </a:extLst>
          </p:cNvPr>
          <p:cNvSpPr>
            <a:spLocks noGrp="1"/>
          </p:cNvSpPr>
          <p:nvPr>
            <p:ph sz="half" idx="1"/>
          </p:nvPr>
        </p:nvSpPr>
        <p:spPr>
          <a:xfrm>
            <a:off x="1897040" y="5151309"/>
            <a:ext cx="8519169" cy="647464"/>
          </a:xfrm>
        </p:spPr>
        <p:txBody>
          <a:bodyPr vert="horz" lIns="91440" tIns="45720" rIns="91440" bIns="45720" rtlCol="0">
            <a:normAutofit/>
          </a:bodyPr>
          <a:lstStyle/>
          <a:p>
            <a:pPr marL="0" indent="0" algn="ctr">
              <a:buNone/>
            </a:pPr>
            <a:r>
              <a:rPr lang="en-US" spc="160"/>
              <a:t> </a:t>
            </a:r>
          </a:p>
        </p:txBody>
      </p:sp>
      <p:sp>
        <p:nvSpPr>
          <p:cNvPr id="187" name="Freeform: Shape 186">
            <a:extLst>
              <a:ext uri="{FF2B5EF4-FFF2-40B4-BE49-F238E27FC236}">
                <a16:creationId xmlns:a16="http://schemas.microsoft.com/office/drawing/2014/main" id="{A6200AA9-2CFD-45ED-8AEA-590BEB58BED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2148258" y="2399116"/>
            <a:ext cx="2160796" cy="2663233"/>
          </a:xfrm>
          <a:custGeom>
            <a:avLst/>
            <a:gdLst>
              <a:gd name="connsiteX0" fmla="*/ 0 w 2400300"/>
              <a:gd name="connsiteY0" fmla="*/ 0 h 2400300"/>
              <a:gd name="connsiteX1" fmla="*/ 2400300 w 2400300"/>
              <a:gd name="connsiteY1" fmla="*/ 0 h 2400300"/>
              <a:gd name="connsiteX2" fmla="*/ 2400300 w 2400300"/>
              <a:gd name="connsiteY2" fmla="*/ 2400300 h 2400300"/>
              <a:gd name="connsiteX3" fmla="*/ 0 w 2400300"/>
              <a:gd name="connsiteY3" fmla="*/ 2400300 h 2400300"/>
            </a:gdLst>
            <a:ahLst/>
            <a:cxnLst>
              <a:cxn ang="0">
                <a:pos x="connsiteX0" y="connsiteY0"/>
              </a:cxn>
              <a:cxn ang="0">
                <a:pos x="connsiteX1" y="connsiteY1"/>
              </a:cxn>
              <a:cxn ang="0">
                <a:pos x="connsiteX2" y="connsiteY2"/>
              </a:cxn>
              <a:cxn ang="0">
                <a:pos x="connsiteX3" y="connsiteY3"/>
              </a:cxn>
            </a:cxnLst>
            <a:rect l="l" t="t" r="r" b="b"/>
            <a:pathLst>
              <a:path w="2400300" h="2400300">
                <a:moveTo>
                  <a:pt x="0" y="0"/>
                </a:moveTo>
                <a:lnTo>
                  <a:pt x="2400300" y="0"/>
                </a:lnTo>
                <a:lnTo>
                  <a:pt x="2400300" y="2400300"/>
                </a:lnTo>
                <a:lnTo>
                  <a:pt x="0" y="2400300"/>
                </a:lnTo>
                <a:close/>
              </a:path>
            </a:pathLst>
          </a:custGeom>
          <a:solidFill>
            <a:srgbClr val="F2F2F2"/>
          </a:solidFill>
          <a:ln>
            <a:noFill/>
          </a:ln>
          <a:effectLst>
            <a:outerShdw blurRad="38100" dist="12700" dir="3000000" algn="tl" rotWithShape="0">
              <a:prstClr val="black">
                <a:alpha val="27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pic>
        <p:nvPicPr>
          <p:cNvPr id="14" name="Picture 13" descr="A screenshot of a computer&#10;&#10;Description automatically generated">
            <a:extLst>
              <a:ext uri="{FF2B5EF4-FFF2-40B4-BE49-F238E27FC236}">
                <a16:creationId xmlns:a16="http://schemas.microsoft.com/office/drawing/2014/main" id="{A4308489-6D6E-2D51-DB5C-67F568C1E0C0}"/>
              </a:ext>
            </a:extLst>
          </p:cNvPr>
          <p:cNvPicPr>
            <a:picLocks noChangeAspect="1"/>
          </p:cNvPicPr>
          <p:nvPr/>
        </p:nvPicPr>
        <p:blipFill>
          <a:blip r:embed="rId5">
            <a:extLst>
              <a:ext uri="{28A0092B-C50C-407E-A947-70E740481C1C}">
                <a14:useLocalDpi xmlns:a14="http://schemas.microsoft.com/office/drawing/2010/main" val="0"/>
              </a:ext>
            </a:extLst>
          </a:blip>
          <a:srcRect l="4917" r="18172" b="-6"/>
          <a:stretch>
            <a:fillRect/>
          </a:stretch>
        </p:blipFill>
        <p:spPr>
          <a:xfrm>
            <a:off x="1897039" y="2646922"/>
            <a:ext cx="2670048" cy="2169872"/>
          </a:xfrm>
          <a:prstGeom prst="rect">
            <a:avLst/>
          </a:prstGeom>
          <a:ln>
            <a:noFill/>
          </a:ln>
          <a:effectLst>
            <a:outerShdw blurRad="292100" dist="139700" dir="2700000" algn="tl" rotWithShape="0">
              <a:srgbClr val="333333">
                <a:alpha val="65000"/>
              </a:srgbClr>
            </a:outerShdw>
          </a:effectLst>
        </p:spPr>
      </p:pic>
      <p:sp>
        <p:nvSpPr>
          <p:cNvPr id="189" name="Freeform: Shape 188">
            <a:extLst>
              <a:ext uri="{FF2B5EF4-FFF2-40B4-BE49-F238E27FC236}">
                <a16:creationId xmlns:a16="http://schemas.microsoft.com/office/drawing/2014/main" id="{C4658DFD-9F0F-4409-9B94-76763B84318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5059621" y="2399116"/>
            <a:ext cx="2160796" cy="2663233"/>
          </a:xfrm>
          <a:custGeom>
            <a:avLst/>
            <a:gdLst>
              <a:gd name="connsiteX0" fmla="*/ 0 w 2400300"/>
              <a:gd name="connsiteY0" fmla="*/ 0 h 2400300"/>
              <a:gd name="connsiteX1" fmla="*/ 2400300 w 2400300"/>
              <a:gd name="connsiteY1" fmla="*/ 0 h 2400300"/>
              <a:gd name="connsiteX2" fmla="*/ 2400300 w 2400300"/>
              <a:gd name="connsiteY2" fmla="*/ 2400300 h 2400300"/>
              <a:gd name="connsiteX3" fmla="*/ 0 w 2400300"/>
              <a:gd name="connsiteY3" fmla="*/ 2400300 h 2400300"/>
            </a:gdLst>
            <a:ahLst/>
            <a:cxnLst>
              <a:cxn ang="0">
                <a:pos x="connsiteX0" y="connsiteY0"/>
              </a:cxn>
              <a:cxn ang="0">
                <a:pos x="connsiteX1" y="connsiteY1"/>
              </a:cxn>
              <a:cxn ang="0">
                <a:pos x="connsiteX2" y="connsiteY2"/>
              </a:cxn>
              <a:cxn ang="0">
                <a:pos x="connsiteX3" y="connsiteY3"/>
              </a:cxn>
            </a:cxnLst>
            <a:rect l="l" t="t" r="r" b="b"/>
            <a:pathLst>
              <a:path w="2400300" h="2400300">
                <a:moveTo>
                  <a:pt x="0" y="0"/>
                </a:moveTo>
                <a:lnTo>
                  <a:pt x="2400300" y="0"/>
                </a:lnTo>
                <a:lnTo>
                  <a:pt x="2400300" y="2400300"/>
                </a:lnTo>
                <a:lnTo>
                  <a:pt x="0" y="2400300"/>
                </a:lnTo>
                <a:close/>
              </a:path>
            </a:pathLst>
          </a:custGeom>
          <a:solidFill>
            <a:srgbClr val="F2F2F2"/>
          </a:solidFill>
          <a:ln>
            <a:noFill/>
          </a:ln>
          <a:effectLst>
            <a:outerShdw blurRad="38100" dist="12700" dir="3000000" algn="tl" rotWithShape="0">
              <a:prstClr val="black">
                <a:alpha val="27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pic>
        <p:nvPicPr>
          <p:cNvPr id="10" name="Content Placeholder 9" descr="A screen shot of a computer program&#10;&#10;Description automatically generated">
            <a:extLst>
              <a:ext uri="{FF2B5EF4-FFF2-40B4-BE49-F238E27FC236}">
                <a16:creationId xmlns:a16="http://schemas.microsoft.com/office/drawing/2014/main" id="{EE57D07E-B361-C46B-E9B5-1687C4E71428}"/>
              </a:ext>
            </a:extLst>
          </p:cNvPr>
          <p:cNvPicPr>
            <a:picLocks noChangeAspect="1"/>
          </p:cNvPicPr>
          <p:nvPr/>
        </p:nvPicPr>
        <p:blipFill>
          <a:blip r:embed="rId6">
            <a:extLst>
              <a:ext uri="{28A0092B-C50C-407E-A947-70E740481C1C}">
                <a14:useLocalDpi xmlns:a14="http://schemas.microsoft.com/office/drawing/2010/main" val="0"/>
              </a:ext>
            </a:extLst>
          </a:blip>
          <a:srcRect r="8018" b="-1"/>
          <a:stretch>
            <a:fillRect/>
          </a:stretch>
        </p:blipFill>
        <p:spPr>
          <a:xfrm>
            <a:off x="4808401" y="2646922"/>
            <a:ext cx="2670048" cy="2169872"/>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sp>
        <p:nvSpPr>
          <p:cNvPr id="191" name="Freeform: Shape 190">
            <a:extLst>
              <a:ext uri="{FF2B5EF4-FFF2-40B4-BE49-F238E27FC236}">
                <a16:creationId xmlns:a16="http://schemas.microsoft.com/office/drawing/2014/main" id="{C94805BE-FAB4-43C1-B4F9-6DEE6FBDA43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8006168" y="2399339"/>
            <a:ext cx="2160796" cy="2662788"/>
          </a:xfrm>
          <a:custGeom>
            <a:avLst/>
            <a:gdLst>
              <a:gd name="connsiteX0" fmla="*/ 0 w 2400300"/>
              <a:gd name="connsiteY0" fmla="*/ 0 h 2400300"/>
              <a:gd name="connsiteX1" fmla="*/ 2400300 w 2400300"/>
              <a:gd name="connsiteY1" fmla="*/ 0 h 2400300"/>
              <a:gd name="connsiteX2" fmla="*/ 2400300 w 2400300"/>
              <a:gd name="connsiteY2" fmla="*/ 2400300 h 2400300"/>
              <a:gd name="connsiteX3" fmla="*/ 0 w 2400300"/>
              <a:gd name="connsiteY3" fmla="*/ 2400300 h 2400300"/>
            </a:gdLst>
            <a:ahLst/>
            <a:cxnLst>
              <a:cxn ang="0">
                <a:pos x="connsiteX0" y="connsiteY0"/>
              </a:cxn>
              <a:cxn ang="0">
                <a:pos x="connsiteX1" y="connsiteY1"/>
              </a:cxn>
              <a:cxn ang="0">
                <a:pos x="connsiteX2" y="connsiteY2"/>
              </a:cxn>
              <a:cxn ang="0">
                <a:pos x="connsiteX3" y="connsiteY3"/>
              </a:cxn>
            </a:cxnLst>
            <a:rect l="l" t="t" r="r" b="b"/>
            <a:pathLst>
              <a:path w="2400300" h="2400300">
                <a:moveTo>
                  <a:pt x="0" y="0"/>
                </a:moveTo>
                <a:lnTo>
                  <a:pt x="2400300" y="0"/>
                </a:lnTo>
                <a:lnTo>
                  <a:pt x="2400300" y="2400300"/>
                </a:lnTo>
                <a:lnTo>
                  <a:pt x="0" y="2400300"/>
                </a:lnTo>
                <a:close/>
              </a:path>
            </a:pathLst>
          </a:custGeom>
          <a:solidFill>
            <a:srgbClr val="F2F2F2"/>
          </a:solidFill>
          <a:ln>
            <a:noFill/>
          </a:ln>
          <a:effectLst>
            <a:outerShdw blurRad="38100" dist="12700" dir="3000000" algn="tl" rotWithShape="0">
              <a:prstClr val="black">
                <a:alpha val="27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pic>
        <p:nvPicPr>
          <p:cNvPr id="12" name="Content Placeholder 11" descr="A screenshot of a computer&#10;&#10;Description automatically generated">
            <a:extLst>
              <a:ext uri="{FF2B5EF4-FFF2-40B4-BE49-F238E27FC236}">
                <a16:creationId xmlns:a16="http://schemas.microsoft.com/office/drawing/2014/main" id="{954BCD0D-9719-C470-D530-27F34BD08A84}"/>
              </a:ext>
            </a:extLst>
          </p:cNvPr>
          <p:cNvPicPr>
            <a:picLocks noGrp="1" noChangeAspect="1"/>
          </p:cNvPicPr>
          <p:nvPr>
            <p:ph sz="half" idx="2"/>
          </p:nvPr>
        </p:nvPicPr>
        <p:blipFill>
          <a:blip r:embed="rId7">
            <a:extLst>
              <a:ext uri="{28A0092B-C50C-407E-A947-70E740481C1C}">
                <a14:useLocalDpi xmlns:a14="http://schemas.microsoft.com/office/drawing/2010/main" val="0"/>
              </a:ext>
            </a:extLst>
          </a:blip>
          <a:srcRect l="7024" r="16145" b="-5"/>
          <a:stretch>
            <a:fillRect/>
          </a:stretch>
        </p:blipFill>
        <p:spPr>
          <a:xfrm>
            <a:off x="7755171" y="2646922"/>
            <a:ext cx="2670048" cy="2172108"/>
          </a:xfrm>
          <a:prstGeom prst="rect">
            <a:avLst/>
          </a:prstGeom>
          <a:ln>
            <a:noFill/>
          </a:ln>
          <a:effectLst>
            <a:outerShdw blurRad="292100" dist="139700" dir="2700000" algn="tl" rotWithShape="0">
              <a:srgbClr val="333333">
                <a:alpha val="65000"/>
              </a:srgbClr>
            </a:outerShdw>
          </a:effectLst>
        </p:spPr>
      </p:pic>
      <p:sp>
        <p:nvSpPr>
          <p:cNvPr id="193" name="Freeform: Shape 192">
            <a:extLst>
              <a:ext uri="{FF2B5EF4-FFF2-40B4-BE49-F238E27FC236}">
                <a16:creationId xmlns:a16="http://schemas.microsoft.com/office/drawing/2014/main" id="{35758D95-A605-471B-A882-C9D326388C6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4660" y="6131052"/>
            <a:ext cx="12235980" cy="726949"/>
          </a:xfrm>
          <a:custGeom>
            <a:avLst/>
            <a:gdLst>
              <a:gd name="connsiteX0" fmla="*/ 4111010 w 12235980"/>
              <a:gd name="connsiteY0" fmla="*/ 213 h 726949"/>
              <a:gd name="connsiteX1" fmla="*/ 4171080 w 12235980"/>
              <a:gd name="connsiteY1" fmla="*/ 9622 h 726949"/>
              <a:gd name="connsiteX2" fmla="*/ 4498483 w 12235980"/>
              <a:gd name="connsiteY2" fmla="*/ 28508 h 726949"/>
              <a:gd name="connsiteX3" fmla="*/ 4669677 w 12235980"/>
              <a:gd name="connsiteY3" fmla="*/ 57188 h 726949"/>
              <a:gd name="connsiteX4" fmla="*/ 4840533 w 12235980"/>
              <a:gd name="connsiteY4" fmla="*/ 79085 h 726949"/>
              <a:gd name="connsiteX5" fmla="*/ 5083106 w 12235980"/>
              <a:gd name="connsiteY5" fmla="*/ 118765 h 726949"/>
              <a:gd name="connsiteX6" fmla="*/ 5225104 w 12235980"/>
              <a:gd name="connsiteY6" fmla="*/ 124724 h 726949"/>
              <a:gd name="connsiteX7" fmla="*/ 5305069 w 12235980"/>
              <a:gd name="connsiteY7" fmla="*/ 138803 h 726949"/>
              <a:gd name="connsiteX8" fmla="*/ 5487038 w 12235980"/>
              <a:gd name="connsiteY8" fmla="*/ 144367 h 726949"/>
              <a:gd name="connsiteX9" fmla="*/ 5668265 w 12235980"/>
              <a:gd name="connsiteY9" fmla="*/ 98806 h 726949"/>
              <a:gd name="connsiteX10" fmla="*/ 5766374 w 12235980"/>
              <a:gd name="connsiteY10" fmla="*/ 87042 h 726949"/>
              <a:gd name="connsiteX11" fmla="*/ 5826676 w 12235980"/>
              <a:gd name="connsiteY11" fmla="*/ 89784 h 726949"/>
              <a:gd name="connsiteX12" fmla="*/ 6109388 w 12235980"/>
              <a:gd name="connsiteY12" fmla="*/ 107697 h 726949"/>
              <a:gd name="connsiteX13" fmla="*/ 6241432 w 12235980"/>
              <a:gd name="connsiteY13" fmla="*/ 99569 h 726949"/>
              <a:gd name="connsiteX14" fmla="*/ 6350069 w 12235980"/>
              <a:gd name="connsiteY14" fmla="*/ 98530 h 726949"/>
              <a:gd name="connsiteX15" fmla="*/ 6531624 w 12235980"/>
              <a:gd name="connsiteY15" fmla="*/ 84094 h 726949"/>
              <a:gd name="connsiteX16" fmla="*/ 6569834 w 12235980"/>
              <a:gd name="connsiteY16" fmla="*/ 83860 h 726949"/>
              <a:gd name="connsiteX17" fmla="*/ 6600919 w 12235980"/>
              <a:gd name="connsiteY17" fmla="*/ 94936 h 726949"/>
              <a:gd name="connsiteX18" fmla="*/ 6606597 w 12235980"/>
              <a:gd name="connsiteY18" fmla="*/ 107335 h 726949"/>
              <a:gd name="connsiteX19" fmla="*/ 6627331 w 12235980"/>
              <a:gd name="connsiteY19" fmla="*/ 109018 h 726949"/>
              <a:gd name="connsiteX20" fmla="*/ 6632477 w 12235980"/>
              <a:gd name="connsiteY20" fmla="*/ 111821 h 726949"/>
              <a:gd name="connsiteX21" fmla="*/ 6662363 w 12235980"/>
              <a:gd name="connsiteY21" fmla="*/ 125540 h 726949"/>
              <a:gd name="connsiteX22" fmla="*/ 6854478 w 12235980"/>
              <a:gd name="connsiteY22" fmla="*/ 145012 h 726949"/>
              <a:gd name="connsiteX23" fmla="*/ 7134703 w 12235980"/>
              <a:gd name="connsiteY23" fmla="*/ 143320 h 726949"/>
              <a:gd name="connsiteX24" fmla="*/ 7399316 w 12235980"/>
              <a:gd name="connsiteY24" fmla="*/ 119885 h 726949"/>
              <a:gd name="connsiteX25" fmla="*/ 7733860 w 12235980"/>
              <a:gd name="connsiteY25" fmla="*/ 56961 h 726949"/>
              <a:gd name="connsiteX26" fmla="*/ 7779306 w 12235980"/>
              <a:gd name="connsiteY26" fmla="*/ 35538 h 726949"/>
              <a:gd name="connsiteX27" fmla="*/ 7802648 w 12235980"/>
              <a:gd name="connsiteY27" fmla="*/ 43667 h 726949"/>
              <a:gd name="connsiteX28" fmla="*/ 7842635 w 12235980"/>
              <a:gd name="connsiteY28" fmla="*/ 45475 h 726949"/>
              <a:gd name="connsiteX29" fmla="*/ 8087588 w 12235980"/>
              <a:gd name="connsiteY29" fmla="*/ 53630 h 726949"/>
              <a:gd name="connsiteX30" fmla="*/ 8280549 w 12235980"/>
              <a:gd name="connsiteY30" fmla="*/ 97875 h 726949"/>
              <a:gd name="connsiteX31" fmla="*/ 8429957 w 12235980"/>
              <a:gd name="connsiteY31" fmla="*/ 142657 h 726949"/>
              <a:gd name="connsiteX32" fmla="*/ 8580043 w 12235980"/>
              <a:gd name="connsiteY32" fmla="*/ 180683 h 726949"/>
              <a:gd name="connsiteX33" fmla="*/ 8635431 w 12235980"/>
              <a:gd name="connsiteY33" fmla="*/ 191389 h 726949"/>
              <a:gd name="connsiteX34" fmla="*/ 8729540 w 12235980"/>
              <a:gd name="connsiteY34" fmla="*/ 223976 h 726949"/>
              <a:gd name="connsiteX35" fmla="*/ 9000200 w 12235980"/>
              <a:gd name="connsiteY35" fmla="*/ 300590 h 726949"/>
              <a:gd name="connsiteX36" fmla="*/ 9150483 w 12235980"/>
              <a:gd name="connsiteY36" fmla="*/ 307144 h 726949"/>
              <a:gd name="connsiteX37" fmla="*/ 9353850 w 12235980"/>
              <a:gd name="connsiteY37" fmla="*/ 266589 h 726949"/>
              <a:gd name="connsiteX38" fmla="*/ 9437883 w 12235980"/>
              <a:gd name="connsiteY38" fmla="*/ 267574 h 726949"/>
              <a:gd name="connsiteX39" fmla="*/ 9470247 w 12235980"/>
              <a:gd name="connsiteY39" fmla="*/ 274166 h 726949"/>
              <a:gd name="connsiteX40" fmla="*/ 9659749 w 12235980"/>
              <a:gd name="connsiteY40" fmla="*/ 272800 h 726949"/>
              <a:gd name="connsiteX41" fmla="*/ 9747627 w 12235980"/>
              <a:gd name="connsiteY41" fmla="*/ 305838 h 726949"/>
              <a:gd name="connsiteX42" fmla="*/ 9798165 w 12235980"/>
              <a:gd name="connsiteY42" fmla="*/ 319367 h 726949"/>
              <a:gd name="connsiteX43" fmla="*/ 9833538 w 12235980"/>
              <a:gd name="connsiteY43" fmla="*/ 334753 h 726949"/>
              <a:gd name="connsiteX44" fmla="*/ 9931125 w 12235980"/>
              <a:gd name="connsiteY44" fmla="*/ 344096 h 726949"/>
              <a:gd name="connsiteX45" fmla="*/ 10212599 w 12235980"/>
              <a:gd name="connsiteY45" fmla="*/ 422099 h 726949"/>
              <a:gd name="connsiteX46" fmla="*/ 10596756 w 12235980"/>
              <a:gd name="connsiteY46" fmla="*/ 392723 h 726949"/>
              <a:gd name="connsiteX47" fmla="*/ 10743198 w 12235980"/>
              <a:gd name="connsiteY47" fmla="*/ 416771 h 726949"/>
              <a:gd name="connsiteX48" fmla="*/ 10777301 w 12235980"/>
              <a:gd name="connsiteY48" fmla="*/ 419065 h 726949"/>
              <a:gd name="connsiteX49" fmla="*/ 10827235 w 12235980"/>
              <a:gd name="connsiteY49" fmla="*/ 433042 h 726949"/>
              <a:gd name="connsiteX50" fmla="*/ 10830785 w 12235980"/>
              <a:gd name="connsiteY50" fmla="*/ 424567 h 726949"/>
              <a:gd name="connsiteX51" fmla="*/ 10845664 w 12235980"/>
              <a:gd name="connsiteY51" fmla="*/ 423638 h 726949"/>
              <a:gd name="connsiteX52" fmla="*/ 10846988 w 12235980"/>
              <a:gd name="connsiteY52" fmla="*/ 422946 h 726949"/>
              <a:gd name="connsiteX53" fmla="*/ 10876491 w 12235980"/>
              <a:gd name="connsiteY53" fmla="*/ 424265 h 726949"/>
              <a:gd name="connsiteX54" fmla="*/ 10882046 w 12235980"/>
              <a:gd name="connsiteY54" fmla="*/ 427297 h 726949"/>
              <a:gd name="connsiteX55" fmla="*/ 10898611 w 12235980"/>
              <a:gd name="connsiteY55" fmla="*/ 425356 h 726949"/>
              <a:gd name="connsiteX56" fmla="*/ 10924341 w 12235980"/>
              <a:gd name="connsiteY56" fmla="*/ 427512 h 726949"/>
              <a:gd name="connsiteX57" fmla="*/ 10924080 w 12235980"/>
              <a:gd name="connsiteY57" fmla="*/ 433586 h 726949"/>
              <a:gd name="connsiteX58" fmla="*/ 10989044 w 12235980"/>
              <a:gd name="connsiteY58" fmla="*/ 434799 h 726949"/>
              <a:gd name="connsiteX59" fmla="*/ 10998150 w 12235980"/>
              <a:gd name="connsiteY59" fmla="*/ 433695 h 726949"/>
              <a:gd name="connsiteX60" fmla="*/ 11003826 w 12235980"/>
              <a:gd name="connsiteY60" fmla="*/ 434170 h 726949"/>
              <a:gd name="connsiteX61" fmla="*/ 11201750 w 12235980"/>
              <a:gd name="connsiteY61" fmla="*/ 434401 h 726949"/>
              <a:gd name="connsiteX62" fmla="*/ 11256574 w 12235980"/>
              <a:gd name="connsiteY62" fmla="*/ 426867 h 726949"/>
              <a:gd name="connsiteX63" fmla="*/ 11268434 w 12235980"/>
              <a:gd name="connsiteY63" fmla="*/ 423562 h 726949"/>
              <a:gd name="connsiteX64" fmla="*/ 11397259 w 12235980"/>
              <a:gd name="connsiteY64" fmla="*/ 432058 h 726949"/>
              <a:gd name="connsiteX65" fmla="*/ 11589501 w 12235980"/>
              <a:gd name="connsiteY65" fmla="*/ 480742 h 726949"/>
              <a:gd name="connsiteX66" fmla="*/ 11679646 w 12235980"/>
              <a:gd name="connsiteY66" fmla="*/ 486862 h 726949"/>
              <a:gd name="connsiteX67" fmla="*/ 11699170 w 12235980"/>
              <a:gd name="connsiteY67" fmla="*/ 493054 h 726949"/>
              <a:gd name="connsiteX68" fmla="*/ 11719612 w 12235980"/>
              <a:gd name="connsiteY68" fmla="*/ 495371 h 726949"/>
              <a:gd name="connsiteX69" fmla="*/ 11723861 w 12235980"/>
              <a:gd name="connsiteY69" fmla="*/ 500108 h 726949"/>
              <a:gd name="connsiteX70" fmla="*/ 11737817 w 12235980"/>
              <a:gd name="connsiteY70" fmla="*/ 503023 h 726949"/>
              <a:gd name="connsiteX71" fmla="*/ 11765116 w 12235980"/>
              <a:gd name="connsiteY71" fmla="*/ 512340 h 726949"/>
              <a:gd name="connsiteX72" fmla="*/ 11770404 w 12235980"/>
              <a:gd name="connsiteY72" fmla="*/ 510733 h 726949"/>
              <a:gd name="connsiteX73" fmla="*/ 11811858 w 12235980"/>
              <a:gd name="connsiteY73" fmla="*/ 519569 h 726949"/>
              <a:gd name="connsiteX74" fmla="*/ 11812514 w 12235980"/>
              <a:gd name="connsiteY74" fmla="*/ 518099 h 726949"/>
              <a:gd name="connsiteX75" fmla="*/ 11824571 w 12235980"/>
              <a:gd name="connsiteY75" fmla="*/ 513642 h 726949"/>
              <a:gd name="connsiteX76" fmla="*/ 11944397 w 12235980"/>
              <a:gd name="connsiteY76" fmla="*/ 486827 h 726949"/>
              <a:gd name="connsiteX77" fmla="*/ 11962667 w 12235980"/>
              <a:gd name="connsiteY77" fmla="*/ 487741 h 726949"/>
              <a:gd name="connsiteX78" fmla="*/ 11969148 w 12235980"/>
              <a:gd name="connsiteY78" fmla="*/ 489522 h 726949"/>
              <a:gd name="connsiteX79" fmla="*/ 12101517 w 12235980"/>
              <a:gd name="connsiteY79" fmla="*/ 471903 h 726949"/>
              <a:gd name="connsiteX80" fmla="*/ 12142585 w 12235980"/>
              <a:gd name="connsiteY80" fmla="*/ 474137 h 726949"/>
              <a:gd name="connsiteX81" fmla="*/ 12196898 w 12235980"/>
              <a:gd name="connsiteY81" fmla="*/ 477245 h 726949"/>
              <a:gd name="connsiteX82" fmla="*/ 12235980 w 12235980"/>
              <a:gd name="connsiteY82" fmla="*/ 475249 h 726949"/>
              <a:gd name="connsiteX83" fmla="*/ 12235980 w 12235980"/>
              <a:gd name="connsiteY83" fmla="*/ 726949 h 726949"/>
              <a:gd name="connsiteX84" fmla="*/ 0 w 12235980"/>
              <a:gd name="connsiteY84" fmla="*/ 726949 h 726949"/>
              <a:gd name="connsiteX85" fmla="*/ 0 w 12235980"/>
              <a:gd name="connsiteY85" fmla="*/ 375111 h 726949"/>
              <a:gd name="connsiteX86" fmla="*/ 3682 w 12235980"/>
              <a:gd name="connsiteY86" fmla="*/ 376504 h 726949"/>
              <a:gd name="connsiteX87" fmla="*/ 220396 w 12235980"/>
              <a:gd name="connsiteY87" fmla="*/ 351530 h 726949"/>
              <a:gd name="connsiteX88" fmla="*/ 564192 w 12235980"/>
              <a:gd name="connsiteY88" fmla="*/ 228770 h 726949"/>
              <a:gd name="connsiteX89" fmla="*/ 626816 w 12235980"/>
              <a:gd name="connsiteY89" fmla="*/ 226537 h 726949"/>
              <a:gd name="connsiteX90" fmla="*/ 755900 w 12235980"/>
              <a:gd name="connsiteY90" fmla="*/ 212379 h 726949"/>
              <a:gd name="connsiteX91" fmla="*/ 1128075 w 12235980"/>
              <a:gd name="connsiteY91" fmla="*/ 211293 h 726949"/>
              <a:gd name="connsiteX92" fmla="*/ 1222586 w 12235980"/>
              <a:gd name="connsiteY92" fmla="*/ 212452 h 726949"/>
              <a:gd name="connsiteX93" fmla="*/ 1497215 w 12235980"/>
              <a:gd name="connsiteY93" fmla="*/ 226052 h 726949"/>
              <a:gd name="connsiteX94" fmla="*/ 1805136 w 12235980"/>
              <a:gd name="connsiteY94" fmla="*/ 178044 h 726949"/>
              <a:gd name="connsiteX95" fmla="*/ 2045329 w 12235980"/>
              <a:gd name="connsiteY95" fmla="*/ 170634 h 726949"/>
              <a:gd name="connsiteX96" fmla="*/ 2116300 w 12235980"/>
              <a:gd name="connsiteY96" fmla="*/ 145445 h 726949"/>
              <a:gd name="connsiteX97" fmla="*/ 2151073 w 12235980"/>
              <a:gd name="connsiteY97" fmla="*/ 146541 h 726949"/>
              <a:gd name="connsiteX98" fmla="*/ 2445595 w 12235980"/>
              <a:gd name="connsiteY98" fmla="*/ 121291 h 726949"/>
              <a:gd name="connsiteX99" fmla="*/ 2703508 w 12235980"/>
              <a:gd name="connsiteY99" fmla="*/ 120056 h 726949"/>
              <a:gd name="connsiteX100" fmla="*/ 2993271 w 12235980"/>
              <a:gd name="connsiteY100" fmla="*/ 102359 h 726949"/>
              <a:gd name="connsiteX101" fmla="*/ 3027933 w 12235980"/>
              <a:gd name="connsiteY101" fmla="*/ 96018 h 726949"/>
              <a:gd name="connsiteX102" fmla="*/ 3141740 w 12235980"/>
              <a:gd name="connsiteY102" fmla="*/ 84074 h 726949"/>
              <a:gd name="connsiteX103" fmla="*/ 3214812 w 12235980"/>
              <a:gd name="connsiteY103" fmla="*/ 66553 h 726949"/>
              <a:gd name="connsiteX104" fmla="*/ 3631273 w 12235980"/>
              <a:gd name="connsiteY104" fmla="*/ 39031 h 726949"/>
              <a:gd name="connsiteX105" fmla="*/ 3965965 w 12235980"/>
              <a:gd name="connsiteY105" fmla="*/ 8273 h 726949"/>
              <a:gd name="connsiteX106" fmla="*/ 4111010 w 12235980"/>
              <a:gd name="connsiteY106" fmla="*/ 213 h 7269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Lst>
            <a:rect l="l" t="t" r="r" b="b"/>
            <a:pathLst>
              <a:path w="12235980" h="726949">
                <a:moveTo>
                  <a:pt x="4111010" y="213"/>
                </a:moveTo>
                <a:cubicBezTo>
                  <a:pt x="4129401" y="938"/>
                  <a:pt x="4149205" y="3606"/>
                  <a:pt x="4171080" y="9622"/>
                </a:cubicBezTo>
                <a:cubicBezTo>
                  <a:pt x="4259832" y="12994"/>
                  <a:pt x="4398363" y="14647"/>
                  <a:pt x="4498483" y="28508"/>
                </a:cubicBezTo>
                <a:cubicBezTo>
                  <a:pt x="4566055" y="35756"/>
                  <a:pt x="4601849" y="77187"/>
                  <a:pt x="4669677" y="57188"/>
                </a:cubicBezTo>
                <a:cubicBezTo>
                  <a:pt x="4732906" y="64134"/>
                  <a:pt x="4784518" y="85084"/>
                  <a:pt x="4840533" y="79085"/>
                </a:cubicBezTo>
                <a:cubicBezTo>
                  <a:pt x="4909437" y="89348"/>
                  <a:pt x="5019010" y="111159"/>
                  <a:pt x="5083106" y="118765"/>
                </a:cubicBezTo>
                <a:cubicBezTo>
                  <a:pt x="5147200" y="126373"/>
                  <a:pt x="5188109" y="121385"/>
                  <a:pt x="5225104" y="124724"/>
                </a:cubicBezTo>
                <a:cubicBezTo>
                  <a:pt x="5265886" y="92972"/>
                  <a:pt x="5263982" y="142466"/>
                  <a:pt x="5305069" y="138803"/>
                </a:cubicBezTo>
                <a:cubicBezTo>
                  <a:pt x="5348725" y="142077"/>
                  <a:pt x="5416699" y="155146"/>
                  <a:pt x="5487038" y="144367"/>
                </a:cubicBezTo>
                <a:cubicBezTo>
                  <a:pt x="5561566" y="130196"/>
                  <a:pt x="5597240" y="112331"/>
                  <a:pt x="5668265" y="98806"/>
                </a:cubicBezTo>
                <a:cubicBezTo>
                  <a:pt x="5686297" y="82267"/>
                  <a:pt x="5739973" y="88546"/>
                  <a:pt x="5766374" y="87042"/>
                </a:cubicBezTo>
                <a:cubicBezTo>
                  <a:pt x="5792776" y="85539"/>
                  <a:pt x="5824262" y="86483"/>
                  <a:pt x="5826676" y="89784"/>
                </a:cubicBezTo>
                <a:cubicBezTo>
                  <a:pt x="5884458" y="91170"/>
                  <a:pt x="6043466" y="106448"/>
                  <a:pt x="6109388" y="107697"/>
                </a:cubicBezTo>
                <a:cubicBezTo>
                  <a:pt x="6182191" y="110870"/>
                  <a:pt x="6170053" y="96471"/>
                  <a:pt x="6241432" y="99569"/>
                </a:cubicBezTo>
                <a:cubicBezTo>
                  <a:pt x="6279540" y="117694"/>
                  <a:pt x="6328505" y="108918"/>
                  <a:pt x="6350069" y="98530"/>
                </a:cubicBezTo>
                <a:cubicBezTo>
                  <a:pt x="6406799" y="58525"/>
                  <a:pt x="6485561" y="114192"/>
                  <a:pt x="6531624" y="84094"/>
                </a:cubicBezTo>
                <a:cubicBezTo>
                  <a:pt x="6545580" y="81230"/>
                  <a:pt x="6558166" y="81554"/>
                  <a:pt x="6569834" y="83860"/>
                </a:cubicBezTo>
                <a:lnTo>
                  <a:pt x="6600919" y="94936"/>
                </a:lnTo>
                <a:lnTo>
                  <a:pt x="6606597" y="107335"/>
                </a:lnTo>
                <a:lnTo>
                  <a:pt x="6627331" y="109018"/>
                </a:lnTo>
                <a:lnTo>
                  <a:pt x="6632477" y="111821"/>
                </a:lnTo>
                <a:cubicBezTo>
                  <a:pt x="6642296" y="117228"/>
                  <a:pt x="6652107" y="122203"/>
                  <a:pt x="6662363" y="125540"/>
                </a:cubicBezTo>
                <a:cubicBezTo>
                  <a:pt x="6693201" y="124980"/>
                  <a:pt x="6763969" y="155618"/>
                  <a:pt x="6854478" y="145012"/>
                </a:cubicBezTo>
                <a:cubicBezTo>
                  <a:pt x="6952499" y="134076"/>
                  <a:pt x="7007342" y="136137"/>
                  <a:pt x="7134703" y="143320"/>
                </a:cubicBezTo>
                <a:cubicBezTo>
                  <a:pt x="7207617" y="145462"/>
                  <a:pt x="7298969" y="81259"/>
                  <a:pt x="7399316" y="119885"/>
                </a:cubicBezTo>
                <a:cubicBezTo>
                  <a:pt x="7495398" y="108429"/>
                  <a:pt x="7656123" y="72319"/>
                  <a:pt x="7733860" y="56961"/>
                </a:cubicBezTo>
                <a:cubicBezTo>
                  <a:pt x="7739322" y="49307"/>
                  <a:pt x="7771770" y="40267"/>
                  <a:pt x="7779306" y="35538"/>
                </a:cubicBezTo>
                <a:lnTo>
                  <a:pt x="7802648" y="43667"/>
                </a:lnTo>
                <a:lnTo>
                  <a:pt x="7842635" y="45475"/>
                </a:lnTo>
                <a:cubicBezTo>
                  <a:pt x="7890126" y="50220"/>
                  <a:pt x="8030765" y="51216"/>
                  <a:pt x="8087588" y="53630"/>
                </a:cubicBezTo>
                <a:cubicBezTo>
                  <a:pt x="8166703" y="65448"/>
                  <a:pt x="8223488" y="83037"/>
                  <a:pt x="8280549" y="97875"/>
                </a:cubicBezTo>
                <a:cubicBezTo>
                  <a:pt x="8340109" y="111513"/>
                  <a:pt x="8366244" y="156011"/>
                  <a:pt x="8429957" y="142657"/>
                </a:cubicBezTo>
                <a:cubicBezTo>
                  <a:pt x="8485667" y="155583"/>
                  <a:pt x="8528942" y="181284"/>
                  <a:pt x="8580043" y="180683"/>
                </a:cubicBezTo>
                <a:cubicBezTo>
                  <a:pt x="8595228" y="196714"/>
                  <a:pt x="8611739" y="205411"/>
                  <a:pt x="8635431" y="191389"/>
                </a:cubicBezTo>
                <a:cubicBezTo>
                  <a:pt x="8685673" y="208552"/>
                  <a:pt x="8689629" y="236696"/>
                  <a:pt x="8729540" y="223976"/>
                </a:cubicBezTo>
                <a:cubicBezTo>
                  <a:pt x="8795239" y="241661"/>
                  <a:pt x="8930042" y="286729"/>
                  <a:pt x="9000200" y="300590"/>
                </a:cubicBezTo>
                <a:cubicBezTo>
                  <a:pt x="9042393" y="280364"/>
                  <a:pt x="9073199" y="309543"/>
                  <a:pt x="9150483" y="307144"/>
                </a:cubicBezTo>
                <a:cubicBezTo>
                  <a:pt x="9219364" y="300207"/>
                  <a:pt x="9272909" y="296150"/>
                  <a:pt x="9353850" y="266589"/>
                </a:cubicBezTo>
                <a:cubicBezTo>
                  <a:pt x="9372404" y="251912"/>
                  <a:pt x="9418483" y="266311"/>
                  <a:pt x="9437883" y="267574"/>
                </a:cubicBezTo>
                <a:cubicBezTo>
                  <a:pt x="9457282" y="268836"/>
                  <a:pt x="9468555" y="270662"/>
                  <a:pt x="9470247" y="274166"/>
                </a:cubicBezTo>
                <a:cubicBezTo>
                  <a:pt x="9507224" y="275552"/>
                  <a:pt x="9609228" y="267522"/>
                  <a:pt x="9659749" y="272800"/>
                </a:cubicBezTo>
                <a:cubicBezTo>
                  <a:pt x="9687778" y="283801"/>
                  <a:pt x="9714295" y="328186"/>
                  <a:pt x="9747627" y="305838"/>
                </a:cubicBezTo>
                <a:cubicBezTo>
                  <a:pt x="9740946" y="330801"/>
                  <a:pt x="9787888" y="298183"/>
                  <a:pt x="9798165" y="319367"/>
                </a:cubicBezTo>
                <a:cubicBezTo>
                  <a:pt x="9804387" y="336967"/>
                  <a:pt x="9820081" y="331171"/>
                  <a:pt x="9833538" y="334753"/>
                </a:cubicBezTo>
                <a:cubicBezTo>
                  <a:pt x="9845757" y="351197"/>
                  <a:pt x="9910287" y="352336"/>
                  <a:pt x="9931125" y="344096"/>
                </a:cubicBezTo>
                <a:cubicBezTo>
                  <a:pt x="9994301" y="358653"/>
                  <a:pt x="10114847" y="409679"/>
                  <a:pt x="10212599" y="422099"/>
                </a:cubicBezTo>
                <a:cubicBezTo>
                  <a:pt x="10303720" y="431024"/>
                  <a:pt x="10518845" y="384920"/>
                  <a:pt x="10596756" y="392723"/>
                </a:cubicBezTo>
                <a:cubicBezTo>
                  <a:pt x="10668988" y="398077"/>
                  <a:pt x="10689403" y="410023"/>
                  <a:pt x="10743198" y="416771"/>
                </a:cubicBezTo>
                <a:lnTo>
                  <a:pt x="10777301" y="419065"/>
                </a:lnTo>
                <a:lnTo>
                  <a:pt x="10827235" y="433042"/>
                </a:lnTo>
                <a:lnTo>
                  <a:pt x="10830785" y="424567"/>
                </a:lnTo>
                <a:lnTo>
                  <a:pt x="10845664" y="423638"/>
                </a:lnTo>
                <a:lnTo>
                  <a:pt x="10846988" y="422946"/>
                </a:lnTo>
                <a:lnTo>
                  <a:pt x="10876491" y="424265"/>
                </a:lnTo>
                <a:lnTo>
                  <a:pt x="10882046" y="427297"/>
                </a:lnTo>
                <a:lnTo>
                  <a:pt x="10898611" y="425356"/>
                </a:lnTo>
                <a:lnTo>
                  <a:pt x="10924341" y="427512"/>
                </a:lnTo>
                <a:lnTo>
                  <a:pt x="10924080" y="433586"/>
                </a:lnTo>
                <a:cubicBezTo>
                  <a:pt x="10944452" y="430894"/>
                  <a:pt x="10966987" y="434707"/>
                  <a:pt x="10989044" y="434799"/>
                </a:cubicBezTo>
                <a:lnTo>
                  <a:pt x="10998150" y="433695"/>
                </a:lnTo>
                <a:lnTo>
                  <a:pt x="11003826" y="434170"/>
                </a:lnTo>
                <a:cubicBezTo>
                  <a:pt x="11078593" y="440078"/>
                  <a:pt x="11154256" y="443887"/>
                  <a:pt x="11201750" y="434401"/>
                </a:cubicBezTo>
                <a:cubicBezTo>
                  <a:pt x="11227376" y="431764"/>
                  <a:pt x="11244580" y="429235"/>
                  <a:pt x="11256574" y="426867"/>
                </a:cubicBezTo>
                <a:lnTo>
                  <a:pt x="11268434" y="423562"/>
                </a:lnTo>
                <a:lnTo>
                  <a:pt x="11397259" y="432058"/>
                </a:lnTo>
                <a:cubicBezTo>
                  <a:pt x="11467052" y="440997"/>
                  <a:pt x="11532765" y="469317"/>
                  <a:pt x="11589501" y="480742"/>
                </a:cubicBezTo>
                <a:cubicBezTo>
                  <a:pt x="11593778" y="486071"/>
                  <a:pt x="11674004" y="483524"/>
                  <a:pt x="11679646" y="486862"/>
                </a:cubicBezTo>
                <a:lnTo>
                  <a:pt x="11699170" y="493054"/>
                </a:lnTo>
                <a:cubicBezTo>
                  <a:pt x="11709077" y="491011"/>
                  <a:pt x="11715193" y="492429"/>
                  <a:pt x="11719612" y="495371"/>
                </a:cubicBezTo>
                <a:lnTo>
                  <a:pt x="11723861" y="500108"/>
                </a:lnTo>
                <a:lnTo>
                  <a:pt x="11737817" y="503023"/>
                </a:lnTo>
                <a:lnTo>
                  <a:pt x="11765116" y="512340"/>
                </a:lnTo>
                <a:lnTo>
                  <a:pt x="11770404" y="510733"/>
                </a:lnTo>
                <a:lnTo>
                  <a:pt x="11811858" y="519569"/>
                </a:lnTo>
                <a:cubicBezTo>
                  <a:pt x="11812076" y="519079"/>
                  <a:pt x="11812296" y="518588"/>
                  <a:pt x="11812514" y="518099"/>
                </a:cubicBezTo>
                <a:cubicBezTo>
                  <a:pt x="11814934" y="515008"/>
                  <a:pt x="11818501" y="513106"/>
                  <a:pt x="11824571" y="513642"/>
                </a:cubicBezTo>
                <a:cubicBezTo>
                  <a:pt x="11846551" y="508430"/>
                  <a:pt x="11921382" y="491144"/>
                  <a:pt x="11944397" y="486827"/>
                </a:cubicBezTo>
                <a:cubicBezTo>
                  <a:pt x="11954647" y="488485"/>
                  <a:pt x="11958542" y="487292"/>
                  <a:pt x="11962667" y="487741"/>
                </a:cubicBezTo>
                <a:lnTo>
                  <a:pt x="11969148" y="489522"/>
                </a:lnTo>
                <a:cubicBezTo>
                  <a:pt x="11992289" y="486883"/>
                  <a:pt x="12072610" y="474467"/>
                  <a:pt x="12101517" y="471903"/>
                </a:cubicBezTo>
                <a:cubicBezTo>
                  <a:pt x="12115638" y="485112"/>
                  <a:pt x="12128900" y="482150"/>
                  <a:pt x="12142585" y="474137"/>
                </a:cubicBezTo>
                <a:cubicBezTo>
                  <a:pt x="12160558" y="478619"/>
                  <a:pt x="12178368" y="478441"/>
                  <a:pt x="12196898" y="477245"/>
                </a:cubicBezTo>
                <a:lnTo>
                  <a:pt x="12235980" y="475249"/>
                </a:lnTo>
                <a:lnTo>
                  <a:pt x="12235980" y="726949"/>
                </a:lnTo>
                <a:lnTo>
                  <a:pt x="0" y="726949"/>
                </a:lnTo>
                <a:lnTo>
                  <a:pt x="0" y="375111"/>
                </a:lnTo>
                <a:lnTo>
                  <a:pt x="3682" y="376504"/>
                </a:lnTo>
                <a:cubicBezTo>
                  <a:pt x="61549" y="390095"/>
                  <a:pt x="144281" y="366539"/>
                  <a:pt x="220396" y="351530"/>
                </a:cubicBezTo>
                <a:cubicBezTo>
                  <a:pt x="321883" y="331520"/>
                  <a:pt x="515915" y="244837"/>
                  <a:pt x="564192" y="228770"/>
                </a:cubicBezTo>
                <a:cubicBezTo>
                  <a:pt x="584024" y="227413"/>
                  <a:pt x="616057" y="208029"/>
                  <a:pt x="626816" y="226537"/>
                </a:cubicBezTo>
                <a:cubicBezTo>
                  <a:pt x="636153" y="202192"/>
                  <a:pt x="703392" y="255820"/>
                  <a:pt x="755900" y="212379"/>
                </a:cubicBezTo>
                <a:cubicBezTo>
                  <a:pt x="929449" y="222601"/>
                  <a:pt x="1056957" y="205792"/>
                  <a:pt x="1128075" y="211293"/>
                </a:cubicBezTo>
                <a:cubicBezTo>
                  <a:pt x="1166094" y="179454"/>
                  <a:pt x="1182645" y="222261"/>
                  <a:pt x="1222586" y="212452"/>
                </a:cubicBezTo>
                <a:cubicBezTo>
                  <a:pt x="1306354" y="215089"/>
                  <a:pt x="1396333" y="184886"/>
                  <a:pt x="1497215" y="226052"/>
                </a:cubicBezTo>
                <a:cubicBezTo>
                  <a:pt x="1621993" y="216822"/>
                  <a:pt x="1711479" y="192468"/>
                  <a:pt x="1805136" y="178044"/>
                </a:cubicBezTo>
                <a:cubicBezTo>
                  <a:pt x="1853251" y="205679"/>
                  <a:pt x="2014609" y="172143"/>
                  <a:pt x="2045329" y="170634"/>
                </a:cubicBezTo>
                <a:cubicBezTo>
                  <a:pt x="2064088" y="197156"/>
                  <a:pt x="2093880" y="147218"/>
                  <a:pt x="2116300" y="145445"/>
                </a:cubicBezTo>
                <a:cubicBezTo>
                  <a:pt x="2123013" y="161185"/>
                  <a:pt x="2141351" y="162752"/>
                  <a:pt x="2151073" y="146541"/>
                </a:cubicBezTo>
                <a:cubicBezTo>
                  <a:pt x="2205955" y="142515"/>
                  <a:pt x="2362698" y="113121"/>
                  <a:pt x="2445595" y="121291"/>
                </a:cubicBezTo>
                <a:cubicBezTo>
                  <a:pt x="2468787" y="128723"/>
                  <a:pt x="2671771" y="138833"/>
                  <a:pt x="2703508" y="120056"/>
                </a:cubicBezTo>
                <a:cubicBezTo>
                  <a:pt x="2714637" y="150669"/>
                  <a:pt x="2858653" y="89697"/>
                  <a:pt x="2993271" y="102359"/>
                </a:cubicBezTo>
                <a:cubicBezTo>
                  <a:pt x="3009702" y="112292"/>
                  <a:pt x="3019353" y="113422"/>
                  <a:pt x="3027933" y="96018"/>
                </a:cubicBezTo>
                <a:cubicBezTo>
                  <a:pt x="3069979" y="98333"/>
                  <a:pt x="3116823" y="58183"/>
                  <a:pt x="3141740" y="84074"/>
                </a:cubicBezTo>
                <a:cubicBezTo>
                  <a:pt x="3143242" y="44974"/>
                  <a:pt x="3200376" y="102439"/>
                  <a:pt x="3214812" y="66553"/>
                </a:cubicBezTo>
                <a:cubicBezTo>
                  <a:pt x="3296402" y="59046"/>
                  <a:pt x="3506082" y="48744"/>
                  <a:pt x="3631273" y="39031"/>
                </a:cubicBezTo>
                <a:cubicBezTo>
                  <a:pt x="3715191" y="36140"/>
                  <a:pt x="3893017" y="19108"/>
                  <a:pt x="3965965" y="8273"/>
                </a:cubicBezTo>
                <a:cubicBezTo>
                  <a:pt x="4013392" y="13359"/>
                  <a:pt x="4055838" y="-1961"/>
                  <a:pt x="4111010" y="213"/>
                </a:cubicBezTo>
                <a:close/>
              </a:path>
            </a:pathLst>
          </a:custGeom>
          <a:solidFill>
            <a:srgbClr val="82766A">
              <a:alpha val="15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Tree>
    <p:extLst>
      <p:ext uri="{BB962C8B-B14F-4D97-AF65-F5344CB8AC3E}">
        <p14:creationId xmlns:p14="http://schemas.microsoft.com/office/powerpoint/2010/main" val="1260234446"/>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12" name="Picture 11">
            <a:extLst>
              <a:ext uri="{FF2B5EF4-FFF2-40B4-BE49-F238E27FC236}">
                <a16:creationId xmlns:a16="http://schemas.microsoft.com/office/drawing/2014/main" id="{DEB2E8C4-C3E7-4048-A43D-9859510CFA98}"/>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2">
            <a:extLst>
              <a:ext uri="{28A0092B-C50C-407E-A947-70E740481C1C}">
                <a14:useLocalDpi xmlns:a14="http://schemas.microsoft.com/office/drawing/2010/main" val="0"/>
              </a:ext>
            </a:extLst>
          </a:blip>
          <a:stretch>
            <a:fillRect/>
          </a:stretch>
        </p:blipFill>
        <p:spPr>
          <a:xfrm>
            <a:off x="10905744" y="0"/>
            <a:ext cx="1286256" cy="6858000"/>
          </a:xfrm>
          <a:prstGeom prst="rect">
            <a:avLst/>
          </a:prstGeom>
        </p:spPr>
      </p:pic>
      <mc:AlternateContent xmlns:mc="http://schemas.openxmlformats.org/markup-compatibility/2006" xmlns:p14="http://schemas.microsoft.com/office/powerpoint/2010/main">
        <mc:Choice Requires="p14">
          <p:contentPart p14:bwMode="auto" r:id="rId3">
            <p14:nvContentPartPr>
              <p14:cNvPr id="48" name="Ink 47">
                <a:extLst>
                  <a:ext uri="{FF2B5EF4-FFF2-40B4-BE49-F238E27FC236}">
                    <a16:creationId xmlns:a16="http://schemas.microsoft.com/office/drawing/2014/main" id="{24D29CCB-7956-4E3E-8880-304085F04BF4}"/>
                  </a:ext>
                  <a:ext uri="{C183D7F6-B498-43B3-948B-1728B52AA6E4}">
                    <adec:decorative xmlns:adec="http://schemas.microsoft.com/office/drawing/2017/decorative" val="1"/>
                  </a:ext>
                </a:extLst>
              </p14:cNvPr>
              <p14:cNvContentPartPr>
                <a14:cpLocks xmlns:a14="http://schemas.microsoft.com/office/drawing/2010/main" noGrp="1" noRot="1" noChangeAspect="1" noMove="1" noResize="1" noEditPoints="1" noAdjustHandles="1" noChangeArrowheads="1" noChangeShapeType="1"/>
              </p14:cNvContentPartPr>
              <p14:nvPr>
                <p:extLst>
                  <p:ext uri="{386F3935-93C4-4BCD-93E2-E3B085C9AB24}">
                    <p16:designElem xmlns:p16="http://schemas.microsoft.com/office/powerpoint/2015/main" val="1"/>
                  </p:ext>
                </p:extLst>
              </p14:nvPr>
            </p14:nvContentPartPr>
            <p14:xfrm>
              <a:off x="12490710" y="6342652"/>
              <a:ext cx="360" cy="360"/>
            </p14:xfrm>
          </p:contentPart>
        </mc:Choice>
        <mc:Fallback xmlns="">
          <p:pic>
            <p:nvPicPr>
              <p:cNvPr id="48" name="Ink 47">
                <a:extLst>
                  <a:ext uri="{FF2B5EF4-FFF2-40B4-BE49-F238E27FC236}">
                    <a16:creationId xmlns:a16="http://schemas.microsoft.com/office/drawing/2014/main" id="{24D29CCB-7956-4E3E-8880-304085F04BF4}"/>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p:cNvPicPr>
              <p:nvPr/>
            </p:nvPicPr>
            <p:blipFill>
              <a:blip r:embed="rId4"/>
              <a:stretch>
                <a:fillRect/>
              </a:stretch>
            </p:blipFill>
            <p:spPr>
              <a:xfrm>
                <a:off x="12481710" y="6333652"/>
                <a:ext cx="18000" cy="18000"/>
              </a:xfrm>
              <a:prstGeom prst="rect">
                <a:avLst/>
              </a:prstGeom>
            </p:spPr>
          </p:pic>
        </mc:Fallback>
      </mc:AlternateContent>
      <p:sp useBgFill="1">
        <p:nvSpPr>
          <p:cNvPr id="49" name="Rectangle 48">
            <a:extLst>
              <a:ext uri="{FF2B5EF4-FFF2-40B4-BE49-F238E27FC236}">
                <a16:creationId xmlns:a16="http://schemas.microsoft.com/office/drawing/2014/main" id="{31AA1E1C-DA67-488F-A983-F3ABD792C3B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0" name="Freeform: Shape 49">
            <a:extLst>
              <a:ext uri="{FF2B5EF4-FFF2-40B4-BE49-F238E27FC236}">
                <a16:creationId xmlns:a16="http://schemas.microsoft.com/office/drawing/2014/main" id="{DC46DA5A-CECD-42F0-A57E-8D5BAE36270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418708">
            <a:off x="-249318" y="3024527"/>
            <a:ext cx="12584740" cy="4556159"/>
          </a:xfrm>
          <a:custGeom>
            <a:avLst/>
            <a:gdLst>
              <a:gd name="connsiteX0" fmla="*/ 1976651 w 12584740"/>
              <a:gd name="connsiteY0" fmla="*/ 27745 h 4575313"/>
              <a:gd name="connsiteX1" fmla="*/ 10535175 w 12584740"/>
              <a:gd name="connsiteY1" fmla="*/ 27745 h 4575313"/>
              <a:gd name="connsiteX2" fmla="*/ 10535176 w 12584740"/>
              <a:gd name="connsiteY2" fmla="*/ 118040 h 4575313"/>
              <a:gd name="connsiteX3" fmla="*/ 10552865 w 12584740"/>
              <a:gd name="connsiteY3" fmla="*/ 112274 h 4575313"/>
              <a:gd name="connsiteX4" fmla="*/ 10704478 w 12584740"/>
              <a:gd name="connsiteY4" fmla="*/ 95591 h 4575313"/>
              <a:gd name="connsiteX5" fmla="*/ 10856419 w 12584740"/>
              <a:gd name="connsiteY5" fmla="*/ 75098 h 4575313"/>
              <a:gd name="connsiteX6" fmla="*/ 10946891 w 12584740"/>
              <a:gd name="connsiteY6" fmla="*/ 41601 h 4575313"/>
              <a:gd name="connsiteX7" fmla="*/ 11071737 w 12584740"/>
              <a:gd name="connsiteY7" fmla="*/ 27061 h 4575313"/>
              <a:gd name="connsiteX8" fmla="*/ 11092700 w 12584740"/>
              <a:gd name="connsiteY8" fmla="*/ 21499 h 4575313"/>
              <a:gd name="connsiteX9" fmla="*/ 11121627 w 12584740"/>
              <a:gd name="connsiteY9" fmla="*/ 23693 h 4575313"/>
              <a:gd name="connsiteX10" fmla="*/ 11237564 w 12584740"/>
              <a:gd name="connsiteY10" fmla="*/ 33473 h 4575313"/>
              <a:gd name="connsiteX11" fmla="*/ 11328738 w 12584740"/>
              <a:gd name="connsiteY11" fmla="*/ 50022 h 4575313"/>
              <a:gd name="connsiteX12" fmla="*/ 11442587 w 12584740"/>
              <a:gd name="connsiteY12" fmla="*/ 33522 h 4575313"/>
              <a:gd name="connsiteX13" fmla="*/ 11511928 w 12584740"/>
              <a:gd name="connsiteY13" fmla="*/ 35867 h 4575313"/>
              <a:gd name="connsiteX14" fmla="*/ 11625388 w 12584740"/>
              <a:gd name="connsiteY14" fmla="*/ 58635 h 4575313"/>
              <a:gd name="connsiteX15" fmla="*/ 11775146 w 12584740"/>
              <a:gd name="connsiteY15" fmla="*/ 46765 h 4575313"/>
              <a:gd name="connsiteX16" fmla="*/ 11806024 w 12584740"/>
              <a:gd name="connsiteY16" fmla="*/ 19242 h 4575313"/>
              <a:gd name="connsiteX17" fmla="*/ 11847451 w 12584740"/>
              <a:gd name="connsiteY17" fmla="*/ 1939 h 4575313"/>
              <a:gd name="connsiteX18" fmla="*/ 11865034 w 12584740"/>
              <a:gd name="connsiteY18" fmla="*/ 38939 h 4575313"/>
              <a:gd name="connsiteX19" fmla="*/ 11994565 w 12584740"/>
              <a:gd name="connsiteY19" fmla="*/ 63328 h 4575313"/>
              <a:gd name="connsiteX20" fmla="*/ 12059283 w 12584740"/>
              <a:gd name="connsiteY20" fmla="*/ 71265 h 4575313"/>
              <a:gd name="connsiteX21" fmla="*/ 12160147 w 12584740"/>
              <a:gd name="connsiteY21" fmla="*/ 75027 h 4575313"/>
              <a:gd name="connsiteX22" fmla="*/ 12190854 w 12584740"/>
              <a:gd name="connsiteY22" fmla="*/ 77689 h 4575313"/>
              <a:gd name="connsiteX23" fmla="*/ 12215705 w 12584740"/>
              <a:gd name="connsiteY23" fmla="*/ 79117 h 4575313"/>
              <a:gd name="connsiteX24" fmla="*/ 12336770 w 12584740"/>
              <a:gd name="connsiteY24" fmla="*/ 1068186 h 4575313"/>
              <a:gd name="connsiteX25" fmla="*/ 12397764 w 12584740"/>
              <a:gd name="connsiteY25" fmla="*/ 1566491 h 4575313"/>
              <a:gd name="connsiteX26" fmla="*/ 12584740 w 12584740"/>
              <a:gd name="connsiteY26" fmla="*/ 3094030 h 4575313"/>
              <a:gd name="connsiteX27" fmla="*/ 483060 w 12584740"/>
              <a:gd name="connsiteY27" fmla="*/ 4575313 h 4575313"/>
              <a:gd name="connsiteX28" fmla="*/ 296084 w 12584740"/>
              <a:gd name="connsiteY28" fmla="*/ 3047774 h 4575313"/>
              <a:gd name="connsiteX29" fmla="*/ 235090 w 12584740"/>
              <a:gd name="connsiteY29" fmla="*/ 2549469 h 4575313"/>
              <a:gd name="connsiteX30" fmla="*/ 0 w 12584740"/>
              <a:gd name="connsiteY30" fmla="*/ 628841 h 4575313"/>
              <a:gd name="connsiteX31" fmla="*/ 7836 w 12584740"/>
              <a:gd name="connsiteY31" fmla="*/ 631521 h 4575313"/>
              <a:gd name="connsiteX32" fmla="*/ 59804 w 12584740"/>
              <a:gd name="connsiteY32" fmla="*/ 651795 h 4575313"/>
              <a:gd name="connsiteX33" fmla="*/ 189088 w 12584740"/>
              <a:gd name="connsiteY33" fmla="*/ 654369 h 4575313"/>
              <a:gd name="connsiteX34" fmla="*/ 238402 w 12584740"/>
              <a:gd name="connsiteY34" fmla="*/ 636963 h 4575313"/>
              <a:gd name="connsiteX35" fmla="*/ 332970 w 12584740"/>
              <a:gd name="connsiteY35" fmla="*/ 607012 h 4575313"/>
              <a:gd name="connsiteX36" fmla="*/ 407552 w 12584740"/>
              <a:gd name="connsiteY36" fmla="*/ 547943 h 4575313"/>
              <a:gd name="connsiteX37" fmla="*/ 497934 w 12584740"/>
              <a:gd name="connsiteY37" fmla="*/ 502354 h 4575313"/>
              <a:gd name="connsiteX38" fmla="*/ 510273 w 12584740"/>
              <a:gd name="connsiteY38" fmla="*/ 504172 h 4575313"/>
              <a:gd name="connsiteX39" fmla="*/ 561099 w 12584740"/>
              <a:gd name="connsiteY39" fmla="*/ 476357 h 4575313"/>
              <a:gd name="connsiteX40" fmla="*/ 705102 w 12584740"/>
              <a:gd name="connsiteY40" fmla="*/ 399826 h 4575313"/>
              <a:gd name="connsiteX41" fmla="*/ 800404 w 12584740"/>
              <a:gd name="connsiteY41" fmla="*/ 289909 h 4575313"/>
              <a:gd name="connsiteX42" fmla="*/ 842353 w 12584740"/>
              <a:gd name="connsiteY42" fmla="*/ 276713 h 4575313"/>
              <a:gd name="connsiteX43" fmla="*/ 912247 w 12584740"/>
              <a:gd name="connsiteY43" fmla="*/ 254246 h 4575313"/>
              <a:gd name="connsiteX44" fmla="*/ 927247 w 12584740"/>
              <a:gd name="connsiteY44" fmla="*/ 258217 h 4575313"/>
              <a:gd name="connsiteX45" fmla="*/ 933425 w 12584740"/>
              <a:gd name="connsiteY45" fmla="*/ 256149 h 4575313"/>
              <a:gd name="connsiteX46" fmla="*/ 934108 w 12584740"/>
              <a:gd name="connsiteY46" fmla="*/ 256433 h 4575313"/>
              <a:gd name="connsiteX47" fmla="*/ 935368 w 12584740"/>
              <a:gd name="connsiteY47" fmla="*/ 255498 h 4575313"/>
              <a:gd name="connsiteX48" fmla="*/ 949059 w 12584740"/>
              <a:gd name="connsiteY48" fmla="*/ 250913 h 4575313"/>
              <a:gd name="connsiteX49" fmla="*/ 980035 w 12584740"/>
              <a:gd name="connsiteY49" fmla="*/ 251605 h 4575313"/>
              <a:gd name="connsiteX50" fmla="*/ 998443 w 12584740"/>
              <a:gd name="connsiteY50" fmla="*/ 248823 h 4575313"/>
              <a:gd name="connsiteX51" fmla="*/ 1015140 w 12584740"/>
              <a:gd name="connsiteY51" fmla="*/ 230963 h 4575313"/>
              <a:gd name="connsiteX52" fmla="*/ 1027653 w 12584740"/>
              <a:gd name="connsiteY52" fmla="*/ 228229 h 4575313"/>
              <a:gd name="connsiteX53" fmla="*/ 1029989 w 12584740"/>
              <a:gd name="connsiteY53" fmla="*/ 225769 h 4575313"/>
              <a:gd name="connsiteX54" fmla="*/ 1036851 w 12584740"/>
              <a:gd name="connsiteY54" fmla="*/ 220779 h 4575313"/>
              <a:gd name="connsiteX55" fmla="*/ 1029120 w 12584740"/>
              <a:gd name="connsiteY55" fmla="*/ 217196 h 4575313"/>
              <a:gd name="connsiteX56" fmla="*/ 1113256 w 12584740"/>
              <a:gd name="connsiteY56" fmla="*/ 192543 h 4575313"/>
              <a:gd name="connsiteX57" fmla="*/ 1184710 w 12584740"/>
              <a:gd name="connsiteY57" fmla="*/ 171552 h 4575313"/>
              <a:gd name="connsiteX58" fmla="*/ 1310965 w 12584740"/>
              <a:gd name="connsiteY58" fmla="*/ 185879 h 4575313"/>
              <a:gd name="connsiteX59" fmla="*/ 1430934 w 12584740"/>
              <a:gd name="connsiteY59" fmla="*/ 139104 h 4575313"/>
              <a:gd name="connsiteX60" fmla="*/ 1463118 w 12584740"/>
              <a:gd name="connsiteY60" fmla="*/ 138911 h 4575313"/>
              <a:gd name="connsiteX61" fmla="*/ 1493444 w 12584740"/>
              <a:gd name="connsiteY61" fmla="*/ 147416 h 4575313"/>
              <a:gd name="connsiteX62" fmla="*/ 1493168 w 12584740"/>
              <a:gd name="connsiteY62" fmla="*/ 150455 h 4575313"/>
              <a:gd name="connsiteX63" fmla="*/ 1497974 w 12584740"/>
              <a:gd name="connsiteY63" fmla="*/ 151841 h 4575313"/>
              <a:gd name="connsiteX64" fmla="*/ 1502355 w 12584740"/>
              <a:gd name="connsiteY64" fmla="*/ 149916 h 4575313"/>
              <a:gd name="connsiteX65" fmla="*/ 1508100 w 12584740"/>
              <a:gd name="connsiteY65" fmla="*/ 151526 h 4575313"/>
              <a:gd name="connsiteX66" fmla="*/ 1523822 w 12584740"/>
              <a:gd name="connsiteY66" fmla="*/ 155112 h 4575313"/>
              <a:gd name="connsiteX67" fmla="*/ 1528971 w 12584740"/>
              <a:gd name="connsiteY67" fmla="*/ 161299 h 4575313"/>
              <a:gd name="connsiteX68" fmla="*/ 1590631 w 12584740"/>
              <a:gd name="connsiteY68" fmla="*/ 173836 h 4575313"/>
              <a:gd name="connsiteX69" fmla="*/ 1609537 w 12584740"/>
              <a:gd name="connsiteY69" fmla="*/ 169616 h 4575313"/>
              <a:gd name="connsiteX70" fmla="*/ 1631335 w 12584740"/>
              <a:gd name="connsiteY70" fmla="*/ 179686 h 4575313"/>
              <a:gd name="connsiteX71" fmla="*/ 1693983 w 12584740"/>
              <a:gd name="connsiteY71" fmla="*/ 183202 h 4575313"/>
              <a:gd name="connsiteX72" fmla="*/ 1763575 w 12584740"/>
              <a:gd name="connsiteY72" fmla="*/ 194844 h 4575313"/>
              <a:gd name="connsiteX73" fmla="*/ 1812709 w 12584740"/>
              <a:gd name="connsiteY73" fmla="*/ 208037 h 4575313"/>
              <a:gd name="connsiteX74" fmla="*/ 1945879 w 12584740"/>
              <a:gd name="connsiteY74" fmla="*/ 216206 h 4575313"/>
              <a:gd name="connsiteX75" fmla="*/ 1974418 w 12584740"/>
              <a:gd name="connsiteY75" fmla="*/ 208866 h 4575313"/>
              <a:gd name="connsiteX76" fmla="*/ 1976651 w 12584740"/>
              <a:gd name="connsiteY76" fmla="*/ 208757 h 4575313"/>
              <a:gd name="connsiteX0" fmla="*/ 2881775 w 12584740"/>
              <a:gd name="connsiteY0" fmla="*/ 233197 h 4575313"/>
              <a:gd name="connsiteX1" fmla="*/ 10535175 w 12584740"/>
              <a:gd name="connsiteY1" fmla="*/ 27745 h 4575313"/>
              <a:gd name="connsiteX2" fmla="*/ 10535176 w 12584740"/>
              <a:gd name="connsiteY2" fmla="*/ 118040 h 4575313"/>
              <a:gd name="connsiteX3" fmla="*/ 10552865 w 12584740"/>
              <a:gd name="connsiteY3" fmla="*/ 112274 h 4575313"/>
              <a:gd name="connsiteX4" fmla="*/ 10704478 w 12584740"/>
              <a:gd name="connsiteY4" fmla="*/ 95591 h 4575313"/>
              <a:gd name="connsiteX5" fmla="*/ 10856419 w 12584740"/>
              <a:gd name="connsiteY5" fmla="*/ 75098 h 4575313"/>
              <a:gd name="connsiteX6" fmla="*/ 10946891 w 12584740"/>
              <a:gd name="connsiteY6" fmla="*/ 41601 h 4575313"/>
              <a:gd name="connsiteX7" fmla="*/ 11071737 w 12584740"/>
              <a:gd name="connsiteY7" fmla="*/ 27061 h 4575313"/>
              <a:gd name="connsiteX8" fmla="*/ 11092700 w 12584740"/>
              <a:gd name="connsiteY8" fmla="*/ 21499 h 4575313"/>
              <a:gd name="connsiteX9" fmla="*/ 11121627 w 12584740"/>
              <a:gd name="connsiteY9" fmla="*/ 23693 h 4575313"/>
              <a:gd name="connsiteX10" fmla="*/ 11237564 w 12584740"/>
              <a:gd name="connsiteY10" fmla="*/ 33473 h 4575313"/>
              <a:gd name="connsiteX11" fmla="*/ 11328738 w 12584740"/>
              <a:gd name="connsiteY11" fmla="*/ 50022 h 4575313"/>
              <a:gd name="connsiteX12" fmla="*/ 11442587 w 12584740"/>
              <a:gd name="connsiteY12" fmla="*/ 33522 h 4575313"/>
              <a:gd name="connsiteX13" fmla="*/ 11511928 w 12584740"/>
              <a:gd name="connsiteY13" fmla="*/ 35867 h 4575313"/>
              <a:gd name="connsiteX14" fmla="*/ 11625388 w 12584740"/>
              <a:gd name="connsiteY14" fmla="*/ 58635 h 4575313"/>
              <a:gd name="connsiteX15" fmla="*/ 11775146 w 12584740"/>
              <a:gd name="connsiteY15" fmla="*/ 46765 h 4575313"/>
              <a:gd name="connsiteX16" fmla="*/ 11806024 w 12584740"/>
              <a:gd name="connsiteY16" fmla="*/ 19242 h 4575313"/>
              <a:gd name="connsiteX17" fmla="*/ 11847451 w 12584740"/>
              <a:gd name="connsiteY17" fmla="*/ 1939 h 4575313"/>
              <a:gd name="connsiteX18" fmla="*/ 11865034 w 12584740"/>
              <a:gd name="connsiteY18" fmla="*/ 38939 h 4575313"/>
              <a:gd name="connsiteX19" fmla="*/ 11994565 w 12584740"/>
              <a:gd name="connsiteY19" fmla="*/ 63328 h 4575313"/>
              <a:gd name="connsiteX20" fmla="*/ 12059283 w 12584740"/>
              <a:gd name="connsiteY20" fmla="*/ 71265 h 4575313"/>
              <a:gd name="connsiteX21" fmla="*/ 12160147 w 12584740"/>
              <a:gd name="connsiteY21" fmla="*/ 75027 h 4575313"/>
              <a:gd name="connsiteX22" fmla="*/ 12190854 w 12584740"/>
              <a:gd name="connsiteY22" fmla="*/ 77689 h 4575313"/>
              <a:gd name="connsiteX23" fmla="*/ 12215705 w 12584740"/>
              <a:gd name="connsiteY23" fmla="*/ 79117 h 4575313"/>
              <a:gd name="connsiteX24" fmla="*/ 12336770 w 12584740"/>
              <a:gd name="connsiteY24" fmla="*/ 1068186 h 4575313"/>
              <a:gd name="connsiteX25" fmla="*/ 12397764 w 12584740"/>
              <a:gd name="connsiteY25" fmla="*/ 1566491 h 4575313"/>
              <a:gd name="connsiteX26" fmla="*/ 12584740 w 12584740"/>
              <a:gd name="connsiteY26" fmla="*/ 3094030 h 4575313"/>
              <a:gd name="connsiteX27" fmla="*/ 483060 w 12584740"/>
              <a:gd name="connsiteY27" fmla="*/ 4575313 h 4575313"/>
              <a:gd name="connsiteX28" fmla="*/ 296084 w 12584740"/>
              <a:gd name="connsiteY28" fmla="*/ 3047774 h 4575313"/>
              <a:gd name="connsiteX29" fmla="*/ 235090 w 12584740"/>
              <a:gd name="connsiteY29" fmla="*/ 2549469 h 4575313"/>
              <a:gd name="connsiteX30" fmla="*/ 0 w 12584740"/>
              <a:gd name="connsiteY30" fmla="*/ 628841 h 4575313"/>
              <a:gd name="connsiteX31" fmla="*/ 7836 w 12584740"/>
              <a:gd name="connsiteY31" fmla="*/ 631521 h 4575313"/>
              <a:gd name="connsiteX32" fmla="*/ 59804 w 12584740"/>
              <a:gd name="connsiteY32" fmla="*/ 651795 h 4575313"/>
              <a:gd name="connsiteX33" fmla="*/ 189088 w 12584740"/>
              <a:gd name="connsiteY33" fmla="*/ 654369 h 4575313"/>
              <a:gd name="connsiteX34" fmla="*/ 238402 w 12584740"/>
              <a:gd name="connsiteY34" fmla="*/ 636963 h 4575313"/>
              <a:gd name="connsiteX35" fmla="*/ 332970 w 12584740"/>
              <a:gd name="connsiteY35" fmla="*/ 607012 h 4575313"/>
              <a:gd name="connsiteX36" fmla="*/ 407552 w 12584740"/>
              <a:gd name="connsiteY36" fmla="*/ 547943 h 4575313"/>
              <a:gd name="connsiteX37" fmla="*/ 497934 w 12584740"/>
              <a:gd name="connsiteY37" fmla="*/ 502354 h 4575313"/>
              <a:gd name="connsiteX38" fmla="*/ 510273 w 12584740"/>
              <a:gd name="connsiteY38" fmla="*/ 504172 h 4575313"/>
              <a:gd name="connsiteX39" fmla="*/ 561099 w 12584740"/>
              <a:gd name="connsiteY39" fmla="*/ 476357 h 4575313"/>
              <a:gd name="connsiteX40" fmla="*/ 705102 w 12584740"/>
              <a:gd name="connsiteY40" fmla="*/ 399826 h 4575313"/>
              <a:gd name="connsiteX41" fmla="*/ 800404 w 12584740"/>
              <a:gd name="connsiteY41" fmla="*/ 289909 h 4575313"/>
              <a:gd name="connsiteX42" fmla="*/ 842353 w 12584740"/>
              <a:gd name="connsiteY42" fmla="*/ 276713 h 4575313"/>
              <a:gd name="connsiteX43" fmla="*/ 912247 w 12584740"/>
              <a:gd name="connsiteY43" fmla="*/ 254246 h 4575313"/>
              <a:gd name="connsiteX44" fmla="*/ 927247 w 12584740"/>
              <a:gd name="connsiteY44" fmla="*/ 258217 h 4575313"/>
              <a:gd name="connsiteX45" fmla="*/ 933425 w 12584740"/>
              <a:gd name="connsiteY45" fmla="*/ 256149 h 4575313"/>
              <a:gd name="connsiteX46" fmla="*/ 934108 w 12584740"/>
              <a:gd name="connsiteY46" fmla="*/ 256433 h 4575313"/>
              <a:gd name="connsiteX47" fmla="*/ 935368 w 12584740"/>
              <a:gd name="connsiteY47" fmla="*/ 255498 h 4575313"/>
              <a:gd name="connsiteX48" fmla="*/ 949059 w 12584740"/>
              <a:gd name="connsiteY48" fmla="*/ 250913 h 4575313"/>
              <a:gd name="connsiteX49" fmla="*/ 980035 w 12584740"/>
              <a:gd name="connsiteY49" fmla="*/ 251605 h 4575313"/>
              <a:gd name="connsiteX50" fmla="*/ 998443 w 12584740"/>
              <a:gd name="connsiteY50" fmla="*/ 248823 h 4575313"/>
              <a:gd name="connsiteX51" fmla="*/ 1015140 w 12584740"/>
              <a:gd name="connsiteY51" fmla="*/ 230963 h 4575313"/>
              <a:gd name="connsiteX52" fmla="*/ 1027653 w 12584740"/>
              <a:gd name="connsiteY52" fmla="*/ 228229 h 4575313"/>
              <a:gd name="connsiteX53" fmla="*/ 1029989 w 12584740"/>
              <a:gd name="connsiteY53" fmla="*/ 225769 h 4575313"/>
              <a:gd name="connsiteX54" fmla="*/ 1036851 w 12584740"/>
              <a:gd name="connsiteY54" fmla="*/ 220779 h 4575313"/>
              <a:gd name="connsiteX55" fmla="*/ 1029120 w 12584740"/>
              <a:gd name="connsiteY55" fmla="*/ 217196 h 4575313"/>
              <a:gd name="connsiteX56" fmla="*/ 1113256 w 12584740"/>
              <a:gd name="connsiteY56" fmla="*/ 192543 h 4575313"/>
              <a:gd name="connsiteX57" fmla="*/ 1184710 w 12584740"/>
              <a:gd name="connsiteY57" fmla="*/ 171552 h 4575313"/>
              <a:gd name="connsiteX58" fmla="*/ 1310965 w 12584740"/>
              <a:gd name="connsiteY58" fmla="*/ 185879 h 4575313"/>
              <a:gd name="connsiteX59" fmla="*/ 1430934 w 12584740"/>
              <a:gd name="connsiteY59" fmla="*/ 139104 h 4575313"/>
              <a:gd name="connsiteX60" fmla="*/ 1463118 w 12584740"/>
              <a:gd name="connsiteY60" fmla="*/ 138911 h 4575313"/>
              <a:gd name="connsiteX61" fmla="*/ 1493444 w 12584740"/>
              <a:gd name="connsiteY61" fmla="*/ 147416 h 4575313"/>
              <a:gd name="connsiteX62" fmla="*/ 1493168 w 12584740"/>
              <a:gd name="connsiteY62" fmla="*/ 150455 h 4575313"/>
              <a:gd name="connsiteX63" fmla="*/ 1497974 w 12584740"/>
              <a:gd name="connsiteY63" fmla="*/ 151841 h 4575313"/>
              <a:gd name="connsiteX64" fmla="*/ 1502355 w 12584740"/>
              <a:gd name="connsiteY64" fmla="*/ 149916 h 4575313"/>
              <a:gd name="connsiteX65" fmla="*/ 1508100 w 12584740"/>
              <a:gd name="connsiteY65" fmla="*/ 151526 h 4575313"/>
              <a:gd name="connsiteX66" fmla="*/ 1523822 w 12584740"/>
              <a:gd name="connsiteY66" fmla="*/ 155112 h 4575313"/>
              <a:gd name="connsiteX67" fmla="*/ 1528971 w 12584740"/>
              <a:gd name="connsiteY67" fmla="*/ 161299 h 4575313"/>
              <a:gd name="connsiteX68" fmla="*/ 1590631 w 12584740"/>
              <a:gd name="connsiteY68" fmla="*/ 173836 h 4575313"/>
              <a:gd name="connsiteX69" fmla="*/ 1609537 w 12584740"/>
              <a:gd name="connsiteY69" fmla="*/ 169616 h 4575313"/>
              <a:gd name="connsiteX70" fmla="*/ 1631335 w 12584740"/>
              <a:gd name="connsiteY70" fmla="*/ 179686 h 4575313"/>
              <a:gd name="connsiteX71" fmla="*/ 1693983 w 12584740"/>
              <a:gd name="connsiteY71" fmla="*/ 183202 h 4575313"/>
              <a:gd name="connsiteX72" fmla="*/ 1763575 w 12584740"/>
              <a:gd name="connsiteY72" fmla="*/ 194844 h 4575313"/>
              <a:gd name="connsiteX73" fmla="*/ 1812709 w 12584740"/>
              <a:gd name="connsiteY73" fmla="*/ 208037 h 4575313"/>
              <a:gd name="connsiteX74" fmla="*/ 1945879 w 12584740"/>
              <a:gd name="connsiteY74" fmla="*/ 216206 h 4575313"/>
              <a:gd name="connsiteX75" fmla="*/ 1974418 w 12584740"/>
              <a:gd name="connsiteY75" fmla="*/ 208866 h 4575313"/>
              <a:gd name="connsiteX76" fmla="*/ 1976651 w 12584740"/>
              <a:gd name="connsiteY76" fmla="*/ 208757 h 4575313"/>
              <a:gd name="connsiteX77" fmla="*/ 2881775 w 12584740"/>
              <a:gd name="connsiteY77" fmla="*/ 233197 h 4575313"/>
              <a:gd name="connsiteX0" fmla="*/ 2881775 w 12584740"/>
              <a:gd name="connsiteY0" fmla="*/ 233197 h 4575313"/>
              <a:gd name="connsiteX1" fmla="*/ 8923122 w 12584740"/>
              <a:gd name="connsiteY1" fmla="*/ 225065 h 4575313"/>
              <a:gd name="connsiteX2" fmla="*/ 10535176 w 12584740"/>
              <a:gd name="connsiteY2" fmla="*/ 118040 h 4575313"/>
              <a:gd name="connsiteX3" fmla="*/ 10552865 w 12584740"/>
              <a:gd name="connsiteY3" fmla="*/ 112274 h 4575313"/>
              <a:gd name="connsiteX4" fmla="*/ 10704478 w 12584740"/>
              <a:gd name="connsiteY4" fmla="*/ 95591 h 4575313"/>
              <a:gd name="connsiteX5" fmla="*/ 10856419 w 12584740"/>
              <a:gd name="connsiteY5" fmla="*/ 75098 h 4575313"/>
              <a:gd name="connsiteX6" fmla="*/ 10946891 w 12584740"/>
              <a:gd name="connsiteY6" fmla="*/ 41601 h 4575313"/>
              <a:gd name="connsiteX7" fmla="*/ 11071737 w 12584740"/>
              <a:gd name="connsiteY7" fmla="*/ 27061 h 4575313"/>
              <a:gd name="connsiteX8" fmla="*/ 11092700 w 12584740"/>
              <a:gd name="connsiteY8" fmla="*/ 21499 h 4575313"/>
              <a:gd name="connsiteX9" fmla="*/ 11121627 w 12584740"/>
              <a:gd name="connsiteY9" fmla="*/ 23693 h 4575313"/>
              <a:gd name="connsiteX10" fmla="*/ 11237564 w 12584740"/>
              <a:gd name="connsiteY10" fmla="*/ 33473 h 4575313"/>
              <a:gd name="connsiteX11" fmla="*/ 11328738 w 12584740"/>
              <a:gd name="connsiteY11" fmla="*/ 50022 h 4575313"/>
              <a:gd name="connsiteX12" fmla="*/ 11442587 w 12584740"/>
              <a:gd name="connsiteY12" fmla="*/ 33522 h 4575313"/>
              <a:gd name="connsiteX13" fmla="*/ 11511928 w 12584740"/>
              <a:gd name="connsiteY13" fmla="*/ 35867 h 4575313"/>
              <a:gd name="connsiteX14" fmla="*/ 11625388 w 12584740"/>
              <a:gd name="connsiteY14" fmla="*/ 58635 h 4575313"/>
              <a:gd name="connsiteX15" fmla="*/ 11775146 w 12584740"/>
              <a:gd name="connsiteY15" fmla="*/ 46765 h 4575313"/>
              <a:gd name="connsiteX16" fmla="*/ 11806024 w 12584740"/>
              <a:gd name="connsiteY16" fmla="*/ 19242 h 4575313"/>
              <a:gd name="connsiteX17" fmla="*/ 11847451 w 12584740"/>
              <a:gd name="connsiteY17" fmla="*/ 1939 h 4575313"/>
              <a:gd name="connsiteX18" fmla="*/ 11865034 w 12584740"/>
              <a:gd name="connsiteY18" fmla="*/ 38939 h 4575313"/>
              <a:gd name="connsiteX19" fmla="*/ 11994565 w 12584740"/>
              <a:gd name="connsiteY19" fmla="*/ 63328 h 4575313"/>
              <a:gd name="connsiteX20" fmla="*/ 12059283 w 12584740"/>
              <a:gd name="connsiteY20" fmla="*/ 71265 h 4575313"/>
              <a:gd name="connsiteX21" fmla="*/ 12160147 w 12584740"/>
              <a:gd name="connsiteY21" fmla="*/ 75027 h 4575313"/>
              <a:gd name="connsiteX22" fmla="*/ 12190854 w 12584740"/>
              <a:gd name="connsiteY22" fmla="*/ 77689 h 4575313"/>
              <a:gd name="connsiteX23" fmla="*/ 12215705 w 12584740"/>
              <a:gd name="connsiteY23" fmla="*/ 79117 h 4575313"/>
              <a:gd name="connsiteX24" fmla="*/ 12336770 w 12584740"/>
              <a:gd name="connsiteY24" fmla="*/ 1068186 h 4575313"/>
              <a:gd name="connsiteX25" fmla="*/ 12397764 w 12584740"/>
              <a:gd name="connsiteY25" fmla="*/ 1566491 h 4575313"/>
              <a:gd name="connsiteX26" fmla="*/ 12584740 w 12584740"/>
              <a:gd name="connsiteY26" fmla="*/ 3094030 h 4575313"/>
              <a:gd name="connsiteX27" fmla="*/ 483060 w 12584740"/>
              <a:gd name="connsiteY27" fmla="*/ 4575313 h 4575313"/>
              <a:gd name="connsiteX28" fmla="*/ 296084 w 12584740"/>
              <a:gd name="connsiteY28" fmla="*/ 3047774 h 4575313"/>
              <a:gd name="connsiteX29" fmla="*/ 235090 w 12584740"/>
              <a:gd name="connsiteY29" fmla="*/ 2549469 h 4575313"/>
              <a:gd name="connsiteX30" fmla="*/ 0 w 12584740"/>
              <a:gd name="connsiteY30" fmla="*/ 628841 h 4575313"/>
              <a:gd name="connsiteX31" fmla="*/ 7836 w 12584740"/>
              <a:gd name="connsiteY31" fmla="*/ 631521 h 4575313"/>
              <a:gd name="connsiteX32" fmla="*/ 59804 w 12584740"/>
              <a:gd name="connsiteY32" fmla="*/ 651795 h 4575313"/>
              <a:gd name="connsiteX33" fmla="*/ 189088 w 12584740"/>
              <a:gd name="connsiteY33" fmla="*/ 654369 h 4575313"/>
              <a:gd name="connsiteX34" fmla="*/ 238402 w 12584740"/>
              <a:gd name="connsiteY34" fmla="*/ 636963 h 4575313"/>
              <a:gd name="connsiteX35" fmla="*/ 332970 w 12584740"/>
              <a:gd name="connsiteY35" fmla="*/ 607012 h 4575313"/>
              <a:gd name="connsiteX36" fmla="*/ 407552 w 12584740"/>
              <a:gd name="connsiteY36" fmla="*/ 547943 h 4575313"/>
              <a:gd name="connsiteX37" fmla="*/ 497934 w 12584740"/>
              <a:gd name="connsiteY37" fmla="*/ 502354 h 4575313"/>
              <a:gd name="connsiteX38" fmla="*/ 510273 w 12584740"/>
              <a:gd name="connsiteY38" fmla="*/ 504172 h 4575313"/>
              <a:gd name="connsiteX39" fmla="*/ 561099 w 12584740"/>
              <a:gd name="connsiteY39" fmla="*/ 476357 h 4575313"/>
              <a:gd name="connsiteX40" fmla="*/ 705102 w 12584740"/>
              <a:gd name="connsiteY40" fmla="*/ 399826 h 4575313"/>
              <a:gd name="connsiteX41" fmla="*/ 800404 w 12584740"/>
              <a:gd name="connsiteY41" fmla="*/ 289909 h 4575313"/>
              <a:gd name="connsiteX42" fmla="*/ 842353 w 12584740"/>
              <a:gd name="connsiteY42" fmla="*/ 276713 h 4575313"/>
              <a:gd name="connsiteX43" fmla="*/ 912247 w 12584740"/>
              <a:gd name="connsiteY43" fmla="*/ 254246 h 4575313"/>
              <a:gd name="connsiteX44" fmla="*/ 927247 w 12584740"/>
              <a:gd name="connsiteY44" fmla="*/ 258217 h 4575313"/>
              <a:gd name="connsiteX45" fmla="*/ 933425 w 12584740"/>
              <a:gd name="connsiteY45" fmla="*/ 256149 h 4575313"/>
              <a:gd name="connsiteX46" fmla="*/ 934108 w 12584740"/>
              <a:gd name="connsiteY46" fmla="*/ 256433 h 4575313"/>
              <a:gd name="connsiteX47" fmla="*/ 935368 w 12584740"/>
              <a:gd name="connsiteY47" fmla="*/ 255498 h 4575313"/>
              <a:gd name="connsiteX48" fmla="*/ 949059 w 12584740"/>
              <a:gd name="connsiteY48" fmla="*/ 250913 h 4575313"/>
              <a:gd name="connsiteX49" fmla="*/ 980035 w 12584740"/>
              <a:gd name="connsiteY49" fmla="*/ 251605 h 4575313"/>
              <a:gd name="connsiteX50" fmla="*/ 998443 w 12584740"/>
              <a:gd name="connsiteY50" fmla="*/ 248823 h 4575313"/>
              <a:gd name="connsiteX51" fmla="*/ 1015140 w 12584740"/>
              <a:gd name="connsiteY51" fmla="*/ 230963 h 4575313"/>
              <a:gd name="connsiteX52" fmla="*/ 1027653 w 12584740"/>
              <a:gd name="connsiteY52" fmla="*/ 228229 h 4575313"/>
              <a:gd name="connsiteX53" fmla="*/ 1029989 w 12584740"/>
              <a:gd name="connsiteY53" fmla="*/ 225769 h 4575313"/>
              <a:gd name="connsiteX54" fmla="*/ 1036851 w 12584740"/>
              <a:gd name="connsiteY54" fmla="*/ 220779 h 4575313"/>
              <a:gd name="connsiteX55" fmla="*/ 1029120 w 12584740"/>
              <a:gd name="connsiteY55" fmla="*/ 217196 h 4575313"/>
              <a:gd name="connsiteX56" fmla="*/ 1113256 w 12584740"/>
              <a:gd name="connsiteY56" fmla="*/ 192543 h 4575313"/>
              <a:gd name="connsiteX57" fmla="*/ 1184710 w 12584740"/>
              <a:gd name="connsiteY57" fmla="*/ 171552 h 4575313"/>
              <a:gd name="connsiteX58" fmla="*/ 1310965 w 12584740"/>
              <a:gd name="connsiteY58" fmla="*/ 185879 h 4575313"/>
              <a:gd name="connsiteX59" fmla="*/ 1430934 w 12584740"/>
              <a:gd name="connsiteY59" fmla="*/ 139104 h 4575313"/>
              <a:gd name="connsiteX60" fmla="*/ 1463118 w 12584740"/>
              <a:gd name="connsiteY60" fmla="*/ 138911 h 4575313"/>
              <a:gd name="connsiteX61" fmla="*/ 1493444 w 12584740"/>
              <a:gd name="connsiteY61" fmla="*/ 147416 h 4575313"/>
              <a:gd name="connsiteX62" fmla="*/ 1493168 w 12584740"/>
              <a:gd name="connsiteY62" fmla="*/ 150455 h 4575313"/>
              <a:gd name="connsiteX63" fmla="*/ 1497974 w 12584740"/>
              <a:gd name="connsiteY63" fmla="*/ 151841 h 4575313"/>
              <a:gd name="connsiteX64" fmla="*/ 1502355 w 12584740"/>
              <a:gd name="connsiteY64" fmla="*/ 149916 h 4575313"/>
              <a:gd name="connsiteX65" fmla="*/ 1508100 w 12584740"/>
              <a:gd name="connsiteY65" fmla="*/ 151526 h 4575313"/>
              <a:gd name="connsiteX66" fmla="*/ 1523822 w 12584740"/>
              <a:gd name="connsiteY66" fmla="*/ 155112 h 4575313"/>
              <a:gd name="connsiteX67" fmla="*/ 1528971 w 12584740"/>
              <a:gd name="connsiteY67" fmla="*/ 161299 h 4575313"/>
              <a:gd name="connsiteX68" fmla="*/ 1590631 w 12584740"/>
              <a:gd name="connsiteY68" fmla="*/ 173836 h 4575313"/>
              <a:gd name="connsiteX69" fmla="*/ 1609537 w 12584740"/>
              <a:gd name="connsiteY69" fmla="*/ 169616 h 4575313"/>
              <a:gd name="connsiteX70" fmla="*/ 1631335 w 12584740"/>
              <a:gd name="connsiteY70" fmla="*/ 179686 h 4575313"/>
              <a:gd name="connsiteX71" fmla="*/ 1693983 w 12584740"/>
              <a:gd name="connsiteY71" fmla="*/ 183202 h 4575313"/>
              <a:gd name="connsiteX72" fmla="*/ 1763575 w 12584740"/>
              <a:gd name="connsiteY72" fmla="*/ 194844 h 4575313"/>
              <a:gd name="connsiteX73" fmla="*/ 1812709 w 12584740"/>
              <a:gd name="connsiteY73" fmla="*/ 208037 h 4575313"/>
              <a:gd name="connsiteX74" fmla="*/ 1945879 w 12584740"/>
              <a:gd name="connsiteY74" fmla="*/ 216206 h 4575313"/>
              <a:gd name="connsiteX75" fmla="*/ 1974418 w 12584740"/>
              <a:gd name="connsiteY75" fmla="*/ 208866 h 4575313"/>
              <a:gd name="connsiteX76" fmla="*/ 1976651 w 12584740"/>
              <a:gd name="connsiteY76" fmla="*/ 208757 h 4575313"/>
              <a:gd name="connsiteX77" fmla="*/ 2881775 w 12584740"/>
              <a:gd name="connsiteY77" fmla="*/ 233197 h 4575313"/>
              <a:gd name="connsiteX0" fmla="*/ 2881775 w 12584740"/>
              <a:gd name="connsiteY0" fmla="*/ 233197 h 4575313"/>
              <a:gd name="connsiteX1" fmla="*/ 8923122 w 12584740"/>
              <a:gd name="connsiteY1" fmla="*/ 225065 h 4575313"/>
              <a:gd name="connsiteX2" fmla="*/ 10535176 w 12584740"/>
              <a:gd name="connsiteY2" fmla="*/ 118040 h 4575313"/>
              <a:gd name="connsiteX3" fmla="*/ 10552865 w 12584740"/>
              <a:gd name="connsiteY3" fmla="*/ 112274 h 4575313"/>
              <a:gd name="connsiteX4" fmla="*/ 10704478 w 12584740"/>
              <a:gd name="connsiteY4" fmla="*/ 95591 h 4575313"/>
              <a:gd name="connsiteX5" fmla="*/ 10856419 w 12584740"/>
              <a:gd name="connsiteY5" fmla="*/ 75098 h 4575313"/>
              <a:gd name="connsiteX6" fmla="*/ 10946891 w 12584740"/>
              <a:gd name="connsiteY6" fmla="*/ 41601 h 4575313"/>
              <a:gd name="connsiteX7" fmla="*/ 11071737 w 12584740"/>
              <a:gd name="connsiteY7" fmla="*/ 27061 h 4575313"/>
              <a:gd name="connsiteX8" fmla="*/ 11092700 w 12584740"/>
              <a:gd name="connsiteY8" fmla="*/ 21499 h 4575313"/>
              <a:gd name="connsiteX9" fmla="*/ 11121627 w 12584740"/>
              <a:gd name="connsiteY9" fmla="*/ 23693 h 4575313"/>
              <a:gd name="connsiteX10" fmla="*/ 11237564 w 12584740"/>
              <a:gd name="connsiteY10" fmla="*/ 33473 h 4575313"/>
              <a:gd name="connsiteX11" fmla="*/ 11328738 w 12584740"/>
              <a:gd name="connsiteY11" fmla="*/ 50022 h 4575313"/>
              <a:gd name="connsiteX12" fmla="*/ 11442587 w 12584740"/>
              <a:gd name="connsiteY12" fmla="*/ 33522 h 4575313"/>
              <a:gd name="connsiteX13" fmla="*/ 11511928 w 12584740"/>
              <a:gd name="connsiteY13" fmla="*/ 35867 h 4575313"/>
              <a:gd name="connsiteX14" fmla="*/ 11625388 w 12584740"/>
              <a:gd name="connsiteY14" fmla="*/ 58635 h 4575313"/>
              <a:gd name="connsiteX15" fmla="*/ 11775146 w 12584740"/>
              <a:gd name="connsiteY15" fmla="*/ 46765 h 4575313"/>
              <a:gd name="connsiteX16" fmla="*/ 11806024 w 12584740"/>
              <a:gd name="connsiteY16" fmla="*/ 19242 h 4575313"/>
              <a:gd name="connsiteX17" fmla="*/ 11847451 w 12584740"/>
              <a:gd name="connsiteY17" fmla="*/ 1939 h 4575313"/>
              <a:gd name="connsiteX18" fmla="*/ 11865034 w 12584740"/>
              <a:gd name="connsiteY18" fmla="*/ 38939 h 4575313"/>
              <a:gd name="connsiteX19" fmla="*/ 11994565 w 12584740"/>
              <a:gd name="connsiteY19" fmla="*/ 63328 h 4575313"/>
              <a:gd name="connsiteX20" fmla="*/ 12059283 w 12584740"/>
              <a:gd name="connsiteY20" fmla="*/ 71265 h 4575313"/>
              <a:gd name="connsiteX21" fmla="*/ 12160147 w 12584740"/>
              <a:gd name="connsiteY21" fmla="*/ 75027 h 4575313"/>
              <a:gd name="connsiteX22" fmla="*/ 12190854 w 12584740"/>
              <a:gd name="connsiteY22" fmla="*/ 77689 h 4575313"/>
              <a:gd name="connsiteX23" fmla="*/ 12215705 w 12584740"/>
              <a:gd name="connsiteY23" fmla="*/ 79117 h 4575313"/>
              <a:gd name="connsiteX24" fmla="*/ 12397764 w 12584740"/>
              <a:gd name="connsiteY24" fmla="*/ 1566491 h 4575313"/>
              <a:gd name="connsiteX25" fmla="*/ 12584740 w 12584740"/>
              <a:gd name="connsiteY25" fmla="*/ 3094030 h 4575313"/>
              <a:gd name="connsiteX26" fmla="*/ 483060 w 12584740"/>
              <a:gd name="connsiteY26" fmla="*/ 4575313 h 4575313"/>
              <a:gd name="connsiteX27" fmla="*/ 296084 w 12584740"/>
              <a:gd name="connsiteY27" fmla="*/ 3047774 h 4575313"/>
              <a:gd name="connsiteX28" fmla="*/ 235090 w 12584740"/>
              <a:gd name="connsiteY28" fmla="*/ 2549469 h 4575313"/>
              <a:gd name="connsiteX29" fmla="*/ 0 w 12584740"/>
              <a:gd name="connsiteY29" fmla="*/ 628841 h 4575313"/>
              <a:gd name="connsiteX30" fmla="*/ 7836 w 12584740"/>
              <a:gd name="connsiteY30" fmla="*/ 631521 h 4575313"/>
              <a:gd name="connsiteX31" fmla="*/ 59804 w 12584740"/>
              <a:gd name="connsiteY31" fmla="*/ 651795 h 4575313"/>
              <a:gd name="connsiteX32" fmla="*/ 189088 w 12584740"/>
              <a:gd name="connsiteY32" fmla="*/ 654369 h 4575313"/>
              <a:gd name="connsiteX33" fmla="*/ 238402 w 12584740"/>
              <a:gd name="connsiteY33" fmla="*/ 636963 h 4575313"/>
              <a:gd name="connsiteX34" fmla="*/ 332970 w 12584740"/>
              <a:gd name="connsiteY34" fmla="*/ 607012 h 4575313"/>
              <a:gd name="connsiteX35" fmla="*/ 407552 w 12584740"/>
              <a:gd name="connsiteY35" fmla="*/ 547943 h 4575313"/>
              <a:gd name="connsiteX36" fmla="*/ 497934 w 12584740"/>
              <a:gd name="connsiteY36" fmla="*/ 502354 h 4575313"/>
              <a:gd name="connsiteX37" fmla="*/ 510273 w 12584740"/>
              <a:gd name="connsiteY37" fmla="*/ 504172 h 4575313"/>
              <a:gd name="connsiteX38" fmla="*/ 561099 w 12584740"/>
              <a:gd name="connsiteY38" fmla="*/ 476357 h 4575313"/>
              <a:gd name="connsiteX39" fmla="*/ 705102 w 12584740"/>
              <a:gd name="connsiteY39" fmla="*/ 399826 h 4575313"/>
              <a:gd name="connsiteX40" fmla="*/ 800404 w 12584740"/>
              <a:gd name="connsiteY40" fmla="*/ 289909 h 4575313"/>
              <a:gd name="connsiteX41" fmla="*/ 842353 w 12584740"/>
              <a:gd name="connsiteY41" fmla="*/ 276713 h 4575313"/>
              <a:gd name="connsiteX42" fmla="*/ 912247 w 12584740"/>
              <a:gd name="connsiteY42" fmla="*/ 254246 h 4575313"/>
              <a:gd name="connsiteX43" fmla="*/ 927247 w 12584740"/>
              <a:gd name="connsiteY43" fmla="*/ 258217 h 4575313"/>
              <a:gd name="connsiteX44" fmla="*/ 933425 w 12584740"/>
              <a:gd name="connsiteY44" fmla="*/ 256149 h 4575313"/>
              <a:gd name="connsiteX45" fmla="*/ 934108 w 12584740"/>
              <a:gd name="connsiteY45" fmla="*/ 256433 h 4575313"/>
              <a:gd name="connsiteX46" fmla="*/ 935368 w 12584740"/>
              <a:gd name="connsiteY46" fmla="*/ 255498 h 4575313"/>
              <a:gd name="connsiteX47" fmla="*/ 949059 w 12584740"/>
              <a:gd name="connsiteY47" fmla="*/ 250913 h 4575313"/>
              <a:gd name="connsiteX48" fmla="*/ 980035 w 12584740"/>
              <a:gd name="connsiteY48" fmla="*/ 251605 h 4575313"/>
              <a:gd name="connsiteX49" fmla="*/ 998443 w 12584740"/>
              <a:gd name="connsiteY49" fmla="*/ 248823 h 4575313"/>
              <a:gd name="connsiteX50" fmla="*/ 1015140 w 12584740"/>
              <a:gd name="connsiteY50" fmla="*/ 230963 h 4575313"/>
              <a:gd name="connsiteX51" fmla="*/ 1027653 w 12584740"/>
              <a:gd name="connsiteY51" fmla="*/ 228229 h 4575313"/>
              <a:gd name="connsiteX52" fmla="*/ 1029989 w 12584740"/>
              <a:gd name="connsiteY52" fmla="*/ 225769 h 4575313"/>
              <a:gd name="connsiteX53" fmla="*/ 1036851 w 12584740"/>
              <a:gd name="connsiteY53" fmla="*/ 220779 h 4575313"/>
              <a:gd name="connsiteX54" fmla="*/ 1029120 w 12584740"/>
              <a:gd name="connsiteY54" fmla="*/ 217196 h 4575313"/>
              <a:gd name="connsiteX55" fmla="*/ 1113256 w 12584740"/>
              <a:gd name="connsiteY55" fmla="*/ 192543 h 4575313"/>
              <a:gd name="connsiteX56" fmla="*/ 1184710 w 12584740"/>
              <a:gd name="connsiteY56" fmla="*/ 171552 h 4575313"/>
              <a:gd name="connsiteX57" fmla="*/ 1310965 w 12584740"/>
              <a:gd name="connsiteY57" fmla="*/ 185879 h 4575313"/>
              <a:gd name="connsiteX58" fmla="*/ 1430934 w 12584740"/>
              <a:gd name="connsiteY58" fmla="*/ 139104 h 4575313"/>
              <a:gd name="connsiteX59" fmla="*/ 1463118 w 12584740"/>
              <a:gd name="connsiteY59" fmla="*/ 138911 h 4575313"/>
              <a:gd name="connsiteX60" fmla="*/ 1493444 w 12584740"/>
              <a:gd name="connsiteY60" fmla="*/ 147416 h 4575313"/>
              <a:gd name="connsiteX61" fmla="*/ 1493168 w 12584740"/>
              <a:gd name="connsiteY61" fmla="*/ 150455 h 4575313"/>
              <a:gd name="connsiteX62" fmla="*/ 1497974 w 12584740"/>
              <a:gd name="connsiteY62" fmla="*/ 151841 h 4575313"/>
              <a:gd name="connsiteX63" fmla="*/ 1502355 w 12584740"/>
              <a:gd name="connsiteY63" fmla="*/ 149916 h 4575313"/>
              <a:gd name="connsiteX64" fmla="*/ 1508100 w 12584740"/>
              <a:gd name="connsiteY64" fmla="*/ 151526 h 4575313"/>
              <a:gd name="connsiteX65" fmla="*/ 1523822 w 12584740"/>
              <a:gd name="connsiteY65" fmla="*/ 155112 h 4575313"/>
              <a:gd name="connsiteX66" fmla="*/ 1528971 w 12584740"/>
              <a:gd name="connsiteY66" fmla="*/ 161299 h 4575313"/>
              <a:gd name="connsiteX67" fmla="*/ 1590631 w 12584740"/>
              <a:gd name="connsiteY67" fmla="*/ 173836 h 4575313"/>
              <a:gd name="connsiteX68" fmla="*/ 1609537 w 12584740"/>
              <a:gd name="connsiteY68" fmla="*/ 169616 h 4575313"/>
              <a:gd name="connsiteX69" fmla="*/ 1631335 w 12584740"/>
              <a:gd name="connsiteY69" fmla="*/ 179686 h 4575313"/>
              <a:gd name="connsiteX70" fmla="*/ 1693983 w 12584740"/>
              <a:gd name="connsiteY70" fmla="*/ 183202 h 4575313"/>
              <a:gd name="connsiteX71" fmla="*/ 1763575 w 12584740"/>
              <a:gd name="connsiteY71" fmla="*/ 194844 h 4575313"/>
              <a:gd name="connsiteX72" fmla="*/ 1812709 w 12584740"/>
              <a:gd name="connsiteY72" fmla="*/ 208037 h 4575313"/>
              <a:gd name="connsiteX73" fmla="*/ 1945879 w 12584740"/>
              <a:gd name="connsiteY73" fmla="*/ 216206 h 4575313"/>
              <a:gd name="connsiteX74" fmla="*/ 1974418 w 12584740"/>
              <a:gd name="connsiteY74" fmla="*/ 208866 h 4575313"/>
              <a:gd name="connsiteX75" fmla="*/ 1976651 w 12584740"/>
              <a:gd name="connsiteY75" fmla="*/ 208757 h 4575313"/>
              <a:gd name="connsiteX76" fmla="*/ 2881775 w 12584740"/>
              <a:gd name="connsiteY76" fmla="*/ 233197 h 4575313"/>
              <a:gd name="connsiteX0" fmla="*/ 2881775 w 12584740"/>
              <a:gd name="connsiteY0" fmla="*/ 233197 h 4575313"/>
              <a:gd name="connsiteX1" fmla="*/ 8923122 w 12584740"/>
              <a:gd name="connsiteY1" fmla="*/ 225065 h 4575313"/>
              <a:gd name="connsiteX2" fmla="*/ 10535176 w 12584740"/>
              <a:gd name="connsiteY2" fmla="*/ 118040 h 4575313"/>
              <a:gd name="connsiteX3" fmla="*/ 10552865 w 12584740"/>
              <a:gd name="connsiteY3" fmla="*/ 112274 h 4575313"/>
              <a:gd name="connsiteX4" fmla="*/ 10704478 w 12584740"/>
              <a:gd name="connsiteY4" fmla="*/ 95591 h 4575313"/>
              <a:gd name="connsiteX5" fmla="*/ 10856419 w 12584740"/>
              <a:gd name="connsiteY5" fmla="*/ 75098 h 4575313"/>
              <a:gd name="connsiteX6" fmla="*/ 10946891 w 12584740"/>
              <a:gd name="connsiteY6" fmla="*/ 41601 h 4575313"/>
              <a:gd name="connsiteX7" fmla="*/ 11071737 w 12584740"/>
              <a:gd name="connsiteY7" fmla="*/ 27061 h 4575313"/>
              <a:gd name="connsiteX8" fmla="*/ 11092700 w 12584740"/>
              <a:gd name="connsiteY8" fmla="*/ 21499 h 4575313"/>
              <a:gd name="connsiteX9" fmla="*/ 11121627 w 12584740"/>
              <a:gd name="connsiteY9" fmla="*/ 23693 h 4575313"/>
              <a:gd name="connsiteX10" fmla="*/ 11237564 w 12584740"/>
              <a:gd name="connsiteY10" fmla="*/ 33473 h 4575313"/>
              <a:gd name="connsiteX11" fmla="*/ 11328738 w 12584740"/>
              <a:gd name="connsiteY11" fmla="*/ 50022 h 4575313"/>
              <a:gd name="connsiteX12" fmla="*/ 11442587 w 12584740"/>
              <a:gd name="connsiteY12" fmla="*/ 33522 h 4575313"/>
              <a:gd name="connsiteX13" fmla="*/ 11511928 w 12584740"/>
              <a:gd name="connsiteY13" fmla="*/ 35867 h 4575313"/>
              <a:gd name="connsiteX14" fmla="*/ 11625388 w 12584740"/>
              <a:gd name="connsiteY14" fmla="*/ 58635 h 4575313"/>
              <a:gd name="connsiteX15" fmla="*/ 11775146 w 12584740"/>
              <a:gd name="connsiteY15" fmla="*/ 46765 h 4575313"/>
              <a:gd name="connsiteX16" fmla="*/ 11806024 w 12584740"/>
              <a:gd name="connsiteY16" fmla="*/ 19242 h 4575313"/>
              <a:gd name="connsiteX17" fmla="*/ 11847451 w 12584740"/>
              <a:gd name="connsiteY17" fmla="*/ 1939 h 4575313"/>
              <a:gd name="connsiteX18" fmla="*/ 11865034 w 12584740"/>
              <a:gd name="connsiteY18" fmla="*/ 38939 h 4575313"/>
              <a:gd name="connsiteX19" fmla="*/ 11994565 w 12584740"/>
              <a:gd name="connsiteY19" fmla="*/ 63328 h 4575313"/>
              <a:gd name="connsiteX20" fmla="*/ 12059283 w 12584740"/>
              <a:gd name="connsiteY20" fmla="*/ 71265 h 4575313"/>
              <a:gd name="connsiteX21" fmla="*/ 12160147 w 12584740"/>
              <a:gd name="connsiteY21" fmla="*/ 75027 h 4575313"/>
              <a:gd name="connsiteX22" fmla="*/ 12190854 w 12584740"/>
              <a:gd name="connsiteY22" fmla="*/ 77689 h 4575313"/>
              <a:gd name="connsiteX23" fmla="*/ 12215705 w 12584740"/>
              <a:gd name="connsiteY23" fmla="*/ 79117 h 4575313"/>
              <a:gd name="connsiteX24" fmla="*/ 12584740 w 12584740"/>
              <a:gd name="connsiteY24" fmla="*/ 3094030 h 4575313"/>
              <a:gd name="connsiteX25" fmla="*/ 483060 w 12584740"/>
              <a:gd name="connsiteY25" fmla="*/ 4575313 h 4575313"/>
              <a:gd name="connsiteX26" fmla="*/ 296084 w 12584740"/>
              <a:gd name="connsiteY26" fmla="*/ 3047774 h 4575313"/>
              <a:gd name="connsiteX27" fmla="*/ 235090 w 12584740"/>
              <a:gd name="connsiteY27" fmla="*/ 2549469 h 4575313"/>
              <a:gd name="connsiteX28" fmla="*/ 0 w 12584740"/>
              <a:gd name="connsiteY28" fmla="*/ 628841 h 4575313"/>
              <a:gd name="connsiteX29" fmla="*/ 7836 w 12584740"/>
              <a:gd name="connsiteY29" fmla="*/ 631521 h 4575313"/>
              <a:gd name="connsiteX30" fmla="*/ 59804 w 12584740"/>
              <a:gd name="connsiteY30" fmla="*/ 651795 h 4575313"/>
              <a:gd name="connsiteX31" fmla="*/ 189088 w 12584740"/>
              <a:gd name="connsiteY31" fmla="*/ 654369 h 4575313"/>
              <a:gd name="connsiteX32" fmla="*/ 238402 w 12584740"/>
              <a:gd name="connsiteY32" fmla="*/ 636963 h 4575313"/>
              <a:gd name="connsiteX33" fmla="*/ 332970 w 12584740"/>
              <a:gd name="connsiteY33" fmla="*/ 607012 h 4575313"/>
              <a:gd name="connsiteX34" fmla="*/ 407552 w 12584740"/>
              <a:gd name="connsiteY34" fmla="*/ 547943 h 4575313"/>
              <a:gd name="connsiteX35" fmla="*/ 497934 w 12584740"/>
              <a:gd name="connsiteY35" fmla="*/ 502354 h 4575313"/>
              <a:gd name="connsiteX36" fmla="*/ 510273 w 12584740"/>
              <a:gd name="connsiteY36" fmla="*/ 504172 h 4575313"/>
              <a:gd name="connsiteX37" fmla="*/ 561099 w 12584740"/>
              <a:gd name="connsiteY37" fmla="*/ 476357 h 4575313"/>
              <a:gd name="connsiteX38" fmla="*/ 705102 w 12584740"/>
              <a:gd name="connsiteY38" fmla="*/ 399826 h 4575313"/>
              <a:gd name="connsiteX39" fmla="*/ 800404 w 12584740"/>
              <a:gd name="connsiteY39" fmla="*/ 289909 h 4575313"/>
              <a:gd name="connsiteX40" fmla="*/ 842353 w 12584740"/>
              <a:gd name="connsiteY40" fmla="*/ 276713 h 4575313"/>
              <a:gd name="connsiteX41" fmla="*/ 912247 w 12584740"/>
              <a:gd name="connsiteY41" fmla="*/ 254246 h 4575313"/>
              <a:gd name="connsiteX42" fmla="*/ 927247 w 12584740"/>
              <a:gd name="connsiteY42" fmla="*/ 258217 h 4575313"/>
              <a:gd name="connsiteX43" fmla="*/ 933425 w 12584740"/>
              <a:gd name="connsiteY43" fmla="*/ 256149 h 4575313"/>
              <a:gd name="connsiteX44" fmla="*/ 934108 w 12584740"/>
              <a:gd name="connsiteY44" fmla="*/ 256433 h 4575313"/>
              <a:gd name="connsiteX45" fmla="*/ 935368 w 12584740"/>
              <a:gd name="connsiteY45" fmla="*/ 255498 h 4575313"/>
              <a:gd name="connsiteX46" fmla="*/ 949059 w 12584740"/>
              <a:gd name="connsiteY46" fmla="*/ 250913 h 4575313"/>
              <a:gd name="connsiteX47" fmla="*/ 980035 w 12584740"/>
              <a:gd name="connsiteY47" fmla="*/ 251605 h 4575313"/>
              <a:gd name="connsiteX48" fmla="*/ 998443 w 12584740"/>
              <a:gd name="connsiteY48" fmla="*/ 248823 h 4575313"/>
              <a:gd name="connsiteX49" fmla="*/ 1015140 w 12584740"/>
              <a:gd name="connsiteY49" fmla="*/ 230963 h 4575313"/>
              <a:gd name="connsiteX50" fmla="*/ 1027653 w 12584740"/>
              <a:gd name="connsiteY50" fmla="*/ 228229 h 4575313"/>
              <a:gd name="connsiteX51" fmla="*/ 1029989 w 12584740"/>
              <a:gd name="connsiteY51" fmla="*/ 225769 h 4575313"/>
              <a:gd name="connsiteX52" fmla="*/ 1036851 w 12584740"/>
              <a:gd name="connsiteY52" fmla="*/ 220779 h 4575313"/>
              <a:gd name="connsiteX53" fmla="*/ 1029120 w 12584740"/>
              <a:gd name="connsiteY53" fmla="*/ 217196 h 4575313"/>
              <a:gd name="connsiteX54" fmla="*/ 1113256 w 12584740"/>
              <a:gd name="connsiteY54" fmla="*/ 192543 h 4575313"/>
              <a:gd name="connsiteX55" fmla="*/ 1184710 w 12584740"/>
              <a:gd name="connsiteY55" fmla="*/ 171552 h 4575313"/>
              <a:gd name="connsiteX56" fmla="*/ 1310965 w 12584740"/>
              <a:gd name="connsiteY56" fmla="*/ 185879 h 4575313"/>
              <a:gd name="connsiteX57" fmla="*/ 1430934 w 12584740"/>
              <a:gd name="connsiteY57" fmla="*/ 139104 h 4575313"/>
              <a:gd name="connsiteX58" fmla="*/ 1463118 w 12584740"/>
              <a:gd name="connsiteY58" fmla="*/ 138911 h 4575313"/>
              <a:gd name="connsiteX59" fmla="*/ 1493444 w 12584740"/>
              <a:gd name="connsiteY59" fmla="*/ 147416 h 4575313"/>
              <a:gd name="connsiteX60" fmla="*/ 1493168 w 12584740"/>
              <a:gd name="connsiteY60" fmla="*/ 150455 h 4575313"/>
              <a:gd name="connsiteX61" fmla="*/ 1497974 w 12584740"/>
              <a:gd name="connsiteY61" fmla="*/ 151841 h 4575313"/>
              <a:gd name="connsiteX62" fmla="*/ 1502355 w 12584740"/>
              <a:gd name="connsiteY62" fmla="*/ 149916 h 4575313"/>
              <a:gd name="connsiteX63" fmla="*/ 1508100 w 12584740"/>
              <a:gd name="connsiteY63" fmla="*/ 151526 h 4575313"/>
              <a:gd name="connsiteX64" fmla="*/ 1523822 w 12584740"/>
              <a:gd name="connsiteY64" fmla="*/ 155112 h 4575313"/>
              <a:gd name="connsiteX65" fmla="*/ 1528971 w 12584740"/>
              <a:gd name="connsiteY65" fmla="*/ 161299 h 4575313"/>
              <a:gd name="connsiteX66" fmla="*/ 1590631 w 12584740"/>
              <a:gd name="connsiteY66" fmla="*/ 173836 h 4575313"/>
              <a:gd name="connsiteX67" fmla="*/ 1609537 w 12584740"/>
              <a:gd name="connsiteY67" fmla="*/ 169616 h 4575313"/>
              <a:gd name="connsiteX68" fmla="*/ 1631335 w 12584740"/>
              <a:gd name="connsiteY68" fmla="*/ 179686 h 4575313"/>
              <a:gd name="connsiteX69" fmla="*/ 1693983 w 12584740"/>
              <a:gd name="connsiteY69" fmla="*/ 183202 h 4575313"/>
              <a:gd name="connsiteX70" fmla="*/ 1763575 w 12584740"/>
              <a:gd name="connsiteY70" fmla="*/ 194844 h 4575313"/>
              <a:gd name="connsiteX71" fmla="*/ 1812709 w 12584740"/>
              <a:gd name="connsiteY71" fmla="*/ 208037 h 4575313"/>
              <a:gd name="connsiteX72" fmla="*/ 1945879 w 12584740"/>
              <a:gd name="connsiteY72" fmla="*/ 216206 h 4575313"/>
              <a:gd name="connsiteX73" fmla="*/ 1974418 w 12584740"/>
              <a:gd name="connsiteY73" fmla="*/ 208866 h 4575313"/>
              <a:gd name="connsiteX74" fmla="*/ 1976651 w 12584740"/>
              <a:gd name="connsiteY74" fmla="*/ 208757 h 4575313"/>
              <a:gd name="connsiteX75" fmla="*/ 2881775 w 12584740"/>
              <a:gd name="connsiteY75" fmla="*/ 233197 h 4575313"/>
              <a:gd name="connsiteX0" fmla="*/ 2881775 w 12584740"/>
              <a:gd name="connsiteY0" fmla="*/ 233197 h 4575313"/>
              <a:gd name="connsiteX1" fmla="*/ 8923122 w 12584740"/>
              <a:gd name="connsiteY1" fmla="*/ 225065 h 4575313"/>
              <a:gd name="connsiteX2" fmla="*/ 10535176 w 12584740"/>
              <a:gd name="connsiteY2" fmla="*/ 118040 h 4575313"/>
              <a:gd name="connsiteX3" fmla="*/ 10552865 w 12584740"/>
              <a:gd name="connsiteY3" fmla="*/ 112274 h 4575313"/>
              <a:gd name="connsiteX4" fmla="*/ 10704478 w 12584740"/>
              <a:gd name="connsiteY4" fmla="*/ 95591 h 4575313"/>
              <a:gd name="connsiteX5" fmla="*/ 10856419 w 12584740"/>
              <a:gd name="connsiteY5" fmla="*/ 75098 h 4575313"/>
              <a:gd name="connsiteX6" fmla="*/ 10946891 w 12584740"/>
              <a:gd name="connsiteY6" fmla="*/ 41601 h 4575313"/>
              <a:gd name="connsiteX7" fmla="*/ 11071737 w 12584740"/>
              <a:gd name="connsiteY7" fmla="*/ 27061 h 4575313"/>
              <a:gd name="connsiteX8" fmla="*/ 11092700 w 12584740"/>
              <a:gd name="connsiteY8" fmla="*/ 21499 h 4575313"/>
              <a:gd name="connsiteX9" fmla="*/ 11121627 w 12584740"/>
              <a:gd name="connsiteY9" fmla="*/ 23693 h 4575313"/>
              <a:gd name="connsiteX10" fmla="*/ 11237564 w 12584740"/>
              <a:gd name="connsiteY10" fmla="*/ 33473 h 4575313"/>
              <a:gd name="connsiteX11" fmla="*/ 11328738 w 12584740"/>
              <a:gd name="connsiteY11" fmla="*/ 50022 h 4575313"/>
              <a:gd name="connsiteX12" fmla="*/ 11442587 w 12584740"/>
              <a:gd name="connsiteY12" fmla="*/ 33522 h 4575313"/>
              <a:gd name="connsiteX13" fmla="*/ 11511928 w 12584740"/>
              <a:gd name="connsiteY13" fmla="*/ 35867 h 4575313"/>
              <a:gd name="connsiteX14" fmla="*/ 11625388 w 12584740"/>
              <a:gd name="connsiteY14" fmla="*/ 58635 h 4575313"/>
              <a:gd name="connsiteX15" fmla="*/ 11775146 w 12584740"/>
              <a:gd name="connsiteY15" fmla="*/ 46765 h 4575313"/>
              <a:gd name="connsiteX16" fmla="*/ 11806024 w 12584740"/>
              <a:gd name="connsiteY16" fmla="*/ 19242 h 4575313"/>
              <a:gd name="connsiteX17" fmla="*/ 11847451 w 12584740"/>
              <a:gd name="connsiteY17" fmla="*/ 1939 h 4575313"/>
              <a:gd name="connsiteX18" fmla="*/ 11865034 w 12584740"/>
              <a:gd name="connsiteY18" fmla="*/ 38939 h 4575313"/>
              <a:gd name="connsiteX19" fmla="*/ 11994565 w 12584740"/>
              <a:gd name="connsiteY19" fmla="*/ 63328 h 4575313"/>
              <a:gd name="connsiteX20" fmla="*/ 12059283 w 12584740"/>
              <a:gd name="connsiteY20" fmla="*/ 71265 h 4575313"/>
              <a:gd name="connsiteX21" fmla="*/ 12160147 w 12584740"/>
              <a:gd name="connsiteY21" fmla="*/ 75027 h 4575313"/>
              <a:gd name="connsiteX22" fmla="*/ 12190854 w 12584740"/>
              <a:gd name="connsiteY22" fmla="*/ 77689 h 4575313"/>
              <a:gd name="connsiteX23" fmla="*/ 12215705 w 12584740"/>
              <a:gd name="connsiteY23" fmla="*/ 79117 h 4575313"/>
              <a:gd name="connsiteX24" fmla="*/ 12584740 w 12584740"/>
              <a:gd name="connsiteY24" fmla="*/ 3094030 h 4575313"/>
              <a:gd name="connsiteX25" fmla="*/ 483060 w 12584740"/>
              <a:gd name="connsiteY25" fmla="*/ 4575313 h 4575313"/>
              <a:gd name="connsiteX26" fmla="*/ 296084 w 12584740"/>
              <a:gd name="connsiteY26" fmla="*/ 3047774 h 4575313"/>
              <a:gd name="connsiteX27" fmla="*/ 0 w 12584740"/>
              <a:gd name="connsiteY27" fmla="*/ 628841 h 4575313"/>
              <a:gd name="connsiteX28" fmla="*/ 7836 w 12584740"/>
              <a:gd name="connsiteY28" fmla="*/ 631521 h 4575313"/>
              <a:gd name="connsiteX29" fmla="*/ 59804 w 12584740"/>
              <a:gd name="connsiteY29" fmla="*/ 651795 h 4575313"/>
              <a:gd name="connsiteX30" fmla="*/ 189088 w 12584740"/>
              <a:gd name="connsiteY30" fmla="*/ 654369 h 4575313"/>
              <a:gd name="connsiteX31" fmla="*/ 238402 w 12584740"/>
              <a:gd name="connsiteY31" fmla="*/ 636963 h 4575313"/>
              <a:gd name="connsiteX32" fmla="*/ 332970 w 12584740"/>
              <a:gd name="connsiteY32" fmla="*/ 607012 h 4575313"/>
              <a:gd name="connsiteX33" fmla="*/ 407552 w 12584740"/>
              <a:gd name="connsiteY33" fmla="*/ 547943 h 4575313"/>
              <a:gd name="connsiteX34" fmla="*/ 497934 w 12584740"/>
              <a:gd name="connsiteY34" fmla="*/ 502354 h 4575313"/>
              <a:gd name="connsiteX35" fmla="*/ 510273 w 12584740"/>
              <a:gd name="connsiteY35" fmla="*/ 504172 h 4575313"/>
              <a:gd name="connsiteX36" fmla="*/ 561099 w 12584740"/>
              <a:gd name="connsiteY36" fmla="*/ 476357 h 4575313"/>
              <a:gd name="connsiteX37" fmla="*/ 705102 w 12584740"/>
              <a:gd name="connsiteY37" fmla="*/ 399826 h 4575313"/>
              <a:gd name="connsiteX38" fmla="*/ 800404 w 12584740"/>
              <a:gd name="connsiteY38" fmla="*/ 289909 h 4575313"/>
              <a:gd name="connsiteX39" fmla="*/ 842353 w 12584740"/>
              <a:gd name="connsiteY39" fmla="*/ 276713 h 4575313"/>
              <a:gd name="connsiteX40" fmla="*/ 912247 w 12584740"/>
              <a:gd name="connsiteY40" fmla="*/ 254246 h 4575313"/>
              <a:gd name="connsiteX41" fmla="*/ 927247 w 12584740"/>
              <a:gd name="connsiteY41" fmla="*/ 258217 h 4575313"/>
              <a:gd name="connsiteX42" fmla="*/ 933425 w 12584740"/>
              <a:gd name="connsiteY42" fmla="*/ 256149 h 4575313"/>
              <a:gd name="connsiteX43" fmla="*/ 934108 w 12584740"/>
              <a:gd name="connsiteY43" fmla="*/ 256433 h 4575313"/>
              <a:gd name="connsiteX44" fmla="*/ 935368 w 12584740"/>
              <a:gd name="connsiteY44" fmla="*/ 255498 h 4575313"/>
              <a:gd name="connsiteX45" fmla="*/ 949059 w 12584740"/>
              <a:gd name="connsiteY45" fmla="*/ 250913 h 4575313"/>
              <a:gd name="connsiteX46" fmla="*/ 980035 w 12584740"/>
              <a:gd name="connsiteY46" fmla="*/ 251605 h 4575313"/>
              <a:gd name="connsiteX47" fmla="*/ 998443 w 12584740"/>
              <a:gd name="connsiteY47" fmla="*/ 248823 h 4575313"/>
              <a:gd name="connsiteX48" fmla="*/ 1015140 w 12584740"/>
              <a:gd name="connsiteY48" fmla="*/ 230963 h 4575313"/>
              <a:gd name="connsiteX49" fmla="*/ 1027653 w 12584740"/>
              <a:gd name="connsiteY49" fmla="*/ 228229 h 4575313"/>
              <a:gd name="connsiteX50" fmla="*/ 1029989 w 12584740"/>
              <a:gd name="connsiteY50" fmla="*/ 225769 h 4575313"/>
              <a:gd name="connsiteX51" fmla="*/ 1036851 w 12584740"/>
              <a:gd name="connsiteY51" fmla="*/ 220779 h 4575313"/>
              <a:gd name="connsiteX52" fmla="*/ 1029120 w 12584740"/>
              <a:gd name="connsiteY52" fmla="*/ 217196 h 4575313"/>
              <a:gd name="connsiteX53" fmla="*/ 1113256 w 12584740"/>
              <a:gd name="connsiteY53" fmla="*/ 192543 h 4575313"/>
              <a:gd name="connsiteX54" fmla="*/ 1184710 w 12584740"/>
              <a:gd name="connsiteY54" fmla="*/ 171552 h 4575313"/>
              <a:gd name="connsiteX55" fmla="*/ 1310965 w 12584740"/>
              <a:gd name="connsiteY55" fmla="*/ 185879 h 4575313"/>
              <a:gd name="connsiteX56" fmla="*/ 1430934 w 12584740"/>
              <a:gd name="connsiteY56" fmla="*/ 139104 h 4575313"/>
              <a:gd name="connsiteX57" fmla="*/ 1463118 w 12584740"/>
              <a:gd name="connsiteY57" fmla="*/ 138911 h 4575313"/>
              <a:gd name="connsiteX58" fmla="*/ 1493444 w 12584740"/>
              <a:gd name="connsiteY58" fmla="*/ 147416 h 4575313"/>
              <a:gd name="connsiteX59" fmla="*/ 1493168 w 12584740"/>
              <a:gd name="connsiteY59" fmla="*/ 150455 h 4575313"/>
              <a:gd name="connsiteX60" fmla="*/ 1497974 w 12584740"/>
              <a:gd name="connsiteY60" fmla="*/ 151841 h 4575313"/>
              <a:gd name="connsiteX61" fmla="*/ 1502355 w 12584740"/>
              <a:gd name="connsiteY61" fmla="*/ 149916 h 4575313"/>
              <a:gd name="connsiteX62" fmla="*/ 1508100 w 12584740"/>
              <a:gd name="connsiteY62" fmla="*/ 151526 h 4575313"/>
              <a:gd name="connsiteX63" fmla="*/ 1523822 w 12584740"/>
              <a:gd name="connsiteY63" fmla="*/ 155112 h 4575313"/>
              <a:gd name="connsiteX64" fmla="*/ 1528971 w 12584740"/>
              <a:gd name="connsiteY64" fmla="*/ 161299 h 4575313"/>
              <a:gd name="connsiteX65" fmla="*/ 1590631 w 12584740"/>
              <a:gd name="connsiteY65" fmla="*/ 173836 h 4575313"/>
              <a:gd name="connsiteX66" fmla="*/ 1609537 w 12584740"/>
              <a:gd name="connsiteY66" fmla="*/ 169616 h 4575313"/>
              <a:gd name="connsiteX67" fmla="*/ 1631335 w 12584740"/>
              <a:gd name="connsiteY67" fmla="*/ 179686 h 4575313"/>
              <a:gd name="connsiteX68" fmla="*/ 1693983 w 12584740"/>
              <a:gd name="connsiteY68" fmla="*/ 183202 h 4575313"/>
              <a:gd name="connsiteX69" fmla="*/ 1763575 w 12584740"/>
              <a:gd name="connsiteY69" fmla="*/ 194844 h 4575313"/>
              <a:gd name="connsiteX70" fmla="*/ 1812709 w 12584740"/>
              <a:gd name="connsiteY70" fmla="*/ 208037 h 4575313"/>
              <a:gd name="connsiteX71" fmla="*/ 1945879 w 12584740"/>
              <a:gd name="connsiteY71" fmla="*/ 216206 h 4575313"/>
              <a:gd name="connsiteX72" fmla="*/ 1974418 w 12584740"/>
              <a:gd name="connsiteY72" fmla="*/ 208866 h 4575313"/>
              <a:gd name="connsiteX73" fmla="*/ 1976651 w 12584740"/>
              <a:gd name="connsiteY73" fmla="*/ 208757 h 4575313"/>
              <a:gd name="connsiteX74" fmla="*/ 2881775 w 12584740"/>
              <a:gd name="connsiteY74" fmla="*/ 233197 h 4575313"/>
              <a:gd name="connsiteX0" fmla="*/ 2881775 w 12584740"/>
              <a:gd name="connsiteY0" fmla="*/ 233197 h 4575313"/>
              <a:gd name="connsiteX1" fmla="*/ 8923122 w 12584740"/>
              <a:gd name="connsiteY1" fmla="*/ 225065 h 4575313"/>
              <a:gd name="connsiteX2" fmla="*/ 10535176 w 12584740"/>
              <a:gd name="connsiteY2" fmla="*/ 118040 h 4575313"/>
              <a:gd name="connsiteX3" fmla="*/ 10552865 w 12584740"/>
              <a:gd name="connsiteY3" fmla="*/ 112274 h 4575313"/>
              <a:gd name="connsiteX4" fmla="*/ 10704478 w 12584740"/>
              <a:gd name="connsiteY4" fmla="*/ 95591 h 4575313"/>
              <a:gd name="connsiteX5" fmla="*/ 10856419 w 12584740"/>
              <a:gd name="connsiteY5" fmla="*/ 75098 h 4575313"/>
              <a:gd name="connsiteX6" fmla="*/ 10946891 w 12584740"/>
              <a:gd name="connsiteY6" fmla="*/ 41601 h 4575313"/>
              <a:gd name="connsiteX7" fmla="*/ 11071737 w 12584740"/>
              <a:gd name="connsiteY7" fmla="*/ 27061 h 4575313"/>
              <a:gd name="connsiteX8" fmla="*/ 11092700 w 12584740"/>
              <a:gd name="connsiteY8" fmla="*/ 21499 h 4575313"/>
              <a:gd name="connsiteX9" fmla="*/ 11121627 w 12584740"/>
              <a:gd name="connsiteY9" fmla="*/ 23693 h 4575313"/>
              <a:gd name="connsiteX10" fmla="*/ 11237564 w 12584740"/>
              <a:gd name="connsiteY10" fmla="*/ 33473 h 4575313"/>
              <a:gd name="connsiteX11" fmla="*/ 11328738 w 12584740"/>
              <a:gd name="connsiteY11" fmla="*/ 50022 h 4575313"/>
              <a:gd name="connsiteX12" fmla="*/ 11442587 w 12584740"/>
              <a:gd name="connsiteY12" fmla="*/ 33522 h 4575313"/>
              <a:gd name="connsiteX13" fmla="*/ 11511928 w 12584740"/>
              <a:gd name="connsiteY13" fmla="*/ 35867 h 4575313"/>
              <a:gd name="connsiteX14" fmla="*/ 11625388 w 12584740"/>
              <a:gd name="connsiteY14" fmla="*/ 58635 h 4575313"/>
              <a:gd name="connsiteX15" fmla="*/ 11775146 w 12584740"/>
              <a:gd name="connsiteY15" fmla="*/ 46765 h 4575313"/>
              <a:gd name="connsiteX16" fmla="*/ 11806024 w 12584740"/>
              <a:gd name="connsiteY16" fmla="*/ 19242 h 4575313"/>
              <a:gd name="connsiteX17" fmla="*/ 11847451 w 12584740"/>
              <a:gd name="connsiteY17" fmla="*/ 1939 h 4575313"/>
              <a:gd name="connsiteX18" fmla="*/ 11865034 w 12584740"/>
              <a:gd name="connsiteY18" fmla="*/ 38939 h 4575313"/>
              <a:gd name="connsiteX19" fmla="*/ 11994565 w 12584740"/>
              <a:gd name="connsiteY19" fmla="*/ 63328 h 4575313"/>
              <a:gd name="connsiteX20" fmla="*/ 12059283 w 12584740"/>
              <a:gd name="connsiteY20" fmla="*/ 71265 h 4575313"/>
              <a:gd name="connsiteX21" fmla="*/ 12160147 w 12584740"/>
              <a:gd name="connsiteY21" fmla="*/ 75027 h 4575313"/>
              <a:gd name="connsiteX22" fmla="*/ 12190854 w 12584740"/>
              <a:gd name="connsiteY22" fmla="*/ 77689 h 4575313"/>
              <a:gd name="connsiteX23" fmla="*/ 12215705 w 12584740"/>
              <a:gd name="connsiteY23" fmla="*/ 79117 h 4575313"/>
              <a:gd name="connsiteX24" fmla="*/ 12584740 w 12584740"/>
              <a:gd name="connsiteY24" fmla="*/ 3094030 h 4575313"/>
              <a:gd name="connsiteX25" fmla="*/ 483060 w 12584740"/>
              <a:gd name="connsiteY25" fmla="*/ 4575313 h 4575313"/>
              <a:gd name="connsiteX26" fmla="*/ 0 w 12584740"/>
              <a:gd name="connsiteY26" fmla="*/ 628841 h 4575313"/>
              <a:gd name="connsiteX27" fmla="*/ 7836 w 12584740"/>
              <a:gd name="connsiteY27" fmla="*/ 631521 h 4575313"/>
              <a:gd name="connsiteX28" fmla="*/ 59804 w 12584740"/>
              <a:gd name="connsiteY28" fmla="*/ 651795 h 4575313"/>
              <a:gd name="connsiteX29" fmla="*/ 189088 w 12584740"/>
              <a:gd name="connsiteY29" fmla="*/ 654369 h 4575313"/>
              <a:gd name="connsiteX30" fmla="*/ 238402 w 12584740"/>
              <a:gd name="connsiteY30" fmla="*/ 636963 h 4575313"/>
              <a:gd name="connsiteX31" fmla="*/ 332970 w 12584740"/>
              <a:gd name="connsiteY31" fmla="*/ 607012 h 4575313"/>
              <a:gd name="connsiteX32" fmla="*/ 407552 w 12584740"/>
              <a:gd name="connsiteY32" fmla="*/ 547943 h 4575313"/>
              <a:gd name="connsiteX33" fmla="*/ 497934 w 12584740"/>
              <a:gd name="connsiteY33" fmla="*/ 502354 h 4575313"/>
              <a:gd name="connsiteX34" fmla="*/ 510273 w 12584740"/>
              <a:gd name="connsiteY34" fmla="*/ 504172 h 4575313"/>
              <a:gd name="connsiteX35" fmla="*/ 561099 w 12584740"/>
              <a:gd name="connsiteY35" fmla="*/ 476357 h 4575313"/>
              <a:gd name="connsiteX36" fmla="*/ 705102 w 12584740"/>
              <a:gd name="connsiteY36" fmla="*/ 399826 h 4575313"/>
              <a:gd name="connsiteX37" fmla="*/ 800404 w 12584740"/>
              <a:gd name="connsiteY37" fmla="*/ 289909 h 4575313"/>
              <a:gd name="connsiteX38" fmla="*/ 842353 w 12584740"/>
              <a:gd name="connsiteY38" fmla="*/ 276713 h 4575313"/>
              <a:gd name="connsiteX39" fmla="*/ 912247 w 12584740"/>
              <a:gd name="connsiteY39" fmla="*/ 254246 h 4575313"/>
              <a:gd name="connsiteX40" fmla="*/ 927247 w 12584740"/>
              <a:gd name="connsiteY40" fmla="*/ 258217 h 4575313"/>
              <a:gd name="connsiteX41" fmla="*/ 933425 w 12584740"/>
              <a:gd name="connsiteY41" fmla="*/ 256149 h 4575313"/>
              <a:gd name="connsiteX42" fmla="*/ 934108 w 12584740"/>
              <a:gd name="connsiteY42" fmla="*/ 256433 h 4575313"/>
              <a:gd name="connsiteX43" fmla="*/ 935368 w 12584740"/>
              <a:gd name="connsiteY43" fmla="*/ 255498 h 4575313"/>
              <a:gd name="connsiteX44" fmla="*/ 949059 w 12584740"/>
              <a:gd name="connsiteY44" fmla="*/ 250913 h 4575313"/>
              <a:gd name="connsiteX45" fmla="*/ 980035 w 12584740"/>
              <a:gd name="connsiteY45" fmla="*/ 251605 h 4575313"/>
              <a:gd name="connsiteX46" fmla="*/ 998443 w 12584740"/>
              <a:gd name="connsiteY46" fmla="*/ 248823 h 4575313"/>
              <a:gd name="connsiteX47" fmla="*/ 1015140 w 12584740"/>
              <a:gd name="connsiteY47" fmla="*/ 230963 h 4575313"/>
              <a:gd name="connsiteX48" fmla="*/ 1027653 w 12584740"/>
              <a:gd name="connsiteY48" fmla="*/ 228229 h 4575313"/>
              <a:gd name="connsiteX49" fmla="*/ 1029989 w 12584740"/>
              <a:gd name="connsiteY49" fmla="*/ 225769 h 4575313"/>
              <a:gd name="connsiteX50" fmla="*/ 1036851 w 12584740"/>
              <a:gd name="connsiteY50" fmla="*/ 220779 h 4575313"/>
              <a:gd name="connsiteX51" fmla="*/ 1029120 w 12584740"/>
              <a:gd name="connsiteY51" fmla="*/ 217196 h 4575313"/>
              <a:gd name="connsiteX52" fmla="*/ 1113256 w 12584740"/>
              <a:gd name="connsiteY52" fmla="*/ 192543 h 4575313"/>
              <a:gd name="connsiteX53" fmla="*/ 1184710 w 12584740"/>
              <a:gd name="connsiteY53" fmla="*/ 171552 h 4575313"/>
              <a:gd name="connsiteX54" fmla="*/ 1310965 w 12584740"/>
              <a:gd name="connsiteY54" fmla="*/ 185879 h 4575313"/>
              <a:gd name="connsiteX55" fmla="*/ 1430934 w 12584740"/>
              <a:gd name="connsiteY55" fmla="*/ 139104 h 4575313"/>
              <a:gd name="connsiteX56" fmla="*/ 1463118 w 12584740"/>
              <a:gd name="connsiteY56" fmla="*/ 138911 h 4575313"/>
              <a:gd name="connsiteX57" fmla="*/ 1493444 w 12584740"/>
              <a:gd name="connsiteY57" fmla="*/ 147416 h 4575313"/>
              <a:gd name="connsiteX58" fmla="*/ 1493168 w 12584740"/>
              <a:gd name="connsiteY58" fmla="*/ 150455 h 4575313"/>
              <a:gd name="connsiteX59" fmla="*/ 1497974 w 12584740"/>
              <a:gd name="connsiteY59" fmla="*/ 151841 h 4575313"/>
              <a:gd name="connsiteX60" fmla="*/ 1502355 w 12584740"/>
              <a:gd name="connsiteY60" fmla="*/ 149916 h 4575313"/>
              <a:gd name="connsiteX61" fmla="*/ 1508100 w 12584740"/>
              <a:gd name="connsiteY61" fmla="*/ 151526 h 4575313"/>
              <a:gd name="connsiteX62" fmla="*/ 1523822 w 12584740"/>
              <a:gd name="connsiteY62" fmla="*/ 155112 h 4575313"/>
              <a:gd name="connsiteX63" fmla="*/ 1528971 w 12584740"/>
              <a:gd name="connsiteY63" fmla="*/ 161299 h 4575313"/>
              <a:gd name="connsiteX64" fmla="*/ 1590631 w 12584740"/>
              <a:gd name="connsiteY64" fmla="*/ 173836 h 4575313"/>
              <a:gd name="connsiteX65" fmla="*/ 1609537 w 12584740"/>
              <a:gd name="connsiteY65" fmla="*/ 169616 h 4575313"/>
              <a:gd name="connsiteX66" fmla="*/ 1631335 w 12584740"/>
              <a:gd name="connsiteY66" fmla="*/ 179686 h 4575313"/>
              <a:gd name="connsiteX67" fmla="*/ 1693983 w 12584740"/>
              <a:gd name="connsiteY67" fmla="*/ 183202 h 4575313"/>
              <a:gd name="connsiteX68" fmla="*/ 1763575 w 12584740"/>
              <a:gd name="connsiteY68" fmla="*/ 194844 h 4575313"/>
              <a:gd name="connsiteX69" fmla="*/ 1812709 w 12584740"/>
              <a:gd name="connsiteY69" fmla="*/ 208037 h 4575313"/>
              <a:gd name="connsiteX70" fmla="*/ 1945879 w 12584740"/>
              <a:gd name="connsiteY70" fmla="*/ 216206 h 4575313"/>
              <a:gd name="connsiteX71" fmla="*/ 1974418 w 12584740"/>
              <a:gd name="connsiteY71" fmla="*/ 208866 h 4575313"/>
              <a:gd name="connsiteX72" fmla="*/ 1976651 w 12584740"/>
              <a:gd name="connsiteY72" fmla="*/ 208757 h 4575313"/>
              <a:gd name="connsiteX73" fmla="*/ 2881775 w 12584740"/>
              <a:gd name="connsiteY73" fmla="*/ 233197 h 4575313"/>
              <a:gd name="connsiteX0" fmla="*/ 2881775 w 12584740"/>
              <a:gd name="connsiteY0" fmla="*/ 214043 h 4556159"/>
              <a:gd name="connsiteX1" fmla="*/ 8923122 w 12584740"/>
              <a:gd name="connsiteY1" fmla="*/ 205911 h 4556159"/>
              <a:gd name="connsiteX2" fmla="*/ 10535176 w 12584740"/>
              <a:gd name="connsiteY2" fmla="*/ 98886 h 4556159"/>
              <a:gd name="connsiteX3" fmla="*/ 10552865 w 12584740"/>
              <a:gd name="connsiteY3" fmla="*/ 93120 h 4556159"/>
              <a:gd name="connsiteX4" fmla="*/ 10704478 w 12584740"/>
              <a:gd name="connsiteY4" fmla="*/ 76437 h 4556159"/>
              <a:gd name="connsiteX5" fmla="*/ 10856419 w 12584740"/>
              <a:gd name="connsiteY5" fmla="*/ 55944 h 4556159"/>
              <a:gd name="connsiteX6" fmla="*/ 10946891 w 12584740"/>
              <a:gd name="connsiteY6" fmla="*/ 22447 h 4556159"/>
              <a:gd name="connsiteX7" fmla="*/ 11071737 w 12584740"/>
              <a:gd name="connsiteY7" fmla="*/ 7907 h 4556159"/>
              <a:gd name="connsiteX8" fmla="*/ 11092700 w 12584740"/>
              <a:gd name="connsiteY8" fmla="*/ 2345 h 4556159"/>
              <a:gd name="connsiteX9" fmla="*/ 11121627 w 12584740"/>
              <a:gd name="connsiteY9" fmla="*/ 4539 h 4556159"/>
              <a:gd name="connsiteX10" fmla="*/ 11237564 w 12584740"/>
              <a:gd name="connsiteY10" fmla="*/ 14319 h 4556159"/>
              <a:gd name="connsiteX11" fmla="*/ 11328738 w 12584740"/>
              <a:gd name="connsiteY11" fmla="*/ 30868 h 4556159"/>
              <a:gd name="connsiteX12" fmla="*/ 11442587 w 12584740"/>
              <a:gd name="connsiteY12" fmla="*/ 14368 h 4556159"/>
              <a:gd name="connsiteX13" fmla="*/ 11511928 w 12584740"/>
              <a:gd name="connsiteY13" fmla="*/ 16713 h 4556159"/>
              <a:gd name="connsiteX14" fmla="*/ 11625388 w 12584740"/>
              <a:gd name="connsiteY14" fmla="*/ 39481 h 4556159"/>
              <a:gd name="connsiteX15" fmla="*/ 11775146 w 12584740"/>
              <a:gd name="connsiteY15" fmla="*/ 27611 h 4556159"/>
              <a:gd name="connsiteX16" fmla="*/ 11806024 w 12584740"/>
              <a:gd name="connsiteY16" fmla="*/ 88 h 4556159"/>
              <a:gd name="connsiteX17" fmla="*/ 11865034 w 12584740"/>
              <a:gd name="connsiteY17" fmla="*/ 19785 h 4556159"/>
              <a:gd name="connsiteX18" fmla="*/ 11994565 w 12584740"/>
              <a:gd name="connsiteY18" fmla="*/ 44174 h 4556159"/>
              <a:gd name="connsiteX19" fmla="*/ 12059283 w 12584740"/>
              <a:gd name="connsiteY19" fmla="*/ 52111 h 4556159"/>
              <a:gd name="connsiteX20" fmla="*/ 12160147 w 12584740"/>
              <a:gd name="connsiteY20" fmla="*/ 55873 h 4556159"/>
              <a:gd name="connsiteX21" fmla="*/ 12190854 w 12584740"/>
              <a:gd name="connsiteY21" fmla="*/ 58535 h 4556159"/>
              <a:gd name="connsiteX22" fmla="*/ 12215705 w 12584740"/>
              <a:gd name="connsiteY22" fmla="*/ 59963 h 4556159"/>
              <a:gd name="connsiteX23" fmla="*/ 12584740 w 12584740"/>
              <a:gd name="connsiteY23" fmla="*/ 3074876 h 4556159"/>
              <a:gd name="connsiteX24" fmla="*/ 483060 w 12584740"/>
              <a:gd name="connsiteY24" fmla="*/ 4556159 h 4556159"/>
              <a:gd name="connsiteX25" fmla="*/ 0 w 12584740"/>
              <a:gd name="connsiteY25" fmla="*/ 609687 h 4556159"/>
              <a:gd name="connsiteX26" fmla="*/ 7836 w 12584740"/>
              <a:gd name="connsiteY26" fmla="*/ 612367 h 4556159"/>
              <a:gd name="connsiteX27" fmla="*/ 59804 w 12584740"/>
              <a:gd name="connsiteY27" fmla="*/ 632641 h 4556159"/>
              <a:gd name="connsiteX28" fmla="*/ 189088 w 12584740"/>
              <a:gd name="connsiteY28" fmla="*/ 635215 h 4556159"/>
              <a:gd name="connsiteX29" fmla="*/ 238402 w 12584740"/>
              <a:gd name="connsiteY29" fmla="*/ 617809 h 4556159"/>
              <a:gd name="connsiteX30" fmla="*/ 332970 w 12584740"/>
              <a:gd name="connsiteY30" fmla="*/ 587858 h 4556159"/>
              <a:gd name="connsiteX31" fmla="*/ 407552 w 12584740"/>
              <a:gd name="connsiteY31" fmla="*/ 528789 h 4556159"/>
              <a:gd name="connsiteX32" fmla="*/ 497934 w 12584740"/>
              <a:gd name="connsiteY32" fmla="*/ 483200 h 4556159"/>
              <a:gd name="connsiteX33" fmla="*/ 510273 w 12584740"/>
              <a:gd name="connsiteY33" fmla="*/ 485018 h 4556159"/>
              <a:gd name="connsiteX34" fmla="*/ 561099 w 12584740"/>
              <a:gd name="connsiteY34" fmla="*/ 457203 h 4556159"/>
              <a:gd name="connsiteX35" fmla="*/ 705102 w 12584740"/>
              <a:gd name="connsiteY35" fmla="*/ 380672 h 4556159"/>
              <a:gd name="connsiteX36" fmla="*/ 800404 w 12584740"/>
              <a:gd name="connsiteY36" fmla="*/ 270755 h 4556159"/>
              <a:gd name="connsiteX37" fmla="*/ 842353 w 12584740"/>
              <a:gd name="connsiteY37" fmla="*/ 257559 h 4556159"/>
              <a:gd name="connsiteX38" fmla="*/ 912247 w 12584740"/>
              <a:gd name="connsiteY38" fmla="*/ 235092 h 4556159"/>
              <a:gd name="connsiteX39" fmla="*/ 927247 w 12584740"/>
              <a:gd name="connsiteY39" fmla="*/ 239063 h 4556159"/>
              <a:gd name="connsiteX40" fmla="*/ 933425 w 12584740"/>
              <a:gd name="connsiteY40" fmla="*/ 236995 h 4556159"/>
              <a:gd name="connsiteX41" fmla="*/ 934108 w 12584740"/>
              <a:gd name="connsiteY41" fmla="*/ 237279 h 4556159"/>
              <a:gd name="connsiteX42" fmla="*/ 935368 w 12584740"/>
              <a:gd name="connsiteY42" fmla="*/ 236344 h 4556159"/>
              <a:gd name="connsiteX43" fmla="*/ 949059 w 12584740"/>
              <a:gd name="connsiteY43" fmla="*/ 231759 h 4556159"/>
              <a:gd name="connsiteX44" fmla="*/ 980035 w 12584740"/>
              <a:gd name="connsiteY44" fmla="*/ 232451 h 4556159"/>
              <a:gd name="connsiteX45" fmla="*/ 998443 w 12584740"/>
              <a:gd name="connsiteY45" fmla="*/ 229669 h 4556159"/>
              <a:gd name="connsiteX46" fmla="*/ 1015140 w 12584740"/>
              <a:gd name="connsiteY46" fmla="*/ 211809 h 4556159"/>
              <a:gd name="connsiteX47" fmla="*/ 1027653 w 12584740"/>
              <a:gd name="connsiteY47" fmla="*/ 209075 h 4556159"/>
              <a:gd name="connsiteX48" fmla="*/ 1029989 w 12584740"/>
              <a:gd name="connsiteY48" fmla="*/ 206615 h 4556159"/>
              <a:gd name="connsiteX49" fmla="*/ 1036851 w 12584740"/>
              <a:gd name="connsiteY49" fmla="*/ 201625 h 4556159"/>
              <a:gd name="connsiteX50" fmla="*/ 1029120 w 12584740"/>
              <a:gd name="connsiteY50" fmla="*/ 198042 h 4556159"/>
              <a:gd name="connsiteX51" fmla="*/ 1113256 w 12584740"/>
              <a:gd name="connsiteY51" fmla="*/ 173389 h 4556159"/>
              <a:gd name="connsiteX52" fmla="*/ 1184710 w 12584740"/>
              <a:gd name="connsiteY52" fmla="*/ 152398 h 4556159"/>
              <a:gd name="connsiteX53" fmla="*/ 1310965 w 12584740"/>
              <a:gd name="connsiteY53" fmla="*/ 166725 h 4556159"/>
              <a:gd name="connsiteX54" fmla="*/ 1430934 w 12584740"/>
              <a:gd name="connsiteY54" fmla="*/ 119950 h 4556159"/>
              <a:gd name="connsiteX55" fmla="*/ 1463118 w 12584740"/>
              <a:gd name="connsiteY55" fmla="*/ 119757 h 4556159"/>
              <a:gd name="connsiteX56" fmla="*/ 1493444 w 12584740"/>
              <a:gd name="connsiteY56" fmla="*/ 128262 h 4556159"/>
              <a:gd name="connsiteX57" fmla="*/ 1493168 w 12584740"/>
              <a:gd name="connsiteY57" fmla="*/ 131301 h 4556159"/>
              <a:gd name="connsiteX58" fmla="*/ 1497974 w 12584740"/>
              <a:gd name="connsiteY58" fmla="*/ 132687 h 4556159"/>
              <a:gd name="connsiteX59" fmla="*/ 1502355 w 12584740"/>
              <a:gd name="connsiteY59" fmla="*/ 130762 h 4556159"/>
              <a:gd name="connsiteX60" fmla="*/ 1508100 w 12584740"/>
              <a:gd name="connsiteY60" fmla="*/ 132372 h 4556159"/>
              <a:gd name="connsiteX61" fmla="*/ 1523822 w 12584740"/>
              <a:gd name="connsiteY61" fmla="*/ 135958 h 4556159"/>
              <a:gd name="connsiteX62" fmla="*/ 1528971 w 12584740"/>
              <a:gd name="connsiteY62" fmla="*/ 142145 h 4556159"/>
              <a:gd name="connsiteX63" fmla="*/ 1590631 w 12584740"/>
              <a:gd name="connsiteY63" fmla="*/ 154682 h 4556159"/>
              <a:gd name="connsiteX64" fmla="*/ 1609537 w 12584740"/>
              <a:gd name="connsiteY64" fmla="*/ 150462 h 4556159"/>
              <a:gd name="connsiteX65" fmla="*/ 1631335 w 12584740"/>
              <a:gd name="connsiteY65" fmla="*/ 160532 h 4556159"/>
              <a:gd name="connsiteX66" fmla="*/ 1693983 w 12584740"/>
              <a:gd name="connsiteY66" fmla="*/ 164048 h 4556159"/>
              <a:gd name="connsiteX67" fmla="*/ 1763575 w 12584740"/>
              <a:gd name="connsiteY67" fmla="*/ 175690 h 4556159"/>
              <a:gd name="connsiteX68" fmla="*/ 1812709 w 12584740"/>
              <a:gd name="connsiteY68" fmla="*/ 188883 h 4556159"/>
              <a:gd name="connsiteX69" fmla="*/ 1945879 w 12584740"/>
              <a:gd name="connsiteY69" fmla="*/ 197052 h 4556159"/>
              <a:gd name="connsiteX70" fmla="*/ 1974418 w 12584740"/>
              <a:gd name="connsiteY70" fmla="*/ 189712 h 4556159"/>
              <a:gd name="connsiteX71" fmla="*/ 1976651 w 12584740"/>
              <a:gd name="connsiteY71" fmla="*/ 189603 h 4556159"/>
              <a:gd name="connsiteX72" fmla="*/ 2881775 w 12584740"/>
              <a:gd name="connsiteY72" fmla="*/ 214043 h 4556159"/>
              <a:gd name="connsiteX0" fmla="*/ 2881775 w 12584740"/>
              <a:gd name="connsiteY0" fmla="*/ 214043 h 4556159"/>
              <a:gd name="connsiteX1" fmla="*/ 8923122 w 12584740"/>
              <a:gd name="connsiteY1" fmla="*/ 205911 h 4556159"/>
              <a:gd name="connsiteX2" fmla="*/ 10535176 w 12584740"/>
              <a:gd name="connsiteY2" fmla="*/ 98886 h 4556159"/>
              <a:gd name="connsiteX3" fmla="*/ 10552865 w 12584740"/>
              <a:gd name="connsiteY3" fmla="*/ 93120 h 4556159"/>
              <a:gd name="connsiteX4" fmla="*/ 10704478 w 12584740"/>
              <a:gd name="connsiteY4" fmla="*/ 76437 h 4556159"/>
              <a:gd name="connsiteX5" fmla="*/ 10856419 w 12584740"/>
              <a:gd name="connsiteY5" fmla="*/ 55944 h 4556159"/>
              <a:gd name="connsiteX6" fmla="*/ 10946891 w 12584740"/>
              <a:gd name="connsiteY6" fmla="*/ 22447 h 4556159"/>
              <a:gd name="connsiteX7" fmla="*/ 11071737 w 12584740"/>
              <a:gd name="connsiteY7" fmla="*/ 7907 h 4556159"/>
              <a:gd name="connsiteX8" fmla="*/ 11092700 w 12584740"/>
              <a:gd name="connsiteY8" fmla="*/ 2345 h 4556159"/>
              <a:gd name="connsiteX9" fmla="*/ 11121627 w 12584740"/>
              <a:gd name="connsiteY9" fmla="*/ 4539 h 4556159"/>
              <a:gd name="connsiteX10" fmla="*/ 11237564 w 12584740"/>
              <a:gd name="connsiteY10" fmla="*/ 14319 h 4556159"/>
              <a:gd name="connsiteX11" fmla="*/ 11328738 w 12584740"/>
              <a:gd name="connsiteY11" fmla="*/ 30868 h 4556159"/>
              <a:gd name="connsiteX12" fmla="*/ 11442587 w 12584740"/>
              <a:gd name="connsiteY12" fmla="*/ 14368 h 4556159"/>
              <a:gd name="connsiteX13" fmla="*/ 11511928 w 12584740"/>
              <a:gd name="connsiteY13" fmla="*/ 16713 h 4556159"/>
              <a:gd name="connsiteX14" fmla="*/ 11625388 w 12584740"/>
              <a:gd name="connsiteY14" fmla="*/ 39481 h 4556159"/>
              <a:gd name="connsiteX15" fmla="*/ 11775146 w 12584740"/>
              <a:gd name="connsiteY15" fmla="*/ 27611 h 4556159"/>
              <a:gd name="connsiteX16" fmla="*/ 11806024 w 12584740"/>
              <a:gd name="connsiteY16" fmla="*/ 88 h 4556159"/>
              <a:gd name="connsiteX17" fmla="*/ 11865034 w 12584740"/>
              <a:gd name="connsiteY17" fmla="*/ 19785 h 4556159"/>
              <a:gd name="connsiteX18" fmla="*/ 11994565 w 12584740"/>
              <a:gd name="connsiteY18" fmla="*/ 44174 h 4556159"/>
              <a:gd name="connsiteX19" fmla="*/ 12059283 w 12584740"/>
              <a:gd name="connsiteY19" fmla="*/ 52111 h 4556159"/>
              <a:gd name="connsiteX20" fmla="*/ 12160147 w 12584740"/>
              <a:gd name="connsiteY20" fmla="*/ 55873 h 4556159"/>
              <a:gd name="connsiteX21" fmla="*/ 12190854 w 12584740"/>
              <a:gd name="connsiteY21" fmla="*/ 58535 h 4556159"/>
              <a:gd name="connsiteX22" fmla="*/ 12215705 w 12584740"/>
              <a:gd name="connsiteY22" fmla="*/ 59963 h 4556159"/>
              <a:gd name="connsiteX23" fmla="*/ 12584740 w 12584740"/>
              <a:gd name="connsiteY23" fmla="*/ 3074876 h 4556159"/>
              <a:gd name="connsiteX24" fmla="*/ 483060 w 12584740"/>
              <a:gd name="connsiteY24" fmla="*/ 4556159 h 4556159"/>
              <a:gd name="connsiteX25" fmla="*/ 0 w 12584740"/>
              <a:gd name="connsiteY25" fmla="*/ 609687 h 4556159"/>
              <a:gd name="connsiteX26" fmla="*/ 7836 w 12584740"/>
              <a:gd name="connsiteY26" fmla="*/ 612367 h 4556159"/>
              <a:gd name="connsiteX27" fmla="*/ 59804 w 12584740"/>
              <a:gd name="connsiteY27" fmla="*/ 632641 h 4556159"/>
              <a:gd name="connsiteX28" fmla="*/ 189088 w 12584740"/>
              <a:gd name="connsiteY28" fmla="*/ 635215 h 4556159"/>
              <a:gd name="connsiteX29" fmla="*/ 238402 w 12584740"/>
              <a:gd name="connsiteY29" fmla="*/ 617809 h 4556159"/>
              <a:gd name="connsiteX30" fmla="*/ 332970 w 12584740"/>
              <a:gd name="connsiteY30" fmla="*/ 587858 h 4556159"/>
              <a:gd name="connsiteX31" fmla="*/ 407552 w 12584740"/>
              <a:gd name="connsiteY31" fmla="*/ 528789 h 4556159"/>
              <a:gd name="connsiteX32" fmla="*/ 497934 w 12584740"/>
              <a:gd name="connsiteY32" fmla="*/ 483200 h 4556159"/>
              <a:gd name="connsiteX33" fmla="*/ 510273 w 12584740"/>
              <a:gd name="connsiteY33" fmla="*/ 485018 h 4556159"/>
              <a:gd name="connsiteX34" fmla="*/ 561099 w 12584740"/>
              <a:gd name="connsiteY34" fmla="*/ 457203 h 4556159"/>
              <a:gd name="connsiteX35" fmla="*/ 705102 w 12584740"/>
              <a:gd name="connsiteY35" fmla="*/ 380672 h 4556159"/>
              <a:gd name="connsiteX36" fmla="*/ 800404 w 12584740"/>
              <a:gd name="connsiteY36" fmla="*/ 270755 h 4556159"/>
              <a:gd name="connsiteX37" fmla="*/ 842353 w 12584740"/>
              <a:gd name="connsiteY37" fmla="*/ 257559 h 4556159"/>
              <a:gd name="connsiteX38" fmla="*/ 912247 w 12584740"/>
              <a:gd name="connsiteY38" fmla="*/ 235092 h 4556159"/>
              <a:gd name="connsiteX39" fmla="*/ 927247 w 12584740"/>
              <a:gd name="connsiteY39" fmla="*/ 239063 h 4556159"/>
              <a:gd name="connsiteX40" fmla="*/ 933425 w 12584740"/>
              <a:gd name="connsiteY40" fmla="*/ 236995 h 4556159"/>
              <a:gd name="connsiteX41" fmla="*/ 934108 w 12584740"/>
              <a:gd name="connsiteY41" fmla="*/ 237279 h 4556159"/>
              <a:gd name="connsiteX42" fmla="*/ 935368 w 12584740"/>
              <a:gd name="connsiteY42" fmla="*/ 236344 h 4556159"/>
              <a:gd name="connsiteX43" fmla="*/ 949059 w 12584740"/>
              <a:gd name="connsiteY43" fmla="*/ 231759 h 4556159"/>
              <a:gd name="connsiteX44" fmla="*/ 980035 w 12584740"/>
              <a:gd name="connsiteY44" fmla="*/ 232451 h 4556159"/>
              <a:gd name="connsiteX45" fmla="*/ 998443 w 12584740"/>
              <a:gd name="connsiteY45" fmla="*/ 229669 h 4556159"/>
              <a:gd name="connsiteX46" fmla="*/ 1015140 w 12584740"/>
              <a:gd name="connsiteY46" fmla="*/ 211809 h 4556159"/>
              <a:gd name="connsiteX47" fmla="*/ 1027653 w 12584740"/>
              <a:gd name="connsiteY47" fmla="*/ 209075 h 4556159"/>
              <a:gd name="connsiteX48" fmla="*/ 1029989 w 12584740"/>
              <a:gd name="connsiteY48" fmla="*/ 206615 h 4556159"/>
              <a:gd name="connsiteX49" fmla="*/ 1036851 w 12584740"/>
              <a:gd name="connsiteY49" fmla="*/ 201625 h 4556159"/>
              <a:gd name="connsiteX50" fmla="*/ 1029120 w 12584740"/>
              <a:gd name="connsiteY50" fmla="*/ 198042 h 4556159"/>
              <a:gd name="connsiteX51" fmla="*/ 1113256 w 12584740"/>
              <a:gd name="connsiteY51" fmla="*/ 173389 h 4556159"/>
              <a:gd name="connsiteX52" fmla="*/ 1184710 w 12584740"/>
              <a:gd name="connsiteY52" fmla="*/ 152398 h 4556159"/>
              <a:gd name="connsiteX53" fmla="*/ 1310965 w 12584740"/>
              <a:gd name="connsiteY53" fmla="*/ 166725 h 4556159"/>
              <a:gd name="connsiteX54" fmla="*/ 1430934 w 12584740"/>
              <a:gd name="connsiteY54" fmla="*/ 119950 h 4556159"/>
              <a:gd name="connsiteX55" fmla="*/ 1463118 w 12584740"/>
              <a:gd name="connsiteY55" fmla="*/ 119757 h 4556159"/>
              <a:gd name="connsiteX56" fmla="*/ 1493444 w 12584740"/>
              <a:gd name="connsiteY56" fmla="*/ 128262 h 4556159"/>
              <a:gd name="connsiteX57" fmla="*/ 1493168 w 12584740"/>
              <a:gd name="connsiteY57" fmla="*/ 131301 h 4556159"/>
              <a:gd name="connsiteX58" fmla="*/ 1497974 w 12584740"/>
              <a:gd name="connsiteY58" fmla="*/ 132687 h 4556159"/>
              <a:gd name="connsiteX59" fmla="*/ 1502355 w 12584740"/>
              <a:gd name="connsiteY59" fmla="*/ 130762 h 4556159"/>
              <a:gd name="connsiteX60" fmla="*/ 1508100 w 12584740"/>
              <a:gd name="connsiteY60" fmla="*/ 132372 h 4556159"/>
              <a:gd name="connsiteX61" fmla="*/ 1523822 w 12584740"/>
              <a:gd name="connsiteY61" fmla="*/ 135958 h 4556159"/>
              <a:gd name="connsiteX62" fmla="*/ 1528971 w 12584740"/>
              <a:gd name="connsiteY62" fmla="*/ 142145 h 4556159"/>
              <a:gd name="connsiteX63" fmla="*/ 1590631 w 12584740"/>
              <a:gd name="connsiteY63" fmla="*/ 154682 h 4556159"/>
              <a:gd name="connsiteX64" fmla="*/ 1609537 w 12584740"/>
              <a:gd name="connsiteY64" fmla="*/ 150462 h 4556159"/>
              <a:gd name="connsiteX65" fmla="*/ 1631335 w 12584740"/>
              <a:gd name="connsiteY65" fmla="*/ 160532 h 4556159"/>
              <a:gd name="connsiteX66" fmla="*/ 1693983 w 12584740"/>
              <a:gd name="connsiteY66" fmla="*/ 164048 h 4556159"/>
              <a:gd name="connsiteX67" fmla="*/ 1763575 w 12584740"/>
              <a:gd name="connsiteY67" fmla="*/ 175690 h 4556159"/>
              <a:gd name="connsiteX68" fmla="*/ 1812709 w 12584740"/>
              <a:gd name="connsiteY68" fmla="*/ 188883 h 4556159"/>
              <a:gd name="connsiteX69" fmla="*/ 1945879 w 12584740"/>
              <a:gd name="connsiteY69" fmla="*/ 197052 h 4556159"/>
              <a:gd name="connsiteX70" fmla="*/ 1974418 w 12584740"/>
              <a:gd name="connsiteY70" fmla="*/ 189712 h 4556159"/>
              <a:gd name="connsiteX71" fmla="*/ 2235555 w 12584740"/>
              <a:gd name="connsiteY71" fmla="*/ 226659 h 4556159"/>
              <a:gd name="connsiteX72" fmla="*/ 2881775 w 12584740"/>
              <a:gd name="connsiteY72" fmla="*/ 214043 h 45561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Lst>
            <a:rect l="l" t="t" r="r" b="b"/>
            <a:pathLst>
              <a:path w="12584740" h="4556159">
                <a:moveTo>
                  <a:pt x="2881775" y="214043"/>
                </a:moveTo>
                <a:lnTo>
                  <a:pt x="8923122" y="205911"/>
                </a:lnTo>
                <a:cubicBezTo>
                  <a:pt x="8923122" y="236009"/>
                  <a:pt x="10535176" y="68788"/>
                  <a:pt x="10535176" y="98886"/>
                </a:cubicBezTo>
                <a:lnTo>
                  <a:pt x="10552865" y="93120"/>
                </a:lnTo>
                <a:cubicBezTo>
                  <a:pt x="10602509" y="95039"/>
                  <a:pt x="10648374" y="81962"/>
                  <a:pt x="10704478" y="76437"/>
                </a:cubicBezTo>
                <a:cubicBezTo>
                  <a:pt x="10764532" y="85901"/>
                  <a:pt x="10796465" y="61749"/>
                  <a:pt x="10856419" y="55944"/>
                </a:cubicBezTo>
                <a:cubicBezTo>
                  <a:pt x="10914661" y="77716"/>
                  <a:pt x="10896627" y="22130"/>
                  <a:pt x="10946891" y="22447"/>
                </a:cubicBezTo>
                <a:cubicBezTo>
                  <a:pt x="11028004" y="41524"/>
                  <a:pt x="10945561" y="3905"/>
                  <a:pt x="11071737" y="7907"/>
                </a:cubicBezTo>
                <a:cubicBezTo>
                  <a:pt x="11078763" y="11268"/>
                  <a:pt x="11094187" y="7177"/>
                  <a:pt x="11092700" y="2345"/>
                </a:cubicBezTo>
                <a:cubicBezTo>
                  <a:pt x="11100672" y="3621"/>
                  <a:pt x="11119582" y="12415"/>
                  <a:pt x="11121627" y="4539"/>
                </a:cubicBezTo>
                <a:cubicBezTo>
                  <a:pt x="11161872" y="2410"/>
                  <a:pt x="11201801" y="5778"/>
                  <a:pt x="11237564" y="14319"/>
                </a:cubicBezTo>
                <a:cubicBezTo>
                  <a:pt x="11315265" y="-1427"/>
                  <a:pt x="11272628" y="36301"/>
                  <a:pt x="11328738" y="30868"/>
                </a:cubicBezTo>
                <a:cubicBezTo>
                  <a:pt x="11373885" y="14123"/>
                  <a:pt x="11390505" y="26175"/>
                  <a:pt x="11442587" y="14368"/>
                </a:cubicBezTo>
                <a:cubicBezTo>
                  <a:pt x="11460405" y="39138"/>
                  <a:pt x="11491560" y="10212"/>
                  <a:pt x="11511928" y="16713"/>
                </a:cubicBezTo>
                <a:cubicBezTo>
                  <a:pt x="11544050" y="-13836"/>
                  <a:pt x="11591566" y="41138"/>
                  <a:pt x="11625388" y="39481"/>
                </a:cubicBezTo>
                <a:cubicBezTo>
                  <a:pt x="11682275" y="32159"/>
                  <a:pt x="11743456" y="-367"/>
                  <a:pt x="11775146" y="27611"/>
                </a:cubicBezTo>
                <a:cubicBezTo>
                  <a:pt x="11779070" y="15386"/>
                  <a:pt x="11773473" y="-818"/>
                  <a:pt x="11806024" y="88"/>
                </a:cubicBezTo>
                <a:cubicBezTo>
                  <a:pt x="11821005" y="-1216"/>
                  <a:pt x="11833611" y="12437"/>
                  <a:pt x="11865034" y="19785"/>
                </a:cubicBezTo>
                <a:cubicBezTo>
                  <a:pt x="11905979" y="29998"/>
                  <a:pt x="11998366" y="9552"/>
                  <a:pt x="11994565" y="44174"/>
                </a:cubicBezTo>
                <a:cubicBezTo>
                  <a:pt x="12007200" y="63922"/>
                  <a:pt x="12058131" y="30230"/>
                  <a:pt x="12059283" y="52111"/>
                </a:cubicBezTo>
                <a:cubicBezTo>
                  <a:pt x="12081498" y="36953"/>
                  <a:pt x="12122851" y="58256"/>
                  <a:pt x="12160147" y="55873"/>
                </a:cubicBezTo>
                <a:cubicBezTo>
                  <a:pt x="12167674" y="65410"/>
                  <a:pt x="12176238" y="64529"/>
                  <a:pt x="12190854" y="58535"/>
                </a:cubicBezTo>
                <a:lnTo>
                  <a:pt x="12215705" y="59963"/>
                </a:lnTo>
                <a:lnTo>
                  <a:pt x="12584740" y="3074876"/>
                </a:lnTo>
                <a:lnTo>
                  <a:pt x="483060" y="4556159"/>
                </a:lnTo>
                <a:lnTo>
                  <a:pt x="0" y="609687"/>
                </a:lnTo>
                <a:lnTo>
                  <a:pt x="7836" y="612367"/>
                </a:lnTo>
                <a:cubicBezTo>
                  <a:pt x="25349" y="620104"/>
                  <a:pt x="41483" y="627786"/>
                  <a:pt x="59804" y="632641"/>
                </a:cubicBezTo>
                <a:cubicBezTo>
                  <a:pt x="75146" y="654421"/>
                  <a:pt x="167365" y="632597"/>
                  <a:pt x="189088" y="635215"/>
                </a:cubicBezTo>
                <a:cubicBezTo>
                  <a:pt x="217440" y="623749"/>
                  <a:pt x="208344" y="626448"/>
                  <a:pt x="238402" y="617809"/>
                </a:cubicBezTo>
                <a:cubicBezTo>
                  <a:pt x="247394" y="590135"/>
                  <a:pt x="303125" y="595692"/>
                  <a:pt x="332970" y="587858"/>
                </a:cubicBezTo>
                <a:cubicBezTo>
                  <a:pt x="336621" y="563687"/>
                  <a:pt x="356128" y="555392"/>
                  <a:pt x="407552" y="528789"/>
                </a:cubicBezTo>
                <a:cubicBezTo>
                  <a:pt x="410625" y="501558"/>
                  <a:pt x="481949" y="526749"/>
                  <a:pt x="497934" y="483200"/>
                </a:cubicBezTo>
                <a:cubicBezTo>
                  <a:pt x="501858" y="484200"/>
                  <a:pt x="506013" y="484811"/>
                  <a:pt x="510273" y="485018"/>
                </a:cubicBezTo>
                <a:cubicBezTo>
                  <a:pt x="535011" y="486222"/>
                  <a:pt x="557770" y="473768"/>
                  <a:pt x="561099" y="457203"/>
                </a:cubicBezTo>
                <a:cubicBezTo>
                  <a:pt x="592709" y="393031"/>
                  <a:pt x="657171" y="417531"/>
                  <a:pt x="705102" y="380672"/>
                </a:cubicBezTo>
                <a:cubicBezTo>
                  <a:pt x="762904" y="342107"/>
                  <a:pt x="753762" y="341220"/>
                  <a:pt x="800404" y="270755"/>
                </a:cubicBezTo>
                <a:cubicBezTo>
                  <a:pt x="821510" y="277286"/>
                  <a:pt x="831930" y="272279"/>
                  <a:pt x="842353" y="257559"/>
                </a:cubicBezTo>
                <a:cubicBezTo>
                  <a:pt x="871396" y="239661"/>
                  <a:pt x="901151" y="269258"/>
                  <a:pt x="912247" y="235092"/>
                </a:cubicBezTo>
                <a:cubicBezTo>
                  <a:pt x="915193" y="239660"/>
                  <a:pt x="920652" y="240302"/>
                  <a:pt x="927247" y="239063"/>
                </a:cubicBezTo>
                <a:lnTo>
                  <a:pt x="933425" y="236995"/>
                </a:lnTo>
                <a:lnTo>
                  <a:pt x="934108" y="237279"/>
                </a:lnTo>
                <a:lnTo>
                  <a:pt x="935368" y="236344"/>
                </a:lnTo>
                <a:lnTo>
                  <a:pt x="949059" y="231759"/>
                </a:lnTo>
                <a:cubicBezTo>
                  <a:pt x="964033" y="225857"/>
                  <a:pt x="978036" y="220629"/>
                  <a:pt x="980035" y="232451"/>
                </a:cubicBezTo>
                <a:cubicBezTo>
                  <a:pt x="988861" y="233151"/>
                  <a:pt x="994474" y="231910"/>
                  <a:pt x="998443" y="229669"/>
                </a:cubicBezTo>
                <a:cubicBezTo>
                  <a:pt x="1006381" y="225191"/>
                  <a:pt x="1007750" y="216720"/>
                  <a:pt x="1015140" y="211809"/>
                </a:cubicBezTo>
                <a:lnTo>
                  <a:pt x="1027653" y="209075"/>
                </a:lnTo>
                <a:lnTo>
                  <a:pt x="1029989" y="206615"/>
                </a:lnTo>
                <a:lnTo>
                  <a:pt x="1036851" y="201625"/>
                </a:lnTo>
                <a:lnTo>
                  <a:pt x="1029120" y="198042"/>
                </a:lnTo>
                <a:cubicBezTo>
                  <a:pt x="1021104" y="195096"/>
                  <a:pt x="1101729" y="180798"/>
                  <a:pt x="1113256" y="173389"/>
                </a:cubicBezTo>
                <a:lnTo>
                  <a:pt x="1184710" y="152398"/>
                </a:lnTo>
                <a:lnTo>
                  <a:pt x="1310965" y="166725"/>
                </a:lnTo>
                <a:cubicBezTo>
                  <a:pt x="1336372" y="131696"/>
                  <a:pt x="1403197" y="140119"/>
                  <a:pt x="1430934" y="119950"/>
                </a:cubicBezTo>
                <a:lnTo>
                  <a:pt x="1463118" y="119757"/>
                </a:lnTo>
                <a:lnTo>
                  <a:pt x="1493444" y="128262"/>
                </a:lnTo>
                <a:lnTo>
                  <a:pt x="1493168" y="131301"/>
                </a:lnTo>
                <a:cubicBezTo>
                  <a:pt x="1493827" y="133297"/>
                  <a:pt x="1495475" y="133471"/>
                  <a:pt x="1497974" y="132687"/>
                </a:cubicBezTo>
                <a:lnTo>
                  <a:pt x="1502355" y="130762"/>
                </a:lnTo>
                <a:lnTo>
                  <a:pt x="1508100" y="132372"/>
                </a:lnTo>
                <a:lnTo>
                  <a:pt x="1523822" y="135958"/>
                </a:lnTo>
                <a:lnTo>
                  <a:pt x="1528971" y="142145"/>
                </a:lnTo>
                <a:cubicBezTo>
                  <a:pt x="1544182" y="151821"/>
                  <a:pt x="1579536" y="139768"/>
                  <a:pt x="1590631" y="154682"/>
                </a:cubicBezTo>
                <a:lnTo>
                  <a:pt x="1609537" y="150462"/>
                </a:lnTo>
                <a:lnTo>
                  <a:pt x="1631335" y="160532"/>
                </a:lnTo>
                <a:cubicBezTo>
                  <a:pt x="1651445" y="168813"/>
                  <a:pt x="1672155" y="173541"/>
                  <a:pt x="1693983" y="164048"/>
                </a:cubicBezTo>
                <a:cubicBezTo>
                  <a:pt x="1686705" y="185321"/>
                  <a:pt x="1748101" y="157604"/>
                  <a:pt x="1763575" y="175690"/>
                </a:cubicBezTo>
                <a:cubicBezTo>
                  <a:pt x="1773286" y="190711"/>
                  <a:pt x="1794179" y="185800"/>
                  <a:pt x="1812709" y="188883"/>
                </a:cubicBezTo>
                <a:cubicBezTo>
                  <a:pt x="1830479" y="202932"/>
                  <a:pt x="1918180" y="204037"/>
                  <a:pt x="1945879" y="197052"/>
                </a:cubicBezTo>
                <a:cubicBezTo>
                  <a:pt x="1955185" y="193416"/>
                  <a:pt x="1964727" y="191072"/>
                  <a:pt x="1974418" y="189712"/>
                </a:cubicBezTo>
                <a:lnTo>
                  <a:pt x="2235555" y="226659"/>
                </a:lnTo>
                <a:cubicBezTo>
                  <a:pt x="2235555" y="166322"/>
                  <a:pt x="2881775" y="274380"/>
                  <a:pt x="2881775" y="214043"/>
                </a:cubicBezTo>
                <a:close/>
              </a:path>
            </a:pathLst>
          </a:custGeom>
          <a:solidFill>
            <a:srgbClr val="82766A">
              <a:alpha val="1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B582F192-0A20-E3A3-CA1D-5E7A33DDF77D}"/>
              </a:ext>
            </a:extLst>
          </p:cNvPr>
          <p:cNvSpPr>
            <a:spLocks noGrp="1"/>
          </p:cNvSpPr>
          <p:nvPr>
            <p:ph type="title"/>
          </p:nvPr>
        </p:nvSpPr>
        <p:spPr>
          <a:xfrm>
            <a:off x="1160060" y="5097439"/>
            <a:ext cx="9908274" cy="791569"/>
          </a:xfrm>
        </p:spPr>
        <p:txBody>
          <a:bodyPr vert="horz" lIns="91440" tIns="45720" rIns="91440" bIns="45720" rtlCol="0" anchor="b">
            <a:normAutofit/>
          </a:bodyPr>
          <a:lstStyle/>
          <a:p>
            <a:pPr algn="ctr"/>
            <a:r>
              <a:rPr lang="en-US"/>
              <a:t>Architecture or flow</a:t>
            </a:r>
          </a:p>
        </p:txBody>
      </p:sp>
      <p:sp>
        <p:nvSpPr>
          <p:cNvPr id="51" name="Freeform: Shape 50">
            <a:extLst>
              <a:ext uri="{FF2B5EF4-FFF2-40B4-BE49-F238E27FC236}">
                <a16:creationId xmlns:a16="http://schemas.microsoft.com/office/drawing/2014/main" id="{1BBFDD63-AD5F-4E42-979B-2FBDE345098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07855" y="781186"/>
            <a:ext cx="5217258" cy="4029649"/>
          </a:xfrm>
          <a:custGeom>
            <a:avLst/>
            <a:gdLst>
              <a:gd name="connsiteX0" fmla="*/ 0 w 2400300"/>
              <a:gd name="connsiteY0" fmla="*/ 0 h 2400300"/>
              <a:gd name="connsiteX1" fmla="*/ 2400300 w 2400300"/>
              <a:gd name="connsiteY1" fmla="*/ 0 h 2400300"/>
              <a:gd name="connsiteX2" fmla="*/ 2400300 w 2400300"/>
              <a:gd name="connsiteY2" fmla="*/ 2400300 h 2400300"/>
              <a:gd name="connsiteX3" fmla="*/ 0 w 2400300"/>
              <a:gd name="connsiteY3" fmla="*/ 2400300 h 2400300"/>
            </a:gdLst>
            <a:ahLst/>
            <a:cxnLst>
              <a:cxn ang="0">
                <a:pos x="connsiteX0" y="connsiteY0"/>
              </a:cxn>
              <a:cxn ang="0">
                <a:pos x="connsiteX1" y="connsiteY1"/>
              </a:cxn>
              <a:cxn ang="0">
                <a:pos x="connsiteX2" y="connsiteY2"/>
              </a:cxn>
              <a:cxn ang="0">
                <a:pos x="connsiteX3" y="connsiteY3"/>
              </a:cxn>
            </a:cxnLst>
            <a:rect l="l" t="t" r="r" b="b"/>
            <a:pathLst>
              <a:path w="2400300" h="2400300">
                <a:moveTo>
                  <a:pt x="0" y="0"/>
                </a:moveTo>
                <a:lnTo>
                  <a:pt x="2400300" y="0"/>
                </a:lnTo>
                <a:lnTo>
                  <a:pt x="2400300" y="2400300"/>
                </a:lnTo>
                <a:lnTo>
                  <a:pt x="0" y="2400300"/>
                </a:lnTo>
                <a:close/>
              </a:path>
            </a:pathLst>
          </a:custGeom>
          <a:solidFill>
            <a:srgbClr val="FFFFFF"/>
          </a:solidFill>
          <a:ln>
            <a:noFill/>
          </a:ln>
          <a:effectLst>
            <a:outerShdw blurRad="38100" dist="12700" dir="3000000" algn="tl" rotWithShape="0">
              <a:prstClr val="black">
                <a:alpha val="27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52" name="Rectangle 6">
            <a:extLst>
              <a:ext uri="{FF2B5EF4-FFF2-40B4-BE49-F238E27FC236}">
                <a16:creationId xmlns:a16="http://schemas.microsoft.com/office/drawing/2014/main" id="{C700A9C2-5B99-488A-8884-76AB40DEF28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2823294" y="457200"/>
            <a:ext cx="1186379" cy="428984"/>
          </a:xfrm>
          <a:custGeom>
            <a:avLst/>
            <a:gdLst>
              <a:gd name="connsiteX0" fmla="*/ 0 w 2142503"/>
              <a:gd name="connsiteY0" fmla="*/ 0 h 571500"/>
              <a:gd name="connsiteX1" fmla="*/ 2142503 w 2142503"/>
              <a:gd name="connsiteY1" fmla="*/ 0 h 571500"/>
              <a:gd name="connsiteX2" fmla="*/ 2142503 w 2142503"/>
              <a:gd name="connsiteY2" fmla="*/ 571500 h 571500"/>
              <a:gd name="connsiteX3" fmla="*/ 0 w 2142503"/>
              <a:gd name="connsiteY3" fmla="*/ 571500 h 571500"/>
              <a:gd name="connsiteX4" fmla="*/ 0 w 2142503"/>
              <a:gd name="connsiteY4" fmla="*/ 0 h 571500"/>
              <a:gd name="connsiteX0" fmla="*/ 0 w 2142503"/>
              <a:gd name="connsiteY0" fmla="*/ 0 h 582145"/>
              <a:gd name="connsiteX1" fmla="*/ 2142503 w 2142503"/>
              <a:gd name="connsiteY1" fmla="*/ 0 h 582145"/>
              <a:gd name="connsiteX2" fmla="*/ 2142503 w 2142503"/>
              <a:gd name="connsiteY2" fmla="*/ 571500 h 582145"/>
              <a:gd name="connsiteX3" fmla="*/ 2050917 w 2142503"/>
              <a:gd name="connsiteY3" fmla="*/ 582088 h 582145"/>
              <a:gd name="connsiteX4" fmla="*/ 0 w 2142503"/>
              <a:gd name="connsiteY4" fmla="*/ 571500 h 582145"/>
              <a:gd name="connsiteX5" fmla="*/ 0 w 2142503"/>
              <a:gd name="connsiteY5" fmla="*/ 0 h 582145"/>
              <a:gd name="connsiteX0" fmla="*/ 0 w 2159832"/>
              <a:gd name="connsiteY0" fmla="*/ 0 h 582145"/>
              <a:gd name="connsiteX1" fmla="*/ 2142503 w 2159832"/>
              <a:gd name="connsiteY1" fmla="*/ 0 h 582145"/>
              <a:gd name="connsiteX2" fmla="*/ 2159829 w 2159832"/>
              <a:gd name="connsiteY2" fmla="*/ 96526 h 582145"/>
              <a:gd name="connsiteX3" fmla="*/ 2142503 w 2159832"/>
              <a:gd name="connsiteY3" fmla="*/ 571500 h 582145"/>
              <a:gd name="connsiteX4" fmla="*/ 2050917 w 2159832"/>
              <a:gd name="connsiteY4" fmla="*/ 582088 h 582145"/>
              <a:gd name="connsiteX5" fmla="*/ 0 w 2159832"/>
              <a:gd name="connsiteY5" fmla="*/ 571500 h 582145"/>
              <a:gd name="connsiteX6" fmla="*/ 0 w 2159832"/>
              <a:gd name="connsiteY6" fmla="*/ 0 h 582145"/>
              <a:gd name="connsiteX0" fmla="*/ 0 w 2159832"/>
              <a:gd name="connsiteY0" fmla="*/ 12386 h 594531"/>
              <a:gd name="connsiteX1" fmla="*/ 67826 w 2159832"/>
              <a:gd name="connsiteY1" fmla="*/ 0 h 594531"/>
              <a:gd name="connsiteX2" fmla="*/ 2142503 w 2159832"/>
              <a:gd name="connsiteY2" fmla="*/ 12386 h 594531"/>
              <a:gd name="connsiteX3" fmla="*/ 2159829 w 2159832"/>
              <a:gd name="connsiteY3" fmla="*/ 108912 h 594531"/>
              <a:gd name="connsiteX4" fmla="*/ 2142503 w 2159832"/>
              <a:gd name="connsiteY4" fmla="*/ 583886 h 594531"/>
              <a:gd name="connsiteX5" fmla="*/ 2050917 w 2159832"/>
              <a:gd name="connsiteY5" fmla="*/ 594474 h 594531"/>
              <a:gd name="connsiteX6" fmla="*/ 0 w 2159832"/>
              <a:gd name="connsiteY6" fmla="*/ 583886 h 594531"/>
              <a:gd name="connsiteX7" fmla="*/ 0 w 2159832"/>
              <a:gd name="connsiteY7" fmla="*/ 12386 h 594531"/>
              <a:gd name="connsiteX0" fmla="*/ 0 w 2168908"/>
              <a:gd name="connsiteY0" fmla="*/ 26000 h 594531"/>
              <a:gd name="connsiteX1" fmla="*/ 76902 w 2168908"/>
              <a:gd name="connsiteY1" fmla="*/ 0 h 594531"/>
              <a:gd name="connsiteX2" fmla="*/ 2151579 w 2168908"/>
              <a:gd name="connsiteY2" fmla="*/ 12386 h 594531"/>
              <a:gd name="connsiteX3" fmla="*/ 2168905 w 2168908"/>
              <a:gd name="connsiteY3" fmla="*/ 108912 h 594531"/>
              <a:gd name="connsiteX4" fmla="*/ 2151579 w 2168908"/>
              <a:gd name="connsiteY4" fmla="*/ 583886 h 594531"/>
              <a:gd name="connsiteX5" fmla="*/ 2059993 w 2168908"/>
              <a:gd name="connsiteY5" fmla="*/ 594474 h 594531"/>
              <a:gd name="connsiteX6" fmla="*/ 9076 w 2168908"/>
              <a:gd name="connsiteY6" fmla="*/ 583886 h 594531"/>
              <a:gd name="connsiteX7" fmla="*/ 0 w 2168908"/>
              <a:gd name="connsiteY7" fmla="*/ 26000 h 594531"/>
              <a:gd name="connsiteX0" fmla="*/ 5393 w 2174301"/>
              <a:gd name="connsiteY0" fmla="*/ 26000 h 594531"/>
              <a:gd name="connsiteX1" fmla="*/ 82295 w 2174301"/>
              <a:gd name="connsiteY1" fmla="*/ 0 h 594531"/>
              <a:gd name="connsiteX2" fmla="*/ 2156972 w 2174301"/>
              <a:gd name="connsiteY2" fmla="*/ 12386 h 594531"/>
              <a:gd name="connsiteX3" fmla="*/ 2174298 w 2174301"/>
              <a:gd name="connsiteY3" fmla="*/ 108912 h 594531"/>
              <a:gd name="connsiteX4" fmla="*/ 2156972 w 2174301"/>
              <a:gd name="connsiteY4" fmla="*/ 583886 h 594531"/>
              <a:gd name="connsiteX5" fmla="*/ 2065386 w 2174301"/>
              <a:gd name="connsiteY5" fmla="*/ 594474 h 594531"/>
              <a:gd name="connsiteX6" fmla="*/ 14469 w 2174301"/>
              <a:gd name="connsiteY6" fmla="*/ 583886 h 594531"/>
              <a:gd name="connsiteX7" fmla="*/ 5393 w 2174301"/>
              <a:gd name="connsiteY7" fmla="*/ 26000 h 594531"/>
              <a:gd name="connsiteX0" fmla="*/ 5393 w 2174301"/>
              <a:gd name="connsiteY0" fmla="*/ 26000 h 594531"/>
              <a:gd name="connsiteX1" fmla="*/ 82295 w 2174301"/>
              <a:gd name="connsiteY1" fmla="*/ 0 h 594531"/>
              <a:gd name="connsiteX2" fmla="*/ 2156972 w 2174301"/>
              <a:gd name="connsiteY2" fmla="*/ 12386 h 594531"/>
              <a:gd name="connsiteX3" fmla="*/ 2174298 w 2174301"/>
              <a:gd name="connsiteY3" fmla="*/ 108912 h 594531"/>
              <a:gd name="connsiteX4" fmla="*/ 2156972 w 2174301"/>
              <a:gd name="connsiteY4" fmla="*/ 583886 h 594531"/>
              <a:gd name="connsiteX5" fmla="*/ 2065386 w 2174301"/>
              <a:gd name="connsiteY5" fmla="*/ 594474 h 594531"/>
              <a:gd name="connsiteX6" fmla="*/ 14469 w 2174301"/>
              <a:gd name="connsiteY6" fmla="*/ 583886 h 594531"/>
              <a:gd name="connsiteX7" fmla="*/ 5393 w 2174301"/>
              <a:gd name="connsiteY7" fmla="*/ 26000 h 594531"/>
              <a:gd name="connsiteX0" fmla="*/ 5393 w 2174301"/>
              <a:gd name="connsiteY0" fmla="*/ 26000 h 594531"/>
              <a:gd name="connsiteX1" fmla="*/ 82295 w 2174301"/>
              <a:gd name="connsiteY1" fmla="*/ 0 h 594531"/>
              <a:gd name="connsiteX2" fmla="*/ 2156972 w 2174301"/>
              <a:gd name="connsiteY2" fmla="*/ 12386 h 594531"/>
              <a:gd name="connsiteX3" fmla="*/ 2174298 w 2174301"/>
              <a:gd name="connsiteY3" fmla="*/ 108912 h 594531"/>
              <a:gd name="connsiteX4" fmla="*/ 2156972 w 2174301"/>
              <a:gd name="connsiteY4" fmla="*/ 583886 h 594531"/>
              <a:gd name="connsiteX5" fmla="*/ 2065386 w 2174301"/>
              <a:gd name="connsiteY5" fmla="*/ 594474 h 594531"/>
              <a:gd name="connsiteX6" fmla="*/ 14469 w 2174301"/>
              <a:gd name="connsiteY6" fmla="*/ 583886 h 594531"/>
              <a:gd name="connsiteX7" fmla="*/ 5393 w 2174301"/>
              <a:gd name="connsiteY7" fmla="*/ 26000 h 594531"/>
              <a:gd name="connsiteX0" fmla="*/ 5393 w 2174301"/>
              <a:gd name="connsiteY0" fmla="*/ 26000 h 594531"/>
              <a:gd name="connsiteX1" fmla="*/ 82295 w 2174301"/>
              <a:gd name="connsiteY1" fmla="*/ 0 h 594531"/>
              <a:gd name="connsiteX2" fmla="*/ 2156972 w 2174301"/>
              <a:gd name="connsiteY2" fmla="*/ 12386 h 594531"/>
              <a:gd name="connsiteX3" fmla="*/ 2174298 w 2174301"/>
              <a:gd name="connsiteY3" fmla="*/ 108912 h 594531"/>
              <a:gd name="connsiteX4" fmla="*/ 2156972 w 2174301"/>
              <a:gd name="connsiteY4" fmla="*/ 583886 h 594531"/>
              <a:gd name="connsiteX5" fmla="*/ 2065386 w 2174301"/>
              <a:gd name="connsiteY5" fmla="*/ 594474 h 594531"/>
              <a:gd name="connsiteX6" fmla="*/ 14469 w 2174301"/>
              <a:gd name="connsiteY6" fmla="*/ 583886 h 594531"/>
              <a:gd name="connsiteX7" fmla="*/ 5393 w 2174301"/>
              <a:gd name="connsiteY7" fmla="*/ 26000 h 594531"/>
              <a:gd name="connsiteX0" fmla="*/ 147197 w 2316105"/>
              <a:gd name="connsiteY0" fmla="*/ 26000 h 594531"/>
              <a:gd name="connsiteX1" fmla="*/ 224099 w 2316105"/>
              <a:gd name="connsiteY1" fmla="*/ 0 h 594531"/>
              <a:gd name="connsiteX2" fmla="*/ 2298776 w 2316105"/>
              <a:gd name="connsiteY2" fmla="*/ 12386 h 594531"/>
              <a:gd name="connsiteX3" fmla="*/ 2316102 w 2316105"/>
              <a:gd name="connsiteY3" fmla="*/ 108912 h 594531"/>
              <a:gd name="connsiteX4" fmla="*/ 2298776 w 2316105"/>
              <a:gd name="connsiteY4" fmla="*/ 583886 h 594531"/>
              <a:gd name="connsiteX5" fmla="*/ 2207190 w 2316105"/>
              <a:gd name="connsiteY5" fmla="*/ 594474 h 594531"/>
              <a:gd name="connsiteX6" fmla="*/ 156273 w 2316105"/>
              <a:gd name="connsiteY6" fmla="*/ 583886 h 594531"/>
              <a:gd name="connsiteX7" fmla="*/ 142416 w 2316105"/>
              <a:gd name="connsiteY7" fmla="*/ 235975 h 594531"/>
              <a:gd name="connsiteX8" fmla="*/ 147197 w 2316105"/>
              <a:gd name="connsiteY8" fmla="*/ 26000 h 594531"/>
              <a:gd name="connsiteX0" fmla="*/ 154684 w 2323592"/>
              <a:gd name="connsiteY0" fmla="*/ 26000 h 594531"/>
              <a:gd name="connsiteX1" fmla="*/ 231586 w 2323592"/>
              <a:gd name="connsiteY1" fmla="*/ 0 h 594531"/>
              <a:gd name="connsiteX2" fmla="*/ 2306263 w 2323592"/>
              <a:gd name="connsiteY2" fmla="*/ 12386 h 594531"/>
              <a:gd name="connsiteX3" fmla="*/ 2323589 w 2323592"/>
              <a:gd name="connsiteY3" fmla="*/ 108912 h 594531"/>
              <a:gd name="connsiteX4" fmla="*/ 2306263 w 2323592"/>
              <a:gd name="connsiteY4" fmla="*/ 583886 h 594531"/>
              <a:gd name="connsiteX5" fmla="*/ 2214677 w 2323592"/>
              <a:gd name="connsiteY5" fmla="*/ 594474 h 594531"/>
              <a:gd name="connsiteX6" fmla="*/ 163760 w 2323592"/>
              <a:gd name="connsiteY6" fmla="*/ 583886 h 594531"/>
              <a:gd name="connsiteX7" fmla="*/ 158979 w 2323592"/>
              <a:gd name="connsiteY7" fmla="*/ 403879 h 594531"/>
              <a:gd name="connsiteX8" fmla="*/ 149903 w 2323592"/>
              <a:gd name="connsiteY8" fmla="*/ 235975 h 594531"/>
              <a:gd name="connsiteX9" fmla="*/ 154684 w 2323592"/>
              <a:gd name="connsiteY9" fmla="*/ 26000 h 594531"/>
              <a:gd name="connsiteX0" fmla="*/ 13665 w 2182573"/>
              <a:gd name="connsiteY0" fmla="*/ 26000 h 594531"/>
              <a:gd name="connsiteX1" fmla="*/ 90567 w 2182573"/>
              <a:gd name="connsiteY1" fmla="*/ 0 h 594531"/>
              <a:gd name="connsiteX2" fmla="*/ 2165244 w 2182573"/>
              <a:gd name="connsiteY2" fmla="*/ 12386 h 594531"/>
              <a:gd name="connsiteX3" fmla="*/ 2182570 w 2182573"/>
              <a:gd name="connsiteY3" fmla="*/ 108912 h 594531"/>
              <a:gd name="connsiteX4" fmla="*/ 2165244 w 2182573"/>
              <a:gd name="connsiteY4" fmla="*/ 583886 h 594531"/>
              <a:gd name="connsiteX5" fmla="*/ 2073658 w 2182573"/>
              <a:gd name="connsiteY5" fmla="*/ 594474 h 594531"/>
              <a:gd name="connsiteX6" fmla="*/ 22741 w 2182573"/>
              <a:gd name="connsiteY6" fmla="*/ 583886 h 594531"/>
              <a:gd name="connsiteX7" fmla="*/ 17960 w 2182573"/>
              <a:gd name="connsiteY7" fmla="*/ 403879 h 594531"/>
              <a:gd name="connsiteX8" fmla="*/ 8884 w 2182573"/>
              <a:gd name="connsiteY8" fmla="*/ 235975 h 594531"/>
              <a:gd name="connsiteX9" fmla="*/ 13665 w 2182573"/>
              <a:gd name="connsiteY9" fmla="*/ 26000 h 594531"/>
              <a:gd name="connsiteX0" fmla="*/ 13665 w 2202120"/>
              <a:gd name="connsiteY0" fmla="*/ 26000 h 594531"/>
              <a:gd name="connsiteX1" fmla="*/ 90567 w 2202120"/>
              <a:gd name="connsiteY1" fmla="*/ 0 h 594531"/>
              <a:gd name="connsiteX2" fmla="*/ 2165244 w 2202120"/>
              <a:gd name="connsiteY2" fmla="*/ 12386 h 594531"/>
              <a:gd name="connsiteX3" fmla="*/ 2182570 w 2202120"/>
              <a:gd name="connsiteY3" fmla="*/ 108912 h 594531"/>
              <a:gd name="connsiteX4" fmla="*/ 2192471 w 2202120"/>
              <a:gd name="connsiteY4" fmla="*/ 583886 h 594531"/>
              <a:gd name="connsiteX5" fmla="*/ 2073658 w 2202120"/>
              <a:gd name="connsiteY5" fmla="*/ 594474 h 594531"/>
              <a:gd name="connsiteX6" fmla="*/ 22741 w 2202120"/>
              <a:gd name="connsiteY6" fmla="*/ 583886 h 594531"/>
              <a:gd name="connsiteX7" fmla="*/ 17960 w 2202120"/>
              <a:gd name="connsiteY7" fmla="*/ 403879 h 594531"/>
              <a:gd name="connsiteX8" fmla="*/ 8884 w 2202120"/>
              <a:gd name="connsiteY8" fmla="*/ 235975 h 594531"/>
              <a:gd name="connsiteX9" fmla="*/ 13665 w 2202120"/>
              <a:gd name="connsiteY9" fmla="*/ 26000 h 594531"/>
              <a:gd name="connsiteX0" fmla="*/ 13665 w 2202036"/>
              <a:gd name="connsiteY0" fmla="*/ 26000 h 594531"/>
              <a:gd name="connsiteX1" fmla="*/ 90567 w 2202036"/>
              <a:gd name="connsiteY1" fmla="*/ 0 h 594531"/>
              <a:gd name="connsiteX2" fmla="*/ 2165244 w 2202036"/>
              <a:gd name="connsiteY2" fmla="*/ 12386 h 594531"/>
              <a:gd name="connsiteX3" fmla="*/ 2182570 w 2202036"/>
              <a:gd name="connsiteY3" fmla="*/ 108912 h 594531"/>
              <a:gd name="connsiteX4" fmla="*/ 2191645 w 2202036"/>
              <a:gd name="connsiteY4" fmla="*/ 422031 h 594531"/>
              <a:gd name="connsiteX5" fmla="*/ 2192471 w 2202036"/>
              <a:gd name="connsiteY5" fmla="*/ 583886 h 594531"/>
              <a:gd name="connsiteX6" fmla="*/ 2073658 w 2202036"/>
              <a:gd name="connsiteY6" fmla="*/ 594474 h 594531"/>
              <a:gd name="connsiteX7" fmla="*/ 22741 w 2202036"/>
              <a:gd name="connsiteY7" fmla="*/ 583886 h 594531"/>
              <a:gd name="connsiteX8" fmla="*/ 17960 w 2202036"/>
              <a:gd name="connsiteY8" fmla="*/ 403879 h 594531"/>
              <a:gd name="connsiteX9" fmla="*/ 8884 w 2202036"/>
              <a:gd name="connsiteY9" fmla="*/ 235975 h 594531"/>
              <a:gd name="connsiteX10" fmla="*/ 13665 w 2202036"/>
              <a:gd name="connsiteY10" fmla="*/ 26000 h 594531"/>
              <a:gd name="connsiteX0" fmla="*/ 142254 w 2330625"/>
              <a:gd name="connsiteY0" fmla="*/ 26000 h 594531"/>
              <a:gd name="connsiteX1" fmla="*/ 219156 w 2330625"/>
              <a:gd name="connsiteY1" fmla="*/ 0 h 594531"/>
              <a:gd name="connsiteX2" fmla="*/ 2293833 w 2330625"/>
              <a:gd name="connsiteY2" fmla="*/ 12386 h 594531"/>
              <a:gd name="connsiteX3" fmla="*/ 2311159 w 2330625"/>
              <a:gd name="connsiteY3" fmla="*/ 108912 h 594531"/>
              <a:gd name="connsiteX4" fmla="*/ 2320234 w 2330625"/>
              <a:gd name="connsiteY4" fmla="*/ 422031 h 594531"/>
              <a:gd name="connsiteX5" fmla="*/ 2321060 w 2330625"/>
              <a:gd name="connsiteY5" fmla="*/ 583886 h 594531"/>
              <a:gd name="connsiteX6" fmla="*/ 2202247 w 2330625"/>
              <a:gd name="connsiteY6" fmla="*/ 594474 h 594531"/>
              <a:gd name="connsiteX7" fmla="*/ 151330 w 2330625"/>
              <a:gd name="connsiteY7" fmla="*/ 583886 h 594531"/>
              <a:gd name="connsiteX8" fmla="*/ 155624 w 2330625"/>
              <a:gd name="connsiteY8" fmla="*/ 512790 h 594531"/>
              <a:gd name="connsiteX9" fmla="*/ 146549 w 2330625"/>
              <a:gd name="connsiteY9" fmla="*/ 403879 h 594531"/>
              <a:gd name="connsiteX10" fmla="*/ 137473 w 2330625"/>
              <a:gd name="connsiteY10" fmla="*/ 235975 h 594531"/>
              <a:gd name="connsiteX11" fmla="*/ 142254 w 2330625"/>
              <a:gd name="connsiteY11" fmla="*/ 26000 h 594531"/>
              <a:gd name="connsiteX0" fmla="*/ 13413 w 2201784"/>
              <a:gd name="connsiteY0" fmla="*/ 26000 h 594531"/>
              <a:gd name="connsiteX1" fmla="*/ 90315 w 2201784"/>
              <a:gd name="connsiteY1" fmla="*/ 0 h 594531"/>
              <a:gd name="connsiteX2" fmla="*/ 2164992 w 2201784"/>
              <a:gd name="connsiteY2" fmla="*/ 12386 h 594531"/>
              <a:gd name="connsiteX3" fmla="*/ 2182318 w 2201784"/>
              <a:gd name="connsiteY3" fmla="*/ 108912 h 594531"/>
              <a:gd name="connsiteX4" fmla="*/ 2191393 w 2201784"/>
              <a:gd name="connsiteY4" fmla="*/ 422031 h 594531"/>
              <a:gd name="connsiteX5" fmla="*/ 2192219 w 2201784"/>
              <a:gd name="connsiteY5" fmla="*/ 583886 h 594531"/>
              <a:gd name="connsiteX6" fmla="*/ 2073406 w 2201784"/>
              <a:gd name="connsiteY6" fmla="*/ 594474 h 594531"/>
              <a:gd name="connsiteX7" fmla="*/ 22489 w 2201784"/>
              <a:gd name="connsiteY7" fmla="*/ 583886 h 594531"/>
              <a:gd name="connsiteX8" fmla="*/ 26783 w 2201784"/>
              <a:gd name="connsiteY8" fmla="*/ 512790 h 594531"/>
              <a:gd name="connsiteX9" fmla="*/ 17708 w 2201784"/>
              <a:gd name="connsiteY9" fmla="*/ 403879 h 594531"/>
              <a:gd name="connsiteX10" fmla="*/ 8632 w 2201784"/>
              <a:gd name="connsiteY10" fmla="*/ 235975 h 594531"/>
              <a:gd name="connsiteX11" fmla="*/ 13413 w 2201784"/>
              <a:gd name="connsiteY11" fmla="*/ 26000 h 5945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201784" h="594531">
                <a:moveTo>
                  <a:pt x="13413" y="26000"/>
                </a:moveTo>
                <a:cubicBezTo>
                  <a:pt x="37534" y="24897"/>
                  <a:pt x="66194" y="1103"/>
                  <a:pt x="90315" y="0"/>
                </a:cubicBezTo>
                <a:lnTo>
                  <a:pt x="2164992" y="12386"/>
                </a:lnTo>
                <a:cubicBezTo>
                  <a:pt x="2164717" y="43049"/>
                  <a:pt x="2182593" y="78249"/>
                  <a:pt x="2182318" y="108912"/>
                </a:cubicBezTo>
                <a:cubicBezTo>
                  <a:pt x="2188231" y="177186"/>
                  <a:pt x="2189743" y="342869"/>
                  <a:pt x="2191393" y="422031"/>
                </a:cubicBezTo>
                <a:cubicBezTo>
                  <a:pt x="2193043" y="501193"/>
                  <a:pt x="2213396" y="555146"/>
                  <a:pt x="2192219" y="583886"/>
                </a:cubicBezTo>
                <a:cubicBezTo>
                  <a:pt x="2172279" y="582877"/>
                  <a:pt x="2093346" y="595483"/>
                  <a:pt x="2073406" y="594474"/>
                </a:cubicBezTo>
                <a:lnTo>
                  <a:pt x="22489" y="583886"/>
                </a:lnTo>
                <a:cubicBezTo>
                  <a:pt x="5849" y="592962"/>
                  <a:pt x="27580" y="542791"/>
                  <a:pt x="26783" y="512790"/>
                </a:cubicBezTo>
                <a:cubicBezTo>
                  <a:pt x="25986" y="482789"/>
                  <a:pt x="18464" y="450015"/>
                  <a:pt x="17708" y="403879"/>
                </a:cubicBezTo>
                <a:cubicBezTo>
                  <a:pt x="16952" y="357743"/>
                  <a:pt x="-14855" y="308787"/>
                  <a:pt x="8632" y="235975"/>
                </a:cubicBezTo>
                <a:cubicBezTo>
                  <a:pt x="7119" y="142994"/>
                  <a:pt x="-201" y="65329"/>
                  <a:pt x="13413" y="26000"/>
                </a:cubicBezTo>
                <a:close/>
              </a:path>
            </a:pathLst>
          </a:custGeom>
          <a:solidFill>
            <a:srgbClr val="D9D4D0">
              <a:alpha val="34000"/>
            </a:srgbClr>
          </a:solidFill>
          <a:ln>
            <a:noFill/>
          </a:ln>
          <a:effectLst>
            <a:softEdge rad="635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Content Placeholder 5" descr="A diagram of a computer program&#10;&#10;Description automatically generated">
            <a:extLst>
              <a:ext uri="{FF2B5EF4-FFF2-40B4-BE49-F238E27FC236}">
                <a16:creationId xmlns:a16="http://schemas.microsoft.com/office/drawing/2014/main" id="{89E5053D-7CF7-F5EB-1852-3177CA07998A}"/>
              </a:ext>
            </a:extLst>
          </p:cNvPr>
          <p:cNvPicPr>
            <a:picLocks noGrp="1" noChangeAspect="1"/>
          </p:cNvPicPr>
          <p:nvPr>
            <p:ph sz="half" idx="1"/>
          </p:nvPr>
        </p:nvPicPr>
        <p:blipFill>
          <a:blip r:embed="rId5">
            <a:extLst>
              <a:ext uri="{28A0092B-C50C-407E-A947-70E740481C1C}">
                <a14:useLocalDpi xmlns:a14="http://schemas.microsoft.com/office/drawing/2010/main" val="0"/>
              </a:ext>
            </a:extLst>
          </a:blip>
          <a:stretch>
            <a:fillRect/>
          </a:stretch>
        </p:blipFill>
        <p:spPr>
          <a:xfrm>
            <a:off x="953651" y="1077464"/>
            <a:ext cx="4925667" cy="3497223"/>
          </a:xfrm>
          <a:prstGeom prst="rect">
            <a:avLst/>
          </a:prstGeom>
        </p:spPr>
      </p:pic>
      <p:sp>
        <p:nvSpPr>
          <p:cNvPr id="53" name="Freeform: Shape 52">
            <a:extLst>
              <a:ext uri="{FF2B5EF4-FFF2-40B4-BE49-F238E27FC236}">
                <a16:creationId xmlns:a16="http://schemas.microsoft.com/office/drawing/2014/main" id="{AABDB02C-700D-4121-B1D1-CCB58F4BE5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194339" y="781186"/>
            <a:ext cx="5217258" cy="4029649"/>
          </a:xfrm>
          <a:custGeom>
            <a:avLst/>
            <a:gdLst>
              <a:gd name="connsiteX0" fmla="*/ 0 w 2400300"/>
              <a:gd name="connsiteY0" fmla="*/ 0 h 2400300"/>
              <a:gd name="connsiteX1" fmla="*/ 2400300 w 2400300"/>
              <a:gd name="connsiteY1" fmla="*/ 0 h 2400300"/>
              <a:gd name="connsiteX2" fmla="*/ 2400300 w 2400300"/>
              <a:gd name="connsiteY2" fmla="*/ 2400300 h 2400300"/>
              <a:gd name="connsiteX3" fmla="*/ 0 w 2400300"/>
              <a:gd name="connsiteY3" fmla="*/ 2400300 h 2400300"/>
            </a:gdLst>
            <a:ahLst/>
            <a:cxnLst>
              <a:cxn ang="0">
                <a:pos x="connsiteX0" y="connsiteY0"/>
              </a:cxn>
              <a:cxn ang="0">
                <a:pos x="connsiteX1" y="connsiteY1"/>
              </a:cxn>
              <a:cxn ang="0">
                <a:pos x="connsiteX2" y="connsiteY2"/>
              </a:cxn>
              <a:cxn ang="0">
                <a:pos x="connsiteX3" y="connsiteY3"/>
              </a:cxn>
            </a:cxnLst>
            <a:rect l="l" t="t" r="r" b="b"/>
            <a:pathLst>
              <a:path w="2400300" h="2400300">
                <a:moveTo>
                  <a:pt x="0" y="0"/>
                </a:moveTo>
                <a:lnTo>
                  <a:pt x="2400300" y="0"/>
                </a:lnTo>
                <a:lnTo>
                  <a:pt x="2400300" y="2400300"/>
                </a:lnTo>
                <a:lnTo>
                  <a:pt x="0" y="2400300"/>
                </a:lnTo>
                <a:close/>
              </a:path>
            </a:pathLst>
          </a:custGeom>
          <a:solidFill>
            <a:srgbClr val="FFFFFF"/>
          </a:solidFill>
          <a:ln>
            <a:noFill/>
          </a:ln>
          <a:effectLst>
            <a:outerShdw blurRad="38100" dist="12700" dir="3000000" algn="tl" rotWithShape="0">
              <a:prstClr val="black">
                <a:alpha val="27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54" name="Rectangle 6">
            <a:extLst>
              <a:ext uri="{FF2B5EF4-FFF2-40B4-BE49-F238E27FC236}">
                <a16:creationId xmlns:a16="http://schemas.microsoft.com/office/drawing/2014/main" id="{0B1B938D-F136-428F-BAEA-A69ADA053E0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455513" y="437651"/>
            <a:ext cx="1084027" cy="428984"/>
          </a:xfrm>
          <a:custGeom>
            <a:avLst/>
            <a:gdLst>
              <a:gd name="connsiteX0" fmla="*/ 0 w 2142503"/>
              <a:gd name="connsiteY0" fmla="*/ 0 h 571500"/>
              <a:gd name="connsiteX1" fmla="*/ 2142503 w 2142503"/>
              <a:gd name="connsiteY1" fmla="*/ 0 h 571500"/>
              <a:gd name="connsiteX2" fmla="*/ 2142503 w 2142503"/>
              <a:gd name="connsiteY2" fmla="*/ 571500 h 571500"/>
              <a:gd name="connsiteX3" fmla="*/ 0 w 2142503"/>
              <a:gd name="connsiteY3" fmla="*/ 571500 h 571500"/>
              <a:gd name="connsiteX4" fmla="*/ 0 w 2142503"/>
              <a:gd name="connsiteY4" fmla="*/ 0 h 571500"/>
              <a:gd name="connsiteX0" fmla="*/ 0 w 2142503"/>
              <a:gd name="connsiteY0" fmla="*/ 0 h 582145"/>
              <a:gd name="connsiteX1" fmla="*/ 2142503 w 2142503"/>
              <a:gd name="connsiteY1" fmla="*/ 0 h 582145"/>
              <a:gd name="connsiteX2" fmla="*/ 2142503 w 2142503"/>
              <a:gd name="connsiteY2" fmla="*/ 571500 h 582145"/>
              <a:gd name="connsiteX3" fmla="*/ 2050917 w 2142503"/>
              <a:gd name="connsiteY3" fmla="*/ 582088 h 582145"/>
              <a:gd name="connsiteX4" fmla="*/ 0 w 2142503"/>
              <a:gd name="connsiteY4" fmla="*/ 571500 h 582145"/>
              <a:gd name="connsiteX5" fmla="*/ 0 w 2142503"/>
              <a:gd name="connsiteY5" fmla="*/ 0 h 582145"/>
              <a:gd name="connsiteX0" fmla="*/ 0 w 2159832"/>
              <a:gd name="connsiteY0" fmla="*/ 0 h 582145"/>
              <a:gd name="connsiteX1" fmla="*/ 2142503 w 2159832"/>
              <a:gd name="connsiteY1" fmla="*/ 0 h 582145"/>
              <a:gd name="connsiteX2" fmla="*/ 2159829 w 2159832"/>
              <a:gd name="connsiteY2" fmla="*/ 96526 h 582145"/>
              <a:gd name="connsiteX3" fmla="*/ 2142503 w 2159832"/>
              <a:gd name="connsiteY3" fmla="*/ 571500 h 582145"/>
              <a:gd name="connsiteX4" fmla="*/ 2050917 w 2159832"/>
              <a:gd name="connsiteY4" fmla="*/ 582088 h 582145"/>
              <a:gd name="connsiteX5" fmla="*/ 0 w 2159832"/>
              <a:gd name="connsiteY5" fmla="*/ 571500 h 582145"/>
              <a:gd name="connsiteX6" fmla="*/ 0 w 2159832"/>
              <a:gd name="connsiteY6" fmla="*/ 0 h 582145"/>
              <a:gd name="connsiteX0" fmla="*/ 0 w 2159832"/>
              <a:gd name="connsiteY0" fmla="*/ 12386 h 594531"/>
              <a:gd name="connsiteX1" fmla="*/ 67826 w 2159832"/>
              <a:gd name="connsiteY1" fmla="*/ 0 h 594531"/>
              <a:gd name="connsiteX2" fmla="*/ 2142503 w 2159832"/>
              <a:gd name="connsiteY2" fmla="*/ 12386 h 594531"/>
              <a:gd name="connsiteX3" fmla="*/ 2159829 w 2159832"/>
              <a:gd name="connsiteY3" fmla="*/ 108912 h 594531"/>
              <a:gd name="connsiteX4" fmla="*/ 2142503 w 2159832"/>
              <a:gd name="connsiteY4" fmla="*/ 583886 h 594531"/>
              <a:gd name="connsiteX5" fmla="*/ 2050917 w 2159832"/>
              <a:gd name="connsiteY5" fmla="*/ 594474 h 594531"/>
              <a:gd name="connsiteX6" fmla="*/ 0 w 2159832"/>
              <a:gd name="connsiteY6" fmla="*/ 583886 h 594531"/>
              <a:gd name="connsiteX7" fmla="*/ 0 w 2159832"/>
              <a:gd name="connsiteY7" fmla="*/ 12386 h 594531"/>
              <a:gd name="connsiteX0" fmla="*/ 0 w 2168908"/>
              <a:gd name="connsiteY0" fmla="*/ 26000 h 594531"/>
              <a:gd name="connsiteX1" fmla="*/ 76902 w 2168908"/>
              <a:gd name="connsiteY1" fmla="*/ 0 h 594531"/>
              <a:gd name="connsiteX2" fmla="*/ 2151579 w 2168908"/>
              <a:gd name="connsiteY2" fmla="*/ 12386 h 594531"/>
              <a:gd name="connsiteX3" fmla="*/ 2168905 w 2168908"/>
              <a:gd name="connsiteY3" fmla="*/ 108912 h 594531"/>
              <a:gd name="connsiteX4" fmla="*/ 2151579 w 2168908"/>
              <a:gd name="connsiteY4" fmla="*/ 583886 h 594531"/>
              <a:gd name="connsiteX5" fmla="*/ 2059993 w 2168908"/>
              <a:gd name="connsiteY5" fmla="*/ 594474 h 594531"/>
              <a:gd name="connsiteX6" fmla="*/ 9076 w 2168908"/>
              <a:gd name="connsiteY6" fmla="*/ 583886 h 594531"/>
              <a:gd name="connsiteX7" fmla="*/ 0 w 2168908"/>
              <a:gd name="connsiteY7" fmla="*/ 26000 h 594531"/>
              <a:gd name="connsiteX0" fmla="*/ 5393 w 2174301"/>
              <a:gd name="connsiteY0" fmla="*/ 26000 h 594531"/>
              <a:gd name="connsiteX1" fmla="*/ 82295 w 2174301"/>
              <a:gd name="connsiteY1" fmla="*/ 0 h 594531"/>
              <a:gd name="connsiteX2" fmla="*/ 2156972 w 2174301"/>
              <a:gd name="connsiteY2" fmla="*/ 12386 h 594531"/>
              <a:gd name="connsiteX3" fmla="*/ 2174298 w 2174301"/>
              <a:gd name="connsiteY3" fmla="*/ 108912 h 594531"/>
              <a:gd name="connsiteX4" fmla="*/ 2156972 w 2174301"/>
              <a:gd name="connsiteY4" fmla="*/ 583886 h 594531"/>
              <a:gd name="connsiteX5" fmla="*/ 2065386 w 2174301"/>
              <a:gd name="connsiteY5" fmla="*/ 594474 h 594531"/>
              <a:gd name="connsiteX6" fmla="*/ 14469 w 2174301"/>
              <a:gd name="connsiteY6" fmla="*/ 583886 h 594531"/>
              <a:gd name="connsiteX7" fmla="*/ 5393 w 2174301"/>
              <a:gd name="connsiteY7" fmla="*/ 26000 h 594531"/>
              <a:gd name="connsiteX0" fmla="*/ 5393 w 2174301"/>
              <a:gd name="connsiteY0" fmla="*/ 26000 h 594531"/>
              <a:gd name="connsiteX1" fmla="*/ 82295 w 2174301"/>
              <a:gd name="connsiteY1" fmla="*/ 0 h 594531"/>
              <a:gd name="connsiteX2" fmla="*/ 2156972 w 2174301"/>
              <a:gd name="connsiteY2" fmla="*/ 12386 h 594531"/>
              <a:gd name="connsiteX3" fmla="*/ 2174298 w 2174301"/>
              <a:gd name="connsiteY3" fmla="*/ 108912 h 594531"/>
              <a:gd name="connsiteX4" fmla="*/ 2156972 w 2174301"/>
              <a:gd name="connsiteY4" fmla="*/ 583886 h 594531"/>
              <a:gd name="connsiteX5" fmla="*/ 2065386 w 2174301"/>
              <a:gd name="connsiteY5" fmla="*/ 594474 h 594531"/>
              <a:gd name="connsiteX6" fmla="*/ 14469 w 2174301"/>
              <a:gd name="connsiteY6" fmla="*/ 583886 h 594531"/>
              <a:gd name="connsiteX7" fmla="*/ 5393 w 2174301"/>
              <a:gd name="connsiteY7" fmla="*/ 26000 h 594531"/>
              <a:gd name="connsiteX0" fmla="*/ 5393 w 2174301"/>
              <a:gd name="connsiteY0" fmla="*/ 26000 h 594531"/>
              <a:gd name="connsiteX1" fmla="*/ 82295 w 2174301"/>
              <a:gd name="connsiteY1" fmla="*/ 0 h 594531"/>
              <a:gd name="connsiteX2" fmla="*/ 2156972 w 2174301"/>
              <a:gd name="connsiteY2" fmla="*/ 12386 h 594531"/>
              <a:gd name="connsiteX3" fmla="*/ 2174298 w 2174301"/>
              <a:gd name="connsiteY3" fmla="*/ 108912 h 594531"/>
              <a:gd name="connsiteX4" fmla="*/ 2156972 w 2174301"/>
              <a:gd name="connsiteY4" fmla="*/ 583886 h 594531"/>
              <a:gd name="connsiteX5" fmla="*/ 2065386 w 2174301"/>
              <a:gd name="connsiteY5" fmla="*/ 594474 h 594531"/>
              <a:gd name="connsiteX6" fmla="*/ 14469 w 2174301"/>
              <a:gd name="connsiteY6" fmla="*/ 583886 h 594531"/>
              <a:gd name="connsiteX7" fmla="*/ 5393 w 2174301"/>
              <a:gd name="connsiteY7" fmla="*/ 26000 h 594531"/>
              <a:gd name="connsiteX0" fmla="*/ 5393 w 2174301"/>
              <a:gd name="connsiteY0" fmla="*/ 26000 h 594531"/>
              <a:gd name="connsiteX1" fmla="*/ 82295 w 2174301"/>
              <a:gd name="connsiteY1" fmla="*/ 0 h 594531"/>
              <a:gd name="connsiteX2" fmla="*/ 2156972 w 2174301"/>
              <a:gd name="connsiteY2" fmla="*/ 12386 h 594531"/>
              <a:gd name="connsiteX3" fmla="*/ 2174298 w 2174301"/>
              <a:gd name="connsiteY3" fmla="*/ 108912 h 594531"/>
              <a:gd name="connsiteX4" fmla="*/ 2156972 w 2174301"/>
              <a:gd name="connsiteY4" fmla="*/ 583886 h 594531"/>
              <a:gd name="connsiteX5" fmla="*/ 2065386 w 2174301"/>
              <a:gd name="connsiteY5" fmla="*/ 594474 h 594531"/>
              <a:gd name="connsiteX6" fmla="*/ 14469 w 2174301"/>
              <a:gd name="connsiteY6" fmla="*/ 583886 h 594531"/>
              <a:gd name="connsiteX7" fmla="*/ 5393 w 2174301"/>
              <a:gd name="connsiteY7" fmla="*/ 26000 h 594531"/>
              <a:gd name="connsiteX0" fmla="*/ 147197 w 2316105"/>
              <a:gd name="connsiteY0" fmla="*/ 26000 h 594531"/>
              <a:gd name="connsiteX1" fmla="*/ 224099 w 2316105"/>
              <a:gd name="connsiteY1" fmla="*/ 0 h 594531"/>
              <a:gd name="connsiteX2" fmla="*/ 2298776 w 2316105"/>
              <a:gd name="connsiteY2" fmla="*/ 12386 h 594531"/>
              <a:gd name="connsiteX3" fmla="*/ 2316102 w 2316105"/>
              <a:gd name="connsiteY3" fmla="*/ 108912 h 594531"/>
              <a:gd name="connsiteX4" fmla="*/ 2298776 w 2316105"/>
              <a:gd name="connsiteY4" fmla="*/ 583886 h 594531"/>
              <a:gd name="connsiteX5" fmla="*/ 2207190 w 2316105"/>
              <a:gd name="connsiteY5" fmla="*/ 594474 h 594531"/>
              <a:gd name="connsiteX6" fmla="*/ 156273 w 2316105"/>
              <a:gd name="connsiteY6" fmla="*/ 583886 h 594531"/>
              <a:gd name="connsiteX7" fmla="*/ 142416 w 2316105"/>
              <a:gd name="connsiteY7" fmla="*/ 235975 h 594531"/>
              <a:gd name="connsiteX8" fmla="*/ 147197 w 2316105"/>
              <a:gd name="connsiteY8" fmla="*/ 26000 h 594531"/>
              <a:gd name="connsiteX0" fmla="*/ 154684 w 2323592"/>
              <a:gd name="connsiteY0" fmla="*/ 26000 h 594531"/>
              <a:gd name="connsiteX1" fmla="*/ 231586 w 2323592"/>
              <a:gd name="connsiteY1" fmla="*/ 0 h 594531"/>
              <a:gd name="connsiteX2" fmla="*/ 2306263 w 2323592"/>
              <a:gd name="connsiteY2" fmla="*/ 12386 h 594531"/>
              <a:gd name="connsiteX3" fmla="*/ 2323589 w 2323592"/>
              <a:gd name="connsiteY3" fmla="*/ 108912 h 594531"/>
              <a:gd name="connsiteX4" fmla="*/ 2306263 w 2323592"/>
              <a:gd name="connsiteY4" fmla="*/ 583886 h 594531"/>
              <a:gd name="connsiteX5" fmla="*/ 2214677 w 2323592"/>
              <a:gd name="connsiteY5" fmla="*/ 594474 h 594531"/>
              <a:gd name="connsiteX6" fmla="*/ 163760 w 2323592"/>
              <a:gd name="connsiteY6" fmla="*/ 583886 h 594531"/>
              <a:gd name="connsiteX7" fmla="*/ 158979 w 2323592"/>
              <a:gd name="connsiteY7" fmla="*/ 403879 h 594531"/>
              <a:gd name="connsiteX8" fmla="*/ 149903 w 2323592"/>
              <a:gd name="connsiteY8" fmla="*/ 235975 h 594531"/>
              <a:gd name="connsiteX9" fmla="*/ 154684 w 2323592"/>
              <a:gd name="connsiteY9" fmla="*/ 26000 h 594531"/>
              <a:gd name="connsiteX0" fmla="*/ 13665 w 2182573"/>
              <a:gd name="connsiteY0" fmla="*/ 26000 h 594531"/>
              <a:gd name="connsiteX1" fmla="*/ 90567 w 2182573"/>
              <a:gd name="connsiteY1" fmla="*/ 0 h 594531"/>
              <a:gd name="connsiteX2" fmla="*/ 2165244 w 2182573"/>
              <a:gd name="connsiteY2" fmla="*/ 12386 h 594531"/>
              <a:gd name="connsiteX3" fmla="*/ 2182570 w 2182573"/>
              <a:gd name="connsiteY3" fmla="*/ 108912 h 594531"/>
              <a:gd name="connsiteX4" fmla="*/ 2165244 w 2182573"/>
              <a:gd name="connsiteY4" fmla="*/ 583886 h 594531"/>
              <a:gd name="connsiteX5" fmla="*/ 2073658 w 2182573"/>
              <a:gd name="connsiteY5" fmla="*/ 594474 h 594531"/>
              <a:gd name="connsiteX6" fmla="*/ 22741 w 2182573"/>
              <a:gd name="connsiteY6" fmla="*/ 583886 h 594531"/>
              <a:gd name="connsiteX7" fmla="*/ 17960 w 2182573"/>
              <a:gd name="connsiteY7" fmla="*/ 403879 h 594531"/>
              <a:gd name="connsiteX8" fmla="*/ 8884 w 2182573"/>
              <a:gd name="connsiteY8" fmla="*/ 235975 h 594531"/>
              <a:gd name="connsiteX9" fmla="*/ 13665 w 2182573"/>
              <a:gd name="connsiteY9" fmla="*/ 26000 h 594531"/>
              <a:gd name="connsiteX0" fmla="*/ 13665 w 2202120"/>
              <a:gd name="connsiteY0" fmla="*/ 26000 h 594531"/>
              <a:gd name="connsiteX1" fmla="*/ 90567 w 2202120"/>
              <a:gd name="connsiteY1" fmla="*/ 0 h 594531"/>
              <a:gd name="connsiteX2" fmla="*/ 2165244 w 2202120"/>
              <a:gd name="connsiteY2" fmla="*/ 12386 h 594531"/>
              <a:gd name="connsiteX3" fmla="*/ 2182570 w 2202120"/>
              <a:gd name="connsiteY3" fmla="*/ 108912 h 594531"/>
              <a:gd name="connsiteX4" fmla="*/ 2192471 w 2202120"/>
              <a:gd name="connsiteY4" fmla="*/ 583886 h 594531"/>
              <a:gd name="connsiteX5" fmla="*/ 2073658 w 2202120"/>
              <a:gd name="connsiteY5" fmla="*/ 594474 h 594531"/>
              <a:gd name="connsiteX6" fmla="*/ 22741 w 2202120"/>
              <a:gd name="connsiteY6" fmla="*/ 583886 h 594531"/>
              <a:gd name="connsiteX7" fmla="*/ 17960 w 2202120"/>
              <a:gd name="connsiteY7" fmla="*/ 403879 h 594531"/>
              <a:gd name="connsiteX8" fmla="*/ 8884 w 2202120"/>
              <a:gd name="connsiteY8" fmla="*/ 235975 h 594531"/>
              <a:gd name="connsiteX9" fmla="*/ 13665 w 2202120"/>
              <a:gd name="connsiteY9" fmla="*/ 26000 h 594531"/>
              <a:gd name="connsiteX0" fmla="*/ 13665 w 2202036"/>
              <a:gd name="connsiteY0" fmla="*/ 26000 h 594531"/>
              <a:gd name="connsiteX1" fmla="*/ 90567 w 2202036"/>
              <a:gd name="connsiteY1" fmla="*/ 0 h 594531"/>
              <a:gd name="connsiteX2" fmla="*/ 2165244 w 2202036"/>
              <a:gd name="connsiteY2" fmla="*/ 12386 h 594531"/>
              <a:gd name="connsiteX3" fmla="*/ 2182570 w 2202036"/>
              <a:gd name="connsiteY3" fmla="*/ 108912 h 594531"/>
              <a:gd name="connsiteX4" fmla="*/ 2191645 w 2202036"/>
              <a:gd name="connsiteY4" fmla="*/ 422031 h 594531"/>
              <a:gd name="connsiteX5" fmla="*/ 2192471 w 2202036"/>
              <a:gd name="connsiteY5" fmla="*/ 583886 h 594531"/>
              <a:gd name="connsiteX6" fmla="*/ 2073658 w 2202036"/>
              <a:gd name="connsiteY6" fmla="*/ 594474 h 594531"/>
              <a:gd name="connsiteX7" fmla="*/ 22741 w 2202036"/>
              <a:gd name="connsiteY7" fmla="*/ 583886 h 594531"/>
              <a:gd name="connsiteX8" fmla="*/ 17960 w 2202036"/>
              <a:gd name="connsiteY8" fmla="*/ 403879 h 594531"/>
              <a:gd name="connsiteX9" fmla="*/ 8884 w 2202036"/>
              <a:gd name="connsiteY9" fmla="*/ 235975 h 594531"/>
              <a:gd name="connsiteX10" fmla="*/ 13665 w 2202036"/>
              <a:gd name="connsiteY10" fmla="*/ 26000 h 594531"/>
              <a:gd name="connsiteX0" fmla="*/ 142254 w 2330625"/>
              <a:gd name="connsiteY0" fmla="*/ 26000 h 594531"/>
              <a:gd name="connsiteX1" fmla="*/ 219156 w 2330625"/>
              <a:gd name="connsiteY1" fmla="*/ 0 h 594531"/>
              <a:gd name="connsiteX2" fmla="*/ 2293833 w 2330625"/>
              <a:gd name="connsiteY2" fmla="*/ 12386 h 594531"/>
              <a:gd name="connsiteX3" fmla="*/ 2311159 w 2330625"/>
              <a:gd name="connsiteY3" fmla="*/ 108912 h 594531"/>
              <a:gd name="connsiteX4" fmla="*/ 2320234 w 2330625"/>
              <a:gd name="connsiteY4" fmla="*/ 422031 h 594531"/>
              <a:gd name="connsiteX5" fmla="*/ 2321060 w 2330625"/>
              <a:gd name="connsiteY5" fmla="*/ 583886 h 594531"/>
              <a:gd name="connsiteX6" fmla="*/ 2202247 w 2330625"/>
              <a:gd name="connsiteY6" fmla="*/ 594474 h 594531"/>
              <a:gd name="connsiteX7" fmla="*/ 151330 w 2330625"/>
              <a:gd name="connsiteY7" fmla="*/ 583886 h 594531"/>
              <a:gd name="connsiteX8" fmla="*/ 155624 w 2330625"/>
              <a:gd name="connsiteY8" fmla="*/ 512790 h 594531"/>
              <a:gd name="connsiteX9" fmla="*/ 146549 w 2330625"/>
              <a:gd name="connsiteY9" fmla="*/ 403879 h 594531"/>
              <a:gd name="connsiteX10" fmla="*/ 137473 w 2330625"/>
              <a:gd name="connsiteY10" fmla="*/ 235975 h 594531"/>
              <a:gd name="connsiteX11" fmla="*/ 142254 w 2330625"/>
              <a:gd name="connsiteY11" fmla="*/ 26000 h 594531"/>
              <a:gd name="connsiteX0" fmla="*/ 13413 w 2201784"/>
              <a:gd name="connsiteY0" fmla="*/ 26000 h 594531"/>
              <a:gd name="connsiteX1" fmla="*/ 90315 w 2201784"/>
              <a:gd name="connsiteY1" fmla="*/ 0 h 594531"/>
              <a:gd name="connsiteX2" fmla="*/ 2164992 w 2201784"/>
              <a:gd name="connsiteY2" fmla="*/ 12386 h 594531"/>
              <a:gd name="connsiteX3" fmla="*/ 2182318 w 2201784"/>
              <a:gd name="connsiteY3" fmla="*/ 108912 h 594531"/>
              <a:gd name="connsiteX4" fmla="*/ 2191393 w 2201784"/>
              <a:gd name="connsiteY4" fmla="*/ 422031 h 594531"/>
              <a:gd name="connsiteX5" fmla="*/ 2192219 w 2201784"/>
              <a:gd name="connsiteY5" fmla="*/ 583886 h 594531"/>
              <a:gd name="connsiteX6" fmla="*/ 2073406 w 2201784"/>
              <a:gd name="connsiteY6" fmla="*/ 594474 h 594531"/>
              <a:gd name="connsiteX7" fmla="*/ 22489 w 2201784"/>
              <a:gd name="connsiteY7" fmla="*/ 583886 h 594531"/>
              <a:gd name="connsiteX8" fmla="*/ 26783 w 2201784"/>
              <a:gd name="connsiteY8" fmla="*/ 512790 h 594531"/>
              <a:gd name="connsiteX9" fmla="*/ 17708 w 2201784"/>
              <a:gd name="connsiteY9" fmla="*/ 403879 h 594531"/>
              <a:gd name="connsiteX10" fmla="*/ 8632 w 2201784"/>
              <a:gd name="connsiteY10" fmla="*/ 235975 h 594531"/>
              <a:gd name="connsiteX11" fmla="*/ 13413 w 2201784"/>
              <a:gd name="connsiteY11" fmla="*/ 26000 h 5945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201784" h="594531">
                <a:moveTo>
                  <a:pt x="13413" y="26000"/>
                </a:moveTo>
                <a:cubicBezTo>
                  <a:pt x="37534" y="24897"/>
                  <a:pt x="66194" y="1103"/>
                  <a:pt x="90315" y="0"/>
                </a:cubicBezTo>
                <a:lnTo>
                  <a:pt x="2164992" y="12386"/>
                </a:lnTo>
                <a:cubicBezTo>
                  <a:pt x="2164717" y="43049"/>
                  <a:pt x="2182593" y="78249"/>
                  <a:pt x="2182318" y="108912"/>
                </a:cubicBezTo>
                <a:cubicBezTo>
                  <a:pt x="2188231" y="177186"/>
                  <a:pt x="2189743" y="342869"/>
                  <a:pt x="2191393" y="422031"/>
                </a:cubicBezTo>
                <a:cubicBezTo>
                  <a:pt x="2193043" y="501193"/>
                  <a:pt x="2213396" y="555146"/>
                  <a:pt x="2192219" y="583886"/>
                </a:cubicBezTo>
                <a:cubicBezTo>
                  <a:pt x="2172279" y="582877"/>
                  <a:pt x="2093346" y="595483"/>
                  <a:pt x="2073406" y="594474"/>
                </a:cubicBezTo>
                <a:lnTo>
                  <a:pt x="22489" y="583886"/>
                </a:lnTo>
                <a:cubicBezTo>
                  <a:pt x="5849" y="592962"/>
                  <a:pt x="27580" y="542791"/>
                  <a:pt x="26783" y="512790"/>
                </a:cubicBezTo>
                <a:cubicBezTo>
                  <a:pt x="25986" y="482789"/>
                  <a:pt x="18464" y="450015"/>
                  <a:pt x="17708" y="403879"/>
                </a:cubicBezTo>
                <a:cubicBezTo>
                  <a:pt x="16952" y="357743"/>
                  <a:pt x="-14855" y="308787"/>
                  <a:pt x="8632" y="235975"/>
                </a:cubicBezTo>
                <a:cubicBezTo>
                  <a:pt x="7119" y="142994"/>
                  <a:pt x="-201" y="65329"/>
                  <a:pt x="13413" y="26000"/>
                </a:cubicBezTo>
                <a:close/>
              </a:path>
            </a:pathLst>
          </a:custGeom>
          <a:solidFill>
            <a:srgbClr val="D9D4D0">
              <a:alpha val="34000"/>
            </a:srgbClr>
          </a:solidFill>
          <a:ln>
            <a:noFill/>
          </a:ln>
          <a:effectLst>
            <a:softEdge rad="635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Content Placeholder 7" descr="A diagram of a software system&#10;&#10;Description automatically generated">
            <a:extLst>
              <a:ext uri="{FF2B5EF4-FFF2-40B4-BE49-F238E27FC236}">
                <a16:creationId xmlns:a16="http://schemas.microsoft.com/office/drawing/2014/main" id="{6491DE60-05F1-BECE-B3C7-8289491D8DCD}"/>
              </a:ext>
            </a:extLst>
          </p:cNvPr>
          <p:cNvPicPr>
            <a:picLocks noGrp="1" noChangeAspect="1"/>
          </p:cNvPicPr>
          <p:nvPr>
            <p:ph sz="half" idx="2"/>
          </p:nvPr>
        </p:nvPicPr>
        <p:blipFill>
          <a:blip r:embed="rId6">
            <a:extLst>
              <a:ext uri="{28A0092B-C50C-407E-A947-70E740481C1C}">
                <a14:useLocalDpi xmlns:a14="http://schemas.microsoft.com/office/drawing/2010/main" val="0"/>
              </a:ext>
            </a:extLst>
          </a:blip>
          <a:stretch>
            <a:fillRect/>
          </a:stretch>
        </p:blipFill>
        <p:spPr>
          <a:xfrm>
            <a:off x="6340135" y="1292962"/>
            <a:ext cx="4925667" cy="3066227"/>
          </a:xfrm>
          <a:prstGeom prst="rect">
            <a:avLst/>
          </a:prstGeom>
        </p:spPr>
      </p:pic>
    </p:spTree>
    <p:extLst>
      <p:ext uri="{BB962C8B-B14F-4D97-AF65-F5344CB8AC3E}">
        <p14:creationId xmlns:p14="http://schemas.microsoft.com/office/powerpoint/2010/main" val="3601997125"/>
      </p:ext>
    </p:extLst>
  </p:cSld>
  <p:clrMapOvr>
    <a:masterClrMapping/>
  </p:clrMapOvr>
  <p:transition spd="slow">
    <p:wipe/>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1797CE-7D52-AE53-5197-B47FD8DF48D6}"/>
              </a:ext>
            </a:extLst>
          </p:cNvPr>
          <p:cNvSpPr>
            <a:spLocks noGrp="1"/>
          </p:cNvSpPr>
          <p:nvPr>
            <p:ph type="title"/>
          </p:nvPr>
        </p:nvSpPr>
        <p:spPr/>
        <p:txBody>
          <a:bodyPr/>
          <a:lstStyle/>
          <a:p>
            <a:r>
              <a:rPr lang="en-US" dirty="0"/>
              <a:t>Login System</a:t>
            </a:r>
          </a:p>
        </p:txBody>
      </p:sp>
      <p:pic>
        <p:nvPicPr>
          <p:cNvPr id="6" name="Content Placeholder 5" descr="A screenshot of a computer&#10;&#10;Description automatically generated">
            <a:extLst>
              <a:ext uri="{FF2B5EF4-FFF2-40B4-BE49-F238E27FC236}">
                <a16:creationId xmlns:a16="http://schemas.microsoft.com/office/drawing/2014/main" id="{E599A566-21CF-8232-2CB5-24AF038FE2F0}"/>
              </a:ext>
            </a:extLst>
          </p:cNvPr>
          <p:cNvPicPr>
            <a:picLocks noGrp="1" noChangeAspect="1"/>
          </p:cNvPicPr>
          <p:nvPr>
            <p:ph sz="half" idx="1"/>
          </p:nvPr>
        </p:nvPicPr>
        <p:blipFill>
          <a:blip r:embed="rId2">
            <a:extLst>
              <a:ext uri="{28A0092B-C50C-407E-A947-70E740481C1C}">
                <a14:useLocalDpi xmlns:a14="http://schemas.microsoft.com/office/drawing/2010/main" val="0"/>
              </a:ext>
            </a:extLst>
          </a:blip>
          <a:stretch>
            <a:fillRect/>
          </a:stretch>
        </p:blipFill>
        <p:spPr>
          <a:xfrm>
            <a:off x="290972" y="2320572"/>
            <a:ext cx="5553568" cy="3470979"/>
          </a:xfrm>
          <a:prstGeom prst="roundRect">
            <a:avLst>
              <a:gd name="adj" fmla="val 11111"/>
            </a:avLst>
          </a:prstGeom>
          <a:ln w="190500" cap="rnd">
            <a:solidFill>
              <a:srgbClr val="C8C6BD"/>
            </a:solidFill>
            <a:prstDash val="solid"/>
          </a:ln>
          <a:effectLst>
            <a:outerShdw blurRad="101600" dist="50800" dir="7200000" algn="tl" rotWithShape="0">
              <a:srgbClr val="000000">
                <a:alpha val="45000"/>
              </a:srgbClr>
            </a:outerShdw>
          </a:effectLst>
          <a:scene3d>
            <a:camera prst="perspectiveFront" fov="5400000"/>
            <a:lightRig rig="threePt" dir="t">
              <a:rot lat="0" lon="0" rev="19200000"/>
            </a:lightRig>
          </a:scene3d>
          <a:sp3d extrusionH="25400">
            <a:bevelT w="304800" h="152400" prst="hardEdge"/>
            <a:extrusionClr>
              <a:srgbClr val="FFFFFF"/>
            </a:extrusionClr>
          </a:sp3d>
        </p:spPr>
      </p:pic>
      <p:sp>
        <p:nvSpPr>
          <p:cNvPr id="4" name="Content Placeholder 3">
            <a:extLst>
              <a:ext uri="{FF2B5EF4-FFF2-40B4-BE49-F238E27FC236}">
                <a16:creationId xmlns:a16="http://schemas.microsoft.com/office/drawing/2014/main" id="{2B3C7221-57BE-5497-E528-AA0775F00481}"/>
              </a:ext>
            </a:extLst>
          </p:cNvPr>
          <p:cNvSpPr>
            <a:spLocks noGrp="1"/>
          </p:cNvSpPr>
          <p:nvPr>
            <p:ph sz="half" idx="2"/>
          </p:nvPr>
        </p:nvSpPr>
        <p:spPr>
          <a:xfrm>
            <a:off x="5844540" y="1825625"/>
            <a:ext cx="5016943" cy="4460874"/>
          </a:xfrm>
        </p:spPr>
        <p:txBody>
          <a:bodyPr>
            <a:normAutofit/>
          </a:bodyPr>
          <a:lstStyle/>
          <a:p>
            <a:r>
              <a:rPr lang="en-US" dirty="0"/>
              <a:t>Handles registration and login. Passwords are hashed with </a:t>
            </a:r>
            <a:r>
              <a:rPr lang="en-US" dirty="0" err="1"/>
              <a:t>Bcrypt</a:t>
            </a:r>
            <a:r>
              <a:rPr lang="en-US" dirty="0"/>
              <a:t> and stored in MongoDB. On login, the hash is verified and a signed session cookie is created. Logout clears the session entirely.</a:t>
            </a:r>
          </a:p>
        </p:txBody>
      </p:sp>
    </p:spTree>
    <p:extLst>
      <p:ext uri="{BB962C8B-B14F-4D97-AF65-F5344CB8AC3E}">
        <p14:creationId xmlns:p14="http://schemas.microsoft.com/office/powerpoint/2010/main" val="1967881952"/>
      </p:ext>
    </p:ext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3DE054-D88B-CB91-404D-B229236F4752}"/>
              </a:ext>
            </a:extLst>
          </p:cNvPr>
          <p:cNvSpPr>
            <a:spLocks noGrp="1"/>
          </p:cNvSpPr>
          <p:nvPr>
            <p:ph type="title"/>
          </p:nvPr>
        </p:nvSpPr>
        <p:spPr/>
        <p:txBody>
          <a:bodyPr/>
          <a:lstStyle/>
          <a:p>
            <a:r>
              <a:rPr lang="en-US" dirty="0"/>
              <a:t>Dashboard</a:t>
            </a:r>
          </a:p>
        </p:txBody>
      </p:sp>
      <p:pic>
        <p:nvPicPr>
          <p:cNvPr id="6" name="Content Placeholder 5" descr="A screenshot of a computer&#10;&#10;Description automatically generated">
            <a:extLst>
              <a:ext uri="{FF2B5EF4-FFF2-40B4-BE49-F238E27FC236}">
                <a16:creationId xmlns:a16="http://schemas.microsoft.com/office/drawing/2014/main" id="{7C51CF33-F772-9B0A-A4FD-A7CA3D547B17}"/>
              </a:ext>
            </a:extLst>
          </p:cNvPr>
          <p:cNvPicPr>
            <a:picLocks noGrp="1" noChangeAspect="1"/>
          </p:cNvPicPr>
          <p:nvPr>
            <p:ph sz="half" idx="1"/>
          </p:nvPr>
        </p:nvPicPr>
        <p:blipFill>
          <a:blip r:embed="rId2">
            <a:extLst>
              <a:ext uri="{28A0092B-C50C-407E-A947-70E740481C1C}">
                <a14:useLocalDpi xmlns:a14="http://schemas.microsoft.com/office/drawing/2010/main" val="0"/>
              </a:ext>
            </a:extLst>
          </a:blip>
          <a:stretch>
            <a:fillRect/>
          </a:stretch>
        </p:blipFill>
        <p:spPr>
          <a:xfrm>
            <a:off x="413000" y="2358706"/>
            <a:ext cx="5431540" cy="3394712"/>
          </a:xfrm>
          <a:prstGeom prst="snip2DiagRect">
            <a:avLst/>
          </a:prstGeom>
          <a:solidFill>
            <a:srgbClr val="FFFFFF">
              <a:shade val="85000"/>
            </a:srgbClr>
          </a:solidFill>
          <a:ln w="88900" cap="sq">
            <a:solidFill>
              <a:srgbClr val="FFFFFF"/>
            </a:solidFill>
            <a:miter lim="800000"/>
          </a:ln>
          <a:effectLst>
            <a:outerShdw blurRad="88900" algn="tl" rotWithShape="0">
              <a:srgbClr val="000000">
                <a:alpha val="45000"/>
              </a:srgbClr>
            </a:outerShdw>
          </a:effectLst>
          <a:scene3d>
            <a:camera prst="orthographicFront"/>
            <a:lightRig rig="twoPt" dir="t">
              <a:rot lat="0" lon="0" rev="7200000"/>
            </a:lightRig>
          </a:scene3d>
          <a:sp3d>
            <a:bevelT w="25400" h="19050"/>
            <a:contourClr>
              <a:srgbClr val="FFFFFF"/>
            </a:contourClr>
          </a:sp3d>
        </p:spPr>
      </p:pic>
      <p:sp>
        <p:nvSpPr>
          <p:cNvPr id="4" name="Content Placeholder 3">
            <a:extLst>
              <a:ext uri="{FF2B5EF4-FFF2-40B4-BE49-F238E27FC236}">
                <a16:creationId xmlns:a16="http://schemas.microsoft.com/office/drawing/2014/main" id="{BB1B66C2-FFB8-530A-7831-61C474B71749}"/>
              </a:ext>
            </a:extLst>
          </p:cNvPr>
          <p:cNvSpPr>
            <a:spLocks noGrp="1"/>
          </p:cNvSpPr>
          <p:nvPr>
            <p:ph sz="half" idx="2"/>
          </p:nvPr>
        </p:nvSpPr>
        <p:spPr/>
        <p:txBody>
          <a:bodyPr>
            <a:normAutofit/>
          </a:bodyPr>
          <a:lstStyle/>
          <a:p>
            <a:r>
              <a:rPr lang="en-US" dirty="0"/>
              <a:t>The user's main workspace. Displays personal notes that are decrypted on-the-fly using Fernet. Users can add new notes (encrypted before saving) and delete existing ones.</a:t>
            </a:r>
          </a:p>
        </p:txBody>
      </p:sp>
    </p:spTree>
    <p:extLst>
      <p:ext uri="{BB962C8B-B14F-4D97-AF65-F5344CB8AC3E}">
        <p14:creationId xmlns:p14="http://schemas.microsoft.com/office/powerpoint/2010/main" val="1437029426"/>
      </p:ext>
    </p:extLst>
  </p:cSld>
  <p:clrMapOvr>
    <a:masterClrMapping/>
  </p:clrMapOvr>
  <p:transition spd="slow">
    <p:wipe/>
  </p:transition>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11" name="Picture 10">
            <a:extLst>
              <a:ext uri="{FF2B5EF4-FFF2-40B4-BE49-F238E27FC236}">
                <a16:creationId xmlns:a16="http://schemas.microsoft.com/office/drawing/2014/main" id="{DEB2E8C4-C3E7-4048-A43D-9859510CFA98}"/>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2">
            <a:extLst>
              <a:ext uri="{28A0092B-C50C-407E-A947-70E740481C1C}">
                <a14:useLocalDpi xmlns:a14="http://schemas.microsoft.com/office/drawing/2010/main" val="0"/>
              </a:ext>
            </a:extLst>
          </a:blip>
          <a:stretch>
            <a:fillRect/>
          </a:stretch>
        </p:blipFill>
        <p:spPr>
          <a:xfrm>
            <a:off x="10905744" y="0"/>
            <a:ext cx="1286256" cy="6858000"/>
          </a:xfrm>
          <a:prstGeom prst="rect">
            <a:avLst/>
          </a:prstGeom>
        </p:spPr>
      </p:pic>
      <mc:AlternateContent xmlns:mc="http://schemas.openxmlformats.org/markup-compatibility/2006" xmlns:p14="http://schemas.microsoft.com/office/powerpoint/2010/main">
        <mc:Choice Requires="p14">
          <p:contentPart p14:bwMode="auto" r:id="rId3">
            <p14:nvContentPartPr>
              <p14:cNvPr id="13" name="Ink 12">
                <a:extLst>
                  <a:ext uri="{FF2B5EF4-FFF2-40B4-BE49-F238E27FC236}">
                    <a16:creationId xmlns:a16="http://schemas.microsoft.com/office/drawing/2014/main" id="{24D29CCB-7956-4E3E-8880-304085F04BF4}"/>
                  </a:ext>
                  <a:ext uri="{C183D7F6-B498-43B3-948B-1728B52AA6E4}">
                    <adec:decorative xmlns:adec="http://schemas.microsoft.com/office/drawing/2017/decorative" val="1"/>
                  </a:ext>
                </a:extLst>
              </p14:cNvPr>
              <p14:cNvContentPartPr>
                <a14:cpLocks xmlns:a14="http://schemas.microsoft.com/office/drawing/2010/main" noGrp="1" noRot="1" noChangeAspect="1" noMove="1" noResize="1" noEditPoints="1" noAdjustHandles="1" noChangeArrowheads="1" noChangeShapeType="1"/>
              </p14:cNvContentPartPr>
              <p14:nvPr>
                <p:extLst>
                  <p:ext uri="{386F3935-93C4-4BCD-93E2-E3B085C9AB24}">
                    <p16:designElem xmlns:p16="http://schemas.microsoft.com/office/powerpoint/2015/main" val="1"/>
                  </p:ext>
                </p:extLst>
              </p14:nvPr>
            </p14:nvContentPartPr>
            <p14:xfrm>
              <a:off x="12490710" y="6342652"/>
              <a:ext cx="360" cy="360"/>
            </p14:xfrm>
          </p:contentPart>
        </mc:Choice>
        <mc:Fallback xmlns="">
          <p:pic>
            <p:nvPicPr>
              <p:cNvPr id="13" name="Ink 12">
                <a:extLst>
                  <a:ext uri="{FF2B5EF4-FFF2-40B4-BE49-F238E27FC236}">
                    <a16:creationId xmlns:a16="http://schemas.microsoft.com/office/drawing/2014/main" id="{24D29CCB-7956-4E3E-8880-304085F04BF4}"/>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p:cNvPicPr>
              <p:nvPr/>
            </p:nvPicPr>
            <p:blipFill>
              <a:blip r:embed="rId4"/>
              <a:stretch>
                <a:fillRect/>
              </a:stretch>
            </p:blipFill>
            <p:spPr>
              <a:xfrm>
                <a:off x="12481710" y="6333652"/>
                <a:ext cx="18000" cy="18000"/>
              </a:xfrm>
              <a:prstGeom prst="rect">
                <a:avLst/>
              </a:prstGeom>
            </p:spPr>
          </p:pic>
        </mc:Fallback>
      </mc:AlternateContent>
      <p:sp useBgFill="1">
        <p:nvSpPr>
          <p:cNvPr id="15" name="Rectangle 14">
            <a:extLst>
              <a:ext uri="{FF2B5EF4-FFF2-40B4-BE49-F238E27FC236}">
                <a16:creationId xmlns:a16="http://schemas.microsoft.com/office/drawing/2014/main" id="{7FF47CB7-972F-479F-A36D-9E72D26EC8D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Freeform: Shape 16">
            <a:extLst>
              <a:ext uri="{FF2B5EF4-FFF2-40B4-BE49-F238E27FC236}">
                <a16:creationId xmlns:a16="http://schemas.microsoft.com/office/drawing/2014/main" id="{0D153B68-5844-490D-8E67-F616D6D721C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1331648" cy="1978172"/>
          </a:xfrm>
          <a:custGeom>
            <a:avLst/>
            <a:gdLst>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9437 w 10768629"/>
              <a:gd name="connsiteY140" fmla="*/ 1636968 h 1978172"/>
              <a:gd name="connsiteX141" fmla="*/ 5440853 w 10768629"/>
              <a:gd name="connsiteY141" fmla="*/ 1657958 h 1978172"/>
              <a:gd name="connsiteX142" fmla="*/ 4945936 w 10768629"/>
              <a:gd name="connsiteY142" fmla="*/ 1713743 h 1978172"/>
              <a:gd name="connsiteX143" fmla="*/ 4818446 w 10768629"/>
              <a:gd name="connsiteY143" fmla="*/ 1726895 h 1978172"/>
              <a:gd name="connsiteX144" fmla="*/ 4813657 w 10768629"/>
              <a:gd name="connsiteY144" fmla="*/ 1730706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38835 w 10768629"/>
              <a:gd name="connsiteY164" fmla="*/ 1920210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Lst>
            <a:rect l="l" t="t" r="r" b="b"/>
            <a:pathLst>
              <a:path w="10768629" h="1978172">
                <a:moveTo>
                  <a:pt x="0" y="0"/>
                </a:moveTo>
                <a:lnTo>
                  <a:pt x="10768629" y="0"/>
                </a:lnTo>
                <a:lnTo>
                  <a:pt x="10733254" y="31439"/>
                </a:lnTo>
                <a:lnTo>
                  <a:pt x="10727085" y="37910"/>
                </a:lnTo>
                <a:cubicBezTo>
                  <a:pt x="10712973" y="56080"/>
                  <a:pt x="10699457" y="78430"/>
                  <a:pt x="10675953" y="68623"/>
                </a:cubicBezTo>
                <a:cubicBezTo>
                  <a:pt x="10685972" y="89202"/>
                  <a:pt x="10641629" y="69781"/>
                  <a:pt x="10637091" y="90361"/>
                </a:cubicBezTo>
                <a:cubicBezTo>
                  <a:pt x="10635214" y="107005"/>
                  <a:pt x="10621323" y="104993"/>
                  <a:pt x="10610971" y="110764"/>
                </a:cubicBezTo>
                <a:cubicBezTo>
                  <a:pt x="10603980" y="127568"/>
                  <a:pt x="10551417" y="141180"/>
                  <a:pt x="10532872" y="138028"/>
                </a:cubicBezTo>
                <a:cubicBezTo>
                  <a:pt x="10480300" y="119072"/>
                  <a:pt x="10440532" y="186296"/>
                  <a:pt x="10398558" y="172911"/>
                </a:cubicBezTo>
                <a:cubicBezTo>
                  <a:pt x="10387708" y="174114"/>
                  <a:pt x="10378792" y="177646"/>
                  <a:pt x="10371128" y="182609"/>
                </a:cubicBezTo>
                <a:lnTo>
                  <a:pt x="10352178" y="199976"/>
                </a:lnTo>
                <a:lnTo>
                  <a:pt x="10351815" y="211879"/>
                </a:lnTo>
                <a:lnTo>
                  <a:pt x="10337471" y="218661"/>
                </a:lnTo>
                <a:lnTo>
                  <a:pt x="10334625" y="222351"/>
                </a:lnTo>
                <a:cubicBezTo>
                  <a:pt x="10321108" y="225227"/>
                  <a:pt x="10278615" y="228401"/>
                  <a:pt x="10256365" y="235917"/>
                </a:cubicBezTo>
                <a:cubicBezTo>
                  <a:pt x="10218136" y="258033"/>
                  <a:pt x="10224552" y="209685"/>
                  <a:pt x="10201127" y="267448"/>
                </a:cubicBezTo>
                <a:cubicBezTo>
                  <a:pt x="10121320" y="273476"/>
                  <a:pt x="10040763" y="345580"/>
                  <a:pt x="9961218" y="326720"/>
                </a:cubicBezTo>
                <a:cubicBezTo>
                  <a:pt x="9980173" y="341621"/>
                  <a:pt x="9883038" y="318484"/>
                  <a:pt x="9859715" y="355698"/>
                </a:cubicBezTo>
                <a:cubicBezTo>
                  <a:pt x="9812822" y="367758"/>
                  <a:pt x="9752089" y="383830"/>
                  <a:pt x="9679867" y="399081"/>
                </a:cubicBezTo>
                <a:cubicBezTo>
                  <a:pt x="9618357" y="415668"/>
                  <a:pt x="9525492" y="446315"/>
                  <a:pt x="9490654" y="455225"/>
                </a:cubicBezTo>
                <a:lnTo>
                  <a:pt x="9470837" y="452539"/>
                </a:lnTo>
                <a:lnTo>
                  <a:pt x="9469082" y="454891"/>
                </a:lnTo>
                <a:cubicBezTo>
                  <a:pt x="9460057" y="461184"/>
                  <a:pt x="9453495" y="461729"/>
                  <a:pt x="9448038" y="459733"/>
                </a:cubicBezTo>
                <a:lnTo>
                  <a:pt x="9396821" y="455795"/>
                </a:lnTo>
                <a:lnTo>
                  <a:pt x="9392197" y="459796"/>
                </a:lnTo>
                <a:lnTo>
                  <a:pt x="9347994" y="464462"/>
                </a:lnTo>
                <a:cubicBezTo>
                  <a:pt x="9347959" y="465155"/>
                  <a:pt x="9347925" y="465846"/>
                  <a:pt x="9347889" y="466539"/>
                </a:cubicBezTo>
                <a:cubicBezTo>
                  <a:pt x="9346648" y="471307"/>
                  <a:pt x="9343831" y="475025"/>
                  <a:pt x="9337639" y="476654"/>
                </a:cubicBezTo>
                <a:cubicBezTo>
                  <a:pt x="9354547" y="503661"/>
                  <a:pt x="9336649" y="488969"/>
                  <a:pt x="9316893" y="491390"/>
                </a:cubicBezTo>
                <a:cubicBezTo>
                  <a:pt x="9298834" y="504511"/>
                  <a:pt x="9245386" y="544358"/>
                  <a:pt x="9229283" y="555377"/>
                </a:cubicBezTo>
                <a:lnTo>
                  <a:pt x="9220274" y="557502"/>
                </a:lnTo>
                <a:cubicBezTo>
                  <a:pt x="9220250" y="557668"/>
                  <a:pt x="9220226" y="557835"/>
                  <a:pt x="9220202" y="558001"/>
                </a:cubicBezTo>
                <a:cubicBezTo>
                  <a:pt x="9218468" y="559434"/>
                  <a:pt x="9215591" y="560497"/>
                  <a:pt x="9210908" y="561147"/>
                </a:cubicBezTo>
                <a:lnTo>
                  <a:pt x="9186374" y="565502"/>
                </a:lnTo>
                <a:lnTo>
                  <a:pt x="9181058" y="569943"/>
                </a:lnTo>
                <a:lnTo>
                  <a:pt x="9179948" y="576062"/>
                </a:lnTo>
                <a:lnTo>
                  <a:pt x="9149110" y="598906"/>
                </a:lnTo>
                <a:cubicBezTo>
                  <a:pt x="9133575" y="594395"/>
                  <a:pt x="9087390" y="636567"/>
                  <a:pt x="9078556" y="644039"/>
                </a:cubicBezTo>
                <a:lnTo>
                  <a:pt x="8996399" y="690055"/>
                </a:lnTo>
                <a:cubicBezTo>
                  <a:pt x="8913147" y="777045"/>
                  <a:pt x="8867993" y="772591"/>
                  <a:pt x="8803791" y="813860"/>
                </a:cubicBezTo>
                <a:cubicBezTo>
                  <a:pt x="8745270" y="819906"/>
                  <a:pt x="8690049" y="823612"/>
                  <a:pt x="8636202" y="848463"/>
                </a:cubicBezTo>
                <a:cubicBezTo>
                  <a:pt x="8594799" y="860014"/>
                  <a:pt x="8568613" y="864779"/>
                  <a:pt x="8555372" y="883171"/>
                </a:cubicBezTo>
                <a:lnTo>
                  <a:pt x="8507229" y="901665"/>
                </a:lnTo>
                <a:lnTo>
                  <a:pt x="8428473" y="927985"/>
                </a:lnTo>
                <a:cubicBezTo>
                  <a:pt x="8428287" y="929817"/>
                  <a:pt x="8428100" y="931648"/>
                  <a:pt x="8427914" y="933480"/>
                </a:cubicBezTo>
                <a:lnTo>
                  <a:pt x="8420327" y="941984"/>
                </a:lnTo>
                <a:lnTo>
                  <a:pt x="8407128" y="961344"/>
                </a:lnTo>
                <a:lnTo>
                  <a:pt x="8380548" y="987916"/>
                </a:lnTo>
                <a:lnTo>
                  <a:pt x="8379462" y="987106"/>
                </a:lnTo>
                <a:cubicBezTo>
                  <a:pt x="8376507" y="985864"/>
                  <a:pt x="8373362" y="986042"/>
                  <a:pt x="8369725" y="989186"/>
                </a:cubicBezTo>
                <a:cubicBezTo>
                  <a:pt x="8357221" y="990792"/>
                  <a:pt x="8319237" y="991089"/>
                  <a:pt x="8304438" y="996739"/>
                </a:cubicBezTo>
                <a:cubicBezTo>
                  <a:pt x="8297193" y="1005683"/>
                  <a:pt x="8289328" y="1014568"/>
                  <a:pt x="8280929" y="1023089"/>
                </a:cubicBezTo>
                <a:lnTo>
                  <a:pt x="8275760" y="1027772"/>
                </a:lnTo>
                <a:lnTo>
                  <a:pt x="8275478" y="1027605"/>
                </a:lnTo>
                <a:cubicBezTo>
                  <a:pt x="8273970" y="1028076"/>
                  <a:pt x="8272124" y="1029408"/>
                  <a:pt x="8269666" y="1032033"/>
                </a:cubicBezTo>
                <a:lnTo>
                  <a:pt x="8203836" y="1037347"/>
                </a:lnTo>
                <a:cubicBezTo>
                  <a:pt x="8172789" y="1049890"/>
                  <a:pt x="8148166" y="1034625"/>
                  <a:pt x="8122936" y="1063113"/>
                </a:cubicBezTo>
                <a:cubicBezTo>
                  <a:pt x="8093850" y="1074757"/>
                  <a:pt x="8066781" y="1075350"/>
                  <a:pt x="8043658" y="1092746"/>
                </a:cubicBezTo>
                <a:cubicBezTo>
                  <a:pt x="8032157" y="1089174"/>
                  <a:pt x="8022145" y="1089998"/>
                  <a:pt x="8015351" y="1105478"/>
                </a:cubicBezTo>
                <a:cubicBezTo>
                  <a:pt x="7987544" y="1113006"/>
                  <a:pt x="7977708" y="1099152"/>
                  <a:pt x="7963145" y="1119346"/>
                </a:cubicBezTo>
                <a:cubicBezTo>
                  <a:pt x="7942622" y="1098880"/>
                  <a:pt x="7943760" y="1109516"/>
                  <a:pt x="7938145" y="1120225"/>
                </a:cubicBezTo>
                <a:lnTo>
                  <a:pt x="7937238" y="1121204"/>
                </a:lnTo>
                <a:lnTo>
                  <a:pt x="7934398" y="1118240"/>
                </a:lnTo>
                <a:lnTo>
                  <a:pt x="7918248" y="1124371"/>
                </a:lnTo>
                <a:lnTo>
                  <a:pt x="7914119" y="1127653"/>
                </a:lnTo>
                <a:cubicBezTo>
                  <a:pt x="7911201" y="1129547"/>
                  <a:pt x="7909169" y="1130331"/>
                  <a:pt x="7907658" y="1130350"/>
                </a:cubicBezTo>
                <a:lnTo>
                  <a:pt x="7907434" y="1130103"/>
                </a:lnTo>
                <a:lnTo>
                  <a:pt x="7901508" y="1133245"/>
                </a:lnTo>
                <a:cubicBezTo>
                  <a:pt x="7891644" y="1139271"/>
                  <a:pt x="7882185" y="1145815"/>
                  <a:pt x="7873287" y="1152609"/>
                </a:cubicBezTo>
                <a:cubicBezTo>
                  <a:pt x="7864672" y="1141906"/>
                  <a:pt x="7845199" y="1159242"/>
                  <a:pt x="7834833" y="1153868"/>
                </a:cubicBezTo>
                <a:lnTo>
                  <a:pt x="7828661" y="1139994"/>
                </a:lnTo>
                <a:lnTo>
                  <a:pt x="7823966" y="1143178"/>
                </a:lnTo>
                <a:lnTo>
                  <a:pt x="7815078" y="1151776"/>
                </a:lnTo>
                <a:cubicBezTo>
                  <a:pt x="7813692" y="1152943"/>
                  <a:pt x="7812687" y="1153116"/>
                  <a:pt x="7812026" y="1151522"/>
                </a:cubicBezTo>
                <a:cubicBezTo>
                  <a:pt x="7806555" y="1153054"/>
                  <a:pt x="7788673" y="1159989"/>
                  <a:pt x="7782249" y="1160970"/>
                </a:cubicBezTo>
                <a:lnTo>
                  <a:pt x="7773476" y="1157414"/>
                </a:lnTo>
                <a:lnTo>
                  <a:pt x="7769600" y="1157365"/>
                </a:lnTo>
                <a:lnTo>
                  <a:pt x="7752631" y="1172815"/>
                </a:lnTo>
                <a:lnTo>
                  <a:pt x="7743525" y="1179064"/>
                </a:lnTo>
                <a:lnTo>
                  <a:pt x="7685942" y="1233723"/>
                </a:lnTo>
                <a:lnTo>
                  <a:pt x="7586920" y="1261888"/>
                </a:lnTo>
                <a:cubicBezTo>
                  <a:pt x="7556723" y="1298911"/>
                  <a:pt x="7489186" y="1249860"/>
                  <a:pt x="7486100" y="1292563"/>
                </a:cubicBezTo>
                <a:cubicBezTo>
                  <a:pt x="7454875" y="1308356"/>
                  <a:pt x="7449202" y="1300366"/>
                  <a:pt x="7407190" y="1314737"/>
                </a:cubicBezTo>
                <a:cubicBezTo>
                  <a:pt x="7368386" y="1364011"/>
                  <a:pt x="7288617" y="1403664"/>
                  <a:pt x="7240698" y="1438832"/>
                </a:cubicBezTo>
                <a:cubicBezTo>
                  <a:pt x="7206467" y="1417136"/>
                  <a:pt x="7227555" y="1441678"/>
                  <a:pt x="7197675" y="1447530"/>
                </a:cubicBezTo>
                <a:cubicBezTo>
                  <a:pt x="7211601" y="1474927"/>
                  <a:pt x="7159483" y="1444981"/>
                  <a:pt x="7164788" y="1480293"/>
                </a:cubicBezTo>
                <a:cubicBezTo>
                  <a:pt x="7159184" y="1480240"/>
                  <a:pt x="7153584" y="1479075"/>
                  <a:pt x="7147929" y="1477641"/>
                </a:cubicBezTo>
                <a:lnTo>
                  <a:pt x="7144965" y="1476908"/>
                </a:lnTo>
                <a:lnTo>
                  <a:pt x="7134299" y="1479969"/>
                </a:lnTo>
                <a:lnTo>
                  <a:pt x="7129809" y="1473339"/>
                </a:lnTo>
                <a:lnTo>
                  <a:pt x="7112688" y="1472575"/>
                </a:lnTo>
                <a:cubicBezTo>
                  <a:pt x="7106506" y="1473449"/>
                  <a:pt x="7100123" y="1475741"/>
                  <a:pt x="7093470" y="1480300"/>
                </a:cubicBezTo>
                <a:cubicBezTo>
                  <a:pt x="7079039" y="1501274"/>
                  <a:pt x="7048991" y="1495718"/>
                  <a:pt x="7025034" y="1506934"/>
                </a:cubicBezTo>
                <a:lnTo>
                  <a:pt x="7014783" y="1515868"/>
                </a:lnTo>
                <a:lnTo>
                  <a:pt x="6979706" y="1523511"/>
                </a:lnTo>
                <a:lnTo>
                  <a:pt x="6977890" y="1525793"/>
                </a:lnTo>
                <a:cubicBezTo>
                  <a:pt x="6971996" y="1527914"/>
                  <a:pt x="6959488" y="1529941"/>
                  <a:pt x="6944339" y="1536237"/>
                </a:cubicBezTo>
                <a:lnTo>
                  <a:pt x="6886996" y="1563569"/>
                </a:lnTo>
                <a:lnTo>
                  <a:pt x="6874510" y="1558469"/>
                </a:lnTo>
                <a:lnTo>
                  <a:pt x="6871943" y="1554651"/>
                </a:lnTo>
                <a:lnTo>
                  <a:pt x="6856174" y="1562024"/>
                </a:lnTo>
                <a:lnTo>
                  <a:pt x="6842321" y="1560554"/>
                </a:lnTo>
                <a:lnTo>
                  <a:pt x="6832713" y="1569357"/>
                </a:lnTo>
                <a:lnTo>
                  <a:pt x="6816351" y="1571495"/>
                </a:lnTo>
                <a:cubicBezTo>
                  <a:pt x="6810216" y="1571510"/>
                  <a:pt x="6803310" y="1571324"/>
                  <a:pt x="6795800" y="1572010"/>
                </a:cubicBezTo>
                <a:lnTo>
                  <a:pt x="6777546" y="1568661"/>
                </a:lnTo>
                <a:lnTo>
                  <a:pt x="6751528" y="1574143"/>
                </a:lnTo>
                <a:cubicBezTo>
                  <a:pt x="6731455" y="1578562"/>
                  <a:pt x="6712054" y="1582098"/>
                  <a:pt x="6691966" y="1582255"/>
                </a:cubicBezTo>
                <a:cubicBezTo>
                  <a:pt x="6677921" y="1590738"/>
                  <a:pt x="6663787" y="1595441"/>
                  <a:pt x="6646941" y="1588471"/>
                </a:cubicBezTo>
                <a:cubicBezTo>
                  <a:pt x="6605135" y="1597971"/>
                  <a:pt x="6598373" y="1612583"/>
                  <a:pt x="6568576" y="1606488"/>
                </a:cubicBezTo>
                <a:cubicBezTo>
                  <a:pt x="6562510" y="1614734"/>
                  <a:pt x="6558067" y="1619360"/>
                  <a:pt x="6554358" y="1621701"/>
                </a:cubicBezTo>
                <a:cubicBezTo>
                  <a:pt x="6543227" y="1628727"/>
                  <a:pt x="6538724" y="1615196"/>
                  <a:pt x="6516968" y="1617195"/>
                </a:cubicBezTo>
                <a:cubicBezTo>
                  <a:pt x="6493173" y="1617368"/>
                  <a:pt x="6528193" y="1598652"/>
                  <a:pt x="6506479" y="1602227"/>
                </a:cubicBezTo>
                <a:cubicBezTo>
                  <a:pt x="6486674" y="1613929"/>
                  <a:pt x="6478484" y="1593997"/>
                  <a:pt x="6458436" y="1607332"/>
                </a:cubicBezTo>
                <a:cubicBezTo>
                  <a:pt x="6471168" y="1620800"/>
                  <a:pt x="6410323" y="1615478"/>
                  <a:pt x="6414786" y="1628815"/>
                </a:cubicBezTo>
                <a:cubicBezTo>
                  <a:pt x="6385942" y="1615041"/>
                  <a:pt x="6386569" y="1640238"/>
                  <a:pt x="6357085" y="1640846"/>
                </a:cubicBezTo>
                <a:cubicBezTo>
                  <a:pt x="6341163" y="1636809"/>
                  <a:pt x="6331497" y="1637754"/>
                  <a:pt x="6322636" y="1648213"/>
                </a:cubicBezTo>
                <a:cubicBezTo>
                  <a:pt x="6248448" y="1627802"/>
                  <a:pt x="6286748" y="1654976"/>
                  <a:pt x="6226172" y="1654676"/>
                </a:cubicBezTo>
                <a:lnTo>
                  <a:pt x="6221217" y="1654506"/>
                </a:lnTo>
                <a:lnTo>
                  <a:pt x="6204956" y="1664280"/>
                </a:lnTo>
                <a:cubicBezTo>
                  <a:pt x="6204728" y="1665114"/>
                  <a:pt x="6204498" y="1665947"/>
                  <a:pt x="6204270" y="1666782"/>
                </a:cubicBezTo>
                <a:lnTo>
                  <a:pt x="6143810" y="1661963"/>
                </a:lnTo>
                <a:lnTo>
                  <a:pt x="6136560" y="1665728"/>
                </a:lnTo>
                <a:lnTo>
                  <a:pt x="6096155" y="1656951"/>
                </a:lnTo>
                <a:lnTo>
                  <a:pt x="6075812" y="1655422"/>
                </a:lnTo>
                <a:lnTo>
                  <a:pt x="6039495" y="1649680"/>
                </a:lnTo>
                <a:lnTo>
                  <a:pt x="6036523" y="1652121"/>
                </a:lnTo>
                <a:lnTo>
                  <a:pt x="6029328" y="1649904"/>
                </a:lnTo>
                <a:lnTo>
                  <a:pt x="6024075" y="1652779"/>
                </a:lnTo>
                <a:lnTo>
                  <a:pt x="6018085" y="1652030"/>
                </a:lnTo>
                <a:cubicBezTo>
                  <a:pt x="6006658" y="1653831"/>
                  <a:pt x="5968194" y="1662035"/>
                  <a:pt x="5955513" y="1663584"/>
                </a:cubicBezTo>
                <a:lnTo>
                  <a:pt x="5941996" y="1661326"/>
                </a:lnTo>
                <a:lnTo>
                  <a:pt x="5931789" y="1669915"/>
                </a:lnTo>
                <a:lnTo>
                  <a:pt x="5888686" y="1672175"/>
                </a:lnTo>
                <a:lnTo>
                  <a:pt x="5873794" y="1665454"/>
                </a:lnTo>
                <a:lnTo>
                  <a:pt x="5860022" y="1660635"/>
                </a:lnTo>
                <a:lnTo>
                  <a:pt x="5858237" y="1660649"/>
                </a:lnTo>
                <a:lnTo>
                  <a:pt x="5840319" y="1660798"/>
                </a:lnTo>
                <a:lnTo>
                  <a:pt x="5806984" y="1661075"/>
                </a:lnTo>
                <a:cubicBezTo>
                  <a:pt x="5785708" y="1661533"/>
                  <a:pt x="5764126" y="1662974"/>
                  <a:pt x="5742351" y="1667489"/>
                </a:cubicBezTo>
                <a:cubicBezTo>
                  <a:pt x="5659069" y="1645168"/>
                  <a:pt x="5623400" y="1671703"/>
                  <a:pt x="5529437" y="1636968"/>
                </a:cubicBezTo>
                <a:cubicBezTo>
                  <a:pt x="5500069" y="1636638"/>
                  <a:pt x="5481558" y="1636672"/>
                  <a:pt x="5440853" y="1657958"/>
                </a:cubicBezTo>
                <a:cubicBezTo>
                  <a:pt x="5340428" y="1673293"/>
                  <a:pt x="5074771" y="1739921"/>
                  <a:pt x="4945936" y="1713743"/>
                </a:cubicBezTo>
                <a:cubicBezTo>
                  <a:pt x="4914142" y="1717597"/>
                  <a:pt x="4837317" y="1726609"/>
                  <a:pt x="4818446" y="1726895"/>
                </a:cubicBezTo>
                <a:lnTo>
                  <a:pt x="4813657" y="1730706"/>
                </a:lnTo>
                <a:lnTo>
                  <a:pt x="4759058" y="1766533"/>
                </a:lnTo>
                <a:cubicBezTo>
                  <a:pt x="4747481" y="1770744"/>
                  <a:pt x="4734604" y="1772921"/>
                  <a:pt x="4719749" y="1771811"/>
                </a:cubicBezTo>
                <a:cubicBezTo>
                  <a:pt x="4667035" y="1745585"/>
                  <a:pt x="4634134" y="1775931"/>
                  <a:pt x="4568686" y="1786141"/>
                </a:cubicBezTo>
                <a:cubicBezTo>
                  <a:pt x="4544667" y="1777910"/>
                  <a:pt x="4432547" y="1778168"/>
                  <a:pt x="4418751" y="1796932"/>
                </a:cubicBezTo>
                <a:cubicBezTo>
                  <a:pt x="4403360" y="1801488"/>
                  <a:pt x="4385278" y="1795746"/>
                  <a:pt x="4378377" y="1815528"/>
                </a:cubicBezTo>
                <a:cubicBezTo>
                  <a:pt x="4366870" y="1839461"/>
                  <a:pt x="4312575" y="1805339"/>
                  <a:pt x="4320575" y="1832722"/>
                </a:cubicBezTo>
                <a:cubicBezTo>
                  <a:pt x="4282030" y="1809397"/>
                  <a:pt x="4252210" y="1859755"/>
                  <a:pt x="4220200" y="1873173"/>
                </a:cubicBezTo>
                <a:cubicBezTo>
                  <a:pt x="4189784" y="1872580"/>
                  <a:pt x="4175475" y="1885756"/>
                  <a:pt x="4105361" y="1894711"/>
                </a:cubicBezTo>
                <a:cubicBezTo>
                  <a:pt x="4071894" y="1867524"/>
                  <a:pt x="4035294" y="1916372"/>
                  <a:pt x="3973223" y="1881015"/>
                </a:cubicBezTo>
                <a:cubicBezTo>
                  <a:pt x="3971330" y="1884974"/>
                  <a:pt x="3952843" y="1881390"/>
                  <a:pt x="3900992" y="1880603"/>
                </a:cubicBezTo>
                <a:cubicBezTo>
                  <a:pt x="3849141" y="1879815"/>
                  <a:pt x="3740259" y="1879432"/>
                  <a:pt x="3662119" y="1876289"/>
                </a:cubicBezTo>
                <a:cubicBezTo>
                  <a:pt x="3573420" y="1876991"/>
                  <a:pt x="3613412" y="1915150"/>
                  <a:pt x="3496919" y="1873180"/>
                </a:cubicBezTo>
                <a:cubicBezTo>
                  <a:pt x="3488062" y="1895719"/>
                  <a:pt x="3474293" y="1897950"/>
                  <a:pt x="3449433" y="1889681"/>
                </a:cubicBezTo>
                <a:cubicBezTo>
                  <a:pt x="3406553" y="1891629"/>
                  <a:pt x="3417350" y="1945453"/>
                  <a:pt x="3369766" y="1916653"/>
                </a:cubicBezTo>
                <a:cubicBezTo>
                  <a:pt x="3338805" y="1929531"/>
                  <a:pt x="3310151" y="1915620"/>
                  <a:pt x="3290336" y="1925039"/>
                </a:cubicBezTo>
                <a:lnTo>
                  <a:pt x="3224897" y="1943733"/>
                </a:lnTo>
                <a:cubicBezTo>
                  <a:pt x="3188693" y="1949271"/>
                  <a:pt x="3178540" y="1909145"/>
                  <a:pt x="3161463" y="1946591"/>
                </a:cubicBezTo>
                <a:lnTo>
                  <a:pt x="3157504" y="1957276"/>
                </a:lnTo>
                <a:lnTo>
                  <a:pt x="3115176" y="1943459"/>
                </a:lnTo>
                <a:cubicBezTo>
                  <a:pt x="3095397" y="1937281"/>
                  <a:pt x="3080878" y="1929976"/>
                  <a:pt x="3038835" y="1920210"/>
                </a:cubicBezTo>
                <a:cubicBezTo>
                  <a:pt x="3011900" y="1947086"/>
                  <a:pt x="2967972" y="1927319"/>
                  <a:pt x="2897201" y="1926772"/>
                </a:cubicBezTo>
                <a:lnTo>
                  <a:pt x="2783891" y="1931749"/>
                </a:lnTo>
                <a:cubicBezTo>
                  <a:pt x="2753098" y="1932794"/>
                  <a:pt x="2731621" y="1915151"/>
                  <a:pt x="2712447" y="1933044"/>
                </a:cubicBezTo>
                <a:cubicBezTo>
                  <a:pt x="2621923" y="1990472"/>
                  <a:pt x="2637976" y="1949546"/>
                  <a:pt x="2560151" y="1963609"/>
                </a:cubicBezTo>
                <a:cubicBezTo>
                  <a:pt x="2472084" y="1973456"/>
                  <a:pt x="2423631" y="1962133"/>
                  <a:pt x="2367221" y="1971884"/>
                </a:cubicBezTo>
                <a:cubicBezTo>
                  <a:pt x="2355331" y="1950582"/>
                  <a:pt x="2295649" y="1950006"/>
                  <a:pt x="2272130" y="1961162"/>
                </a:cubicBezTo>
                <a:cubicBezTo>
                  <a:pt x="2229336" y="1964326"/>
                  <a:pt x="2232627" y="1943953"/>
                  <a:pt x="2189404" y="1978172"/>
                </a:cubicBezTo>
                <a:cubicBezTo>
                  <a:pt x="2153824" y="1968017"/>
                  <a:pt x="2114605" y="1969166"/>
                  <a:pt x="2077704" y="1965002"/>
                </a:cubicBezTo>
                <a:cubicBezTo>
                  <a:pt x="2051037" y="1967486"/>
                  <a:pt x="2001803" y="1954594"/>
                  <a:pt x="1967996" y="1953187"/>
                </a:cubicBezTo>
                <a:cubicBezTo>
                  <a:pt x="1924117" y="1970917"/>
                  <a:pt x="1915668" y="1940297"/>
                  <a:pt x="1855805" y="1926082"/>
                </a:cubicBezTo>
                <a:cubicBezTo>
                  <a:pt x="1830663" y="1943732"/>
                  <a:pt x="1810564" y="1935694"/>
                  <a:pt x="1790957" y="1919460"/>
                </a:cubicBezTo>
                <a:cubicBezTo>
                  <a:pt x="1732588" y="1924884"/>
                  <a:pt x="1679506" y="1900619"/>
                  <a:pt x="1613978" y="1891581"/>
                </a:cubicBezTo>
                <a:cubicBezTo>
                  <a:pt x="1542961" y="1912227"/>
                  <a:pt x="1506863" y="1865666"/>
                  <a:pt x="1436831" y="1856201"/>
                </a:cubicBezTo>
                <a:cubicBezTo>
                  <a:pt x="1409149" y="1862955"/>
                  <a:pt x="1391573" y="1790862"/>
                  <a:pt x="1332568" y="1793149"/>
                </a:cubicBezTo>
                <a:cubicBezTo>
                  <a:pt x="1236287" y="1833446"/>
                  <a:pt x="1335185" y="1756546"/>
                  <a:pt x="1186881" y="1768613"/>
                </a:cubicBezTo>
                <a:cubicBezTo>
                  <a:pt x="1178443" y="1775469"/>
                  <a:pt x="1160576" y="1767918"/>
                  <a:pt x="1162595" y="1758337"/>
                </a:cubicBezTo>
                <a:cubicBezTo>
                  <a:pt x="1153167" y="1761117"/>
                  <a:pt x="1130472" y="1779083"/>
                  <a:pt x="1128523" y="1763621"/>
                </a:cubicBezTo>
                <a:cubicBezTo>
                  <a:pt x="1081415" y="1760756"/>
                  <a:pt x="1034361" y="1768718"/>
                  <a:pt x="991903" y="1786741"/>
                </a:cubicBezTo>
                <a:cubicBezTo>
                  <a:pt x="966383" y="1781126"/>
                  <a:pt x="949501" y="1831241"/>
                  <a:pt x="883960" y="1822386"/>
                </a:cubicBezTo>
                <a:cubicBezTo>
                  <a:pt x="831931" y="1790865"/>
                  <a:pt x="826980" y="1826610"/>
                  <a:pt x="766531" y="1805053"/>
                </a:cubicBezTo>
                <a:cubicBezTo>
                  <a:pt x="732778" y="1801141"/>
                  <a:pt x="694055" y="1787044"/>
                  <a:pt x="669779" y="1800537"/>
                </a:cubicBezTo>
                <a:cubicBezTo>
                  <a:pt x="645252" y="1794709"/>
                  <a:pt x="563495" y="1813232"/>
                  <a:pt x="523898" y="1811085"/>
                </a:cubicBezTo>
                <a:cubicBezTo>
                  <a:pt x="457555" y="1798530"/>
                  <a:pt x="395227" y="1824052"/>
                  <a:pt x="360251" y="1830735"/>
                </a:cubicBezTo>
                <a:cubicBezTo>
                  <a:pt x="313564" y="1825583"/>
                  <a:pt x="298281" y="1811622"/>
                  <a:pt x="255207" y="1818275"/>
                </a:cubicBezTo>
                <a:cubicBezTo>
                  <a:pt x="206572" y="1839769"/>
                  <a:pt x="160277" y="1836800"/>
                  <a:pt x="101803" y="1870647"/>
                </a:cubicBezTo>
                <a:cubicBezTo>
                  <a:pt x="85849" y="1910002"/>
                  <a:pt x="27997" y="1845258"/>
                  <a:pt x="25397" y="1888443"/>
                </a:cubicBezTo>
                <a:cubicBezTo>
                  <a:pt x="19096" y="1881154"/>
                  <a:pt x="11260" y="1878398"/>
                  <a:pt x="2370" y="1878311"/>
                </a:cubicBezTo>
                <a:lnTo>
                  <a:pt x="0" y="1878785"/>
                </a:lnTo>
                <a:close/>
              </a:path>
            </a:pathLst>
          </a:custGeom>
          <a:solidFill>
            <a:srgbClr val="82766A">
              <a:alpha val="15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A8C39563-94DC-7560-4F49-82988DE87738}"/>
              </a:ext>
            </a:extLst>
          </p:cNvPr>
          <p:cNvSpPr>
            <a:spLocks noGrp="1"/>
          </p:cNvSpPr>
          <p:nvPr>
            <p:ph type="title"/>
          </p:nvPr>
        </p:nvSpPr>
        <p:spPr>
          <a:xfrm>
            <a:off x="1050879" y="609601"/>
            <a:ext cx="9810604" cy="1216024"/>
          </a:xfrm>
        </p:spPr>
        <p:txBody>
          <a:bodyPr vert="horz" lIns="91440" tIns="45720" rIns="91440" bIns="45720" rtlCol="0" anchor="ctr">
            <a:normAutofit/>
          </a:bodyPr>
          <a:lstStyle/>
          <a:p>
            <a:r>
              <a:rPr lang="en-US" dirty="0"/>
              <a:t>Admin Access</a:t>
            </a:r>
          </a:p>
        </p:txBody>
      </p:sp>
      <p:sp>
        <p:nvSpPr>
          <p:cNvPr id="4" name="Content Placeholder 3">
            <a:extLst>
              <a:ext uri="{FF2B5EF4-FFF2-40B4-BE49-F238E27FC236}">
                <a16:creationId xmlns:a16="http://schemas.microsoft.com/office/drawing/2014/main" id="{58F7780A-29C4-C1AE-7F7A-083B39B9C25D}"/>
              </a:ext>
            </a:extLst>
          </p:cNvPr>
          <p:cNvSpPr>
            <a:spLocks noGrp="1"/>
          </p:cNvSpPr>
          <p:nvPr>
            <p:ph sz="half" idx="2"/>
          </p:nvPr>
        </p:nvSpPr>
        <p:spPr>
          <a:xfrm>
            <a:off x="1050879" y="2296161"/>
            <a:ext cx="4788505" cy="3846012"/>
          </a:xfrm>
        </p:spPr>
        <p:txBody>
          <a:bodyPr vert="horz" lIns="91440" tIns="45720" rIns="91440" bIns="45720" rtlCol="0">
            <a:normAutofit/>
          </a:bodyPr>
          <a:lstStyle/>
          <a:p>
            <a:r>
              <a:rPr lang="en-US" dirty="0"/>
              <a:t>Admins have a dedicated panel to view all users, promote/demote roles, and delete accounts. Access is protected by the @admin_required decorator which blocks non-admins with a 403 error.</a:t>
            </a:r>
          </a:p>
          <a:p>
            <a:pPr marL="0" indent="0">
              <a:buNone/>
            </a:pPr>
            <a:endParaRPr lang="en-US" dirty="0"/>
          </a:p>
        </p:txBody>
      </p:sp>
      <p:pic>
        <p:nvPicPr>
          <p:cNvPr id="6" name="Content Placeholder 5" descr="A screenshot of a computer&#10;&#10;Description automatically generated">
            <a:extLst>
              <a:ext uri="{FF2B5EF4-FFF2-40B4-BE49-F238E27FC236}">
                <a16:creationId xmlns:a16="http://schemas.microsoft.com/office/drawing/2014/main" id="{1CC552AC-2168-7DF7-D5FF-190C4B4A05F8}"/>
              </a:ext>
            </a:extLst>
          </p:cNvPr>
          <p:cNvPicPr>
            <a:picLocks noGrp="1" noChangeAspect="1"/>
          </p:cNvPicPr>
          <p:nvPr>
            <p:ph sz="half" idx="1"/>
          </p:nvPr>
        </p:nvPicPr>
        <p:blipFill>
          <a:blip r:embed="rId5">
            <a:extLst>
              <a:ext uri="{28A0092B-C50C-407E-A947-70E740481C1C}">
                <a14:useLocalDpi xmlns:a14="http://schemas.microsoft.com/office/drawing/2010/main" val="0"/>
              </a:ext>
            </a:extLst>
          </a:blip>
          <a:stretch>
            <a:fillRect/>
          </a:stretch>
        </p:blipFill>
        <p:spPr>
          <a:xfrm>
            <a:off x="6450426" y="2404770"/>
            <a:ext cx="4788505" cy="2992814"/>
          </a:xfrm>
          <a:prstGeom prst="rect">
            <a:avLst/>
          </a:prstGeom>
          <a:ln>
            <a:noFill/>
          </a:ln>
          <a:effectLst>
            <a:outerShdw blurRad="292100" dist="139700" dir="2700000" algn="tl" rotWithShape="0">
              <a:srgbClr val="333333">
                <a:alpha val="65000"/>
              </a:srgbClr>
            </a:outerShdw>
          </a:effectLst>
        </p:spPr>
      </p:pic>
      <p:sp>
        <p:nvSpPr>
          <p:cNvPr id="19" name="Freeform: Shape 18">
            <a:extLst>
              <a:ext uri="{FF2B5EF4-FFF2-40B4-BE49-F238E27FC236}">
                <a16:creationId xmlns:a16="http://schemas.microsoft.com/office/drawing/2014/main" id="{C64E267B-3F5A-4357-9E7F-C5FBE5D3B1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50426" y="5902730"/>
            <a:ext cx="5741575" cy="955271"/>
          </a:xfrm>
          <a:custGeom>
            <a:avLst/>
            <a:gdLst>
              <a:gd name="connsiteX0" fmla="*/ 5741575 w 5741575"/>
              <a:gd name="connsiteY0" fmla="*/ 0 h 955271"/>
              <a:gd name="connsiteX1" fmla="*/ 5741575 w 5741575"/>
              <a:gd name="connsiteY1" fmla="*/ 955271 h 955271"/>
              <a:gd name="connsiteX2" fmla="*/ 0 w 5741575"/>
              <a:gd name="connsiteY2" fmla="*/ 955271 h 955271"/>
              <a:gd name="connsiteX3" fmla="*/ 8558 w 5741575"/>
              <a:gd name="connsiteY3" fmla="*/ 953971 h 955271"/>
              <a:gd name="connsiteX4" fmla="*/ 16894 w 5741575"/>
              <a:gd name="connsiteY4" fmla="*/ 953847 h 955271"/>
              <a:gd name="connsiteX5" fmla="*/ 28156 w 5741575"/>
              <a:gd name="connsiteY5" fmla="*/ 951374 h 955271"/>
              <a:gd name="connsiteX6" fmla="*/ 28293 w 5741575"/>
              <a:gd name="connsiteY6" fmla="*/ 950971 h 955271"/>
              <a:gd name="connsiteX7" fmla="*/ 39115 w 5741575"/>
              <a:gd name="connsiteY7" fmla="*/ 949326 h 955271"/>
              <a:gd name="connsiteX8" fmla="*/ 93851 w 5741575"/>
              <a:gd name="connsiteY8" fmla="*/ 945611 h 955271"/>
              <a:gd name="connsiteX9" fmla="*/ 148657 w 5741575"/>
              <a:gd name="connsiteY9" fmla="*/ 898134 h 955271"/>
              <a:gd name="connsiteX10" fmla="*/ 174554 w 5741575"/>
              <a:gd name="connsiteY10" fmla="*/ 886351 h 955271"/>
              <a:gd name="connsiteX11" fmla="*/ 187633 w 5741575"/>
              <a:gd name="connsiteY11" fmla="*/ 878226 h 955271"/>
              <a:gd name="connsiteX12" fmla="*/ 187961 w 5741575"/>
              <a:gd name="connsiteY12" fmla="*/ 876538 h 955271"/>
              <a:gd name="connsiteX13" fmla="*/ 240501 w 5741575"/>
              <a:gd name="connsiteY13" fmla="*/ 873150 h 955271"/>
              <a:gd name="connsiteX14" fmla="*/ 246345 w 5741575"/>
              <a:gd name="connsiteY14" fmla="*/ 869942 h 955271"/>
              <a:gd name="connsiteX15" fmla="*/ 282041 w 5741575"/>
              <a:gd name="connsiteY15" fmla="*/ 871263 h 955271"/>
              <a:gd name="connsiteX16" fmla="*/ 299711 w 5741575"/>
              <a:gd name="connsiteY16" fmla="*/ 870064 h 955271"/>
              <a:gd name="connsiteX17" fmla="*/ 306299 w 5741575"/>
              <a:gd name="connsiteY17" fmla="*/ 873609 h 955271"/>
              <a:gd name="connsiteX18" fmla="*/ 331571 w 5741575"/>
              <a:gd name="connsiteY18" fmla="*/ 869866 h 955271"/>
              <a:gd name="connsiteX19" fmla="*/ 333872 w 5741575"/>
              <a:gd name="connsiteY19" fmla="*/ 867971 h 955271"/>
              <a:gd name="connsiteX20" fmla="*/ 356953 w 5741575"/>
              <a:gd name="connsiteY20" fmla="*/ 870334 h 955271"/>
              <a:gd name="connsiteX21" fmla="*/ 379005 w 5741575"/>
              <a:gd name="connsiteY21" fmla="*/ 878900 h 955271"/>
              <a:gd name="connsiteX22" fmla="*/ 585428 w 5741575"/>
              <a:gd name="connsiteY22" fmla="*/ 826440 h 955271"/>
              <a:gd name="connsiteX23" fmla="*/ 787156 w 5741575"/>
              <a:gd name="connsiteY23" fmla="*/ 838447 h 955271"/>
              <a:gd name="connsiteX24" fmla="*/ 898586 w 5741575"/>
              <a:gd name="connsiteY24" fmla="*/ 808502 h 955271"/>
              <a:gd name="connsiteX25" fmla="*/ 924063 w 5741575"/>
              <a:gd name="connsiteY25" fmla="*/ 770210 h 955271"/>
              <a:gd name="connsiteX26" fmla="*/ 1212574 w 5741575"/>
              <a:gd name="connsiteY26" fmla="*/ 724238 h 955271"/>
              <a:gd name="connsiteX27" fmla="*/ 1280768 w 5741575"/>
              <a:gd name="connsiteY27" fmla="*/ 699122 h 955271"/>
              <a:gd name="connsiteX28" fmla="*/ 1352027 w 5741575"/>
              <a:gd name="connsiteY28" fmla="*/ 704323 h 955271"/>
              <a:gd name="connsiteX29" fmla="*/ 1374314 w 5741575"/>
              <a:gd name="connsiteY29" fmla="*/ 688815 h 955271"/>
              <a:gd name="connsiteX30" fmla="*/ 1378034 w 5741575"/>
              <a:gd name="connsiteY30" fmla="*/ 685842 h 955271"/>
              <a:gd name="connsiteX31" fmla="*/ 1395604 w 5741575"/>
              <a:gd name="connsiteY31" fmla="*/ 680460 h 955271"/>
              <a:gd name="connsiteX32" fmla="*/ 1397206 w 5741575"/>
              <a:gd name="connsiteY32" fmla="*/ 670793 h 955271"/>
              <a:gd name="connsiteX33" fmla="*/ 1421250 w 5741575"/>
              <a:gd name="connsiteY33" fmla="*/ 656855 h 955271"/>
              <a:gd name="connsiteX34" fmla="*/ 1454524 w 5741575"/>
              <a:gd name="connsiteY34" fmla="*/ 649224 h 955271"/>
              <a:gd name="connsiteX35" fmla="*/ 1616217 w 5741575"/>
              <a:gd name="connsiteY35" fmla="*/ 622107 h 955271"/>
              <a:gd name="connsiteX36" fmla="*/ 1710928 w 5741575"/>
              <a:gd name="connsiteY36" fmla="*/ 600666 h 955271"/>
              <a:gd name="connsiteX37" fmla="*/ 1743718 w 5741575"/>
              <a:gd name="connsiteY37" fmla="*/ 584327 h 955271"/>
              <a:gd name="connsiteX38" fmla="*/ 1791651 w 5741575"/>
              <a:gd name="connsiteY38" fmla="*/ 567019 h 955271"/>
              <a:gd name="connsiteX39" fmla="*/ 1873778 w 5741575"/>
              <a:gd name="connsiteY39" fmla="*/ 530130 h 955271"/>
              <a:gd name="connsiteX40" fmla="*/ 1988411 w 5741575"/>
              <a:gd name="connsiteY40" fmla="*/ 491599 h 955271"/>
              <a:gd name="connsiteX41" fmla="*/ 2085507 w 5741575"/>
              <a:gd name="connsiteY41" fmla="*/ 498527 h 955271"/>
              <a:gd name="connsiteX42" fmla="*/ 2090767 w 5741575"/>
              <a:gd name="connsiteY42" fmla="*/ 490616 h 955271"/>
              <a:gd name="connsiteX43" fmla="*/ 2151143 w 5741575"/>
              <a:gd name="connsiteY43" fmla="*/ 478332 h 955271"/>
              <a:gd name="connsiteX44" fmla="*/ 2378710 w 5741575"/>
              <a:gd name="connsiteY44" fmla="*/ 477570 h 955271"/>
              <a:gd name="connsiteX45" fmla="*/ 2496256 w 5741575"/>
              <a:gd name="connsiteY45" fmla="*/ 452396 h 955271"/>
              <a:gd name="connsiteX46" fmla="*/ 2535387 w 5741575"/>
              <a:gd name="connsiteY46" fmla="*/ 436645 h 955271"/>
              <a:gd name="connsiteX47" fmla="*/ 2601109 w 5741575"/>
              <a:gd name="connsiteY47" fmla="*/ 410678 h 955271"/>
              <a:gd name="connsiteX48" fmla="*/ 2643855 w 5741575"/>
              <a:gd name="connsiteY48" fmla="*/ 374482 h 955271"/>
              <a:gd name="connsiteX49" fmla="*/ 2657726 w 5741575"/>
              <a:gd name="connsiteY49" fmla="*/ 365841 h 955271"/>
              <a:gd name="connsiteX50" fmla="*/ 2687125 w 5741575"/>
              <a:gd name="connsiteY50" fmla="*/ 366820 h 955271"/>
              <a:gd name="connsiteX51" fmla="*/ 2697479 w 5741575"/>
              <a:gd name="connsiteY51" fmla="*/ 361430 h 955271"/>
              <a:gd name="connsiteX52" fmla="*/ 2701547 w 5741575"/>
              <a:gd name="connsiteY52" fmla="*/ 361545 h 955271"/>
              <a:gd name="connsiteX53" fmla="*/ 2711054 w 5741575"/>
              <a:gd name="connsiteY53" fmla="*/ 360597 h 955271"/>
              <a:gd name="connsiteX54" fmla="*/ 2710438 w 5741575"/>
              <a:gd name="connsiteY54" fmla="*/ 366958 h 955271"/>
              <a:gd name="connsiteX55" fmla="*/ 2722936 w 5741575"/>
              <a:gd name="connsiteY55" fmla="*/ 377633 h 955271"/>
              <a:gd name="connsiteX56" fmla="*/ 2777227 w 5741575"/>
              <a:gd name="connsiteY56" fmla="*/ 368972 h 955271"/>
              <a:gd name="connsiteX57" fmla="*/ 2779510 w 5741575"/>
              <a:gd name="connsiteY57" fmla="*/ 361652 h 955271"/>
              <a:gd name="connsiteX58" fmla="*/ 2786278 w 5741575"/>
              <a:gd name="connsiteY58" fmla="*/ 359869 h 955271"/>
              <a:gd name="connsiteX59" fmla="*/ 2792101 w 5741575"/>
              <a:gd name="connsiteY59" fmla="*/ 365927 h 955271"/>
              <a:gd name="connsiteX60" fmla="*/ 2885545 w 5741575"/>
              <a:gd name="connsiteY60" fmla="*/ 372818 h 955271"/>
              <a:gd name="connsiteX61" fmla="*/ 3009558 w 5741575"/>
              <a:gd name="connsiteY61" fmla="*/ 370573 h 955271"/>
              <a:gd name="connsiteX62" fmla="*/ 3095010 w 5741575"/>
              <a:gd name="connsiteY62" fmla="*/ 332454 h 955271"/>
              <a:gd name="connsiteX63" fmla="*/ 3103742 w 5741575"/>
              <a:gd name="connsiteY63" fmla="*/ 337974 h 955271"/>
              <a:gd name="connsiteX64" fmla="*/ 3165093 w 5741575"/>
              <a:gd name="connsiteY64" fmla="*/ 329459 h 955271"/>
              <a:gd name="connsiteX65" fmla="*/ 3373785 w 5741575"/>
              <a:gd name="connsiteY65" fmla="*/ 255680 h 955271"/>
              <a:gd name="connsiteX66" fmla="*/ 3493851 w 5741575"/>
              <a:gd name="connsiteY66" fmla="*/ 240255 h 955271"/>
              <a:gd name="connsiteX67" fmla="*/ 3537470 w 5741575"/>
              <a:gd name="connsiteY67" fmla="*/ 241867 h 955271"/>
              <a:gd name="connsiteX68" fmla="*/ 3610489 w 5741575"/>
              <a:gd name="connsiteY68" fmla="*/ 244128 h 955271"/>
              <a:gd name="connsiteX69" fmla="*/ 3667539 w 5741575"/>
              <a:gd name="connsiteY69" fmla="*/ 263271 h 955271"/>
              <a:gd name="connsiteX70" fmla="*/ 3727614 w 5741575"/>
              <a:gd name="connsiteY70" fmla="*/ 258245 h 955271"/>
              <a:gd name="connsiteX71" fmla="*/ 3738369 w 5741575"/>
              <a:gd name="connsiteY71" fmla="*/ 234506 h 955271"/>
              <a:gd name="connsiteX72" fmla="*/ 3803670 w 5741575"/>
              <a:gd name="connsiteY72" fmla="*/ 236457 h 955271"/>
              <a:gd name="connsiteX73" fmla="*/ 3903080 w 5741575"/>
              <a:gd name="connsiteY73" fmla="*/ 241890 h 955271"/>
              <a:gd name="connsiteX74" fmla="*/ 3959588 w 5741575"/>
              <a:gd name="connsiteY74" fmla="*/ 239195 h 955271"/>
              <a:gd name="connsiteX75" fmla="*/ 4114838 w 5741575"/>
              <a:gd name="connsiteY75" fmla="*/ 238165 h 955271"/>
              <a:gd name="connsiteX76" fmla="*/ 4271023 w 5741575"/>
              <a:gd name="connsiteY76" fmla="*/ 241959 h 955271"/>
              <a:gd name="connsiteX77" fmla="*/ 4367397 w 5741575"/>
              <a:gd name="connsiteY77" fmla="*/ 271442 h 955271"/>
              <a:gd name="connsiteX78" fmla="*/ 4495366 w 5741575"/>
              <a:gd name="connsiteY78" fmla="*/ 271618 h 955271"/>
              <a:gd name="connsiteX79" fmla="*/ 4517347 w 5741575"/>
              <a:gd name="connsiteY79" fmla="*/ 275639 h 955271"/>
              <a:gd name="connsiteX80" fmla="*/ 4546116 w 5741575"/>
              <a:gd name="connsiteY80" fmla="*/ 268568 h 955271"/>
              <a:gd name="connsiteX81" fmla="*/ 4661259 w 5741575"/>
              <a:gd name="connsiteY81" fmla="*/ 238966 h 955271"/>
              <a:gd name="connsiteX82" fmla="*/ 4750403 w 5741575"/>
              <a:gd name="connsiteY82" fmla="*/ 204364 h 955271"/>
              <a:gd name="connsiteX83" fmla="*/ 4867614 w 5741575"/>
              <a:gd name="connsiteY83" fmla="*/ 208668 h 955271"/>
              <a:gd name="connsiteX84" fmla="*/ 4937036 w 5741575"/>
              <a:gd name="connsiteY84" fmla="*/ 195446 h 955271"/>
              <a:gd name="connsiteX85" fmla="*/ 5047626 w 5741575"/>
              <a:gd name="connsiteY85" fmla="*/ 149604 h 955271"/>
              <a:gd name="connsiteX86" fmla="*/ 5200247 w 5741575"/>
              <a:gd name="connsiteY86" fmla="*/ 142695 h 955271"/>
              <a:gd name="connsiteX87" fmla="*/ 5235691 w 5741575"/>
              <a:gd name="connsiteY87" fmla="*/ 173330 h 955271"/>
              <a:gd name="connsiteX88" fmla="*/ 5280133 w 5741575"/>
              <a:gd name="connsiteY88" fmla="*/ 189342 h 955271"/>
              <a:gd name="connsiteX89" fmla="*/ 5291963 w 5741575"/>
              <a:gd name="connsiteY89" fmla="*/ 139446 h 955271"/>
              <a:gd name="connsiteX90" fmla="*/ 5418472 w 5741575"/>
              <a:gd name="connsiteY90" fmla="*/ 89163 h 955271"/>
              <a:gd name="connsiteX91" fmla="*/ 5482354 w 5741575"/>
              <a:gd name="connsiteY91" fmla="*/ 69470 h 955271"/>
              <a:gd name="connsiteX92" fmla="*/ 5583280 w 5741575"/>
              <a:gd name="connsiteY92" fmla="*/ 49787 h 955271"/>
              <a:gd name="connsiteX93" fmla="*/ 5613766 w 5741575"/>
              <a:gd name="connsiteY93" fmla="*/ 41855 h 955271"/>
              <a:gd name="connsiteX94" fmla="*/ 5684952 w 5741575"/>
              <a:gd name="connsiteY94" fmla="*/ 26088 h 9552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Lst>
            <a:rect l="l" t="t" r="r" b="b"/>
            <a:pathLst>
              <a:path w="5741575" h="955271">
                <a:moveTo>
                  <a:pt x="5741575" y="0"/>
                </a:moveTo>
                <a:lnTo>
                  <a:pt x="5741575" y="955271"/>
                </a:lnTo>
                <a:lnTo>
                  <a:pt x="0" y="955271"/>
                </a:lnTo>
                <a:lnTo>
                  <a:pt x="8558" y="953971"/>
                </a:lnTo>
                <a:lnTo>
                  <a:pt x="16894" y="953847"/>
                </a:lnTo>
                <a:cubicBezTo>
                  <a:pt x="22474" y="953361"/>
                  <a:pt x="25973" y="952524"/>
                  <a:pt x="28156" y="951374"/>
                </a:cubicBezTo>
                <a:cubicBezTo>
                  <a:pt x="28201" y="951240"/>
                  <a:pt x="28247" y="951105"/>
                  <a:pt x="28293" y="950971"/>
                </a:cubicBezTo>
                <a:lnTo>
                  <a:pt x="39115" y="949326"/>
                </a:lnTo>
                <a:cubicBezTo>
                  <a:pt x="57701" y="947335"/>
                  <a:pt x="76089" y="946141"/>
                  <a:pt x="93851" y="945611"/>
                </a:cubicBezTo>
                <a:cubicBezTo>
                  <a:pt x="99905" y="923404"/>
                  <a:pt x="170209" y="932855"/>
                  <a:pt x="148657" y="898134"/>
                </a:cubicBezTo>
                <a:cubicBezTo>
                  <a:pt x="172173" y="896348"/>
                  <a:pt x="191809" y="908449"/>
                  <a:pt x="174554" y="886351"/>
                </a:cubicBezTo>
                <a:cubicBezTo>
                  <a:pt x="182014" y="885083"/>
                  <a:pt x="185699" y="882087"/>
                  <a:pt x="187633" y="878226"/>
                </a:cubicBezTo>
                <a:cubicBezTo>
                  <a:pt x="187742" y="877663"/>
                  <a:pt x="187852" y="877101"/>
                  <a:pt x="187961" y="876538"/>
                </a:cubicBezTo>
                <a:lnTo>
                  <a:pt x="240501" y="873150"/>
                </a:lnTo>
                <a:lnTo>
                  <a:pt x="246345" y="869942"/>
                </a:lnTo>
                <a:lnTo>
                  <a:pt x="282041" y="871263"/>
                </a:lnTo>
                <a:lnTo>
                  <a:pt x="299711" y="870064"/>
                </a:lnTo>
                <a:lnTo>
                  <a:pt x="306299" y="873609"/>
                </a:lnTo>
                <a:cubicBezTo>
                  <a:pt x="312531" y="875279"/>
                  <a:pt x="320316" y="874896"/>
                  <a:pt x="331571" y="869866"/>
                </a:cubicBezTo>
                <a:lnTo>
                  <a:pt x="333872" y="867971"/>
                </a:lnTo>
                <a:lnTo>
                  <a:pt x="356953" y="870334"/>
                </a:lnTo>
                <a:cubicBezTo>
                  <a:pt x="364772" y="872042"/>
                  <a:pt x="372199" y="874762"/>
                  <a:pt x="379005" y="878900"/>
                </a:cubicBezTo>
                <a:cubicBezTo>
                  <a:pt x="436788" y="836391"/>
                  <a:pt x="512367" y="847456"/>
                  <a:pt x="585428" y="826440"/>
                </a:cubicBezTo>
                <a:cubicBezTo>
                  <a:pt x="600236" y="776571"/>
                  <a:pt x="751447" y="800939"/>
                  <a:pt x="787156" y="838447"/>
                </a:cubicBezTo>
                <a:cubicBezTo>
                  <a:pt x="767750" y="789794"/>
                  <a:pt x="977582" y="857915"/>
                  <a:pt x="898586" y="808502"/>
                </a:cubicBezTo>
                <a:cubicBezTo>
                  <a:pt x="926099" y="807167"/>
                  <a:pt x="944922" y="782490"/>
                  <a:pt x="924063" y="770210"/>
                </a:cubicBezTo>
                <a:cubicBezTo>
                  <a:pt x="1015917" y="786259"/>
                  <a:pt x="1117953" y="728408"/>
                  <a:pt x="1212574" y="724238"/>
                </a:cubicBezTo>
                <a:cubicBezTo>
                  <a:pt x="1245879" y="677520"/>
                  <a:pt x="1233543" y="716744"/>
                  <a:pt x="1280768" y="699122"/>
                </a:cubicBezTo>
                <a:cubicBezTo>
                  <a:pt x="1280824" y="735474"/>
                  <a:pt x="1333787" y="667235"/>
                  <a:pt x="1352027" y="704323"/>
                </a:cubicBezTo>
                <a:cubicBezTo>
                  <a:pt x="1360044" y="699941"/>
                  <a:pt x="1367234" y="694526"/>
                  <a:pt x="1374314" y="688815"/>
                </a:cubicBezTo>
                <a:lnTo>
                  <a:pt x="1378034" y="685842"/>
                </a:lnTo>
                <a:lnTo>
                  <a:pt x="1395604" y="680460"/>
                </a:lnTo>
                <a:lnTo>
                  <a:pt x="1397206" y="670793"/>
                </a:lnTo>
                <a:lnTo>
                  <a:pt x="1421250" y="656855"/>
                </a:lnTo>
                <a:cubicBezTo>
                  <a:pt x="1430770" y="652893"/>
                  <a:pt x="1441623" y="650105"/>
                  <a:pt x="1454524" y="649224"/>
                </a:cubicBezTo>
                <a:cubicBezTo>
                  <a:pt x="1502655" y="660482"/>
                  <a:pt x="1556151" y="606226"/>
                  <a:pt x="1616217" y="622107"/>
                </a:cubicBezTo>
                <a:cubicBezTo>
                  <a:pt x="1637755" y="624837"/>
                  <a:pt x="1701030" y="614257"/>
                  <a:pt x="1710928" y="600666"/>
                </a:cubicBezTo>
                <a:cubicBezTo>
                  <a:pt x="1723693" y="596072"/>
                  <a:pt x="1739861" y="597834"/>
                  <a:pt x="1743718" y="584327"/>
                </a:cubicBezTo>
                <a:cubicBezTo>
                  <a:pt x="1751098" y="567647"/>
                  <a:pt x="1801421" y="583831"/>
                  <a:pt x="1791651" y="567019"/>
                </a:cubicBezTo>
                <a:cubicBezTo>
                  <a:pt x="1827282" y="577929"/>
                  <a:pt x="1847642" y="542228"/>
                  <a:pt x="1873778" y="530130"/>
                </a:cubicBezTo>
                <a:cubicBezTo>
                  <a:pt x="1902425" y="541995"/>
                  <a:pt x="1929013" y="504913"/>
                  <a:pt x="1988411" y="491599"/>
                </a:cubicBezTo>
                <a:cubicBezTo>
                  <a:pt x="2020077" y="505546"/>
                  <a:pt x="2028363" y="482381"/>
                  <a:pt x="2085507" y="498527"/>
                </a:cubicBezTo>
                <a:cubicBezTo>
                  <a:pt x="2086719" y="495769"/>
                  <a:pt x="2088490" y="493104"/>
                  <a:pt x="2090767" y="490616"/>
                </a:cubicBezTo>
                <a:cubicBezTo>
                  <a:pt x="2103992" y="476161"/>
                  <a:pt x="2131025" y="470659"/>
                  <a:pt x="2151143" y="478332"/>
                </a:cubicBezTo>
                <a:cubicBezTo>
                  <a:pt x="2240088" y="497642"/>
                  <a:pt x="2310118" y="483043"/>
                  <a:pt x="2378710" y="477570"/>
                </a:cubicBezTo>
                <a:cubicBezTo>
                  <a:pt x="2454975" y="467585"/>
                  <a:pt x="2391576" y="437831"/>
                  <a:pt x="2496256" y="452396"/>
                </a:cubicBezTo>
                <a:cubicBezTo>
                  <a:pt x="2501503" y="436899"/>
                  <a:pt x="2513119" y="433980"/>
                  <a:pt x="2535387" y="436645"/>
                </a:cubicBezTo>
                <a:cubicBezTo>
                  <a:pt x="2572084" y="430778"/>
                  <a:pt x="2557124" y="397207"/>
                  <a:pt x="2601109" y="410678"/>
                </a:cubicBezTo>
                <a:cubicBezTo>
                  <a:pt x="2588000" y="393616"/>
                  <a:pt x="2667428" y="390302"/>
                  <a:pt x="2643855" y="374482"/>
                </a:cubicBezTo>
                <a:cubicBezTo>
                  <a:pt x="2648277" y="369169"/>
                  <a:pt x="2652937" y="366761"/>
                  <a:pt x="2657726" y="365841"/>
                </a:cubicBezTo>
                <a:cubicBezTo>
                  <a:pt x="2667303" y="363999"/>
                  <a:pt x="2677395" y="368107"/>
                  <a:pt x="2687125" y="366820"/>
                </a:cubicBezTo>
                <a:lnTo>
                  <a:pt x="2697479" y="361430"/>
                </a:lnTo>
                <a:lnTo>
                  <a:pt x="2701547" y="361545"/>
                </a:lnTo>
                <a:lnTo>
                  <a:pt x="2711054" y="360597"/>
                </a:lnTo>
                <a:lnTo>
                  <a:pt x="2710438" y="366958"/>
                </a:lnTo>
                <a:cubicBezTo>
                  <a:pt x="2708955" y="373111"/>
                  <a:pt x="2708038" y="379788"/>
                  <a:pt x="2722936" y="377633"/>
                </a:cubicBezTo>
                <a:cubicBezTo>
                  <a:pt x="2753511" y="370170"/>
                  <a:pt x="2766475" y="394972"/>
                  <a:pt x="2777227" y="368972"/>
                </a:cubicBezTo>
                <a:lnTo>
                  <a:pt x="2779510" y="361652"/>
                </a:lnTo>
                <a:lnTo>
                  <a:pt x="2786278" y="359869"/>
                </a:lnTo>
                <a:cubicBezTo>
                  <a:pt x="2789994" y="359750"/>
                  <a:pt x="2792255" y="361281"/>
                  <a:pt x="2792101" y="365927"/>
                </a:cubicBezTo>
                <a:cubicBezTo>
                  <a:pt x="2819315" y="344279"/>
                  <a:pt x="2855630" y="370297"/>
                  <a:pt x="2885545" y="372818"/>
                </a:cubicBezTo>
                <a:cubicBezTo>
                  <a:pt x="2905895" y="352581"/>
                  <a:pt x="2948591" y="377825"/>
                  <a:pt x="3009558" y="370573"/>
                </a:cubicBezTo>
                <a:cubicBezTo>
                  <a:pt x="3031640" y="347442"/>
                  <a:pt x="3050695" y="365935"/>
                  <a:pt x="3095010" y="332454"/>
                </a:cubicBezTo>
                <a:cubicBezTo>
                  <a:pt x="3097485" y="334582"/>
                  <a:pt x="3100426" y="336441"/>
                  <a:pt x="3103742" y="337974"/>
                </a:cubicBezTo>
                <a:cubicBezTo>
                  <a:pt x="3123005" y="346878"/>
                  <a:pt x="3150475" y="343067"/>
                  <a:pt x="3165093" y="329459"/>
                </a:cubicBezTo>
                <a:cubicBezTo>
                  <a:pt x="3236951" y="282673"/>
                  <a:pt x="3308286" y="273118"/>
                  <a:pt x="3373785" y="255680"/>
                </a:cubicBezTo>
                <a:cubicBezTo>
                  <a:pt x="3448540" y="239861"/>
                  <a:pt x="3405238" y="287846"/>
                  <a:pt x="3493851" y="240255"/>
                </a:cubicBezTo>
                <a:cubicBezTo>
                  <a:pt x="3506326" y="252723"/>
                  <a:pt x="3518405" y="251593"/>
                  <a:pt x="3537470" y="241867"/>
                </a:cubicBezTo>
                <a:cubicBezTo>
                  <a:pt x="3573967" y="235226"/>
                  <a:pt x="3576893" y="270855"/>
                  <a:pt x="3610489" y="244128"/>
                </a:cubicBezTo>
                <a:cubicBezTo>
                  <a:pt x="3606935" y="264036"/>
                  <a:pt x="3681284" y="241075"/>
                  <a:pt x="3667539" y="263271"/>
                </a:cubicBezTo>
                <a:cubicBezTo>
                  <a:pt x="3694251" y="276940"/>
                  <a:pt x="3701441" y="246803"/>
                  <a:pt x="3727614" y="258245"/>
                </a:cubicBezTo>
                <a:cubicBezTo>
                  <a:pt x="3754952" y="257751"/>
                  <a:pt x="3708960" y="240314"/>
                  <a:pt x="3738369" y="234506"/>
                </a:cubicBezTo>
                <a:cubicBezTo>
                  <a:pt x="3774580" y="230879"/>
                  <a:pt x="3768868" y="196201"/>
                  <a:pt x="3803670" y="236457"/>
                </a:cubicBezTo>
                <a:cubicBezTo>
                  <a:pt x="3839567" y="220301"/>
                  <a:pt x="3850064" y="239151"/>
                  <a:pt x="3903080" y="241890"/>
                </a:cubicBezTo>
                <a:cubicBezTo>
                  <a:pt x="3922859" y="227800"/>
                  <a:pt x="3941005" y="230826"/>
                  <a:pt x="3959588" y="239195"/>
                </a:cubicBezTo>
                <a:cubicBezTo>
                  <a:pt x="4009252" y="229421"/>
                  <a:pt x="4057491" y="239376"/>
                  <a:pt x="4114838" y="238165"/>
                </a:cubicBezTo>
                <a:cubicBezTo>
                  <a:pt x="4173784" y="217210"/>
                  <a:pt x="4209756" y="243378"/>
                  <a:pt x="4271023" y="241959"/>
                </a:cubicBezTo>
                <a:cubicBezTo>
                  <a:pt x="4326191" y="205535"/>
                  <a:pt x="4316856" y="279258"/>
                  <a:pt x="4367397" y="271442"/>
                </a:cubicBezTo>
                <a:cubicBezTo>
                  <a:pt x="4446016" y="235091"/>
                  <a:pt x="4369000" y="295343"/>
                  <a:pt x="4495366" y="271618"/>
                </a:cubicBezTo>
                <a:cubicBezTo>
                  <a:pt x="4501905" y="266287"/>
                  <a:pt x="4518077" y="269240"/>
                  <a:pt x="4517347" y="275639"/>
                </a:cubicBezTo>
                <a:cubicBezTo>
                  <a:pt x="4525170" y="272832"/>
                  <a:pt x="4542809" y="258800"/>
                  <a:pt x="4546116" y="268568"/>
                </a:cubicBezTo>
                <a:cubicBezTo>
                  <a:pt x="4586961" y="265354"/>
                  <a:pt x="4626617" y="255160"/>
                  <a:pt x="4661259" y="238966"/>
                </a:cubicBezTo>
                <a:cubicBezTo>
                  <a:pt x="4741966" y="247639"/>
                  <a:pt x="4693066" y="205693"/>
                  <a:pt x="4750403" y="204364"/>
                </a:cubicBezTo>
                <a:cubicBezTo>
                  <a:pt x="4798501" y="219113"/>
                  <a:pt x="4813319" y="201253"/>
                  <a:pt x="4867614" y="208668"/>
                </a:cubicBezTo>
                <a:cubicBezTo>
                  <a:pt x="4881621" y="174373"/>
                  <a:pt x="4917566" y="206761"/>
                  <a:pt x="4937036" y="195446"/>
                </a:cubicBezTo>
                <a:cubicBezTo>
                  <a:pt x="4974214" y="229763"/>
                  <a:pt x="5013321" y="152474"/>
                  <a:pt x="5047626" y="149604"/>
                </a:cubicBezTo>
                <a:cubicBezTo>
                  <a:pt x="5106046" y="150576"/>
                  <a:pt x="5172786" y="183138"/>
                  <a:pt x="5200247" y="142695"/>
                </a:cubicBezTo>
                <a:cubicBezTo>
                  <a:pt x="5206135" y="157748"/>
                  <a:pt x="5203071" y="179288"/>
                  <a:pt x="5235691" y="173330"/>
                </a:cubicBezTo>
                <a:cubicBezTo>
                  <a:pt x="5249654" y="179935"/>
                  <a:pt x="5254450" y="203448"/>
                  <a:pt x="5280133" y="189342"/>
                </a:cubicBezTo>
                <a:cubicBezTo>
                  <a:pt x="5244836" y="171370"/>
                  <a:pt x="5299493" y="163568"/>
                  <a:pt x="5291963" y="139446"/>
                </a:cubicBezTo>
                <a:cubicBezTo>
                  <a:pt x="5331555" y="120349"/>
                  <a:pt x="5427790" y="132865"/>
                  <a:pt x="5418472" y="89163"/>
                </a:cubicBezTo>
                <a:cubicBezTo>
                  <a:pt x="5428057" y="62053"/>
                  <a:pt x="5484665" y="97616"/>
                  <a:pt x="5482354" y="69470"/>
                </a:cubicBezTo>
                <a:cubicBezTo>
                  <a:pt x="5507119" y="85574"/>
                  <a:pt x="5545363" y="52240"/>
                  <a:pt x="5583280" y="49787"/>
                </a:cubicBezTo>
                <a:cubicBezTo>
                  <a:pt x="5589344" y="36484"/>
                  <a:pt x="5598103" y="36349"/>
                  <a:pt x="5613766" y="41855"/>
                </a:cubicBezTo>
                <a:cubicBezTo>
                  <a:pt x="5636621" y="41086"/>
                  <a:pt x="5660728" y="35034"/>
                  <a:pt x="5684952" y="26088"/>
                </a:cubicBezTo>
                <a:close/>
              </a:path>
            </a:pathLst>
          </a:custGeom>
          <a:solidFill>
            <a:srgbClr val="82766A">
              <a:alpha val="15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712558888"/>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53" name="Picture 52">
            <a:extLst>
              <a:ext uri="{FF2B5EF4-FFF2-40B4-BE49-F238E27FC236}">
                <a16:creationId xmlns:a16="http://schemas.microsoft.com/office/drawing/2014/main" id="{DEB2E8C4-C3E7-4048-A43D-9859510CFA98}"/>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2">
            <a:extLst>
              <a:ext uri="{28A0092B-C50C-407E-A947-70E740481C1C}">
                <a14:useLocalDpi xmlns:a14="http://schemas.microsoft.com/office/drawing/2010/main" val="0"/>
              </a:ext>
            </a:extLst>
          </a:blip>
          <a:stretch>
            <a:fillRect/>
          </a:stretch>
        </p:blipFill>
        <p:spPr>
          <a:xfrm>
            <a:off x="10905744" y="0"/>
            <a:ext cx="1286256" cy="6858000"/>
          </a:xfrm>
          <a:prstGeom prst="rect">
            <a:avLst/>
          </a:prstGeom>
        </p:spPr>
      </p:pic>
      <mc:AlternateContent xmlns:mc="http://schemas.openxmlformats.org/markup-compatibility/2006" xmlns:p14="http://schemas.microsoft.com/office/powerpoint/2010/main">
        <mc:Choice Requires="p14">
          <p:contentPart p14:bwMode="auto" r:id="rId3">
            <p14:nvContentPartPr>
              <p14:cNvPr id="55" name="Ink 54">
                <a:extLst>
                  <a:ext uri="{FF2B5EF4-FFF2-40B4-BE49-F238E27FC236}">
                    <a16:creationId xmlns:a16="http://schemas.microsoft.com/office/drawing/2014/main" id="{24D29CCB-7956-4E3E-8880-304085F04BF4}"/>
                  </a:ext>
                  <a:ext uri="{C183D7F6-B498-43B3-948B-1728B52AA6E4}">
                    <adec:decorative xmlns:adec="http://schemas.microsoft.com/office/drawing/2017/decorative" val="1"/>
                  </a:ext>
                </a:extLst>
              </p14:cNvPr>
              <p14:cNvContentPartPr>
                <a14:cpLocks xmlns:a14="http://schemas.microsoft.com/office/drawing/2010/main" noGrp="1" noRot="1" noChangeAspect="1" noMove="1" noResize="1" noEditPoints="1" noAdjustHandles="1" noChangeArrowheads="1" noChangeShapeType="1"/>
              </p14:cNvContentPartPr>
              <p14:nvPr>
                <p:extLst>
                  <p:ext uri="{386F3935-93C4-4BCD-93E2-E3B085C9AB24}">
                    <p16:designElem xmlns:p16="http://schemas.microsoft.com/office/powerpoint/2015/main" val="1"/>
                  </p:ext>
                </p:extLst>
              </p14:nvPr>
            </p14:nvContentPartPr>
            <p14:xfrm>
              <a:off x="12490710" y="6342652"/>
              <a:ext cx="360" cy="360"/>
            </p14:xfrm>
          </p:contentPart>
        </mc:Choice>
        <mc:Fallback xmlns="">
          <p:pic>
            <p:nvPicPr>
              <p:cNvPr id="55" name="Ink 54">
                <a:extLst>
                  <a:ext uri="{FF2B5EF4-FFF2-40B4-BE49-F238E27FC236}">
                    <a16:creationId xmlns:a16="http://schemas.microsoft.com/office/drawing/2014/main" id="{24D29CCB-7956-4E3E-8880-304085F04BF4}"/>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p:cNvPicPr>
              <p:nvPr/>
            </p:nvPicPr>
            <p:blipFill>
              <a:blip r:embed="rId4"/>
              <a:stretch>
                <a:fillRect/>
              </a:stretch>
            </p:blipFill>
            <p:spPr>
              <a:xfrm>
                <a:off x="12481710" y="6333652"/>
                <a:ext cx="18000" cy="18000"/>
              </a:xfrm>
              <a:prstGeom prst="rect">
                <a:avLst/>
              </a:prstGeom>
            </p:spPr>
          </p:pic>
        </mc:Fallback>
      </mc:AlternateContent>
      <p:sp useBgFill="1">
        <p:nvSpPr>
          <p:cNvPr id="57" name="Rectangle 56">
            <a:extLst>
              <a:ext uri="{FF2B5EF4-FFF2-40B4-BE49-F238E27FC236}">
                <a16:creationId xmlns:a16="http://schemas.microsoft.com/office/drawing/2014/main" id="{7666DE11-17E1-4DC7-B2B7-6DA2E6A9CE8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9" name="Rectangle 58">
            <a:extLst>
              <a:ext uri="{FF2B5EF4-FFF2-40B4-BE49-F238E27FC236}">
                <a16:creationId xmlns:a16="http://schemas.microsoft.com/office/drawing/2014/main" id="{B52E493E-0B27-4F3C-AA01-17F0A256411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837042" y="1"/>
            <a:ext cx="7354956" cy="6857999"/>
          </a:xfrm>
          <a:prstGeom prst="rect">
            <a:avLst/>
          </a:prstGeom>
          <a:solidFill>
            <a:srgbClr val="82766A">
              <a:alpha val="1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0FD39C23-17A0-59EB-1EC8-28448114ED08}"/>
              </a:ext>
            </a:extLst>
          </p:cNvPr>
          <p:cNvSpPr>
            <a:spLocks noGrp="1"/>
          </p:cNvSpPr>
          <p:nvPr>
            <p:ph type="title"/>
          </p:nvPr>
        </p:nvSpPr>
        <p:spPr>
          <a:xfrm>
            <a:off x="7166335" y="609601"/>
            <a:ext cx="3937094" cy="1216024"/>
          </a:xfrm>
        </p:spPr>
        <p:txBody>
          <a:bodyPr vert="horz" lIns="91440" tIns="45720" rIns="91440" bIns="45720" rtlCol="0" anchor="ctr">
            <a:normAutofit/>
          </a:bodyPr>
          <a:lstStyle/>
          <a:p>
            <a:pPr algn="ctr"/>
            <a:r>
              <a:rPr lang="en-US" dirty="0"/>
              <a:t>login</a:t>
            </a:r>
            <a:endParaRPr lang="en-US"/>
          </a:p>
        </p:txBody>
      </p:sp>
      <p:pic>
        <p:nvPicPr>
          <p:cNvPr id="11" name="Content Placeholder 10" descr="A screenshot of a computer&#10;&#10;Description automatically generated">
            <a:extLst>
              <a:ext uri="{FF2B5EF4-FFF2-40B4-BE49-F238E27FC236}">
                <a16:creationId xmlns:a16="http://schemas.microsoft.com/office/drawing/2014/main" id="{0A1D1885-D79F-8D96-85DF-C406823E2B7E}"/>
              </a:ext>
            </a:extLst>
          </p:cNvPr>
          <p:cNvPicPr>
            <a:picLocks noGrp="1" noChangeAspect="1"/>
          </p:cNvPicPr>
          <p:nvPr>
            <p:ph sz="half" idx="1"/>
          </p:nvPr>
        </p:nvPicPr>
        <p:blipFill>
          <a:blip r:embed="rId5">
            <a:extLst>
              <a:ext uri="{28A0092B-C50C-407E-A947-70E740481C1C}">
                <a14:useLocalDpi xmlns:a14="http://schemas.microsoft.com/office/drawing/2010/main" val="0"/>
              </a:ext>
            </a:extLst>
          </a:blip>
          <a:srcRect l="18094" r="17774"/>
          <a:stretch>
            <a:fillRect/>
          </a:stretch>
        </p:blipFill>
        <p:spPr>
          <a:xfrm>
            <a:off x="4" y="1"/>
            <a:ext cx="7037119" cy="6857999"/>
          </a:xfrm>
          <a:custGeom>
            <a:avLst/>
            <a:gdLst/>
            <a:ahLst/>
            <a:cxnLst/>
            <a:rect l="l" t="t" r="r" b="b"/>
            <a:pathLst>
              <a:path w="7037119" h="6857999">
                <a:moveTo>
                  <a:pt x="0" y="0"/>
                </a:moveTo>
                <a:lnTo>
                  <a:pt x="6964192" y="0"/>
                </a:lnTo>
                <a:lnTo>
                  <a:pt x="6958160" y="70714"/>
                </a:lnTo>
                <a:cubicBezTo>
                  <a:pt x="6951001" y="105084"/>
                  <a:pt x="6926062" y="125041"/>
                  <a:pt x="6922034" y="154825"/>
                </a:cubicBezTo>
                <a:cubicBezTo>
                  <a:pt x="6888738" y="184083"/>
                  <a:pt x="6875225" y="272154"/>
                  <a:pt x="6864029" y="301580"/>
                </a:cubicBezTo>
                <a:cubicBezTo>
                  <a:pt x="6850541" y="382476"/>
                  <a:pt x="6857766" y="543626"/>
                  <a:pt x="6842156" y="642469"/>
                </a:cubicBezTo>
                <a:cubicBezTo>
                  <a:pt x="6828250" y="715553"/>
                  <a:pt x="6832569" y="729947"/>
                  <a:pt x="6802087" y="818449"/>
                </a:cubicBezTo>
                <a:cubicBezTo>
                  <a:pt x="6828151" y="830541"/>
                  <a:pt x="6801214" y="859084"/>
                  <a:pt x="6798684" y="875396"/>
                </a:cubicBezTo>
                <a:cubicBezTo>
                  <a:pt x="6792414" y="895056"/>
                  <a:pt x="6762852" y="912465"/>
                  <a:pt x="6756983" y="952375"/>
                </a:cubicBezTo>
                <a:lnTo>
                  <a:pt x="6758478" y="972424"/>
                </a:lnTo>
                <a:lnTo>
                  <a:pt x="6752651" y="996407"/>
                </a:lnTo>
                <a:cubicBezTo>
                  <a:pt x="6744201" y="1040546"/>
                  <a:pt x="6736270" y="1086165"/>
                  <a:pt x="6716997" y="1091248"/>
                </a:cubicBezTo>
                <a:cubicBezTo>
                  <a:pt x="6678332" y="1122349"/>
                  <a:pt x="6707411" y="1240829"/>
                  <a:pt x="6657090" y="1307489"/>
                </a:cubicBezTo>
                <a:cubicBezTo>
                  <a:pt x="6621135" y="1444387"/>
                  <a:pt x="6524184" y="1590429"/>
                  <a:pt x="6508075" y="1709568"/>
                </a:cubicBezTo>
                <a:cubicBezTo>
                  <a:pt x="6474780" y="1738828"/>
                  <a:pt x="6473953" y="1782449"/>
                  <a:pt x="6462759" y="1811874"/>
                </a:cubicBezTo>
                <a:cubicBezTo>
                  <a:pt x="6449270" y="1892769"/>
                  <a:pt x="6399402" y="2130120"/>
                  <a:pt x="6383790" y="2228963"/>
                </a:cubicBezTo>
                <a:cubicBezTo>
                  <a:pt x="6369883" y="2302046"/>
                  <a:pt x="6399578" y="2316440"/>
                  <a:pt x="6369096" y="2404942"/>
                </a:cubicBezTo>
                <a:cubicBezTo>
                  <a:pt x="6395161" y="2417035"/>
                  <a:pt x="6368224" y="2445577"/>
                  <a:pt x="6365696" y="2461889"/>
                </a:cubicBezTo>
                <a:cubicBezTo>
                  <a:pt x="6359423" y="2481550"/>
                  <a:pt x="6329861" y="2498958"/>
                  <a:pt x="6323990" y="2538869"/>
                </a:cubicBezTo>
                <a:cubicBezTo>
                  <a:pt x="6317721" y="2603362"/>
                  <a:pt x="6317811" y="2723423"/>
                  <a:pt x="6299971" y="2852842"/>
                </a:cubicBezTo>
                <a:cubicBezTo>
                  <a:pt x="6296888" y="2889820"/>
                  <a:pt x="6314227" y="2924069"/>
                  <a:pt x="6305256" y="2965146"/>
                </a:cubicBezTo>
                <a:lnTo>
                  <a:pt x="6297430" y="3010980"/>
                </a:lnTo>
                <a:lnTo>
                  <a:pt x="6301903" y="3017531"/>
                </a:lnTo>
                <a:lnTo>
                  <a:pt x="6312288" y="3141762"/>
                </a:lnTo>
                <a:cubicBezTo>
                  <a:pt x="6310891" y="3148458"/>
                  <a:pt x="6311653" y="3156601"/>
                  <a:pt x="6317307" y="3167974"/>
                </a:cubicBezTo>
                <a:lnTo>
                  <a:pt x="6319343" y="3170223"/>
                </a:lnTo>
                <a:lnTo>
                  <a:pt x="6388791" y="3425292"/>
                </a:lnTo>
                <a:cubicBezTo>
                  <a:pt x="6411564" y="3519098"/>
                  <a:pt x="6451294" y="3670230"/>
                  <a:pt x="6473625" y="3778499"/>
                </a:cubicBezTo>
                <a:cubicBezTo>
                  <a:pt x="6461715" y="3876413"/>
                  <a:pt x="6479795" y="3911499"/>
                  <a:pt x="6488572" y="4010514"/>
                </a:cubicBezTo>
                <a:cubicBezTo>
                  <a:pt x="6537658" y="4041328"/>
                  <a:pt x="6522549" y="4094791"/>
                  <a:pt x="6542727" y="4142824"/>
                </a:cubicBezTo>
                <a:cubicBezTo>
                  <a:pt x="6562367" y="4174785"/>
                  <a:pt x="6560025" y="4194356"/>
                  <a:pt x="6574700" y="4253089"/>
                </a:cubicBezTo>
                <a:lnTo>
                  <a:pt x="6630782" y="4495230"/>
                </a:lnTo>
                <a:cubicBezTo>
                  <a:pt x="6629041" y="4518096"/>
                  <a:pt x="6642831" y="4583613"/>
                  <a:pt x="6657121" y="4592798"/>
                </a:cubicBezTo>
                <a:cubicBezTo>
                  <a:pt x="6662404" y="4605798"/>
                  <a:pt x="6661388" y="4622935"/>
                  <a:pt x="6675304" y="4625784"/>
                </a:cubicBezTo>
                <a:cubicBezTo>
                  <a:pt x="6692614" y="4632048"/>
                  <a:pt x="6678575" y="4686348"/>
                  <a:pt x="6695194" y="4674587"/>
                </a:cubicBezTo>
                <a:cubicBezTo>
                  <a:pt x="6692850" y="4684186"/>
                  <a:pt x="6692968" y="4695174"/>
                  <a:pt x="6694674" y="4706669"/>
                </a:cubicBezTo>
                <a:lnTo>
                  <a:pt x="6696125" y="4712312"/>
                </a:lnTo>
                <a:lnTo>
                  <a:pt x="6683308" y="4752491"/>
                </a:lnTo>
                <a:cubicBezTo>
                  <a:pt x="6668335" y="4814629"/>
                  <a:pt x="6667993" y="4870176"/>
                  <a:pt x="6662625" y="4924134"/>
                </a:cubicBezTo>
                <a:cubicBezTo>
                  <a:pt x="6658601" y="5004697"/>
                  <a:pt x="6700287" y="4943260"/>
                  <a:pt x="6666282" y="5049729"/>
                </a:cubicBezTo>
                <a:cubicBezTo>
                  <a:pt x="6680923" y="5057425"/>
                  <a:pt x="6681720" y="5069899"/>
                  <a:pt x="6674923" y="5092608"/>
                </a:cubicBezTo>
                <a:cubicBezTo>
                  <a:pt x="6674055" y="5131530"/>
                  <a:pt x="6710642" y="5120894"/>
                  <a:pt x="6688949" y="5164561"/>
                </a:cubicBezTo>
                <a:lnTo>
                  <a:pt x="6713476" y="5227429"/>
                </a:lnTo>
                <a:cubicBezTo>
                  <a:pt x="6707551" y="5224995"/>
                  <a:pt x="6700321" y="5279972"/>
                  <a:pt x="6699741" y="5295738"/>
                </a:cubicBezTo>
                <a:cubicBezTo>
                  <a:pt x="6701613" y="5328539"/>
                  <a:pt x="6674230" y="5338382"/>
                  <a:pt x="6698438" y="5353315"/>
                </a:cubicBezTo>
                <a:lnTo>
                  <a:pt x="6705394" y="5356747"/>
                </a:lnTo>
                <a:cubicBezTo>
                  <a:pt x="6705576" y="5359175"/>
                  <a:pt x="6705758" y="5361603"/>
                  <a:pt x="6705941" y="5364029"/>
                </a:cubicBezTo>
                <a:cubicBezTo>
                  <a:pt x="6705372" y="5367899"/>
                  <a:pt x="6703413" y="5370023"/>
                  <a:pt x="6698760" y="5369188"/>
                </a:cubicBezTo>
                <a:cubicBezTo>
                  <a:pt x="6715543" y="5400565"/>
                  <a:pt x="6682626" y="5434448"/>
                  <a:pt x="6674560" y="5465115"/>
                </a:cubicBezTo>
                <a:cubicBezTo>
                  <a:pt x="6691190" y="5489165"/>
                  <a:pt x="6702277" y="5478984"/>
                  <a:pt x="6698322" y="5543278"/>
                </a:cubicBezTo>
                <a:lnTo>
                  <a:pt x="6673987" y="5606762"/>
                </a:lnTo>
                <a:lnTo>
                  <a:pt x="6665359" y="5656986"/>
                </a:lnTo>
                <a:lnTo>
                  <a:pt x="6718420" y="5747675"/>
                </a:lnTo>
                <a:cubicBezTo>
                  <a:pt x="6736039" y="5788270"/>
                  <a:pt x="6794550" y="5740224"/>
                  <a:pt x="6786357" y="5797270"/>
                </a:cubicBezTo>
                <a:cubicBezTo>
                  <a:pt x="6803000" y="5835160"/>
                  <a:pt x="6831082" y="5856958"/>
                  <a:pt x="6834299" y="5897781"/>
                </a:cubicBezTo>
                <a:cubicBezTo>
                  <a:pt x="6850938" y="5902014"/>
                  <a:pt x="6860579" y="5910872"/>
                  <a:pt x="6848771" y="5936497"/>
                </a:cubicBezTo>
                <a:lnTo>
                  <a:pt x="6883460" y="6064046"/>
                </a:lnTo>
                <a:cubicBezTo>
                  <a:pt x="6906450" y="6070324"/>
                  <a:pt x="6870051" y="6102610"/>
                  <a:pt x="6896072" y="6107188"/>
                </a:cubicBezTo>
                <a:cubicBezTo>
                  <a:pt x="6912283" y="6129421"/>
                  <a:pt x="6963567" y="6167207"/>
                  <a:pt x="6980725" y="6197444"/>
                </a:cubicBezTo>
                <a:cubicBezTo>
                  <a:pt x="6947762" y="6297975"/>
                  <a:pt x="6995609" y="6226141"/>
                  <a:pt x="6999028" y="6288610"/>
                </a:cubicBezTo>
                <a:cubicBezTo>
                  <a:pt x="6997432" y="6346629"/>
                  <a:pt x="7058551" y="6337651"/>
                  <a:pt x="7021306" y="6426700"/>
                </a:cubicBezTo>
                <a:cubicBezTo>
                  <a:pt x="7020466" y="6447474"/>
                  <a:pt x="7026793" y="6469543"/>
                  <a:pt x="7033259" y="6489284"/>
                </a:cubicBezTo>
                <a:lnTo>
                  <a:pt x="7037119" y="6501140"/>
                </a:lnTo>
                <a:lnTo>
                  <a:pt x="7037119" y="6557754"/>
                </a:lnTo>
                <a:lnTo>
                  <a:pt x="7031649" y="6569925"/>
                </a:lnTo>
                <a:cubicBezTo>
                  <a:pt x="7023197" y="6591634"/>
                  <a:pt x="7028560" y="6588450"/>
                  <a:pt x="7011548" y="6615002"/>
                </a:cubicBezTo>
                <a:cubicBezTo>
                  <a:pt x="7016567" y="6637881"/>
                  <a:pt x="7011534" y="6732922"/>
                  <a:pt x="7021837" y="6743644"/>
                </a:cubicBezTo>
                <a:cubicBezTo>
                  <a:pt x="7023032" y="6757943"/>
                  <a:pt x="7005198" y="6842091"/>
                  <a:pt x="7006394" y="6856390"/>
                </a:cubicBezTo>
                <a:lnTo>
                  <a:pt x="7037119" y="6856494"/>
                </a:lnTo>
                <a:lnTo>
                  <a:pt x="7037119" y="6857999"/>
                </a:lnTo>
                <a:lnTo>
                  <a:pt x="0" y="6857999"/>
                </a:lnTo>
                <a:close/>
              </a:path>
            </a:pathLst>
          </a:custGeom>
        </p:spPr>
      </p:pic>
      <p:sp>
        <p:nvSpPr>
          <p:cNvPr id="4" name="Content Placeholder 3">
            <a:extLst>
              <a:ext uri="{FF2B5EF4-FFF2-40B4-BE49-F238E27FC236}">
                <a16:creationId xmlns:a16="http://schemas.microsoft.com/office/drawing/2014/main" id="{BF16D360-6CBD-19B3-C0AC-B8858B99EDE1}"/>
              </a:ext>
            </a:extLst>
          </p:cNvPr>
          <p:cNvSpPr>
            <a:spLocks noGrp="1"/>
          </p:cNvSpPr>
          <p:nvPr>
            <p:ph sz="half" idx="2"/>
          </p:nvPr>
        </p:nvSpPr>
        <p:spPr>
          <a:xfrm>
            <a:off x="7162799" y="2147356"/>
            <a:ext cx="3885061" cy="4107021"/>
          </a:xfrm>
        </p:spPr>
        <p:txBody>
          <a:bodyPr vert="horz" lIns="91440" tIns="45720" rIns="91440" bIns="45720" rtlCol="0">
            <a:normAutofit/>
          </a:bodyPr>
          <a:lstStyle/>
          <a:p>
            <a:r>
              <a:rPr lang="en-US" dirty="0"/>
              <a:t>User submits credentials → app fetches record from MongoDB → </a:t>
            </a:r>
            <a:r>
              <a:rPr lang="en-US"/>
              <a:t>check_password_hash</a:t>
            </a:r>
            <a:r>
              <a:rPr lang="en-US" dirty="0"/>
              <a:t> compares input to stored hash → if matched, session is created → user is redirected to dashboard.</a:t>
            </a:r>
          </a:p>
        </p:txBody>
      </p:sp>
    </p:spTree>
    <p:extLst>
      <p:ext uri="{BB962C8B-B14F-4D97-AF65-F5344CB8AC3E}">
        <p14:creationId xmlns:p14="http://schemas.microsoft.com/office/powerpoint/2010/main" val="3378243346"/>
      </p:ext>
    </p:extLst>
  </p:cSld>
  <p:clrMapOvr>
    <a:masterClrMapping/>
  </p:clrMapOvr>
  <p:transition spd="med">
    <p:pull/>
  </p:transition>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16" name="Picture 15">
            <a:extLst>
              <a:ext uri="{FF2B5EF4-FFF2-40B4-BE49-F238E27FC236}">
                <a16:creationId xmlns:a16="http://schemas.microsoft.com/office/drawing/2014/main" id="{DEB2E8C4-C3E7-4048-A43D-9859510CFA98}"/>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2">
            <a:extLst>
              <a:ext uri="{28A0092B-C50C-407E-A947-70E740481C1C}">
                <a14:useLocalDpi xmlns:a14="http://schemas.microsoft.com/office/drawing/2010/main" val="0"/>
              </a:ext>
            </a:extLst>
          </a:blip>
          <a:stretch>
            <a:fillRect/>
          </a:stretch>
        </p:blipFill>
        <p:spPr>
          <a:xfrm>
            <a:off x="10905744" y="0"/>
            <a:ext cx="1286256" cy="6858000"/>
          </a:xfrm>
          <a:prstGeom prst="rect">
            <a:avLst/>
          </a:prstGeom>
        </p:spPr>
      </p:pic>
      <mc:AlternateContent xmlns:mc="http://schemas.openxmlformats.org/markup-compatibility/2006" xmlns:p14="http://schemas.microsoft.com/office/powerpoint/2010/main">
        <mc:Choice Requires="p14">
          <p:contentPart p14:bwMode="auto" r:id="rId3">
            <p14:nvContentPartPr>
              <p14:cNvPr id="18" name="Ink 17">
                <a:extLst>
                  <a:ext uri="{FF2B5EF4-FFF2-40B4-BE49-F238E27FC236}">
                    <a16:creationId xmlns:a16="http://schemas.microsoft.com/office/drawing/2014/main" id="{24D29CCB-7956-4E3E-8880-304085F04BF4}"/>
                  </a:ext>
                  <a:ext uri="{C183D7F6-B498-43B3-948B-1728B52AA6E4}">
                    <adec:decorative xmlns:adec="http://schemas.microsoft.com/office/drawing/2017/decorative" val="1"/>
                  </a:ext>
                </a:extLst>
              </p14:cNvPr>
              <p14:cNvContentPartPr>
                <a14:cpLocks xmlns:a14="http://schemas.microsoft.com/office/drawing/2010/main" noGrp="1" noRot="1" noChangeAspect="1" noMove="1" noResize="1" noEditPoints="1" noAdjustHandles="1" noChangeArrowheads="1" noChangeShapeType="1"/>
              </p14:cNvContentPartPr>
              <p14:nvPr>
                <p:extLst>
                  <p:ext uri="{386F3935-93C4-4BCD-93E2-E3B085C9AB24}">
                    <p16:designElem xmlns:p16="http://schemas.microsoft.com/office/powerpoint/2015/main" val="1"/>
                  </p:ext>
                </p:extLst>
              </p14:nvPr>
            </p14:nvContentPartPr>
            <p14:xfrm>
              <a:off x="12490710" y="6342652"/>
              <a:ext cx="360" cy="360"/>
            </p14:xfrm>
          </p:contentPart>
        </mc:Choice>
        <mc:Fallback xmlns="">
          <p:pic>
            <p:nvPicPr>
              <p:cNvPr id="18" name="Ink 17">
                <a:extLst>
                  <a:ext uri="{FF2B5EF4-FFF2-40B4-BE49-F238E27FC236}">
                    <a16:creationId xmlns:a16="http://schemas.microsoft.com/office/drawing/2014/main" id="{24D29CCB-7956-4E3E-8880-304085F04BF4}"/>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p:cNvPicPr>
              <p:nvPr/>
            </p:nvPicPr>
            <p:blipFill>
              <a:blip r:embed="rId4"/>
              <a:stretch>
                <a:fillRect/>
              </a:stretch>
            </p:blipFill>
            <p:spPr>
              <a:xfrm>
                <a:off x="12481710" y="6333652"/>
                <a:ext cx="18000" cy="18000"/>
              </a:xfrm>
              <a:prstGeom prst="rect">
                <a:avLst/>
              </a:prstGeom>
            </p:spPr>
          </p:pic>
        </mc:Fallback>
      </mc:AlternateContent>
      <p:sp useBgFill="1">
        <p:nvSpPr>
          <p:cNvPr id="20" name="Rectangle 19">
            <a:extLst>
              <a:ext uri="{FF2B5EF4-FFF2-40B4-BE49-F238E27FC236}">
                <a16:creationId xmlns:a16="http://schemas.microsoft.com/office/drawing/2014/main" id="{23E547B5-89CF-4EC0-96DE-25771AED07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Rectangle 21">
            <a:extLst>
              <a:ext uri="{FF2B5EF4-FFF2-40B4-BE49-F238E27FC236}">
                <a16:creationId xmlns:a16="http://schemas.microsoft.com/office/drawing/2014/main" id="{B3437C99-FC8E-4311-B48A-F0C4C329B15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6940161" cy="6857999"/>
          </a:xfrm>
          <a:prstGeom prst="rect">
            <a:avLst/>
          </a:prstGeom>
          <a:solidFill>
            <a:srgbClr val="82766A">
              <a:alpha val="1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14F9E64-1086-7539-190F-BBBCF99CE135}"/>
              </a:ext>
            </a:extLst>
          </p:cNvPr>
          <p:cNvSpPr>
            <a:spLocks noGrp="1"/>
          </p:cNvSpPr>
          <p:nvPr>
            <p:ph type="title"/>
          </p:nvPr>
        </p:nvSpPr>
        <p:spPr>
          <a:xfrm>
            <a:off x="1050879" y="609601"/>
            <a:ext cx="4476464" cy="1216024"/>
          </a:xfrm>
        </p:spPr>
        <p:txBody>
          <a:bodyPr vert="horz" lIns="91440" tIns="45720" rIns="91440" bIns="45720" rtlCol="0" anchor="ctr">
            <a:normAutofit/>
          </a:bodyPr>
          <a:lstStyle/>
          <a:p>
            <a:pPr>
              <a:lnSpc>
                <a:spcPct val="100000"/>
              </a:lnSpc>
            </a:pPr>
            <a:r>
              <a:rPr lang="en-US" sz="2400"/>
              <a:t>Password hashing algorithm</a:t>
            </a:r>
          </a:p>
        </p:txBody>
      </p:sp>
      <p:sp>
        <p:nvSpPr>
          <p:cNvPr id="4" name="Content Placeholder 3">
            <a:extLst>
              <a:ext uri="{FF2B5EF4-FFF2-40B4-BE49-F238E27FC236}">
                <a16:creationId xmlns:a16="http://schemas.microsoft.com/office/drawing/2014/main" id="{1EFC715C-D112-AD99-338F-060E832C59F6}"/>
              </a:ext>
            </a:extLst>
          </p:cNvPr>
          <p:cNvSpPr>
            <a:spLocks noGrp="1"/>
          </p:cNvSpPr>
          <p:nvPr>
            <p:ph sz="half" idx="2"/>
          </p:nvPr>
        </p:nvSpPr>
        <p:spPr>
          <a:xfrm>
            <a:off x="1050879" y="2163685"/>
            <a:ext cx="3875963" cy="4107020"/>
          </a:xfrm>
        </p:spPr>
        <p:txBody>
          <a:bodyPr vert="horz" lIns="91440" tIns="45720" rIns="91440" bIns="45720" rtlCol="0">
            <a:normAutofit/>
          </a:bodyPr>
          <a:lstStyle/>
          <a:p>
            <a:r>
              <a:rPr lang="en-US" dirty="0"/>
              <a:t>Password hashing algorithm </a:t>
            </a:r>
            <a:r>
              <a:rPr lang="en-US"/>
              <a:t>Bcrypt</a:t>
            </a:r>
            <a:r>
              <a:rPr lang="en-US" dirty="0"/>
              <a:t> via </a:t>
            </a:r>
            <a:r>
              <a:rPr lang="en-US"/>
              <a:t>Werkzeug’s</a:t>
            </a:r>
            <a:r>
              <a:rPr lang="en-US" dirty="0"/>
              <a:t> </a:t>
            </a:r>
            <a:r>
              <a:rPr lang="en-US"/>
              <a:t>generate_password_hash</a:t>
            </a:r>
            <a:r>
              <a:rPr lang="en-US" dirty="0"/>
              <a:t> / </a:t>
            </a:r>
            <a:r>
              <a:rPr lang="en-US"/>
              <a:t>check_password_hash</a:t>
            </a:r>
            <a:r>
              <a:rPr lang="en-US" dirty="0"/>
              <a:t> .</a:t>
            </a:r>
          </a:p>
          <a:p>
            <a:r>
              <a:rPr lang="en-US" b="1" dirty="0"/>
              <a:t>Why hashing instead of plaintext?</a:t>
            </a:r>
          </a:p>
          <a:p>
            <a:r>
              <a:rPr lang="en-US" dirty="0"/>
              <a:t>If the database is breached, hashed passwords cannot be reversed. Plaintext storage means instant exposure of all user credentials.</a:t>
            </a:r>
          </a:p>
          <a:p>
            <a:pPr marL="0" indent="0">
              <a:buNone/>
            </a:pPr>
            <a:endParaRPr lang="en-US" dirty="0"/>
          </a:p>
        </p:txBody>
      </p:sp>
      <p:pic>
        <p:nvPicPr>
          <p:cNvPr id="11" name="Content Placeholder 10" descr="A screenshot of a computer&#10;&#10;Description automatically generated">
            <a:extLst>
              <a:ext uri="{FF2B5EF4-FFF2-40B4-BE49-F238E27FC236}">
                <a16:creationId xmlns:a16="http://schemas.microsoft.com/office/drawing/2014/main" id="{438381C8-970C-FFA9-6381-4C082D85F227}"/>
              </a:ext>
            </a:extLst>
          </p:cNvPr>
          <p:cNvPicPr>
            <a:picLocks noGrp="1" noChangeAspect="1"/>
          </p:cNvPicPr>
          <p:nvPr>
            <p:ph sz="half" idx="1"/>
          </p:nvPr>
        </p:nvPicPr>
        <p:blipFill>
          <a:blip r:embed="rId5">
            <a:extLst>
              <a:ext uri="{28A0092B-C50C-407E-A947-70E740481C1C}">
                <a14:useLocalDpi xmlns:a14="http://schemas.microsoft.com/office/drawing/2010/main" val="0"/>
              </a:ext>
            </a:extLst>
          </a:blip>
          <a:srcRect l="17839" r="19014" b="2"/>
          <a:stretch>
            <a:fillRect/>
          </a:stretch>
        </p:blipFill>
        <p:spPr>
          <a:xfrm>
            <a:off x="5251840" y="10"/>
            <a:ext cx="6940161" cy="6868876"/>
          </a:xfrm>
          <a:custGeom>
            <a:avLst/>
            <a:gdLst/>
            <a:ahLst/>
            <a:cxnLst/>
            <a:rect l="l" t="t" r="r" b="b"/>
            <a:pathLst>
              <a:path w="6940161" h="6857999">
                <a:moveTo>
                  <a:pt x="857190" y="0"/>
                </a:moveTo>
                <a:lnTo>
                  <a:pt x="6940161" y="0"/>
                </a:lnTo>
                <a:lnTo>
                  <a:pt x="6940161" y="6857999"/>
                </a:lnTo>
                <a:lnTo>
                  <a:pt x="496459" y="6857999"/>
                </a:lnTo>
                <a:lnTo>
                  <a:pt x="486507" y="6839466"/>
                </a:lnTo>
                <a:cubicBezTo>
                  <a:pt x="477389" y="6820641"/>
                  <a:pt x="471173" y="6801859"/>
                  <a:pt x="480078" y="6795812"/>
                </a:cubicBezTo>
                <a:cubicBezTo>
                  <a:pt x="475408" y="6761382"/>
                  <a:pt x="493736" y="6723009"/>
                  <a:pt x="482330" y="6676796"/>
                </a:cubicBezTo>
                <a:cubicBezTo>
                  <a:pt x="479519" y="6617030"/>
                  <a:pt x="476161" y="6634511"/>
                  <a:pt x="469648" y="6539722"/>
                </a:cubicBezTo>
                <a:cubicBezTo>
                  <a:pt x="459969" y="6498384"/>
                  <a:pt x="496382" y="6456575"/>
                  <a:pt x="477855" y="6433501"/>
                </a:cubicBezTo>
                <a:cubicBezTo>
                  <a:pt x="464018" y="6378655"/>
                  <a:pt x="442310" y="6325849"/>
                  <a:pt x="414008" y="6271586"/>
                </a:cubicBezTo>
                <a:cubicBezTo>
                  <a:pt x="378091" y="6226697"/>
                  <a:pt x="377466" y="6140798"/>
                  <a:pt x="299660" y="6080454"/>
                </a:cubicBezTo>
                <a:cubicBezTo>
                  <a:pt x="268606" y="6014324"/>
                  <a:pt x="244498" y="5964143"/>
                  <a:pt x="221239" y="5913249"/>
                </a:cubicBezTo>
                <a:cubicBezTo>
                  <a:pt x="210139" y="5897439"/>
                  <a:pt x="175369" y="5809427"/>
                  <a:pt x="160103" y="5775094"/>
                </a:cubicBezTo>
                <a:cubicBezTo>
                  <a:pt x="87298" y="5686529"/>
                  <a:pt x="103897" y="5672717"/>
                  <a:pt x="87873" y="5573809"/>
                </a:cubicBezTo>
                <a:cubicBezTo>
                  <a:pt x="76224" y="5541231"/>
                  <a:pt x="76748" y="5525076"/>
                  <a:pt x="57933" y="5490695"/>
                </a:cubicBezTo>
                <a:lnTo>
                  <a:pt x="30889" y="5398377"/>
                </a:lnTo>
                <a:lnTo>
                  <a:pt x="34140" y="5390971"/>
                </a:lnTo>
                <a:lnTo>
                  <a:pt x="35928" y="5390229"/>
                </a:lnTo>
                <a:lnTo>
                  <a:pt x="16968" y="5309266"/>
                </a:lnTo>
                <a:cubicBezTo>
                  <a:pt x="13970" y="5303642"/>
                  <a:pt x="-917" y="5289094"/>
                  <a:pt x="2490" y="5276920"/>
                </a:cubicBezTo>
                <a:lnTo>
                  <a:pt x="24907" y="5208159"/>
                </a:lnTo>
                <a:lnTo>
                  <a:pt x="31839" y="5162682"/>
                </a:lnTo>
                <a:cubicBezTo>
                  <a:pt x="28501" y="5155528"/>
                  <a:pt x="24609" y="5048935"/>
                  <a:pt x="18796" y="5043371"/>
                </a:cubicBezTo>
                <a:cubicBezTo>
                  <a:pt x="54584" y="4976689"/>
                  <a:pt x="5001" y="4985095"/>
                  <a:pt x="14358" y="4908985"/>
                </a:cubicBezTo>
                <a:cubicBezTo>
                  <a:pt x="17201" y="4816358"/>
                  <a:pt x="5675" y="4749418"/>
                  <a:pt x="4769" y="4643799"/>
                </a:cubicBezTo>
                <a:cubicBezTo>
                  <a:pt x="4111" y="4581455"/>
                  <a:pt x="-7137" y="4509050"/>
                  <a:pt x="7402" y="4395547"/>
                </a:cubicBezTo>
                <a:cubicBezTo>
                  <a:pt x="11591" y="4330720"/>
                  <a:pt x="28535" y="4313913"/>
                  <a:pt x="23462" y="4274064"/>
                </a:cubicBezTo>
                <a:cubicBezTo>
                  <a:pt x="22995" y="4245538"/>
                  <a:pt x="22530" y="4217012"/>
                  <a:pt x="22063" y="4188486"/>
                </a:cubicBezTo>
                <a:lnTo>
                  <a:pt x="24672" y="4170100"/>
                </a:lnTo>
                <a:lnTo>
                  <a:pt x="34973" y="4166123"/>
                </a:lnTo>
                <a:lnTo>
                  <a:pt x="26424" y="4120096"/>
                </a:lnTo>
                <a:cubicBezTo>
                  <a:pt x="28986" y="4109871"/>
                  <a:pt x="49338" y="4079429"/>
                  <a:pt x="47886" y="4066698"/>
                </a:cubicBezTo>
                <a:cubicBezTo>
                  <a:pt x="26522" y="4022850"/>
                  <a:pt x="34453" y="4030338"/>
                  <a:pt x="47327" y="3969172"/>
                </a:cubicBezTo>
                <a:cubicBezTo>
                  <a:pt x="40297" y="3948973"/>
                  <a:pt x="40044" y="3857354"/>
                  <a:pt x="53093" y="3844350"/>
                </a:cubicBezTo>
                <a:cubicBezTo>
                  <a:pt x="55739" y="3830819"/>
                  <a:pt x="50778" y="3815585"/>
                  <a:pt x="64866" y="3808459"/>
                </a:cubicBezTo>
                <a:cubicBezTo>
                  <a:pt x="81775" y="3797121"/>
                  <a:pt x="54599" y="3752382"/>
                  <a:pt x="74864" y="3757643"/>
                </a:cubicBezTo>
                <a:cubicBezTo>
                  <a:pt x="56224" y="3725828"/>
                  <a:pt x="74270" y="3660981"/>
                  <a:pt x="82640" y="3632606"/>
                </a:cubicBezTo>
                <a:cubicBezTo>
                  <a:pt x="85981" y="3582255"/>
                  <a:pt x="88778" y="3571708"/>
                  <a:pt x="89222" y="3534990"/>
                </a:cubicBezTo>
                <a:cubicBezTo>
                  <a:pt x="92019" y="3533125"/>
                  <a:pt x="80706" y="3481126"/>
                  <a:pt x="79835" y="3454133"/>
                </a:cubicBezTo>
                <a:cubicBezTo>
                  <a:pt x="78963" y="3427139"/>
                  <a:pt x="96173" y="3390611"/>
                  <a:pt x="83991" y="3373027"/>
                </a:cubicBezTo>
                <a:cubicBezTo>
                  <a:pt x="80767" y="3298527"/>
                  <a:pt x="69808" y="3290617"/>
                  <a:pt x="62958" y="3222737"/>
                </a:cubicBezTo>
                <a:cubicBezTo>
                  <a:pt x="59618" y="3146284"/>
                  <a:pt x="39695" y="3184007"/>
                  <a:pt x="49209" y="3118188"/>
                </a:cubicBezTo>
                <a:cubicBezTo>
                  <a:pt x="65221" y="3109217"/>
                  <a:pt x="85573" y="3024732"/>
                  <a:pt x="78480" y="3003808"/>
                </a:cubicBezTo>
                <a:cubicBezTo>
                  <a:pt x="78037" y="2966753"/>
                  <a:pt x="77812" y="2989870"/>
                  <a:pt x="77566" y="2944921"/>
                </a:cubicBezTo>
                <a:lnTo>
                  <a:pt x="94406" y="2877744"/>
                </a:lnTo>
                <a:cubicBezTo>
                  <a:pt x="87936" y="2880724"/>
                  <a:pt x="108480" y="2822146"/>
                  <a:pt x="108051" y="2807161"/>
                </a:cubicBezTo>
                <a:cubicBezTo>
                  <a:pt x="110507" y="2775643"/>
                  <a:pt x="80880" y="2769288"/>
                  <a:pt x="107377" y="2752347"/>
                </a:cubicBezTo>
                <a:lnTo>
                  <a:pt x="114975" y="2748299"/>
                </a:lnTo>
                <a:cubicBezTo>
                  <a:pt x="115205" y="2745962"/>
                  <a:pt x="115434" y="2743625"/>
                  <a:pt x="115663" y="2741288"/>
                </a:cubicBezTo>
                <a:cubicBezTo>
                  <a:pt x="115098" y="2737657"/>
                  <a:pt x="112995" y="2735847"/>
                  <a:pt x="107929" y="2737160"/>
                </a:cubicBezTo>
                <a:cubicBezTo>
                  <a:pt x="126569" y="2705347"/>
                  <a:pt x="119693" y="2699356"/>
                  <a:pt x="122707" y="2659631"/>
                </a:cubicBezTo>
                <a:cubicBezTo>
                  <a:pt x="135394" y="2612127"/>
                  <a:pt x="120483" y="2628594"/>
                  <a:pt x="145471" y="2573336"/>
                </a:cubicBezTo>
                <a:cubicBezTo>
                  <a:pt x="156086" y="2559732"/>
                  <a:pt x="170382" y="2541339"/>
                  <a:pt x="170626" y="2528057"/>
                </a:cubicBezTo>
                <a:lnTo>
                  <a:pt x="202713" y="2489594"/>
                </a:lnTo>
                <a:cubicBezTo>
                  <a:pt x="203853" y="2487774"/>
                  <a:pt x="204248" y="2473350"/>
                  <a:pt x="203650" y="2468303"/>
                </a:cubicBezTo>
                <a:lnTo>
                  <a:pt x="223316" y="2460480"/>
                </a:lnTo>
                <a:lnTo>
                  <a:pt x="215120" y="2423535"/>
                </a:lnTo>
                <a:lnTo>
                  <a:pt x="223455" y="2404394"/>
                </a:lnTo>
                <a:cubicBezTo>
                  <a:pt x="243490" y="2392610"/>
                  <a:pt x="229596" y="2347474"/>
                  <a:pt x="238853" y="2324643"/>
                </a:cubicBezTo>
                <a:cubicBezTo>
                  <a:pt x="239504" y="2297698"/>
                  <a:pt x="266477" y="2284202"/>
                  <a:pt x="272463" y="2255535"/>
                </a:cubicBezTo>
                <a:cubicBezTo>
                  <a:pt x="290597" y="2249648"/>
                  <a:pt x="306594" y="2207828"/>
                  <a:pt x="294092" y="2184679"/>
                </a:cubicBezTo>
                <a:lnTo>
                  <a:pt x="323221" y="2093132"/>
                </a:lnTo>
                <a:cubicBezTo>
                  <a:pt x="348282" y="2084587"/>
                  <a:pt x="366071" y="1985868"/>
                  <a:pt x="377324" y="1950235"/>
                </a:cubicBezTo>
                <a:cubicBezTo>
                  <a:pt x="397581" y="1920183"/>
                  <a:pt x="445208" y="1898905"/>
                  <a:pt x="457649" y="1861568"/>
                </a:cubicBezTo>
                <a:cubicBezTo>
                  <a:pt x="464664" y="1810687"/>
                  <a:pt x="447457" y="1869507"/>
                  <a:pt x="451972" y="1809499"/>
                </a:cubicBezTo>
                <a:cubicBezTo>
                  <a:pt x="450982" y="1754297"/>
                  <a:pt x="465413" y="1767680"/>
                  <a:pt x="474550" y="1693716"/>
                </a:cubicBezTo>
                <a:cubicBezTo>
                  <a:pt x="473258" y="1654244"/>
                  <a:pt x="481626" y="1627007"/>
                  <a:pt x="481301" y="1605195"/>
                </a:cubicBezTo>
                <a:cubicBezTo>
                  <a:pt x="490491" y="1568952"/>
                  <a:pt x="493569" y="1564518"/>
                  <a:pt x="497837" y="1516217"/>
                </a:cubicBezTo>
                <a:cubicBezTo>
                  <a:pt x="503639" y="1488452"/>
                  <a:pt x="534082" y="1457870"/>
                  <a:pt x="513281" y="1429841"/>
                </a:cubicBezTo>
                <a:cubicBezTo>
                  <a:pt x="527326" y="1412325"/>
                  <a:pt x="570430" y="1413592"/>
                  <a:pt x="550104" y="1380081"/>
                </a:cubicBezTo>
                <a:cubicBezTo>
                  <a:pt x="575583" y="1394128"/>
                  <a:pt x="551452" y="1335176"/>
                  <a:pt x="574526" y="1334891"/>
                </a:cubicBezTo>
                <a:cubicBezTo>
                  <a:pt x="593486" y="1336427"/>
                  <a:pt x="633157" y="1194568"/>
                  <a:pt x="638123" y="1185551"/>
                </a:cubicBezTo>
                <a:cubicBezTo>
                  <a:pt x="647468" y="1149210"/>
                  <a:pt x="657504" y="1148087"/>
                  <a:pt x="664747" y="1111168"/>
                </a:cubicBezTo>
                <a:cubicBezTo>
                  <a:pt x="679107" y="1057226"/>
                  <a:pt x="652121" y="1022543"/>
                  <a:pt x="664913" y="993353"/>
                </a:cubicBezTo>
                <a:cubicBezTo>
                  <a:pt x="684189" y="960214"/>
                  <a:pt x="707497" y="867450"/>
                  <a:pt x="721256" y="813953"/>
                </a:cubicBezTo>
                <a:cubicBezTo>
                  <a:pt x="734607" y="746430"/>
                  <a:pt x="738988" y="666470"/>
                  <a:pt x="745023" y="588218"/>
                </a:cubicBezTo>
                <a:cubicBezTo>
                  <a:pt x="735393" y="475380"/>
                  <a:pt x="719076" y="536119"/>
                  <a:pt x="725253" y="376479"/>
                </a:cubicBezTo>
                <a:lnTo>
                  <a:pt x="735457" y="280992"/>
                </a:lnTo>
                <a:cubicBezTo>
                  <a:pt x="735270" y="276227"/>
                  <a:pt x="742007" y="223140"/>
                  <a:pt x="741820" y="218374"/>
                </a:cubicBezTo>
                <a:lnTo>
                  <a:pt x="735299" y="188178"/>
                </a:lnTo>
                <a:lnTo>
                  <a:pt x="764938" y="152404"/>
                </a:lnTo>
                <a:cubicBezTo>
                  <a:pt x="776066" y="136342"/>
                  <a:pt x="783668" y="122048"/>
                  <a:pt x="802071" y="91810"/>
                </a:cubicBezTo>
                <a:lnTo>
                  <a:pt x="849585" y="3016"/>
                </a:lnTo>
                <a:close/>
              </a:path>
            </a:pathLst>
          </a:custGeom>
        </p:spPr>
      </p:pic>
    </p:spTree>
    <p:extLst>
      <p:ext uri="{BB962C8B-B14F-4D97-AF65-F5344CB8AC3E}">
        <p14:creationId xmlns:p14="http://schemas.microsoft.com/office/powerpoint/2010/main" val="538670103"/>
      </p:ext>
    </p:extLst>
  </p:cSld>
  <p:clrMapOvr>
    <a:masterClrMapping/>
  </p:clrMapOvr>
  <p:transition spd="slow">
    <p:wipe/>
  </p:transition>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19" name="Picture 18">
            <a:extLst>
              <a:ext uri="{FF2B5EF4-FFF2-40B4-BE49-F238E27FC236}">
                <a16:creationId xmlns:a16="http://schemas.microsoft.com/office/drawing/2014/main" id="{DEB2E8C4-C3E7-4048-A43D-9859510CFA98}"/>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2">
            <a:extLst>
              <a:ext uri="{28A0092B-C50C-407E-A947-70E740481C1C}">
                <a14:useLocalDpi xmlns:a14="http://schemas.microsoft.com/office/drawing/2010/main" val="0"/>
              </a:ext>
            </a:extLst>
          </a:blip>
          <a:stretch>
            <a:fillRect/>
          </a:stretch>
        </p:blipFill>
        <p:spPr>
          <a:xfrm>
            <a:off x="10905744" y="0"/>
            <a:ext cx="1286256" cy="6858000"/>
          </a:xfrm>
          <a:prstGeom prst="rect">
            <a:avLst/>
          </a:prstGeom>
        </p:spPr>
      </p:pic>
      <mc:AlternateContent xmlns:mc="http://schemas.openxmlformats.org/markup-compatibility/2006" xmlns:p14="http://schemas.microsoft.com/office/powerpoint/2010/main">
        <mc:Choice Requires="p14">
          <p:contentPart p14:bwMode="auto" r:id="rId3">
            <p14:nvContentPartPr>
              <p14:cNvPr id="21" name="Ink 20">
                <a:extLst>
                  <a:ext uri="{FF2B5EF4-FFF2-40B4-BE49-F238E27FC236}">
                    <a16:creationId xmlns:a16="http://schemas.microsoft.com/office/drawing/2014/main" id="{24D29CCB-7956-4E3E-8880-304085F04BF4}"/>
                  </a:ext>
                  <a:ext uri="{C183D7F6-B498-43B3-948B-1728B52AA6E4}">
                    <adec:decorative xmlns:adec="http://schemas.microsoft.com/office/drawing/2017/decorative" val="1"/>
                  </a:ext>
                </a:extLst>
              </p14:cNvPr>
              <p14:cNvContentPartPr>
                <a14:cpLocks xmlns:a14="http://schemas.microsoft.com/office/drawing/2010/main" noGrp="1" noRot="1" noChangeAspect="1" noMove="1" noResize="1" noEditPoints="1" noAdjustHandles="1" noChangeArrowheads="1" noChangeShapeType="1"/>
              </p14:cNvContentPartPr>
              <p14:nvPr>
                <p:extLst>
                  <p:ext uri="{386F3935-93C4-4BCD-93E2-E3B085C9AB24}">
                    <p16:designElem xmlns:p16="http://schemas.microsoft.com/office/powerpoint/2015/main" val="1"/>
                  </p:ext>
                </p:extLst>
              </p14:nvPr>
            </p14:nvContentPartPr>
            <p14:xfrm>
              <a:off x="12490710" y="6342652"/>
              <a:ext cx="360" cy="360"/>
            </p14:xfrm>
          </p:contentPart>
        </mc:Choice>
        <mc:Fallback xmlns="">
          <p:pic>
            <p:nvPicPr>
              <p:cNvPr id="21" name="Ink 20">
                <a:extLst>
                  <a:ext uri="{FF2B5EF4-FFF2-40B4-BE49-F238E27FC236}">
                    <a16:creationId xmlns:a16="http://schemas.microsoft.com/office/drawing/2014/main" id="{24D29CCB-7956-4E3E-8880-304085F04BF4}"/>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p:cNvPicPr>
              <p:nvPr/>
            </p:nvPicPr>
            <p:blipFill>
              <a:blip r:embed="rId4"/>
              <a:stretch>
                <a:fillRect/>
              </a:stretch>
            </p:blipFill>
            <p:spPr>
              <a:xfrm>
                <a:off x="12481710" y="6333652"/>
                <a:ext cx="18000" cy="18000"/>
              </a:xfrm>
              <a:prstGeom prst="rect">
                <a:avLst/>
              </a:prstGeom>
            </p:spPr>
          </p:pic>
        </mc:Fallback>
      </mc:AlternateContent>
      <p:sp useBgFill="1">
        <p:nvSpPr>
          <p:cNvPr id="23" name="Rectangle 22">
            <a:extLst>
              <a:ext uri="{FF2B5EF4-FFF2-40B4-BE49-F238E27FC236}">
                <a16:creationId xmlns:a16="http://schemas.microsoft.com/office/drawing/2014/main" id="{FCE8BBC4-555B-4EEA-8B5C-5B44656F9D7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D73BAF67-525F-7CEC-5EA3-12766108F528}"/>
              </a:ext>
            </a:extLst>
          </p:cNvPr>
          <p:cNvSpPr>
            <a:spLocks noGrp="1"/>
          </p:cNvSpPr>
          <p:nvPr>
            <p:ph type="title"/>
          </p:nvPr>
        </p:nvSpPr>
        <p:spPr>
          <a:xfrm>
            <a:off x="723901" y="603622"/>
            <a:ext cx="5004776" cy="2413425"/>
          </a:xfrm>
        </p:spPr>
        <p:txBody>
          <a:bodyPr vert="horz" lIns="91440" tIns="45720" rIns="91440" bIns="45720" rtlCol="0" anchor="ctr">
            <a:normAutofit/>
          </a:bodyPr>
          <a:lstStyle/>
          <a:p>
            <a:pPr algn="ctr"/>
            <a:r>
              <a:rPr lang="en-US" dirty="0"/>
              <a:t>roles</a:t>
            </a:r>
            <a:endParaRPr lang="en-US"/>
          </a:p>
        </p:txBody>
      </p:sp>
      <p:sp>
        <p:nvSpPr>
          <p:cNvPr id="25" name="Freeform: Shape 24">
            <a:extLst>
              <a:ext uri="{FF2B5EF4-FFF2-40B4-BE49-F238E27FC236}">
                <a16:creationId xmlns:a16="http://schemas.microsoft.com/office/drawing/2014/main" id="{44704DC3-DE99-4AC8-9945-00EF66EBB0A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991447" y="0"/>
            <a:ext cx="6200553" cy="6858000"/>
          </a:xfrm>
          <a:custGeom>
            <a:avLst/>
            <a:gdLst>
              <a:gd name="connsiteX0" fmla="*/ 509785 w 6292079"/>
              <a:gd name="connsiteY0" fmla="*/ 0 h 6858000"/>
              <a:gd name="connsiteX1" fmla="*/ 4089208 w 6292079"/>
              <a:gd name="connsiteY1" fmla="*/ 0 h 6858000"/>
              <a:gd name="connsiteX2" fmla="*/ 4500513 w 6292079"/>
              <a:gd name="connsiteY2" fmla="*/ 0 h 6858000"/>
              <a:gd name="connsiteX3" fmla="*/ 4642260 w 6292079"/>
              <a:gd name="connsiteY3" fmla="*/ 0 h 6858000"/>
              <a:gd name="connsiteX4" fmla="*/ 6127274 w 6292079"/>
              <a:gd name="connsiteY4" fmla="*/ 0 h 6858000"/>
              <a:gd name="connsiteX5" fmla="*/ 6292079 w 6292079"/>
              <a:gd name="connsiteY5" fmla="*/ 0 h 6858000"/>
              <a:gd name="connsiteX6" fmla="*/ 6292079 w 6292079"/>
              <a:gd name="connsiteY6" fmla="*/ 6858000 h 6858000"/>
              <a:gd name="connsiteX7" fmla="*/ 6127274 w 6292079"/>
              <a:gd name="connsiteY7" fmla="*/ 6858000 h 6858000"/>
              <a:gd name="connsiteX8" fmla="*/ 4642260 w 6292079"/>
              <a:gd name="connsiteY8" fmla="*/ 6858000 h 6858000"/>
              <a:gd name="connsiteX9" fmla="*/ 4500513 w 6292079"/>
              <a:gd name="connsiteY9" fmla="*/ 6858000 h 6858000"/>
              <a:gd name="connsiteX10" fmla="*/ 4089208 w 6292079"/>
              <a:gd name="connsiteY10" fmla="*/ 6858000 h 6858000"/>
              <a:gd name="connsiteX11" fmla="*/ 435967 w 6292079"/>
              <a:gd name="connsiteY11" fmla="*/ 6858000 h 6858000"/>
              <a:gd name="connsiteX12" fmla="*/ 439099 w 6292079"/>
              <a:gd name="connsiteY12" fmla="*/ 6835478 h 6858000"/>
              <a:gd name="connsiteX13" fmla="*/ 443695 w 6292079"/>
              <a:gd name="connsiteY13" fmla="*/ 6725985 h 6858000"/>
              <a:gd name="connsiteX14" fmla="*/ 428041 w 6292079"/>
              <a:gd name="connsiteY14" fmla="*/ 6661430 h 6858000"/>
              <a:gd name="connsiteX15" fmla="*/ 376884 w 6292079"/>
              <a:gd name="connsiteY15" fmla="*/ 6504597 h 6858000"/>
              <a:gd name="connsiteX16" fmla="*/ 269239 w 6292079"/>
              <a:gd name="connsiteY16" fmla="*/ 6290076 h 6858000"/>
              <a:gd name="connsiteX17" fmla="*/ 219811 w 6292079"/>
              <a:gd name="connsiteY17" fmla="*/ 6127001 h 6858000"/>
              <a:gd name="connsiteX18" fmla="*/ 205094 w 6292079"/>
              <a:gd name="connsiteY18" fmla="*/ 6073766 h 6858000"/>
              <a:gd name="connsiteX19" fmla="*/ 150183 w 6292079"/>
              <a:gd name="connsiteY19" fmla="*/ 6014538 h 6858000"/>
              <a:gd name="connsiteX20" fmla="*/ 117093 w 6292079"/>
              <a:gd name="connsiteY20" fmla="*/ 5729681 h 6858000"/>
              <a:gd name="connsiteX21" fmla="*/ 46363 w 6292079"/>
              <a:gd name="connsiteY21" fmla="*/ 5613732 h 6858000"/>
              <a:gd name="connsiteX22" fmla="*/ 29717 w 6292079"/>
              <a:gd name="connsiteY22" fmla="*/ 5572630 h 6858000"/>
              <a:gd name="connsiteX23" fmla="*/ 32614 w 6292079"/>
              <a:gd name="connsiteY23" fmla="*/ 5564839 h 6858000"/>
              <a:gd name="connsiteX24" fmla="*/ 34209 w 6292079"/>
              <a:gd name="connsiteY24" fmla="*/ 5564057 h 6858000"/>
              <a:gd name="connsiteX25" fmla="*/ 17311 w 6292079"/>
              <a:gd name="connsiteY25" fmla="*/ 5442591 h 6858000"/>
              <a:gd name="connsiteX26" fmla="*/ 16750 w 6292079"/>
              <a:gd name="connsiteY26" fmla="*/ 5415829 h 6858000"/>
              <a:gd name="connsiteX27" fmla="*/ 18217 w 6292079"/>
              <a:gd name="connsiteY27" fmla="*/ 5412980 h 6858000"/>
              <a:gd name="connsiteX28" fmla="*/ 12055 w 6292079"/>
              <a:gd name="connsiteY28" fmla="*/ 5390064 h 6858000"/>
              <a:gd name="connsiteX29" fmla="*/ 0 w 6292079"/>
              <a:gd name="connsiteY29" fmla="*/ 5369830 h 6858000"/>
              <a:gd name="connsiteX30" fmla="*/ 32211 w 6292079"/>
              <a:gd name="connsiteY30" fmla="*/ 5145466 h 6858000"/>
              <a:gd name="connsiteX31" fmla="*/ 40891 w 6292079"/>
              <a:gd name="connsiteY31" fmla="*/ 4778922 h 6858000"/>
              <a:gd name="connsiteX32" fmla="*/ 16777 w 6292079"/>
              <a:gd name="connsiteY32" fmla="*/ 4554239 h 6858000"/>
              <a:gd name="connsiteX33" fmla="*/ 25115 w 6292079"/>
              <a:gd name="connsiteY33" fmla="*/ 4402702 h 6858000"/>
              <a:gd name="connsiteX34" fmla="*/ 8134 w 6292079"/>
              <a:gd name="connsiteY34" fmla="*/ 4331397 h 6858000"/>
              <a:gd name="connsiteX35" fmla="*/ 21852 w 6292079"/>
              <a:gd name="connsiteY35" fmla="*/ 4299998 h 6858000"/>
              <a:gd name="connsiteX36" fmla="*/ 24178 w 6292079"/>
              <a:gd name="connsiteY36" fmla="*/ 4280659 h 6858000"/>
              <a:gd name="connsiteX37" fmla="*/ 33357 w 6292079"/>
              <a:gd name="connsiteY37" fmla="*/ 4276475 h 6858000"/>
              <a:gd name="connsiteX38" fmla="*/ 42965 w 6292079"/>
              <a:gd name="connsiteY38" fmla="*/ 4248279 h 6858000"/>
              <a:gd name="connsiteX39" fmla="*/ 44865 w 6292079"/>
              <a:gd name="connsiteY39" fmla="*/ 4212329 h 6858000"/>
              <a:gd name="connsiteX40" fmla="*/ 44366 w 6292079"/>
              <a:gd name="connsiteY40" fmla="*/ 4040266 h 6858000"/>
              <a:gd name="connsiteX41" fmla="*/ 49504 w 6292079"/>
              <a:gd name="connsiteY41" fmla="*/ 3938016 h 6858000"/>
              <a:gd name="connsiteX42" fmla="*/ 59997 w 6292079"/>
              <a:gd name="connsiteY42" fmla="*/ 3900263 h 6858000"/>
              <a:gd name="connsiteX43" fmla="*/ 68907 w 6292079"/>
              <a:gd name="connsiteY43" fmla="*/ 3846813 h 6858000"/>
              <a:gd name="connsiteX44" fmla="*/ 75836 w 6292079"/>
              <a:gd name="connsiteY44" fmla="*/ 3715292 h 6858000"/>
              <a:gd name="connsiteX45" fmla="*/ 86775 w 6292079"/>
              <a:gd name="connsiteY45" fmla="*/ 3529044 h 6858000"/>
              <a:gd name="connsiteX46" fmla="*/ 93628 w 6292079"/>
              <a:gd name="connsiteY46" fmla="*/ 3521593 h 6858000"/>
              <a:gd name="connsiteX47" fmla="*/ 95551 w 6292079"/>
              <a:gd name="connsiteY47" fmla="*/ 3456775 h 6858000"/>
              <a:gd name="connsiteX48" fmla="*/ 58296 w 6292079"/>
              <a:gd name="connsiteY48" fmla="*/ 3224475 h 6858000"/>
              <a:gd name="connsiteX49" fmla="*/ 63270 w 6292079"/>
              <a:gd name="connsiteY49" fmla="*/ 3097947 h 6858000"/>
              <a:gd name="connsiteX50" fmla="*/ 72130 w 6292079"/>
              <a:gd name="connsiteY50" fmla="*/ 3053885 h 6858000"/>
              <a:gd name="connsiteX51" fmla="*/ 86532 w 6292079"/>
              <a:gd name="connsiteY51" fmla="*/ 2980007 h 6858000"/>
              <a:gd name="connsiteX52" fmla="*/ 111003 w 6292079"/>
              <a:gd name="connsiteY52" fmla="*/ 2914025 h 6858000"/>
              <a:gd name="connsiteX53" fmla="*/ 98482 w 6292079"/>
              <a:gd name="connsiteY53" fmla="*/ 2847042 h 6858000"/>
              <a:gd name="connsiteX54" fmla="*/ 97880 w 6292079"/>
              <a:gd name="connsiteY54" fmla="*/ 2789385 h 6858000"/>
              <a:gd name="connsiteX55" fmla="*/ 104654 w 6292079"/>
              <a:gd name="connsiteY55" fmla="*/ 2785130 h 6858000"/>
              <a:gd name="connsiteX56" fmla="*/ 105266 w 6292079"/>
              <a:gd name="connsiteY56" fmla="*/ 2777753 h 6858000"/>
              <a:gd name="connsiteX57" fmla="*/ 167835 w 6292079"/>
              <a:gd name="connsiteY57" fmla="*/ 2669363 h 6858000"/>
              <a:gd name="connsiteX58" fmla="*/ 202206 w 6292079"/>
              <a:gd name="connsiteY58" fmla="*/ 2562841 h 6858000"/>
              <a:gd name="connsiteX59" fmla="*/ 213902 w 6292079"/>
              <a:gd name="connsiteY59" fmla="*/ 2508449 h 6858000"/>
              <a:gd name="connsiteX60" fmla="*/ 233809 w 6292079"/>
              <a:gd name="connsiteY60" fmla="*/ 2449158 h 6858000"/>
              <a:gd name="connsiteX61" fmla="*/ 237400 w 6292079"/>
              <a:gd name="connsiteY61" fmla="*/ 2386081 h 6858000"/>
              <a:gd name="connsiteX62" fmla="*/ 235660 w 6292079"/>
              <a:gd name="connsiteY62" fmla="*/ 2226872 h 6858000"/>
              <a:gd name="connsiteX63" fmla="*/ 250116 w 6292079"/>
              <a:gd name="connsiteY63" fmla="*/ 2186312 h 6858000"/>
              <a:gd name="connsiteX64" fmla="*/ 285163 w 6292079"/>
              <a:gd name="connsiteY64" fmla="*/ 2054201 h 6858000"/>
              <a:gd name="connsiteX65" fmla="*/ 297869 w 6292079"/>
              <a:gd name="connsiteY65" fmla="*/ 2009411 h 6858000"/>
              <a:gd name="connsiteX66" fmla="*/ 339406 w 6292079"/>
              <a:gd name="connsiteY66" fmla="*/ 1985345 h 6858000"/>
              <a:gd name="connsiteX67" fmla="*/ 380873 w 6292079"/>
              <a:gd name="connsiteY67" fmla="*/ 1908912 h 6858000"/>
              <a:gd name="connsiteX68" fmla="*/ 399636 w 6292079"/>
              <a:gd name="connsiteY68" fmla="*/ 1815242 h 6858000"/>
              <a:gd name="connsiteX69" fmla="*/ 374372 w 6292079"/>
              <a:gd name="connsiteY69" fmla="*/ 1616165 h 6858000"/>
              <a:gd name="connsiteX70" fmla="*/ 392730 w 6292079"/>
              <a:gd name="connsiteY70" fmla="*/ 1566131 h 6858000"/>
              <a:gd name="connsiteX71" fmla="*/ 372639 w 6292079"/>
              <a:gd name="connsiteY71" fmla="*/ 1478507 h 6858000"/>
              <a:gd name="connsiteX72" fmla="*/ 401555 w 6292079"/>
              <a:gd name="connsiteY72" fmla="*/ 1428806 h 6858000"/>
              <a:gd name="connsiteX73" fmla="*/ 410243 w 6292079"/>
              <a:gd name="connsiteY73" fmla="*/ 1415134 h 6858000"/>
              <a:gd name="connsiteX74" fmla="*/ 411524 w 6292079"/>
              <a:gd name="connsiteY74" fmla="*/ 1406469 h 6858000"/>
              <a:gd name="connsiteX75" fmla="*/ 408887 w 6292079"/>
              <a:gd name="connsiteY75" fmla="*/ 1392331 h 6858000"/>
              <a:gd name="connsiteX76" fmla="*/ 414309 w 6292079"/>
              <a:gd name="connsiteY76" fmla="*/ 1387628 h 6858000"/>
              <a:gd name="connsiteX77" fmla="*/ 415362 w 6292079"/>
              <a:gd name="connsiteY77" fmla="*/ 1380497 h 6858000"/>
              <a:gd name="connsiteX78" fmla="*/ 421850 w 6292079"/>
              <a:gd name="connsiteY78" fmla="*/ 1331725 h 6858000"/>
              <a:gd name="connsiteX79" fmla="*/ 417310 w 6292079"/>
              <a:gd name="connsiteY79" fmla="*/ 1256042 h 6858000"/>
              <a:gd name="connsiteX80" fmla="*/ 415023 w 6292079"/>
              <a:gd name="connsiteY80" fmla="*/ 1150134 h 6858000"/>
              <a:gd name="connsiteX81" fmla="*/ 406174 w 6292079"/>
              <a:gd name="connsiteY81" fmla="*/ 1005645 h 6858000"/>
              <a:gd name="connsiteX82" fmla="*/ 431864 w 6292079"/>
              <a:gd name="connsiteY82" fmla="*/ 899691 h 6858000"/>
              <a:gd name="connsiteX83" fmla="*/ 462617 w 6292079"/>
              <a:gd name="connsiteY83" fmla="*/ 689088 h 6858000"/>
              <a:gd name="connsiteX84" fmla="*/ 510810 w 6292079"/>
              <a:gd name="connsiteY84" fmla="*/ 526328 h 6858000"/>
              <a:gd name="connsiteX85" fmla="*/ 542477 w 6292079"/>
              <a:gd name="connsiteY85" fmla="*/ 433873 h 6858000"/>
              <a:gd name="connsiteX86" fmla="*/ 549936 w 6292079"/>
              <a:gd name="connsiteY86" fmla="*/ 301688 h 6858000"/>
              <a:gd name="connsiteX87" fmla="*/ 554757 w 6292079"/>
              <a:gd name="connsiteY87" fmla="*/ 279945 h 6858000"/>
              <a:gd name="connsiteX88" fmla="*/ 550124 w 6292079"/>
              <a:gd name="connsiteY88" fmla="*/ 248508 h 6858000"/>
              <a:gd name="connsiteX89" fmla="*/ 530424 w 6292079"/>
              <a:gd name="connsiteY89" fmla="*/ 122373 h 6858000"/>
              <a:gd name="connsiteX90" fmla="*/ 504802 w 6292079"/>
              <a:gd name="connsiteY90" fmla="*/ 21894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Lst>
            <a:rect l="l" t="t" r="r" b="b"/>
            <a:pathLst>
              <a:path w="6292079" h="6858000">
                <a:moveTo>
                  <a:pt x="509785" y="0"/>
                </a:moveTo>
                <a:lnTo>
                  <a:pt x="4089208" y="0"/>
                </a:lnTo>
                <a:lnTo>
                  <a:pt x="4500513" y="0"/>
                </a:lnTo>
                <a:lnTo>
                  <a:pt x="4642260" y="0"/>
                </a:lnTo>
                <a:lnTo>
                  <a:pt x="6127274" y="0"/>
                </a:lnTo>
                <a:lnTo>
                  <a:pt x="6292079" y="0"/>
                </a:lnTo>
                <a:lnTo>
                  <a:pt x="6292079" y="6858000"/>
                </a:lnTo>
                <a:lnTo>
                  <a:pt x="6127274" y="6858000"/>
                </a:lnTo>
                <a:lnTo>
                  <a:pt x="4642260" y="6858000"/>
                </a:lnTo>
                <a:lnTo>
                  <a:pt x="4500513" y="6858000"/>
                </a:lnTo>
                <a:lnTo>
                  <a:pt x="4089208" y="6858000"/>
                </a:lnTo>
                <a:lnTo>
                  <a:pt x="435967" y="6858000"/>
                </a:lnTo>
                <a:lnTo>
                  <a:pt x="439099" y="6835478"/>
                </a:lnTo>
                <a:cubicBezTo>
                  <a:pt x="443053" y="6807961"/>
                  <a:pt x="446597" y="6775838"/>
                  <a:pt x="443695" y="6725985"/>
                </a:cubicBezTo>
                <a:cubicBezTo>
                  <a:pt x="406361" y="6709462"/>
                  <a:pt x="444551" y="6685701"/>
                  <a:pt x="428041" y="6661430"/>
                </a:cubicBezTo>
                <a:cubicBezTo>
                  <a:pt x="415709" y="6603739"/>
                  <a:pt x="402107" y="6561674"/>
                  <a:pt x="376884" y="6504597"/>
                </a:cubicBezTo>
                <a:cubicBezTo>
                  <a:pt x="304684" y="6477597"/>
                  <a:pt x="338577" y="6353549"/>
                  <a:pt x="269239" y="6290076"/>
                </a:cubicBezTo>
                <a:cubicBezTo>
                  <a:pt x="241348" y="6225029"/>
                  <a:pt x="266460" y="6201087"/>
                  <a:pt x="219811" y="6127001"/>
                </a:cubicBezTo>
                <a:cubicBezTo>
                  <a:pt x="241964" y="6106503"/>
                  <a:pt x="210775" y="6088480"/>
                  <a:pt x="205094" y="6073766"/>
                </a:cubicBezTo>
                <a:cubicBezTo>
                  <a:pt x="195202" y="6057134"/>
                  <a:pt x="163788" y="6050649"/>
                  <a:pt x="150183" y="6014538"/>
                </a:cubicBezTo>
                <a:cubicBezTo>
                  <a:pt x="131236" y="5955076"/>
                  <a:pt x="160082" y="5847195"/>
                  <a:pt x="117093" y="5729681"/>
                </a:cubicBezTo>
                <a:cubicBezTo>
                  <a:pt x="106713" y="5695413"/>
                  <a:pt x="63130" y="5649897"/>
                  <a:pt x="46363" y="5613732"/>
                </a:cubicBezTo>
                <a:lnTo>
                  <a:pt x="29717" y="5572630"/>
                </a:lnTo>
                <a:lnTo>
                  <a:pt x="32614" y="5564839"/>
                </a:lnTo>
                <a:lnTo>
                  <a:pt x="34209" y="5564057"/>
                </a:lnTo>
                <a:lnTo>
                  <a:pt x="17311" y="5442591"/>
                </a:lnTo>
                <a:cubicBezTo>
                  <a:pt x="14639" y="5436675"/>
                  <a:pt x="13713" y="5428633"/>
                  <a:pt x="16750" y="5415829"/>
                </a:cubicBezTo>
                <a:lnTo>
                  <a:pt x="18217" y="5412980"/>
                </a:lnTo>
                <a:lnTo>
                  <a:pt x="12055" y="5390064"/>
                </a:lnTo>
                <a:cubicBezTo>
                  <a:pt x="9079" y="5382538"/>
                  <a:pt x="5182" y="5375682"/>
                  <a:pt x="0" y="5369830"/>
                </a:cubicBezTo>
                <a:cubicBezTo>
                  <a:pt x="31894" y="5299689"/>
                  <a:pt x="23872" y="5225525"/>
                  <a:pt x="32211" y="5145466"/>
                </a:cubicBezTo>
                <a:cubicBezTo>
                  <a:pt x="34746" y="5048037"/>
                  <a:pt x="41698" y="4890019"/>
                  <a:pt x="40891" y="4778922"/>
                </a:cubicBezTo>
                <a:cubicBezTo>
                  <a:pt x="9869" y="4689468"/>
                  <a:pt x="28501" y="4651846"/>
                  <a:pt x="16777" y="4554239"/>
                </a:cubicBezTo>
                <a:cubicBezTo>
                  <a:pt x="56871" y="4507954"/>
                  <a:pt x="15779" y="4455514"/>
                  <a:pt x="25115" y="4402702"/>
                </a:cubicBezTo>
                <a:cubicBezTo>
                  <a:pt x="-10420" y="4412229"/>
                  <a:pt x="47425" y="4340221"/>
                  <a:pt x="8134" y="4331397"/>
                </a:cubicBezTo>
                <a:lnTo>
                  <a:pt x="21852" y="4299998"/>
                </a:lnTo>
                <a:lnTo>
                  <a:pt x="24178" y="4280659"/>
                </a:lnTo>
                <a:lnTo>
                  <a:pt x="33357" y="4276475"/>
                </a:lnTo>
                <a:lnTo>
                  <a:pt x="42965" y="4248279"/>
                </a:lnTo>
                <a:cubicBezTo>
                  <a:pt x="45246" y="4237522"/>
                  <a:pt x="46159" y="4225720"/>
                  <a:pt x="44865" y="4212329"/>
                </a:cubicBezTo>
                <a:cubicBezTo>
                  <a:pt x="25826" y="4166207"/>
                  <a:pt x="69917" y="4097341"/>
                  <a:pt x="44366" y="4040266"/>
                </a:cubicBezTo>
                <a:cubicBezTo>
                  <a:pt x="38101" y="4019019"/>
                  <a:pt x="37876" y="3951695"/>
                  <a:pt x="49504" y="3938016"/>
                </a:cubicBezTo>
                <a:cubicBezTo>
                  <a:pt x="51863" y="3923784"/>
                  <a:pt x="47442" y="3907760"/>
                  <a:pt x="59997" y="3900263"/>
                </a:cubicBezTo>
                <a:cubicBezTo>
                  <a:pt x="75066" y="3888337"/>
                  <a:pt x="50846" y="3841280"/>
                  <a:pt x="68907" y="3846813"/>
                </a:cubicBezTo>
                <a:cubicBezTo>
                  <a:pt x="52296" y="3813347"/>
                  <a:pt x="68378" y="3745138"/>
                  <a:pt x="75836" y="3715292"/>
                </a:cubicBezTo>
                <a:cubicBezTo>
                  <a:pt x="78813" y="3662330"/>
                  <a:pt x="86378" y="3567665"/>
                  <a:pt x="86775" y="3529044"/>
                </a:cubicBezTo>
                <a:cubicBezTo>
                  <a:pt x="89267" y="3527082"/>
                  <a:pt x="91576" y="3524572"/>
                  <a:pt x="93628" y="3521593"/>
                </a:cubicBezTo>
                <a:cubicBezTo>
                  <a:pt x="105546" y="3504295"/>
                  <a:pt x="106408" y="3475272"/>
                  <a:pt x="95551" y="3456775"/>
                </a:cubicBezTo>
                <a:cubicBezTo>
                  <a:pt x="61828" y="3371150"/>
                  <a:pt x="64401" y="3295875"/>
                  <a:pt x="58296" y="3224475"/>
                </a:cubicBezTo>
                <a:cubicBezTo>
                  <a:pt x="55319" y="3144058"/>
                  <a:pt x="94983" y="3200876"/>
                  <a:pt x="63270" y="3097947"/>
                </a:cubicBezTo>
                <a:cubicBezTo>
                  <a:pt x="77539" y="3088512"/>
                  <a:pt x="78452" y="3075895"/>
                  <a:pt x="72130" y="3053885"/>
                </a:cubicBezTo>
                <a:cubicBezTo>
                  <a:pt x="71735" y="3014911"/>
                  <a:pt x="107041" y="3021320"/>
                  <a:pt x="86532" y="2980007"/>
                </a:cubicBezTo>
                <a:lnTo>
                  <a:pt x="111003" y="2914025"/>
                </a:lnTo>
                <a:cubicBezTo>
                  <a:pt x="105238" y="2917158"/>
                  <a:pt x="98864" y="2862805"/>
                  <a:pt x="98482" y="2847042"/>
                </a:cubicBezTo>
                <a:cubicBezTo>
                  <a:pt x="100672" y="2813890"/>
                  <a:pt x="74268" y="2807204"/>
                  <a:pt x="97880" y="2789385"/>
                </a:cubicBezTo>
                <a:lnTo>
                  <a:pt x="104654" y="2785130"/>
                </a:lnTo>
                <a:cubicBezTo>
                  <a:pt x="104858" y="2782671"/>
                  <a:pt x="105062" y="2780212"/>
                  <a:pt x="105266" y="2777753"/>
                </a:cubicBezTo>
                <a:cubicBezTo>
                  <a:pt x="106158" y="2754272"/>
                  <a:pt x="151678" y="2705182"/>
                  <a:pt x="167835" y="2669363"/>
                </a:cubicBezTo>
                <a:lnTo>
                  <a:pt x="202206" y="2562841"/>
                </a:lnTo>
                <a:lnTo>
                  <a:pt x="213902" y="2508449"/>
                </a:lnTo>
                <a:lnTo>
                  <a:pt x="233809" y="2449158"/>
                </a:lnTo>
                <a:cubicBezTo>
                  <a:pt x="251664" y="2436763"/>
                  <a:pt x="229153" y="2410096"/>
                  <a:pt x="237400" y="2386081"/>
                </a:cubicBezTo>
                <a:cubicBezTo>
                  <a:pt x="227267" y="2347359"/>
                  <a:pt x="241573" y="2261841"/>
                  <a:pt x="235660" y="2226872"/>
                </a:cubicBezTo>
                <a:cubicBezTo>
                  <a:pt x="251820" y="2220679"/>
                  <a:pt x="261258" y="2210661"/>
                  <a:pt x="250116" y="2186312"/>
                </a:cubicBezTo>
                <a:lnTo>
                  <a:pt x="285163" y="2054201"/>
                </a:lnTo>
                <a:cubicBezTo>
                  <a:pt x="307497" y="2045213"/>
                  <a:pt x="272623" y="2017046"/>
                  <a:pt x="297869" y="2009411"/>
                </a:cubicBezTo>
                <a:cubicBezTo>
                  <a:pt x="320898" y="2035913"/>
                  <a:pt x="315992" y="1967554"/>
                  <a:pt x="339406" y="1985345"/>
                </a:cubicBezTo>
                <a:cubicBezTo>
                  <a:pt x="353240" y="1968595"/>
                  <a:pt x="370836" y="1937261"/>
                  <a:pt x="380873" y="1908912"/>
                </a:cubicBezTo>
                <a:cubicBezTo>
                  <a:pt x="350104" y="1811824"/>
                  <a:pt x="395613" y="1878362"/>
                  <a:pt x="399636" y="1815242"/>
                </a:cubicBezTo>
                <a:cubicBezTo>
                  <a:pt x="398754" y="1757178"/>
                  <a:pt x="409420" y="1701224"/>
                  <a:pt x="374372" y="1616165"/>
                </a:cubicBezTo>
                <a:cubicBezTo>
                  <a:pt x="373220" y="1574646"/>
                  <a:pt x="393018" y="1589074"/>
                  <a:pt x="392730" y="1566131"/>
                </a:cubicBezTo>
                <a:cubicBezTo>
                  <a:pt x="365412" y="1510101"/>
                  <a:pt x="394197" y="1511406"/>
                  <a:pt x="372639" y="1478507"/>
                </a:cubicBezTo>
                <a:cubicBezTo>
                  <a:pt x="377761" y="1454951"/>
                  <a:pt x="391457" y="1440777"/>
                  <a:pt x="401555" y="1428806"/>
                </a:cubicBezTo>
                <a:lnTo>
                  <a:pt x="410243" y="1415134"/>
                </a:lnTo>
                <a:lnTo>
                  <a:pt x="411524" y="1406469"/>
                </a:lnTo>
                <a:lnTo>
                  <a:pt x="408887" y="1392331"/>
                </a:lnTo>
                <a:lnTo>
                  <a:pt x="414309" y="1387628"/>
                </a:lnTo>
                <a:lnTo>
                  <a:pt x="415362" y="1380497"/>
                </a:lnTo>
                <a:cubicBezTo>
                  <a:pt x="418872" y="1361702"/>
                  <a:pt x="422095" y="1344022"/>
                  <a:pt x="421850" y="1331725"/>
                </a:cubicBezTo>
                <a:cubicBezTo>
                  <a:pt x="433626" y="1321844"/>
                  <a:pt x="424854" y="1278095"/>
                  <a:pt x="417310" y="1256042"/>
                </a:cubicBezTo>
                <a:cubicBezTo>
                  <a:pt x="413501" y="1216720"/>
                  <a:pt x="436826" y="1191313"/>
                  <a:pt x="415023" y="1150134"/>
                </a:cubicBezTo>
                <a:cubicBezTo>
                  <a:pt x="409434" y="1105134"/>
                  <a:pt x="413370" y="1057259"/>
                  <a:pt x="406174" y="1005645"/>
                </a:cubicBezTo>
                <a:cubicBezTo>
                  <a:pt x="395775" y="973629"/>
                  <a:pt x="433727" y="963997"/>
                  <a:pt x="431864" y="899691"/>
                </a:cubicBezTo>
                <a:cubicBezTo>
                  <a:pt x="435076" y="846170"/>
                  <a:pt x="459107" y="752452"/>
                  <a:pt x="462617" y="689088"/>
                </a:cubicBezTo>
                <a:cubicBezTo>
                  <a:pt x="447384" y="623113"/>
                  <a:pt x="508572" y="589979"/>
                  <a:pt x="510810" y="526328"/>
                </a:cubicBezTo>
                <a:cubicBezTo>
                  <a:pt x="481634" y="460515"/>
                  <a:pt x="546528" y="487988"/>
                  <a:pt x="542477" y="433873"/>
                </a:cubicBezTo>
                <a:cubicBezTo>
                  <a:pt x="514702" y="343844"/>
                  <a:pt x="563781" y="437996"/>
                  <a:pt x="549936" y="301688"/>
                </a:cubicBezTo>
                <a:cubicBezTo>
                  <a:pt x="545577" y="293639"/>
                  <a:pt x="549120" y="277645"/>
                  <a:pt x="554757" y="279945"/>
                </a:cubicBezTo>
                <a:cubicBezTo>
                  <a:pt x="552714" y="271180"/>
                  <a:pt x="541267" y="249562"/>
                  <a:pt x="550124" y="248508"/>
                </a:cubicBezTo>
                <a:cubicBezTo>
                  <a:pt x="549604" y="205525"/>
                  <a:pt x="542818" y="162084"/>
                  <a:pt x="530424" y="122373"/>
                </a:cubicBezTo>
                <a:cubicBezTo>
                  <a:pt x="542727" y="41074"/>
                  <a:pt x="502709" y="81459"/>
                  <a:pt x="504802" y="21894"/>
                </a:cubicBezTo>
                <a:close/>
              </a:path>
            </a:pathLst>
          </a:custGeom>
          <a:solidFill>
            <a:srgbClr val="82766A">
              <a:alpha val="1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pic>
        <p:nvPicPr>
          <p:cNvPr id="10" name="Content Placeholder 9" descr="A screenshot of a computer&#10;&#10;Description automatically generated">
            <a:extLst>
              <a:ext uri="{FF2B5EF4-FFF2-40B4-BE49-F238E27FC236}">
                <a16:creationId xmlns:a16="http://schemas.microsoft.com/office/drawing/2014/main" id="{7C0A42CE-4379-69D3-8D6A-AA97070ECC5A}"/>
              </a:ext>
            </a:extLst>
          </p:cNvPr>
          <p:cNvPicPr>
            <a:picLocks noGrp="1" noChangeAspect="1"/>
          </p:cNvPicPr>
          <p:nvPr>
            <p:ph sz="half" idx="1"/>
          </p:nvPr>
        </p:nvPicPr>
        <p:blipFill>
          <a:blip r:embed="rId5">
            <a:extLst>
              <a:ext uri="{28A0092B-C50C-407E-A947-70E740481C1C}">
                <a14:useLocalDpi xmlns:a14="http://schemas.microsoft.com/office/drawing/2010/main" val="0"/>
              </a:ext>
            </a:extLst>
          </a:blip>
          <a:stretch>
            <a:fillRect/>
          </a:stretch>
        </p:blipFill>
        <p:spPr>
          <a:xfrm>
            <a:off x="540932" y="2985958"/>
            <a:ext cx="5370713" cy="3356694"/>
          </a:xfrm>
          <a:prstGeom prst="rect">
            <a:avLst/>
          </a:prstGeom>
          <a:ln>
            <a:noFill/>
          </a:ln>
          <a:effectLst>
            <a:outerShdw blurRad="292100" dist="139700" dir="2700000" algn="tl" rotWithShape="0">
              <a:srgbClr val="333333">
                <a:alpha val="65000"/>
              </a:srgbClr>
            </a:outerShdw>
          </a:effectLst>
        </p:spPr>
      </p:pic>
      <p:graphicFrame>
        <p:nvGraphicFramePr>
          <p:cNvPr id="14" name="Content Placeholder 3">
            <a:extLst>
              <a:ext uri="{FF2B5EF4-FFF2-40B4-BE49-F238E27FC236}">
                <a16:creationId xmlns:a16="http://schemas.microsoft.com/office/drawing/2014/main" id="{0139F3BA-4456-64D3-C0DA-AD01EE0A7C7B}"/>
              </a:ext>
            </a:extLst>
          </p:cNvPr>
          <p:cNvGraphicFramePr>
            <a:graphicFrameLocks noGrp="1"/>
          </p:cNvGraphicFramePr>
          <p:nvPr>
            <p:ph sz="half" idx="2"/>
            <p:extLst>
              <p:ext uri="{D42A27DB-BD31-4B8C-83A1-F6EECF244321}">
                <p14:modId xmlns:p14="http://schemas.microsoft.com/office/powerpoint/2010/main" val="44346892"/>
              </p:ext>
            </p:extLst>
          </p:nvPr>
        </p:nvGraphicFramePr>
        <p:xfrm>
          <a:off x="7034256" y="603624"/>
          <a:ext cx="4266089" cy="5650754"/>
        </p:xfrm>
        <a:graphic>
          <a:graphicData uri="http://schemas.openxmlformats.org/drawingml/2006/diagram">
            <dgm:relIds xmlns:dgm="http://schemas.openxmlformats.org/drawingml/2006/diagram" xmlns:r="http://schemas.openxmlformats.org/officeDocument/2006/relationships" r:dm="rId6" r:lo="rId7" r:qs="rId8" r:cs="rId9"/>
          </a:graphicData>
        </a:graphic>
      </p:graphicFrame>
    </p:spTree>
    <p:extLst>
      <p:ext uri="{BB962C8B-B14F-4D97-AF65-F5344CB8AC3E}">
        <p14:creationId xmlns:p14="http://schemas.microsoft.com/office/powerpoint/2010/main" val="780997745"/>
      </p:ext>
    </p:extLst>
  </p:cSld>
  <p:clrMapOvr>
    <a:masterClrMapping/>
  </p:clrMapOvr>
  <mc:AlternateContent xmlns:mc="http://schemas.openxmlformats.org/markup-compatibility/2006" xmlns:p14="http://schemas.microsoft.com/office/powerpoint/2010/main">
    <mc:Choice Requires="p14">
      <p:transition spd="slow" p14:dur="900">
        <p14:warp dir="in"/>
      </p:transition>
    </mc:Choice>
    <mc:Fallback xmlns="">
      <p:transition spd="slow">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DEB2E8C4-C3E7-4048-A43D-9859510CFA98}"/>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2">
            <a:extLst>
              <a:ext uri="{28A0092B-C50C-407E-A947-70E740481C1C}">
                <a14:useLocalDpi xmlns:a14="http://schemas.microsoft.com/office/drawing/2010/main" val="0"/>
              </a:ext>
            </a:extLst>
          </a:blip>
          <a:stretch>
            <a:fillRect/>
          </a:stretch>
        </p:blipFill>
        <p:spPr>
          <a:xfrm>
            <a:off x="10905744" y="0"/>
            <a:ext cx="1286256" cy="6858000"/>
          </a:xfrm>
          <a:prstGeom prst="rect">
            <a:avLst/>
          </a:prstGeom>
        </p:spPr>
      </p:pic>
      <mc:AlternateContent xmlns:mc="http://schemas.openxmlformats.org/markup-compatibility/2006" xmlns:p14="http://schemas.microsoft.com/office/powerpoint/2010/main">
        <mc:Choice Requires="p14">
          <p:contentPart p14:bwMode="auto" r:id="rId3">
            <p14:nvContentPartPr>
              <p14:cNvPr id="12" name="Ink 11">
                <a:extLst>
                  <a:ext uri="{FF2B5EF4-FFF2-40B4-BE49-F238E27FC236}">
                    <a16:creationId xmlns:a16="http://schemas.microsoft.com/office/drawing/2014/main" id="{24D29CCB-7956-4E3E-8880-304085F04BF4}"/>
                  </a:ext>
                  <a:ext uri="{C183D7F6-B498-43B3-948B-1728B52AA6E4}">
                    <adec:decorative xmlns:adec="http://schemas.microsoft.com/office/drawing/2017/decorative" val="1"/>
                  </a:ext>
                </a:extLst>
              </p14:cNvPr>
              <p14:cNvContentPartPr>
                <a14:cpLocks xmlns:a14="http://schemas.microsoft.com/office/drawing/2010/main" noGrp="1" noRot="1" noChangeAspect="1" noMove="1" noResize="1" noEditPoints="1" noAdjustHandles="1" noChangeArrowheads="1" noChangeShapeType="1"/>
              </p14:cNvContentPartPr>
              <p14:nvPr>
                <p:extLst>
                  <p:ext uri="{386F3935-93C4-4BCD-93E2-E3B085C9AB24}">
                    <p16:designElem xmlns:p16="http://schemas.microsoft.com/office/powerpoint/2015/main" val="1"/>
                  </p:ext>
                </p:extLst>
              </p14:nvPr>
            </p14:nvContentPartPr>
            <p14:xfrm>
              <a:off x="12490710" y="6342652"/>
              <a:ext cx="360" cy="360"/>
            </p14:xfrm>
          </p:contentPart>
        </mc:Choice>
        <mc:Fallback xmlns="">
          <p:pic>
            <p:nvPicPr>
              <p:cNvPr id="12" name="Ink 11">
                <a:extLst>
                  <a:ext uri="{FF2B5EF4-FFF2-40B4-BE49-F238E27FC236}">
                    <a16:creationId xmlns:a16="http://schemas.microsoft.com/office/drawing/2014/main" id="{24D29CCB-7956-4E3E-8880-304085F04BF4}"/>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p:cNvPicPr>
              <p:nvPr/>
            </p:nvPicPr>
            <p:blipFill>
              <a:blip r:embed="rId4"/>
              <a:stretch>
                <a:fillRect/>
              </a:stretch>
            </p:blipFill>
            <p:spPr>
              <a:xfrm>
                <a:off x="12481710" y="6333652"/>
                <a:ext cx="18000" cy="18000"/>
              </a:xfrm>
              <a:prstGeom prst="rect">
                <a:avLst/>
              </a:prstGeom>
            </p:spPr>
          </p:pic>
        </mc:Fallback>
      </mc:AlternateContent>
      <p:sp useBgFill="1">
        <p:nvSpPr>
          <p:cNvPr id="14" name="Rectangle 13">
            <a:extLst>
              <a:ext uri="{FF2B5EF4-FFF2-40B4-BE49-F238E27FC236}">
                <a16:creationId xmlns:a16="http://schemas.microsoft.com/office/drawing/2014/main" id="{7666DE11-17E1-4DC7-B2B7-6DA2E6A9CE8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B52E493E-0B27-4F3C-AA01-17F0A256411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837042" y="1"/>
            <a:ext cx="7354956" cy="6857999"/>
          </a:xfrm>
          <a:prstGeom prst="rect">
            <a:avLst/>
          </a:prstGeom>
          <a:solidFill>
            <a:srgbClr val="82766A">
              <a:alpha val="1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DFE1AC74-D36A-DDFF-010D-D061570D4D55}"/>
              </a:ext>
            </a:extLst>
          </p:cNvPr>
          <p:cNvSpPr>
            <a:spLocks noGrp="1"/>
          </p:cNvSpPr>
          <p:nvPr>
            <p:ph type="title"/>
          </p:nvPr>
        </p:nvSpPr>
        <p:spPr>
          <a:xfrm>
            <a:off x="7166335" y="609601"/>
            <a:ext cx="3937094" cy="1216024"/>
          </a:xfrm>
        </p:spPr>
        <p:txBody>
          <a:bodyPr vert="horz" lIns="91440" tIns="45720" rIns="91440" bIns="45720" rtlCol="0" anchor="ctr">
            <a:normAutofit/>
          </a:bodyPr>
          <a:lstStyle/>
          <a:p>
            <a:pPr algn="ctr"/>
            <a:r>
              <a:rPr lang="en-US" dirty="0"/>
              <a:t>Access restriction</a:t>
            </a:r>
            <a:endParaRPr lang="en-US"/>
          </a:p>
        </p:txBody>
      </p:sp>
      <p:pic>
        <p:nvPicPr>
          <p:cNvPr id="5" name="Content Placeholder 4" descr="A screen shot of a computer program&#10;&#10;Description automatically generated">
            <a:extLst>
              <a:ext uri="{FF2B5EF4-FFF2-40B4-BE49-F238E27FC236}">
                <a16:creationId xmlns:a16="http://schemas.microsoft.com/office/drawing/2014/main" id="{D87C7B9F-207F-D65A-4A2D-712B80808ED6}"/>
              </a:ext>
            </a:extLst>
          </p:cNvPr>
          <p:cNvPicPr>
            <a:picLocks noGrp="1" noChangeAspect="1"/>
          </p:cNvPicPr>
          <p:nvPr>
            <p:ph sz="half" idx="1"/>
          </p:nvPr>
        </p:nvPicPr>
        <p:blipFill>
          <a:blip r:embed="rId5">
            <a:extLst>
              <a:ext uri="{28A0092B-C50C-407E-A947-70E740481C1C}">
                <a14:useLocalDpi xmlns:a14="http://schemas.microsoft.com/office/drawing/2010/main" val="0"/>
              </a:ext>
            </a:extLst>
          </a:blip>
          <a:srcRect r="26375" b="-2"/>
          <a:stretch>
            <a:fillRect/>
          </a:stretch>
        </p:blipFill>
        <p:spPr>
          <a:xfrm>
            <a:off x="4" y="1"/>
            <a:ext cx="7037119" cy="6857999"/>
          </a:xfrm>
          <a:custGeom>
            <a:avLst/>
            <a:gdLst/>
            <a:ahLst/>
            <a:cxnLst/>
            <a:rect l="l" t="t" r="r" b="b"/>
            <a:pathLst>
              <a:path w="7037119" h="6857999">
                <a:moveTo>
                  <a:pt x="0" y="0"/>
                </a:moveTo>
                <a:lnTo>
                  <a:pt x="6964192" y="0"/>
                </a:lnTo>
                <a:lnTo>
                  <a:pt x="6958160" y="70714"/>
                </a:lnTo>
                <a:cubicBezTo>
                  <a:pt x="6951001" y="105084"/>
                  <a:pt x="6926062" y="125041"/>
                  <a:pt x="6922034" y="154825"/>
                </a:cubicBezTo>
                <a:cubicBezTo>
                  <a:pt x="6888738" y="184083"/>
                  <a:pt x="6875225" y="272154"/>
                  <a:pt x="6864029" y="301580"/>
                </a:cubicBezTo>
                <a:cubicBezTo>
                  <a:pt x="6850541" y="382476"/>
                  <a:pt x="6857766" y="543626"/>
                  <a:pt x="6842156" y="642469"/>
                </a:cubicBezTo>
                <a:cubicBezTo>
                  <a:pt x="6828250" y="715553"/>
                  <a:pt x="6832569" y="729947"/>
                  <a:pt x="6802087" y="818449"/>
                </a:cubicBezTo>
                <a:cubicBezTo>
                  <a:pt x="6828151" y="830541"/>
                  <a:pt x="6801214" y="859084"/>
                  <a:pt x="6798684" y="875396"/>
                </a:cubicBezTo>
                <a:cubicBezTo>
                  <a:pt x="6792414" y="895056"/>
                  <a:pt x="6762852" y="912465"/>
                  <a:pt x="6756983" y="952375"/>
                </a:cubicBezTo>
                <a:lnTo>
                  <a:pt x="6758478" y="972424"/>
                </a:lnTo>
                <a:lnTo>
                  <a:pt x="6752651" y="996407"/>
                </a:lnTo>
                <a:cubicBezTo>
                  <a:pt x="6744201" y="1040546"/>
                  <a:pt x="6736270" y="1086165"/>
                  <a:pt x="6716997" y="1091248"/>
                </a:cubicBezTo>
                <a:cubicBezTo>
                  <a:pt x="6678332" y="1122349"/>
                  <a:pt x="6707411" y="1240829"/>
                  <a:pt x="6657090" y="1307489"/>
                </a:cubicBezTo>
                <a:cubicBezTo>
                  <a:pt x="6621135" y="1444387"/>
                  <a:pt x="6524184" y="1590429"/>
                  <a:pt x="6508075" y="1709568"/>
                </a:cubicBezTo>
                <a:cubicBezTo>
                  <a:pt x="6474780" y="1738828"/>
                  <a:pt x="6473953" y="1782449"/>
                  <a:pt x="6462759" y="1811874"/>
                </a:cubicBezTo>
                <a:cubicBezTo>
                  <a:pt x="6449270" y="1892769"/>
                  <a:pt x="6399402" y="2130120"/>
                  <a:pt x="6383790" y="2228963"/>
                </a:cubicBezTo>
                <a:cubicBezTo>
                  <a:pt x="6369883" y="2302046"/>
                  <a:pt x="6399578" y="2316440"/>
                  <a:pt x="6369096" y="2404942"/>
                </a:cubicBezTo>
                <a:cubicBezTo>
                  <a:pt x="6395161" y="2417035"/>
                  <a:pt x="6368224" y="2445577"/>
                  <a:pt x="6365696" y="2461889"/>
                </a:cubicBezTo>
                <a:cubicBezTo>
                  <a:pt x="6359423" y="2481550"/>
                  <a:pt x="6329861" y="2498958"/>
                  <a:pt x="6323990" y="2538869"/>
                </a:cubicBezTo>
                <a:cubicBezTo>
                  <a:pt x="6317721" y="2603362"/>
                  <a:pt x="6317811" y="2723423"/>
                  <a:pt x="6299971" y="2852842"/>
                </a:cubicBezTo>
                <a:cubicBezTo>
                  <a:pt x="6296888" y="2889820"/>
                  <a:pt x="6314227" y="2924069"/>
                  <a:pt x="6305256" y="2965146"/>
                </a:cubicBezTo>
                <a:lnTo>
                  <a:pt x="6297430" y="3010980"/>
                </a:lnTo>
                <a:lnTo>
                  <a:pt x="6301903" y="3017531"/>
                </a:lnTo>
                <a:lnTo>
                  <a:pt x="6312288" y="3141762"/>
                </a:lnTo>
                <a:cubicBezTo>
                  <a:pt x="6310891" y="3148458"/>
                  <a:pt x="6311653" y="3156601"/>
                  <a:pt x="6317307" y="3167974"/>
                </a:cubicBezTo>
                <a:lnTo>
                  <a:pt x="6319343" y="3170223"/>
                </a:lnTo>
                <a:lnTo>
                  <a:pt x="6388791" y="3425292"/>
                </a:lnTo>
                <a:cubicBezTo>
                  <a:pt x="6411564" y="3519098"/>
                  <a:pt x="6451294" y="3670230"/>
                  <a:pt x="6473625" y="3778499"/>
                </a:cubicBezTo>
                <a:cubicBezTo>
                  <a:pt x="6461715" y="3876413"/>
                  <a:pt x="6479795" y="3911499"/>
                  <a:pt x="6488572" y="4010514"/>
                </a:cubicBezTo>
                <a:cubicBezTo>
                  <a:pt x="6537658" y="4041328"/>
                  <a:pt x="6522549" y="4094791"/>
                  <a:pt x="6542727" y="4142824"/>
                </a:cubicBezTo>
                <a:cubicBezTo>
                  <a:pt x="6562367" y="4174785"/>
                  <a:pt x="6560025" y="4194356"/>
                  <a:pt x="6574700" y="4253089"/>
                </a:cubicBezTo>
                <a:lnTo>
                  <a:pt x="6630782" y="4495230"/>
                </a:lnTo>
                <a:cubicBezTo>
                  <a:pt x="6629041" y="4518096"/>
                  <a:pt x="6642831" y="4583613"/>
                  <a:pt x="6657121" y="4592798"/>
                </a:cubicBezTo>
                <a:cubicBezTo>
                  <a:pt x="6662404" y="4605798"/>
                  <a:pt x="6661388" y="4622935"/>
                  <a:pt x="6675304" y="4625784"/>
                </a:cubicBezTo>
                <a:cubicBezTo>
                  <a:pt x="6692614" y="4632048"/>
                  <a:pt x="6678575" y="4686348"/>
                  <a:pt x="6695194" y="4674587"/>
                </a:cubicBezTo>
                <a:cubicBezTo>
                  <a:pt x="6692850" y="4684186"/>
                  <a:pt x="6692968" y="4695174"/>
                  <a:pt x="6694674" y="4706669"/>
                </a:cubicBezTo>
                <a:lnTo>
                  <a:pt x="6696125" y="4712312"/>
                </a:lnTo>
                <a:lnTo>
                  <a:pt x="6683308" y="4752491"/>
                </a:lnTo>
                <a:cubicBezTo>
                  <a:pt x="6668335" y="4814629"/>
                  <a:pt x="6667993" y="4870176"/>
                  <a:pt x="6662625" y="4924134"/>
                </a:cubicBezTo>
                <a:cubicBezTo>
                  <a:pt x="6658601" y="5004697"/>
                  <a:pt x="6700287" y="4943260"/>
                  <a:pt x="6666282" y="5049729"/>
                </a:cubicBezTo>
                <a:cubicBezTo>
                  <a:pt x="6680923" y="5057425"/>
                  <a:pt x="6681720" y="5069899"/>
                  <a:pt x="6674923" y="5092608"/>
                </a:cubicBezTo>
                <a:cubicBezTo>
                  <a:pt x="6674055" y="5131530"/>
                  <a:pt x="6710642" y="5120894"/>
                  <a:pt x="6688949" y="5164561"/>
                </a:cubicBezTo>
                <a:lnTo>
                  <a:pt x="6713476" y="5227429"/>
                </a:lnTo>
                <a:cubicBezTo>
                  <a:pt x="6707551" y="5224995"/>
                  <a:pt x="6700321" y="5279972"/>
                  <a:pt x="6699741" y="5295738"/>
                </a:cubicBezTo>
                <a:cubicBezTo>
                  <a:pt x="6701613" y="5328539"/>
                  <a:pt x="6674230" y="5338382"/>
                  <a:pt x="6698438" y="5353315"/>
                </a:cubicBezTo>
                <a:lnTo>
                  <a:pt x="6705394" y="5356747"/>
                </a:lnTo>
                <a:cubicBezTo>
                  <a:pt x="6705576" y="5359175"/>
                  <a:pt x="6705758" y="5361603"/>
                  <a:pt x="6705941" y="5364029"/>
                </a:cubicBezTo>
                <a:cubicBezTo>
                  <a:pt x="6705372" y="5367899"/>
                  <a:pt x="6703413" y="5370023"/>
                  <a:pt x="6698760" y="5369188"/>
                </a:cubicBezTo>
                <a:cubicBezTo>
                  <a:pt x="6715543" y="5400565"/>
                  <a:pt x="6682626" y="5434448"/>
                  <a:pt x="6674560" y="5465115"/>
                </a:cubicBezTo>
                <a:cubicBezTo>
                  <a:pt x="6691190" y="5489165"/>
                  <a:pt x="6702277" y="5478984"/>
                  <a:pt x="6698322" y="5543278"/>
                </a:cubicBezTo>
                <a:lnTo>
                  <a:pt x="6673987" y="5606762"/>
                </a:lnTo>
                <a:lnTo>
                  <a:pt x="6665359" y="5656986"/>
                </a:lnTo>
                <a:lnTo>
                  <a:pt x="6718420" y="5747675"/>
                </a:lnTo>
                <a:cubicBezTo>
                  <a:pt x="6736039" y="5788270"/>
                  <a:pt x="6794550" y="5740224"/>
                  <a:pt x="6786357" y="5797270"/>
                </a:cubicBezTo>
                <a:cubicBezTo>
                  <a:pt x="6803000" y="5835160"/>
                  <a:pt x="6831082" y="5856958"/>
                  <a:pt x="6834299" y="5897781"/>
                </a:cubicBezTo>
                <a:cubicBezTo>
                  <a:pt x="6850938" y="5902014"/>
                  <a:pt x="6860579" y="5910872"/>
                  <a:pt x="6848771" y="5936497"/>
                </a:cubicBezTo>
                <a:lnTo>
                  <a:pt x="6883460" y="6064046"/>
                </a:lnTo>
                <a:cubicBezTo>
                  <a:pt x="6906450" y="6070324"/>
                  <a:pt x="6870051" y="6102610"/>
                  <a:pt x="6896072" y="6107188"/>
                </a:cubicBezTo>
                <a:cubicBezTo>
                  <a:pt x="6912283" y="6129421"/>
                  <a:pt x="6963567" y="6167207"/>
                  <a:pt x="6980725" y="6197444"/>
                </a:cubicBezTo>
                <a:cubicBezTo>
                  <a:pt x="6947762" y="6297975"/>
                  <a:pt x="6995609" y="6226141"/>
                  <a:pt x="6999028" y="6288610"/>
                </a:cubicBezTo>
                <a:cubicBezTo>
                  <a:pt x="6997432" y="6346629"/>
                  <a:pt x="7058551" y="6337651"/>
                  <a:pt x="7021306" y="6426700"/>
                </a:cubicBezTo>
                <a:cubicBezTo>
                  <a:pt x="7020466" y="6447474"/>
                  <a:pt x="7026793" y="6469543"/>
                  <a:pt x="7033259" y="6489284"/>
                </a:cubicBezTo>
                <a:lnTo>
                  <a:pt x="7037119" y="6501140"/>
                </a:lnTo>
                <a:lnTo>
                  <a:pt x="7037119" y="6557754"/>
                </a:lnTo>
                <a:lnTo>
                  <a:pt x="7031649" y="6569925"/>
                </a:lnTo>
                <a:cubicBezTo>
                  <a:pt x="7023197" y="6591634"/>
                  <a:pt x="7028560" y="6588450"/>
                  <a:pt x="7011548" y="6615002"/>
                </a:cubicBezTo>
                <a:cubicBezTo>
                  <a:pt x="7016567" y="6637881"/>
                  <a:pt x="7011534" y="6732922"/>
                  <a:pt x="7021837" y="6743644"/>
                </a:cubicBezTo>
                <a:cubicBezTo>
                  <a:pt x="7023032" y="6757943"/>
                  <a:pt x="7005198" y="6842091"/>
                  <a:pt x="7006394" y="6856390"/>
                </a:cubicBezTo>
                <a:lnTo>
                  <a:pt x="7037119" y="6856494"/>
                </a:lnTo>
                <a:lnTo>
                  <a:pt x="7037119" y="6857999"/>
                </a:lnTo>
                <a:lnTo>
                  <a:pt x="0" y="6857999"/>
                </a:lnTo>
                <a:close/>
              </a:path>
            </a:pathLst>
          </a:custGeom>
        </p:spPr>
      </p:pic>
      <p:sp>
        <p:nvSpPr>
          <p:cNvPr id="4" name="Content Placeholder 3">
            <a:extLst>
              <a:ext uri="{FF2B5EF4-FFF2-40B4-BE49-F238E27FC236}">
                <a16:creationId xmlns:a16="http://schemas.microsoft.com/office/drawing/2014/main" id="{9D769ADE-09B4-2DFB-4B63-E8744785A312}"/>
              </a:ext>
            </a:extLst>
          </p:cNvPr>
          <p:cNvSpPr>
            <a:spLocks noGrp="1"/>
          </p:cNvSpPr>
          <p:nvPr>
            <p:ph sz="half" idx="2"/>
          </p:nvPr>
        </p:nvSpPr>
        <p:spPr>
          <a:xfrm>
            <a:off x="7162799" y="2147356"/>
            <a:ext cx="3885061" cy="4107021"/>
          </a:xfrm>
        </p:spPr>
        <p:txBody>
          <a:bodyPr vert="horz" lIns="91440" tIns="45720" rIns="91440" bIns="45720" rtlCol="0">
            <a:normAutofit/>
          </a:bodyPr>
          <a:lstStyle/>
          <a:p>
            <a:r>
              <a:rPr lang="en-US" dirty="0"/>
              <a:t>How access is restricted?</a:t>
            </a:r>
          </a:p>
          <a:p>
            <a:r>
              <a:rPr lang="en-US" dirty="0"/>
              <a:t>Every protected route uses a decorator (@login_required or @admin_required) that checks the session role before the page loads.</a:t>
            </a:r>
          </a:p>
        </p:txBody>
      </p:sp>
    </p:spTree>
    <p:extLst>
      <p:ext uri="{BB962C8B-B14F-4D97-AF65-F5344CB8AC3E}">
        <p14:creationId xmlns:p14="http://schemas.microsoft.com/office/powerpoint/2010/main" val="1343234068"/>
      </p:ext>
    </p:extLst>
  </p:cSld>
  <p:clrMapOvr>
    <a:masterClrMapping/>
  </p:clrMapOvr>
  <p:transition spd="slow">
    <p:wipe/>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778C23-52EC-F794-2D9F-F5E7197743B8}"/>
              </a:ext>
            </a:extLst>
          </p:cNvPr>
          <p:cNvSpPr>
            <a:spLocks noGrp="1"/>
          </p:cNvSpPr>
          <p:nvPr>
            <p:ph type="title"/>
          </p:nvPr>
        </p:nvSpPr>
        <p:spPr/>
        <p:txBody>
          <a:bodyPr/>
          <a:lstStyle/>
          <a:p>
            <a:r>
              <a:rPr lang="en-US" dirty="0"/>
              <a:t>Preventing unauthorized access</a:t>
            </a:r>
          </a:p>
        </p:txBody>
      </p:sp>
      <p:pic>
        <p:nvPicPr>
          <p:cNvPr id="6" name="Content Placeholder 5" descr="A screen shot of a computer program&#10;&#10;Description automatically generated">
            <a:extLst>
              <a:ext uri="{FF2B5EF4-FFF2-40B4-BE49-F238E27FC236}">
                <a16:creationId xmlns:a16="http://schemas.microsoft.com/office/drawing/2014/main" id="{D17370BB-E0D2-19F5-D9BA-A9C12B0F61EA}"/>
              </a:ext>
            </a:extLst>
          </p:cNvPr>
          <p:cNvPicPr>
            <a:picLocks noGrp="1" noChangeAspect="1"/>
          </p:cNvPicPr>
          <p:nvPr>
            <p:ph sz="half" idx="1"/>
          </p:nvPr>
        </p:nvPicPr>
        <p:blipFill>
          <a:blip r:embed="rId2">
            <a:extLst>
              <a:ext uri="{28A0092B-C50C-407E-A947-70E740481C1C}">
                <a14:useLocalDpi xmlns:a14="http://schemas.microsoft.com/office/drawing/2010/main" val="0"/>
              </a:ext>
            </a:extLst>
          </a:blip>
          <a:stretch>
            <a:fillRect/>
          </a:stretch>
        </p:blipFill>
        <p:spPr>
          <a:xfrm>
            <a:off x="708076" y="2682756"/>
            <a:ext cx="5682374" cy="2746612"/>
          </a:xfrm>
          <a:prstGeom prst="roundRect">
            <a:avLst>
              <a:gd name="adj" fmla="val 4167"/>
            </a:avLst>
          </a:prstGeom>
          <a:solidFill>
            <a:srgbClr val="FFFFFF"/>
          </a:solidFill>
          <a:ln w="76200" cap="sq">
            <a:solidFill>
              <a:srgbClr val="EAEAEA"/>
            </a:solidFill>
            <a:miter lim="800000"/>
          </a:ln>
          <a:effectLst>
            <a:reflection blurRad="12700" stA="33000" endPos="28000" dist="5000" dir="5400000" sy="-100000" algn="bl" rotWithShape="0"/>
          </a:effectLst>
          <a:scene3d>
            <a:camera prst="orthographicFront"/>
            <a:lightRig rig="threePt" dir="t">
              <a:rot lat="0" lon="0" rev="2700000"/>
            </a:lightRig>
          </a:scene3d>
          <a:sp3d contourW="6350">
            <a:bevelT h="38100"/>
            <a:contourClr>
              <a:srgbClr val="C0C0C0"/>
            </a:contourClr>
          </a:sp3d>
        </p:spPr>
      </p:pic>
      <p:graphicFrame>
        <p:nvGraphicFramePr>
          <p:cNvPr id="14" name="Content Placeholder 3">
            <a:extLst>
              <a:ext uri="{FF2B5EF4-FFF2-40B4-BE49-F238E27FC236}">
                <a16:creationId xmlns:a16="http://schemas.microsoft.com/office/drawing/2014/main" id="{34600DB3-09C4-913D-D0D1-2BF26BFD4A17}"/>
              </a:ext>
            </a:extLst>
          </p:cNvPr>
          <p:cNvGraphicFramePr>
            <a:graphicFrameLocks noGrp="1"/>
          </p:cNvGraphicFramePr>
          <p:nvPr>
            <p:ph sz="half" idx="2"/>
            <p:extLst>
              <p:ext uri="{D42A27DB-BD31-4B8C-83A1-F6EECF244321}">
                <p14:modId xmlns:p14="http://schemas.microsoft.com/office/powerpoint/2010/main" val="2567005026"/>
              </p:ext>
            </p:extLst>
          </p:nvPr>
        </p:nvGraphicFramePr>
        <p:xfrm>
          <a:off x="5844540" y="1825624"/>
          <a:ext cx="5016943" cy="446087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1691965973"/>
      </p:ext>
    </p:extLst>
  </p:cSld>
  <p:clrMapOvr>
    <a:masterClrMapping/>
  </p:clrMapOvr>
  <p:transition spd="slow">
    <p:push dir="u"/>
  </p:transition>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15" name="Picture 14">
            <a:extLst>
              <a:ext uri="{FF2B5EF4-FFF2-40B4-BE49-F238E27FC236}">
                <a16:creationId xmlns:a16="http://schemas.microsoft.com/office/drawing/2014/main" id="{DEB2E8C4-C3E7-4048-A43D-9859510CFA98}"/>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2">
            <a:extLst>
              <a:ext uri="{28A0092B-C50C-407E-A947-70E740481C1C}">
                <a14:useLocalDpi xmlns:a14="http://schemas.microsoft.com/office/drawing/2010/main" val="0"/>
              </a:ext>
            </a:extLst>
          </a:blip>
          <a:stretch>
            <a:fillRect/>
          </a:stretch>
        </p:blipFill>
        <p:spPr>
          <a:xfrm>
            <a:off x="10905744" y="0"/>
            <a:ext cx="1286256" cy="6858000"/>
          </a:xfrm>
          <a:prstGeom prst="rect">
            <a:avLst/>
          </a:prstGeom>
        </p:spPr>
      </p:pic>
      <mc:AlternateContent xmlns:mc="http://schemas.openxmlformats.org/markup-compatibility/2006" xmlns:p14="http://schemas.microsoft.com/office/powerpoint/2010/main">
        <mc:Choice Requires="p14">
          <p:contentPart p14:bwMode="auto" r:id="rId3">
            <p14:nvContentPartPr>
              <p14:cNvPr id="17" name="Ink 16">
                <a:extLst>
                  <a:ext uri="{FF2B5EF4-FFF2-40B4-BE49-F238E27FC236}">
                    <a16:creationId xmlns:a16="http://schemas.microsoft.com/office/drawing/2014/main" id="{24D29CCB-7956-4E3E-8880-304085F04BF4}"/>
                  </a:ext>
                  <a:ext uri="{C183D7F6-B498-43B3-948B-1728B52AA6E4}">
                    <adec:decorative xmlns:adec="http://schemas.microsoft.com/office/drawing/2017/decorative" val="1"/>
                  </a:ext>
                </a:extLst>
              </p14:cNvPr>
              <p14:cNvContentPartPr>
                <a14:cpLocks xmlns:a14="http://schemas.microsoft.com/office/drawing/2010/main" noGrp="1" noRot="1" noChangeAspect="1" noMove="1" noResize="1" noEditPoints="1" noAdjustHandles="1" noChangeArrowheads="1" noChangeShapeType="1"/>
              </p14:cNvContentPartPr>
              <p14:nvPr>
                <p:extLst>
                  <p:ext uri="{386F3935-93C4-4BCD-93E2-E3B085C9AB24}">
                    <p16:designElem xmlns:p16="http://schemas.microsoft.com/office/powerpoint/2015/main" val="1"/>
                  </p:ext>
                </p:extLst>
              </p14:nvPr>
            </p14:nvContentPartPr>
            <p14:xfrm>
              <a:off x="12490710" y="6342652"/>
              <a:ext cx="360" cy="360"/>
            </p14:xfrm>
          </p:contentPart>
        </mc:Choice>
        <mc:Fallback xmlns="">
          <p:pic>
            <p:nvPicPr>
              <p:cNvPr id="17" name="Ink 16">
                <a:extLst>
                  <a:ext uri="{FF2B5EF4-FFF2-40B4-BE49-F238E27FC236}">
                    <a16:creationId xmlns:a16="http://schemas.microsoft.com/office/drawing/2014/main" id="{24D29CCB-7956-4E3E-8880-304085F04BF4}"/>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p:cNvPicPr>
              <p:nvPr/>
            </p:nvPicPr>
            <p:blipFill>
              <a:blip r:embed="rId4"/>
              <a:stretch>
                <a:fillRect/>
              </a:stretch>
            </p:blipFill>
            <p:spPr>
              <a:xfrm>
                <a:off x="12481710" y="6333652"/>
                <a:ext cx="18000" cy="18000"/>
              </a:xfrm>
              <a:prstGeom prst="rect">
                <a:avLst/>
              </a:prstGeom>
            </p:spPr>
          </p:pic>
        </mc:Fallback>
      </mc:AlternateContent>
      <p:sp useBgFill="1">
        <p:nvSpPr>
          <p:cNvPr id="19" name="Rectangle 18">
            <a:extLst>
              <a:ext uri="{FF2B5EF4-FFF2-40B4-BE49-F238E27FC236}">
                <a16:creationId xmlns:a16="http://schemas.microsoft.com/office/drawing/2014/main" id="{FCE8BBC4-555B-4EEA-8B5C-5B44656F9D7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3BE0AB14-B16C-E12D-7065-FA0497120002}"/>
              </a:ext>
            </a:extLst>
          </p:cNvPr>
          <p:cNvSpPr>
            <a:spLocks noGrp="1"/>
          </p:cNvSpPr>
          <p:nvPr>
            <p:ph type="title"/>
          </p:nvPr>
        </p:nvSpPr>
        <p:spPr>
          <a:xfrm>
            <a:off x="723901" y="603622"/>
            <a:ext cx="5004776" cy="2413425"/>
          </a:xfrm>
        </p:spPr>
        <p:txBody>
          <a:bodyPr vert="horz" lIns="91440" tIns="45720" rIns="91440" bIns="45720" rtlCol="0" anchor="ctr">
            <a:normAutofit/>
          </a:bodyPr>
          <a:lstStyle/>
          <a:p>
            <a:pPr algn="ctr"/>
            <a:r>
              <a:rPr lang="en-US" dirty="0"/>
              <a:t>Encryption and decryption</a:t>
            </a:r>
            <a:endParaRPr lang="en-US"/>
          </a:p>
        </p:txBody>
      </p:sp>
      <p:sp>
        <p:nvSpPr>
          <p:cNvPr id="21" name="Freeform: Shape 20">
            <a:extLst>
              <a:ext uri="{FF2B5EF4-FFF2-40B4-BE49-F238E27FC236}">
                <a16:creationId xmlns:a16="http://schemas.microsoft.com/office/drawing/2014/main" id="{44704DC3-DE99-4AC8-9945-00EF66EBB0A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991447" y="0"/>
            <a:ext cx="6200553" cy="6858000"/>
          </a:xfrm>
          <a:custGeom>
            <a:avLst/>
            <a:gdLst>
              <a:gd name="connsiteX0" fmla="*/ 509785 w 6292079"/>
              <a:gd name="connsiteY0" fmla="*/ 0 h 6858000"/>
              <a:gd name="connsiteX1" fmla="*/ 4089208 w 6292079"/>
              <a:gd name="connsiteY1" fmla="*/ 0 h 6858000"/>
              <a:gd name="connsiteX2" fmla="*/ 4500513 w 6292079"/>
              <a:gd name="connsiteY2" fmla="*/ 0 h 6858000"/>
              <a:gd name="connsiteX3" fmla="*/ 4642260 w 6292079"/>
              <a:gd name="connsiteY3" fmla="*/ 0 h 6858000"/>
              <a:gd name="connsiteX4" fmla="*/ 6127274 w 6292079"/>
              <a:gd name="connsiteY4" fmla="*/ 0 h 6858000"/>
              <a:gd name="connsiteX5" fmla="*/ 6292079 w 6292079"/>
              <a:gd name="connsiteY5" fmla="*/ 0 h 6858000"/>
              <a:gd name="connsiteX6" fmla="*/ 6292079 w 6292079"/>
              <a:gd name="connsiteY6" fmla="*/ 6858000 h 6858000"/>
              <a:gd name="connsiteX7" fmla="*/ 6127274 w 6292079"/>
              <a:gd name="connsiteY7" fmla="*/ 6858000 h 6858000"/>
              <a:gd name="connsiteX8" fmla="*/ 4642260 w 6292079"/>
              <a:gd name="connsiteY8" fmla="*/ 6858000 h 6858000"/>
              <a:gd name="connsiteX9" fmla="*/ 4500513 w 6292079"/>
              <a:gd name="connsiteY9" fmla="*/ 6858000 h 6858000"/>
              <a:gd name="connsiteX10" fmla="*/ 4089208 w 6292079"/>
              <a:gd name="connsiteY10" fmla="*/ 6858000 h 6858000"/>
              <a:gd name="connsiteX11" fmla="*/ 435967 w 6292079"/>
              <a:gd name="connsiteY11" fmla="*/ 6858000 h 6858000"/>
              <a:gd name="connsiteX12" fmla="*/ 439099 w 6292079"/>
              <a:gd name="connsiteY12" fmla="*/ 6835478 h 6858000"/>
              <a:gd name="connsiteX13" fmla="*/ 443695 w 6292079"/>
              <a:gd name="connsiteY13" fmla="*/ 6725985 h 6858000"/>
              <a:gd name="connsiteX14" fmla="*/ 428041 w 6292079"/>
              <a:gd name="connsiteY14" fmla="*/ 6661430 h 6858000"/>
              <a:gd name="connsiteX15" fmla="*/ 376884 w 6292079"/>
              <a:gd name="connsiteY15" fmla="*/ 6504597 h 6858000"/>
              <a:gd name="connsiteX16" fmla="*/ 269239 w 6292079"/>
              <a:gd name="connsiteY16" fmla="*/ 6290076 h 6858000"/>
              <a:gd name="connsiteX17" fmla="*/ 219811 w 6292079"/>
              <a:gd name="connsiteY17" fmla="*/ 6127001 h 6858000"/>
              <a:gd name="connsiteX18" fmla="*/ 205094 w 6292079"/>
              <a:gd name="connsiteY18" fmla="*/ 6073766 h 6858000"/>
              <a:gd name="connsiteX19" fmla="*/ 150183 w 6292079"/>
              <a:gd name="connsiteY19" fmla="*/ 6014538 h 6858000"/>
              <a:gd name="connsiteX20" fmla="*/ 117093 w 6292079"/>
              <a:gd name="connsiteY20" fmla="*/ 5729681 h 6858000"/>
              <a:gd name="connsiteX21" fmla="*/ 46363 w 6292079"/>
              <a:gd name="connsiteY21" fmla="*/ 5613732 h 6858000"/>
              <a:gd name="connsiteX22" fmla="*/ 29717 w 6292079"/>
              <a:gd name="connsiteY22" fmla="*/ 5572630 h 6858000"/>
              <a:gd name="connsiteX23" fmla="*/ 32614 w 6292079"/>
              <a:gd name="connsiteY23" fmla="*/ 5564839 h 6858000"/>
              <a:gd name="connsiteX24" fmla="*/ 34209 w 6292079"/>
              <a:gd name="connsiteY24" fmla="*/ 5564057 h 6858000"/>
              <a:gd name="connsiteX25" fmla="*/ 17311 w 6292079"/>
              <a:gd name="connsiteY25" fmla="*/ 5442591 h 6858000"/>
              <a:gd name="connsiteX26" fmla="*/ 16750 w 6292079"/>
              <a:gd name="connsiteY26" fmla="*/ 5415829 h 6858000"/>
              <a:gd name="connsiteX27" fmla="*/ 18217 w 6292079"/>
              <a:gd name="connsiteY27" fmla="*/ 5412980 h 6858000"/>
              <a:gd name="connsiteX28" fmla="*/ 12055 w 6292079"/>
              <a:gd name="connsiteY28" fmla="*/ 5390064 h 6858000"/>
              <a:gd name="connsiteX29" fmla="*/ 0 w 6292079"/>
              <a:gd name="connsiteY29" fmla="*/ 5369830 h 6858000"/>
              <a:gd name="connsiteX30" fmla="*/ 32211 w 6292079"/>
              <a:gd name="connsiteY30" fmla="*/ 5145466 h 6858000"/>
              <a:gd name="connsiteX31" fmla="*/ 40891 w 6292079"/>
              <a:gd name="connsiteY31" fmla="*/ 4778922 h 6858000"/>
              <a:gd name="connsiteX32" fmla="*/ 16777 w 6292079"/>
              <a:gd name="connsiteY32" fmla="*/ 4554239 h 6858000"/>
              <a:gd name="connsiteX33" fmla="*/ 25115 w 6292079"/>
              <a:gd name="connsiteY33" fmla="*/ 4402702 h 6858000"/>
              <a:gd name="connsiteX34" fmla="*/ 8134 w 6292079"/>
              <a:gd name="connsiteY34" fmla="*/ 4331397 h 6858000"/>
              <a:gd name="connsiteX35" fmla="*/ 21852 w 6292079"/>
              <a:gd name="connsiteY35" fmla="*/ 4299998 h 6858000"/>
              <a:gd name="connsiteX36" fmla="*/ 24178 w 6292079"/>
              <a:gd name="connsiteY36" fmla="*/ 4280659 h 6858000"/>
              <a:gd name="connsiteX37" fmla="*/ 33357 w 6292079"/>
              <a:gd name="connsiteY37" fmla="*/ 4276475 h 6858000"/>
              <a:gd name="connsiteX38" fmla="*/ 42965 w 6292079"/>
              <a:gd name="connsiteY38" fmla="*/ 4248279 h 6858000"/>
              <a:gd name="connsiteX39" fmla="*/ 44865 w 6292079"/>
              <a:gd name="connsiteY39" fmla="*/ 4212329 h 6858000"/>
              <a:gd name="connsiteX40" fmla="*/ 44366 w 6292079"/>
              <a:gd name="connsiteY40" fmla="*/ 4040266 h 6858000"/>
              <a:gd name="connsiteX41" fmla="*/ 49504 w 6292079"/>
              <a:gd name="connsiteY41" fmla="*/ 3938016 h 6858000"/>
              <a:gd name="connsiteX42" fmla="*/ 59997 w 6292079"/>
              <a:gd name="connsiteY42" fmla="*/ 3900263 h 6858000"/>
              <a:gd name="connsiteX43" fmla="*/ 68907 w 6292079"/>
              <a:gd name="connsiteY43" fmla="*/ 3846813 h 6858000"/>
              <a:gd name="connsiteX44" fmla="*/ 75836 w 6292079"/>
              <a:gd name="connsiteY44" fmla="*/ 3715292 h 6858000"/>
              <a:gd name="connsiteX45" fmla="*/ 86775 w 6292079"/>
              <a:gd name="connsiteY45" fmla="*/ 3529044 h 6858000"/>
              <a:gd name="connsiteX46" fmla="*/ 93628 w 6292079"/>
              <a:gd name="connsiteY46" fmla="*/ 3521593 h 6858000"/>
              <a:gd name="connsiteX47" fmla="*/ 95551 w 6292079"/>
              <a:gd name="connsiteY47" fmla="*/ 3456775 h 6858000"/>
              <a:gd name="connsiteX48" fmla="*/ 58296 w 6292079"/>
              <a:gd name="connsiteY48" fmla="*/ 3224475 h 6858000"/>
              <a:gd name="connsiteX49" fmla="*/ 63270 w 6292079"/>
              <a:gd name="connsiteY49" fmla="*/ 3097947 h 6858000"/>
              <a:gd name="connsiteX50" fmla="*/ 72130 w 6292079"/>
              <a:gd name="connsiteY50" fmla="*/ 3053885 h 6858000"/>
              <a:gd name="connsiteX51" fmla="*/ 86532 w 6292079"/>
              <a:gd name="connsiteY51" fmla="*/ 2980007 h 6858000"/>
              <a:gd name="connsiteX52" fmla="*/ 111003 w 6292079"/>
              <a:gd name="connsiteY52" fmla="*/ 2914025 h 6858000"/>
              <a:gd name="connsiteX53" fmla="*/ 98482 w 6292079"/>
              <a:gd name="connsiteY53" fmla="*/ 2847042 h 6858000"/>
              <a:gd name="connsiteX54" fmla="*/ 97880 w 6292079"/>
              <a:gd name="connsiteY54" fmla="*/ 2789385 h 6858000"/>
              <a:gd name="connsiteX55" fmla="*/ 104654 w 6292079"/>
              <a:gd name="connsiteY55" fmla="*/ 2785130 h 6858000"/>
              <a:gd name="connsiteX56" fmla="*/ 105266 w 6292079"/>
              <a:gd name="connsiteY56" fmla="*/ 2777753 h 6858000"/>
              <a:gd name="connsiteX57" fmla="*/ 167835 w 6292079"/>
              <a:gd name="connsiteY57" fmla="*/ 2669363 h 6858000"/>
              <a:gd name="connsiteX58" fmla="*/ 202206 w 6292079"/>
              <a:gd name="connsiteY58" fmla="*/ 2562841 h 6858000"/>
              <a:gd name="connsiteX59" fmla="*/ 213902 w 6292079"/>
              <a:gd name="connsiteY59" fmla="*/ 2508449 h 6858000"/>
              <a:gd name="connsiteX60" fmla="*/ 233809 w 6292079"/>
              <a:gd name="connsiteY60" fmla="*/ 2449158 h 6858000"/>
              <a:gd name="connsiteX61" fmla="*/ 237400 w 6292079"/>
              <a:gd name="connsiteY61" fmla="*/ 2386081 h 6858000"/>
              <a:gd name="connsiteX62" fmla="*/ 235660 w 6292079"/>
              <a:gd name="connsiteY62" fmla="*/ 2226872 h 6858000"/>
              <a:gd name="connsiteX63" fmla="*/ 250116 w 6292079"/>
              <a:gd name="connsiteY63" fmla="*/ 2186312 h 6858000"/>
              <a:gd name="connsiteX64" fmla="*/ 285163 w 6292079"/>
              <a:gd name="connsiteY64" fmla="*/ 2054201 h 6858000"/>
              <a:gd name="connsiteX65" fmla="*/ 297869 w 6292079"/>
              <a:gd name="connsiteY65" fmla="*/ 2009411 h 6858000"/>
              <a:gd name="connsiteX66" fmla="*/ 339406 w 6292079"/>
              <a:gd name="connsiteY66" fmla="*/ 1985345 h 6858000"/>
              <a:gd name="connsiteX67" fmla="*/ 380873 w 6292079"/>
              <a:gd name="connsiteY67" fmla="*/ 1908912 h 6858000"/>
              <a:gd name="connsiteX68" fmla="*/ 399636 w 6292079"/>
              <a:gd name="connsiteY68" fmla="*/ 1815242 h 6858000"/>
              <a:gd name="connsiteX69" fmla="*/ 374372 w 6292079"/>
              <a:gd name="connsiteY69" fmla="*/ 1616165 h 6858000"/>
              <a:gd name="connsiteX70" fmla="*/ 392730 w 6292079"/>
              <a:gd name="connsiteY70" fmla="*/ 1566131 h 6858000"/>
              <a:gd name="connsiteX71" fmla="*/ 372639 w 6292079"/>
              <a:gd name="connsiteY71" fmla="*/ 1478507 h 6858000"/>
              <a:gd name="connsiteX72" fmla="*/ 401555 w 6292079"/>
              <a:gd name="connsiteY72" fmla="*/ 1428806 h 6858000"/>
              <a:gd name="connsiteX73" fmla="*/ 410243 w 6292079"/>
              <a:gd name="connsiteY73" fmla="*/ 1415134 h 6858000"/>
              <a:gd name="connsiteX74" fmla="*/ 411524 w 6292079"/>
              <a:gd name="connsiteY74" fmla="*/ 1406469 h 6858000"/>
              <a:gd name="connsiteX75" fmla="*/ 408887 w 6292079"/>
              <a:gd name="connsiteY75" fmla="*/ 1392331 h 6858000"/>
              <a:gd name="connsiteX76" fmla="*/ 414309 w 6292079"/>
              <a:gd name="connsiteY76" fmla="*/ 1387628 h 6858000"/>
              <a:gd name="connsiteX77" fmla="*/ 415362 w 6292079"/>
              <a:gd name="connsiteY77" fmla="*/ 1380497 h 6858000"/>
              <a:gd name="connsiteX78" fmla="*/ 421850 w 6292079"/>
              <a:gd name="connsiteY78" fmla="*/ 1331725 h 6858000"/>
              <a:gd name="connsiteX79" fmla="*/ 417310 w 6292079"/>
              <a:gd name="connsiteY79" fmla="*/ 1256042 h 6858000"/>
              <a:gd name="connsiteX80" fmla="*/ 415023 w 6292079"/>
              <a:gd name="connsiteY80" fmla="*/ 1150134 h 6858000"/>
              <a:gd name="connsiteX81" fmla="*/ 406174 w 6292079"/>
              <a:gd name="connsiteY81" fmla="*/ 1005645 h 6858000"/>
              <a:gd name="connsiteX82" fmla="*/ 431864 w 6292079"/>
              <a:gd name="connsiteY82" fmla="*/ 899691 h 6858000"/>
              <a:gd name="connsiteX83" fmla="*/ 462617 w 6292079"/>
              <a:gd name="connsiteY83" fmla="*/ 689088 h 6858000"/>
              <a:gd name="connsiteX84" fmla="*/ 510810 w 6292079"/>
              <a:gd name="connsiteY84" fmla="*/ 526328 h 6858000"/>
              <a:gd name="connsiteX85" fmla="*/ 542477 w 6292079"/>
              <a:gd name="connsiteY85" fmla="*/ 433873 h 6858000"/>
              <a:gd name="connsiteX86" fmla="*/ 549936 w 6292079"/>
              <a:gd name="connsiteY86" fmla="*/ 301688 h 6858000"/>
              <a:gd name="connsiteX87" fmla="*/ 554757 w 6292079"/>
              <a:gd name="connsiteY87" fmla="*/ 279945 h 6858000"/>
              <a:gd name="connsiteX88" fmla="*/ 550124 w 6292079"/>
              <a:gd name="connsiteY88" fmla="*/ 248508 h 6858000"/>
              <a:gd name="connsiteX89" fmla="*/ 530424 w 6292079"/>
              <a:gd name="connsiteY89" fmla="*/ 122373 h 6858000"/>
              <a:gd name="connsiteX90" fmla="*/ 504802 w 6292079"/>
              <a:gd name="connsiteY90" fmla="*/ 21894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Lst>
            <a:rect l="l" t="t" r="r" b="b"/>
            <a:pathLst>
              <a:path w="6292079" h="6858000">
                <a:moveTo>
                  <a:pt x="509785" y="0"/>
                </a:moveTo>
                <a:lnTo>
                  <a:pt x="4089208" y="0"/>
                </a:lnTo>
                <a:lnTo>
                  <a:pt x="4500513" y="0"/>
                </a:lnTo>
                <a:lnTo>
                  <a:pt x="4642260" y="0"/>
                </a:lnTo>
                <a:lnTo>
                  <a:pt x="6127274" y="0"/>
                </a:lnTo>
                <a:lnTo>
                  <a:pt x="6292079" y="0"/>
                </a:lnTo>
                <a:lnTo>
                  <a:pt x="6292079" y="6858000"/>
                </a:lnTo>
                <a:lnTo>
                  <a:pt x="6127274" y="6858000"/>
                </a:lnTo>
                <a:lnTo>
                  <a:pt x="4642260" y="6858000"/>
                </a:lnTo>
                <a:lnTo>
                  <a:pt x="4500513" y="6858000"/>
                </a:lnTo>
                <a:lnTo>
                  <a:pt x="4089208" y="6858000"/>
                </a:lnTo>
                <a:lnTo>
                  <a:pt x="435967" y="6858000"/>
                </a:lnTo>
                <a:lnTo>
                  <a:pt x="439099" y="6835478"/>
                </a:lnTo>
                <a:cubicBezTo>
                  <a:pt x="443053" y="6807961"/>
                  <a:pt x="446597" y="6775838"/>
                  <a:pt x="443695" y="6725985"/>
                </a:cubicBezTo>
                <a:cubicBezTo>
                  <a:pt x="406361" y="6709462"/>
                  <a:pt x="444551" y="6685701"/>
                  <a:pt x="428041" y="6661430"/>
                </a:cubicBezTo>
                <a:cubicBezTo>
                  <a:pt x="415709" y="6603739"/>
                  <a:pt x="402107" y="6561674"/>
                  <a:pt x="376884" y="6504597"/>
                </a:cubicBezTo>
                <a:cubicBezTo>
                  <a:pt x="304684" y="6477597"/>
                  <a:pt x="338577" y="6353549"/>
                  <a:pt x="269239" y="6290076"/>
                </a:cubicBezTo>
                <a:cubicBezTo>
                  <a:pt x="241348" y="6225029"/>
                  <a:pt x="266460" y="6201087"/>
                  <a:pt x="219811" y="6127001"/>
                </a:cubicBezTo>
                <a:cubicBezTo>
                  <a:pt x="241964" y="6106503"/>
                  <a:pt x="210775" y="6088480"/>
                  <a:pt x="205094" y="6073766"/>
                </a:cubicBezTo>
                <a:cubicBezTo>
                  <a:pt x="195202" y="6057134"/>
                  <a:pt x="163788" y="6050649"/>
                  <a:pt x="150183" y="6014538"/>
                </a:cubicBezTo>
                <a:cubicBezTo>
                  <a:pt x="131236" y="5955076"/>
                  <a:pt x="160082" y="5847195"/>
                  <a:pt x="117093" y="5729681"/>
                </a:cubicBezTo>
                <a:cubicBezTo>
                  <a:pt x="106713" y="5695413"/>
                  <a:pt x="63130" y="5649897"/>
                  <a:pt x="46363" y="5613732"/>
                </a:cubicBezTo>
                <a:lnTo>
                  <a:pt x="29717" y="5572630"/>
                </a:lnTo>
                <a:lnTo>
                  <a:pt x="32614" y="5564839"/>
                </a:lnTo>
                <a:lnTo>
                  <a:pt x="34209" y="5564057"/>
                </a:lnTo>
                <a:lnTo>
                  <a:pt x="17311" y="5442591"/>
                </a:lnTo>
                <a:cubicBezTo>
                  <a:pt x="14639" y="5436675"/>
                  <a:pt x="13713" y="5428633"/>
                  <a:pt x="16750" y="5415829"/>
                </a:cubicBezTo>
                <a:lnTo>
                  <a:pt x="18217" y="5412980"/>
                </a:lnTo>
                <a:lnTo>
                  <a:pt x="12055" y="5390064"/>
                </a:lnTo>
                <a:cubicBezTo>
                  <a:pt x="9079" y="5382538"/>
                  <a:pt x="5182" y="5375682"/>
                  <a:pt x="0" y="5369830"/>
                </a:cubicBezTo>
                <a:cubicBezTo>
                  <a:pt x="31894" y="5299689"/>
                  <a:pt x="23872" y="5225525"/>
                  <a:pt x="32211" y="5145466"/>
                </a:cubicBezTo>
                <a:cubicBezTo>
                  <a:pt x="34746" y="5048037"/>
                  <a:pt x="41698" y="4890019"/>
                  <a:pt x="40891" y="4778922"/>
                </a:cubicBezTo>
                <a:cubicBezTo>
                  <a:pt x="9869" y="4689468"/>
                  <a:pt x="28501" y="4651846"/>
                  <a:pt x="16777" y="4554239"/>
                </a:cubicBezTo>
                <a:cubicBezTo>
                  <a:pt x="56871" y="4507954"/>
                  <a:pt x="15779" y="4455514"/>
                  <a:pt x="25115" y="4402702"/>
                </a:cubicBezTo>
                <a:cubicBezTo>
                  <a:pt x="-10420" y="4412229"/>
                  <a:pt x="47425" y="4340221"/>
                  <a:pt x="8134" y="4331397"/>
                </a:cubicBezTo>
                <a:lnTo>
                  <a:pt x="21852" y="4299998"/>
                </a:lnTo>
                <a:lnTo>
                  <a:pt x="24178" y="4280659"/>
                </a:lnTo>
                <a:lnTo>
                  <a:pt x="33357" y="4276475"/>
                </a:lnTo>
                <a:lnTo>
                  <a:pt x="42965" y="4248279"/>
                </a:lnTo>
                <a:cubicBezTo>
                  <a:pt x="45246" y="4237522"/>
                  <a:pt x="46159" y="4225720"/>
                  <a:pt x="44865" y="4212329"/>
                </a:cubicBezTo>
                <a:cubicBezTo>
                  <a:pt x="25826" y="4166207"/>
                  <a:pt x="69917" y="4097341"/>
                  <a:pt x="44366" y="4040266"/>
                </a:cubicBezTo>
                <a:cubicBezTo>
                  <a:pt x="38101" y="4019019"/>
                  <a:pt x="37876" y="3951695"/>
                  <a:pt x="49504" y="3938016"/>
                </a:cubicBezTo>
                <a:cubicBezTo>
                  <a:pt x="51863" y="3923784"/>
                  <a:pt x="47442" y="3907760"/>
                  <a:pt x="59997" y="3900263"/>
                </a:cubicBezTo>
                <a:cubicBezTo>
                  <a:pt x="75066" y="3888337"/>
                  <a:pt x="50846" y="3841280"/>
                  <a:pt x="68907" y="3846813"/>
                </a:cubicBezTo>
                <a:cubicBezTo>
                  <a:pt x="52296" y="3813347"/>
                  <a:pt x="68378" y="3745138"/>
                  <a:pt x="75836" y="3715292"/>
                </a:cubicBezTo>
                <a:cubicBezTo>
                  <a:pt x="78813" y="3662330"/>
                  <a:pt x="86378" y="3567665"/>
                  <a:pt x="86775" y="3529044"/>
                </a:cubicBezTo>
                <a:cubicBezTo>
                  <a:pt x="89267" y="3527082"/>
                  <a:pt x="91576" y="3524572"/>
                  <a:pt x="93628" y="3521593"/>
                </a:cubicBezTo>
                <a:cubicBezTo>
                  <a:pt x="105546" y="3504295"/>
                  <a:pt x="106408" y="3475272"/>
                  <a:pt x="95551" y="3456775"/>
                </a:cubicBezTo>
                <a:cubicBezTo>
                  <a:pt x="61828" y="3371150"/>
                  <a:pt x="64401" y="3295875"/>
                  <a:pt x="58296" y="3224475"/>
                </a:cubicBezTo>
                <a:cubicBezTo>
                  <a:pt x="55319" y="3144058"/>
                  <a:pt x="94983" y="3200876"/>
                  <a:pt x="63270" y="3097947"/>
                </a:cubicBezTo>
                <a:cubicBezTo>
                  <a:pt x="77539" y="3088512"/>
                  <a:pt x="78452" y="3075895"/>
                  <a:pt x="72130" y="3053885"/>
                </a:cubicBezTo>
                <a:cubicBezTo>
                  <a:pt x="71735" y="3014911"/>
                  <a:pt x="107041" y="3021320"/>
                  <a:pt x="86532" y="2980007"/>
                </a:cubicBezTo>
                <a:lnTo>
                  <a:pt x="111003" y="2914025"/>
                </a:lnTo>
                <a:cubicBezTo>
                  <a:pt x="105238" y="2917158"/>
                  <a:pt x="98864" y="2862805"/>
                  <a:pt x="98482" y="2847042"/>
                </a:cubicBezTo>
                <a:cubicBezTo>
                  <a:pt x="100672" y="2813890"/>
                  <a:pt x="74268" y="2807204"/>
                  <a:pt x="97880" y="2789385"/>
                </a:cubicBezTo>
                <a:lnTo>
                  <a:pt x="104654" y="2785130"/>
                </a:lnTo>
                <a:cubicBezTo>
                  <a:pt x="104858" y="2782671"/>
                  <a:pt x="105062" y="2780212"/>
                  <a:pt x="105266" y="2777753"/>
                </a:cubicBezTo>
                <a:cubicBezTo>
                  <a:pt x="106158" y="2754272"/>
                  <a:pt x="151678" y="2705182"/>
                  <a:pt x="167835" y="2669363"/>
                </a:cubicBezTo>
                <a:lnTo>
                  <a:pt x="202206" y="2562841"/>
                </a:lnTo>
                <a:lnTo>
                  <a:pt x="213902" y="2508449"/>
                </a:lnTo>
                <a:lnTo>
                  <a:pt x="233809" y="2449158"/>
                </a:lnTo>
                <a:cubicBezTo>
                  <a:pt x="251664" y="2436763"/>
                  <a:pt x="229153" y="2410096"/>
                  <a:pt x="237400" y="2386081"/>
                </a:cubicBezTo>
                <a:cubicBezTo>
                  <a:pt x="227267" y="2347359"/>
                  <a:pt x="241573" y="2261841"/>
                  <a:pt x="235660" y="2226872"/>
                </a:cubicBezTo>
                <a:cubicBezTo>
                  <a:pt x="251820" y="2220679"/>
                  <a:pt x="261258" y="2210661"/>
                  <a:pt x="250116" y="2186312"/>
                </a:cubicBezTo>
                <a:lnTo>
                  <a:pt x="285163" y="2054201"/>
                </a:lnTo>
                <a:cubicBezTo>
                  <a:pt x="307497" y="2045213"/>
                  <a:pt x="272623" y="2017046"/>
                  <a:pt x="297869" y="2009411"/>
                </a:cubicBezTo>
                <a:cubicBezTo>
                  <a:pt x="320898" y="2035913"/>
                  <a:pt x="315992" y="1967554"/>
                  <a:pt x="339406" y="1985345"/>
                </a:cubicBezTo>
                <a:cubicBezTo>
                  <a:pt x="353240" y="1968595"/>
                  <a:pt x="370836" y="1937261"/>
                  <a:pt x="380873" y="1908912"/>
                </a:cubicBezTo>
                <a:cubicBezTo>
                  <a:pt x="350104" y="1811824"/>
                  <a:pt x="395613" y="1878362"/>
                  <a:pt x="399636" y="1815242"/>
                </a:cubicBezTo>
                <a:cubicBezTo>
                  <a:pt x="398754" y="1757178"/>
                  <a:pt x="409420" y="1701224"/>
                  <a:pt x="374372" y="1616165"/>
                </a:cubicBezTo>
                <a:cubicBezTo>
                  <a:pt x="373220" y="1574646"/>
                  <a:pt x="393018" y="1589074"/>
                  <a:pt x="392730" y="1566131"/>
                </a:cubicBezTo>
                <a:cubicBezTo>
                  <a:pt x="365412" y="1510101"/>
                  <a:pt x="394197" y="1511406"/>
                  <a:pt x="372639" y="1478507"/>
                </a:cubicBezTo>
                <a:cubicBezTo>
                  <a:pt x="377761" y="1454951"/>
                  <a:pt x="391457" y="1440777"/>
                  <a:pt x="401555" y="1428806"/>
                </a:cubicBezTo>
                <a:lnTo>
                  <a:pt x="410243" y="1415134"/>
                </a:lnTo>
                <a:lnTo>
                  <a:pt x="411524" y="1406469"/>
                </a:lnTo>
                <a:lnTo>
                  <a:pt x="408887" y="1392331"/>
                </a:lnTo>
                <a:lnTo>
                  <a:pt x="414309" y="1387628"/>
                </a:lnTo>
                <a:lnTo>
                  <a:pt x="415362" y="1380497"/>
                </a:lnTo>
                <a:cubicBezTo>
                  <a:pt x="418872" y="1361702"/>
                  <a:pt x="422095" y="1344022"/>
                  <a:pt x="421850" y="1331725"/>
                </a:cubicBezTo>
                <a:cubicBezTo>
                  <a:pt x="433626" y="1321844"/>
                  <a:pt x="424854" y="1278095"/>
                  <a:pt x="417310" y="1256042"/>
                </a:cubicBezTo>
                <a:cubicBezTo>
                  <a:pt x="413501" y="1216720"/>
                  <a:pt x="436826" y="1191313"/>
                  <a:pt x="415023" y="1150134"/>
                </a:cubicBezTo>
                <a:cubicBezTo>
                  <a:pt x="409434" y="1105134"/>
                  <a:pt x="413370" y="1057259"/>
                  <a:pt x="406174" y="1005645"/>
                </a:cubicBezTo>
                <a:cubicBezTo>
                  <a:pt x="395775" y="973629"/>
                  <a:pt x="433727" y="963997"/>
                  <a:pt x="431864" y="899691"/>
                </a:cubicBezTo>
                <a:cubicBezTo>
                  <a:pt x="435076" y="846170"/>
                  <a:pt x="459107" y="752452"/>
                  <a:pt x="462617" y="689088"/>
                </a:cubicBezTo>
                <a:cubicBezTo>
                  <a:pt x="447384" y="623113"/>
                  <a:pt x="508572" y="589979"/>
                  <a:pt x="510810" y="526328"/>
                </a:cubicBezTo>
                <a:cubicBezTo>
                  <a:pt x="481634" y="460515"/>
                  <a:pt x="546528" y="487988"/>
                  <a:pt x="542477" y="433873"/>
                </a:cubicBezTo>
                <a:cubicBezTo>
                  <a:pt x="514702" y="343844"/>
                  <a:pt x="563781" y="437996"/>
                  <a:pt x="549936" y="301688"/>
                </a:cubicBezTo>
                <a:cubicBezTo>
                  <a:pt x="545577" y="293639"/>
                  <a:pt x="549120" y="277645"/>
                  <a:pt x="554757" y="279945"/>
                </a:cubicBezTo>
                <a:cubicBezTo>
                  <a:pt x="552714" y="271180"/>
                  <a:pt x="541267" y="249562"/>
                  <a:pt x="550124" y="248508"/>
                </a:cubicBezTo>
                <a:cubicBezTo>
                  <a:pt x="549604" y="205525"/>
                  <a:pt x="542818" y="162084"/>
                  <a:pt x="530424" y="122373"/>
                </a:cubicBezTo>
                <a:cubicBezTo>
                  <a:pt x="542727" y="41074"/>
                  <a:pt x="502709" y="81459"/>
                  <a:pt x="504802" y="21894"/>
                </a:cubicBezTo>
                <a:close/>
              </a:path>
            </a:pathLst>
          </a:custGeom>
          <a:solidFill>
            <a:srgbClr val="82766A">
              <a:alpha val="1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4" name="Content Placeholder 3">
            <a:extLst>
              <a:ext uri="{FF2B5EF4-FFF2-40B4-BE49-F238E27FC236}">
                <a16:creationId xmlns:a16="http://schemas.microsoft.com/office/drawing/2014/main" id="{CF7DB9B5-07A7-CAE0-A789-F762909B5271}"/>
              </a:ext>
            </a:extLst>
          </p:cNvPr>
          <p:cNvSpPr>
            <a:spLocks noGrp="1"/>
          </p:cNvSpPr>
          <p:nvPr>
            <p:ph sz="half" idx="2"/>
          </p:nvPr>
        </p:nvSpPr>
        <p:spPr>
          <a:xfrm>
            <a:off x="7034256" y="603624"/>
            <a:ext cx="4266089" cy="5650754"/>
          </a:xfrm>
        </p:spPr>
        <p:txBody>
          <a:bodyPr vert="horz" lIns="91440" tIns="45720" rIns="91440" bIns="45720" rtlCol="0" anchor="ctr">
            <a:normAutofit/>
          </a:bodyPr>
          <a:lstStyle/>
          <a:p>
            <a:r>
              <a:rPr lang="en-US" dirty="0"/>
              <a:t>How sensitive data is encrypted Note content is encrypted before being saved to MongoDB and decrypted only when displayed to the authenticated user.</a:t>
            </a:r>
          </a:p>
          <a:p>
            <a:r>
              <a:rPr lang="en-US" dirty="0"/>
              <a:t>Algorithm used Fernet (from Python’s cryptography library) — symmetric encryption built on AES-128-CBC with HMAC-SHA256 for integrity verification.</a:t>
            </a:r>
          </a:p>
        </p:txBody>
      </p:sp>
      <p:pic>
        <p:nvPicPr>
          <p:cNvPr id="7" name="Content Placeholder 6" descr="A computer screen with colorful text&#10;&#10;Description automatically generated">
            <a:extLst>
              <a:ext uri="{FF2B5EF4-FFF2-40B4-BE49-F238E27FC236}">
                <a16:creationId xmlns:a16="http://schemas.microsoft.com/office/drawing/2014/main" id="{B2E1EA81-6AC0-A64E-8698-7690DDFA2E99}"/>
              </a:ext>
            </a:extLst>
          </p:cNvPr>
          <p:cNvPicPr>
            <a:picLocks noGrp="1" noChangeAspect="1"/>
          </p:cNvPicPr>
          <p:nvPr>
            <p:ph sz="half" idx="1"/>
          </p:nvPr>
        </p:nvPicPr>
        <p:blipFill>
          <a:blip r:embed="rId5">
            <a:extLst>
              <a:ext uri="{28A0092B-C50C-407E-A947-70E740481C1C}">
                <a14:useLocalDpi xmlns:a14="http://schemas.microsoft.com/office/drawing/2010/main" val="0"/>
              </a:ext>
            </a:extLst>
          </a:blip>
          <a:stretch>
            <a:fillRect/>
          </a:stretch>
        </p:blipFill>
        <p:spPr>
          <a:xfrm>
            <a:off x="522477" y="3017047"/>
            <a:ext cx="5206200" cy="2675274"/>
          </a:xfrm>
          <a:prstGeom prst="rect">
            <a:avLst/>
          </a:prstGeom>
          <a:ln>
            <a:noFill/>
          </a:ln>
          <a:effectLst>
            <a:outerShdw blurRad="190500" algn="tl" rotWithShape="0">
              <a:srgbClr val="000000">
                <a:alpha val="70000"/>
              </a:srgbClr>
            </a:outerShdw>
          </a:effectLst>
        </p:spPr>
      </p:pic>
    </p:spTree>
    <p:extLst>
      <p:ext uri="{BB962C8B-B14F-4D97-AF65-F5344CB8AC3E}">
        <p14:creationId xmlns:p14="http://schemas.microsoft.com/office/powerpoint/2010/main" val="3250173488"/>
      </p:ext>
    </p:extLst>
  </p:cSld>
  <p:clrMapOvr>
    <a:masterClrMapping/>
  </p:clrMapOvr>
  <p:transition spd="slow">
    <p:wipe/>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16513C-C50A-CA65-0A68-2105DEAE6423}"/>
              </a:ext>
            </a:extLst>
          </p:cNvPr>
          <p:cNvSpPr>
            <a:spLocks noGrp="1"/>
          </p:cNvSpPr>
          <p:nvPr>
            <p:ph type="title"/>
          </p:nvPr>
        </p:nvSpPr>
        <p:spPr/>
        <p:txBody>
          <a:bodyPr/>
          <a:lstStyle/>
          <a:p>
            <a:r>
              <a:rPr lang="en-US" dirty="0"/>
              <a:t>Encryption and decryption</a:t>
            </a:r>
          </a:p>
        </p:txBody>
      </p:sp>
      <p:graphicFrame>
        <p:nvGraphicFramePr>
          <p:cNvPr id="12" name="Content Placeholder 3">
            <a:extLst>
              <a:ext uri="{FF2B5EF4-FFF2-40B4-BE49-F238E27FC236}">
                <a16:creationId xmlns:a16="http://schemas.microsoft.com/office/drawing/2014/main" id="{F82751D6-0828-F137-E0E4-722BC66FBDA1}"/>
              </a:ext>
            </a:extLst>
          </p:cNvPr>
          <p:cNvGraphicFramePr>
            <a:graphicFrameLocks noGrp="1"/>
          </p:cNvGraphicFramePr>
          <p:nvPr>
            <p:ph sz="half" idx="2"/>
          </p:nvPr>
        </p:nvGraphicFramePr>
        <p:xfrm>
          <a:off x="5844540" y="1825624"/>
          <a:ext cx="5016943" cy="446087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pic>
        <p:nvPicPr>
          <p:cNvPr id="10" name="Content Placeholder 9" descr="A screenshot of a computer screen&#10;&#10;Description automatically generated">
            <a:extLst>
              <a:ext uri="{FF2B5EF4-FFF2-40B4-BE49-F238E27FC236}">
                <a16:creationId xmlns:a16="http://schemas.microsoft.com/office/drawing/2014/main" id="{4F8092F6-8302-5EBB-F098-E74EEF8B4AA5}"/>
              </a:ext>
            </a:extLst>
          </p:cNvPr>
          <p:cNvPicPr>
            <a:picLocks noGrp="1" noChangeAspect="1"/>
          </p:cNvPicPr>
          <p:nvPr>
            <p:ph sz="half" idx="1"/>
          </p:nvPr>
        </p:nvPicPr>
        <p:blipFill>
          <a:blip r:embed="rId7">
            <a:extLst>
              <a:ext uri="{28A0092B-C50C-407E-A947-70E740481C1C}">
                <a14:useLocalDpi xmlns:a14="http://schemas.microsoft.com/office/drawing/2010/main" val="0"/>
              </a:ext>
            </a:extLst>
          </a:blip>
          <a:stretch>
            <a:fillRect/>
          </a:stretch>
        </p:blipFill>
        <p:spPr>
          <a:xfrm>
            <a:off x="274917" y="2769534"/>
            <a:ext cx="5423023" cy="2203281"/>
          </a:xfrm>
          <a:prstGeom prst="roundRect">
            <a:avLst>
              <a:gd name="adj" fmla="val 16667"/>
            </a:avLst>
          </a:prstGeom>
          <a:ln>
            <a:no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spTree>
    <p:extLst>
      <p:ext uri="{BB962C8B-B14F-4D97-AF65-F5344CB8AC3E}">
        <p14:creationId xmlns:p14="http://schemas.microsoft.com/office/powerpoint/2010/main" val="1599419816"/>
      </p:ext>
    </p:extLst>
  </p:cSld>
  <p:clrMapOvr>
    <a:masterClrMapping/>
  </p:clrMapOvr>
  <p:transition spd="slow">
    <p:randomBar dir="vert"/>
  </p:transition>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DEB2E8C4-C3E7-4048-A43D-9859510CFA98}"/>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2">
            <a:extLst>
              <a:ext uri="{28A0092B-C50C-407E-A947-70E740481C1C}">
                <a14:useLocalDpi xmlns:a14="http://schemas.microsoft.com/office/drawing/2010/main" val="0"/>
              </a:ext>
            </a:extLst>
          </a:blip>
          <a:stretch>
            <a:fillRect/>
          </a:stretch>
        </p:blipFill>
        <p:spPr>
          <a:xfrm>
            <a:off x="10905744" y="0"/>
            <a:ext cx="1286256" cy="6858000"/>
          </a:xfrm>
          <a:prstGeom prst="rect">
            <a:avLst/>
          </a:prstGeom>
        </p:spPr>
      </p:pic>
      <mc:AlternateContent xmlns:mc="http://schemas.openxmlformats.org/markup-compatibility/2006" xmlns:p14="http://schemas.microsoft.com/office/powerpoint/2010/main">
        <mc:Choice Requires="p14">
          <p:contentPart p14:bwMode="auto" r:id="rId3">
            <p14:nvContentPartPr>
              <p14:cNvPr id="10" name="Ink 9">
                <a:extLst>
                  <a:ext uri="{FF2B5EF4-FFF2-40B4-BE49-F238E27FC236}">
                    <a16:creationId xmlns:a16="http://schemas.microsoft.com/office/drawing/2014/main" id="{24D29CCB-7956-4E3E-8880-304085F04BF4}"/>
                  </a:ext>
                  <a:ext uri="{C183D7F6-B498-43B3-948B-1728B52AA6E4}">
                    <adec:decorative xmlns:adec="http://schemas.microsoft.com/office/drawing/2017/decorative" val="1"/>
                  </a:ext>
                </a:extLst>
              </p14:cNvPr>
              <p14:cNvContentPartPr>
                <a14:cpLocks xmlns:a14="http://schemas.microsoft.com/office/drawing/2010/main" noGrp="1" noRot="1" noChangeAspect="1" noMove="1" noResize="1" noEditPoints="1" noAdjustHandles="1" noChangeArrowheads="1" noChangeShapeType="1"/>
              </p14:cNvContentPartPr>
              <p14:nvPr>
                <p:extLst>
                  <p:ext uri="{386F3935-93C4-4BCD-93E2-E3B085C9AB24}">
                    <p16:designElem xmlns:p16="http://schemas.microsoft.com/office/powerpoint/2015/main" val="1"/>
                  </p:ext>
                </p:extLst>
              </p14:nvPr>
            </p14:nvContentPartPr>
            <p14:xfrm>
              <a:off x="12490710" y="6342652"/>
              <a:ext cx="360" cy="360"/>
            </p14:xfrm>
          </p:contentPart>
        </mc:Choice>
        <mc:Fallback xmlns="">
          <p:pic>
            <p:nvPicPr>
              <p:cNvPr id="10" name="Ink 9">
                <a:extLst>
                  <a:ext uri="{FF2B5EF4-FFF2-40B4-BE49-F238E27FC236}">
                    <a16:creationId xmlns:a16="http://schemas.microsoft.com/office/drawing/2014/main" id="{24D29CCB-7956-4E3E-8880-304085F04BF4}"/>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p:cNvPicPr>
              <p:nvPr/>
            </p:nvPicPr>
            <p:blipFill>
              <a:blip r:embed="rId4"/>
              <a:stretch>
                <a:fillRect/>
              </a:stretch>
            </p:blipFill>
            <p:spPr>
              <a:xfrm>
                <a:off x="12481710" y="6333652"/>
                <a:ext cx="18000" cy="18000"/>
              </a:xfrm>
              <a:prstGeom prst="rect">
                <a:avLst/>
              </a:prstGeom>
            </p:spPr>
          </p:pic>
        </mc:Fallback>
      </mc:AlternateContent>
      <p:sp useBgFill="1">
        <p:nvSpPr>
          <p:cNvPr id="12" name="Rectangle 11">
            <a:extLst>
              <a:ext uri="{FF2B5EF4-FFF2-40B4-BE49-F238E27FC236}">
                <a16:creationId xmlns:a16="http://schemas.microsoft.com/office/drawing/2014/main" id="{0E91F5CA-B392-444C-88E3-BF5BAAEBDEB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descr="Aerial view of a highway near the ocean">
            <a:extLst>
              <a:ext uri="{FF2B5EF4-FFF2-40B4-BE49-F238E27FC236}">
                <a16:creationId xmlns:a16="http://schemas.microsoft.com/office/drawing/2014/main" id="{96F75140-78B2-70D8-267D-BFE667C3FADF}"/>
              </a:ext>
            </a:extLst>
          </p:cNvPr>
          <p:cNvPicPr>
            <a:picLocks noChangeAspect="1"/>
          </p:cNvPicPr>
          <p:nvPr/>
        </p:nvPicPr>
        <p:blipFill>
          <a:blip r:embed="rId5"/>
          <a:srcRect t="11833" b="13167"/>
          <a:stretch>
            <a:fillRect/>
          </a:stretch>
        </p:blipFill>
        <p:spPr>
          <a:xfrm>
            <a:off x="20" y="10"/>
            <a:ext cx="12191979" cy="6857989"/>
          </a:xfrm>
          <a:prstGeom prst="rect">
            <a:avLst/>
          </a:prstGeom>
        </p:spPr>
      </p:pic>
      <p:sp>
        <p:nvSpPr>
          <p:cNvPr id="14" name="Rectangle 13">
            <a:extLst>
              <a:ext uri="{FF2B5EF4-FFF2-40B4-BE49-F238E27FC236}">
                <a16:creationId xmlns:a16="http://schemas.microsoft.com/office/drawing/2014/main" id="{C792EE87-4150-454F-8312-283882EFBEF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899932"/>
            <a:ext cx="12191999" cy="4934490"/>
          </a:xfrm>
          <a:prstGeom prst="rect">
            <a:avLst/>
          </a:prstGeom>
          <a:gradFill flip="none" rotWithShape="1">
            <a:gsLst>
              <a:gs pos="50000">
                <a:srgbClr val="000000">
                  <a:alpha val="40784"/>
                </a:srgbClr>
              </a:gs>
              <a:gs pos="80000">
                <a:srgbClr val="000000">
                  <a:alpha val="28000"/>
                </a:srgbClr>
              </a:gs>
              <a:gs pos="0">
                <a:srgbClr val="000000">
                  <a:alpha val="0"/>
                </a:srgbClr>
              </a:gs>
              <a:gs pos="20000">
                <a:srgbClr val="000000">
                  <a:alpha val="20000"/>
                </a:srgbClr>
              </a:gs>
              <a:gs pos="100000">
                <a:srgbClr val="000000">
                  <a:alpha val="0"/>
                </a:srgbClr>
              </a:gs>
            </a:gsLst>
            <a:lin ang="162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D53F3A72-A59A-30FF-5A3D-80600DB0FC5C}"/>
              </a:ext>
            </a:extLst>
          </p:cNvPr>
          <p:cNvSpPr>
            <a:spLocks noGrp="1"/>
          </p:cNvSpPr>
          <p:nvPr>
            <p:ph type="title"/>
          </p:nvPr>
        </p:nvSpPr>
        <p:spPr>
          <a:xfrm>
            <a:off x="1897040" y="1122362"/>
            <a:ext cx="8376514" cy="2494295"/>
          </a:xfrm>
        </p:spPr>
        <p:txBody>
          <a:bodyPr vert="horz" lIns="91440" tIns="45720" rIns="91440" bIns="45720" rtlCol="0" anchor="b">
            <a:normAutofit/>
          </a:bodyPr>
          <a:lstStyle/>
          <a:p>
            <a:pPr algn="ctr"/>
            <a:r>
              <a:rPr lang="en-US">
                <a:solidFill>
                  <a:srgbClr val="FFFFFF"/>
                </a:solidFill>
              </a:rPr>
              <a:t>Thank you</a:t>
            </a:r>
          </a:p>
        </p:txBody>
      </p:sp>
      <p:sp useBgFill="1">
        <p:nvSpPr>
          <p:cNvPr id="16" name="Freeform: Shape 15">
            <a:extLst>
              <a:ext uri="{FF2B5EF4-FFF2-40B4-BE49-F238E27FC236}">
                <a16:creationId xmlns:a16="http://schemas.microsoft.com/office/drawing/2014/main" id="{EA21D066-7EC1-44B4-8CF9-85511FDFCA9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 y="-1"/>
            <a:ext cx="7890120" cy="735601"/>
          </a:xfrm>
          <a:custGeom>
            <a:avLst/>
            <a:gdLst>
              <a:gd name="connsiteX0" fmla="*/ 0 w 10678681"/>
              <a:gd name="connsiteY0" fmla="*/ 0 h 1357700"/>
              <a:gd name="connsiteX1" fmla="*/ 10678681 w 10678681"/>
              <a:gd name="connsiteY1" fmla="*/ 0 h 1357700"/>
              <a:gd name="connsiteX2" fmla="*/ 10666019 w 10678681"/>
              <a:gd name="connsiteY2" fmla="*/ 7876 h 1357700"/>
              <a:gd name="connsiteX3" fmla="*/ 10632825 w 10678681"/>
              <a:gd name="connsiteY3" fmla="*/ 32153 h 1357700"/>
              <a:gd name="connsiteX4" fmla="*/ 10510605 w 10678681"/>
              <a:gd name="connsiteY4" fmla="*/ 30449 h 1357700"/>
              <a:gd name="connsiteX5" fmla="*/ 10456989 w 10678681"/>
              <a:gd name="connsiteY5" fmla="*/ 979 h 1357700"/>
              <a:gd name="connsiteX6" fmla="*/ 10438642 w 10678681"/>
              <a:gd name="connsiteY6" fmla="*/ 1524 h 1357700"/>
              <a:gd name="connsiteX7" fmla="*/ 10407146 w 10678681"/>
              <a:gd name="connsiteY7" fmla="*/ 43659 h 1357700"/>
              <a:gd name="connsiteX8" fmla="*/ 10357996 w 10678681"/>
              <a:gd name="connsiteY8" fmla="*/ 50836 h 1357700"/>
              <a:gd name="connsiteX9" fmla="*/ 10306667 w 10678681"/>
              <a:gd name="connsiteY9" fmla="*/ 109739 h 1357700"/>
              <a:gd name="connsiteX10" fmla="*/ 10115334 w 10678681"/>
              <a:gd name="connsiteY10" fmla="*/ 155658 h 1357700"/>
              <a:gd name="connsiteX11" fmla="*/ 10068157 w 10678681"/>
              <a:gd name="connsiteY11" fmla="*/ 215673 h 1357700"/>
              <a:gd name="connsiteX12" fmla="*/ 10045431 w 10678681"/>
              <a:gd name="connsiteY12" fmla="*/ 229568 h 1357700"/>
              <a:gd name="connsiteX13" fmla="*/ 10013265 w 10678681"/>
              <a:gd name="connsiteY13" fmla="*/ 284757 h 1357700"/>
              <a:gd name="connsiteX14" fmla="*/ 9862496 w 10678681"/>
              <a:gd name="connsiteY14" fmla="*/ 223033 h 1357700"/>
              <a:gd name="connsiteX15" fmla="*/ 9679638 w 10678681"/>
              <a:gd name="connsiteY15" fmla="*/ 277462 h 1357700"/>
              <a:gd name="connsiteX16" fmla="*/ 9498347 w 10678681"/>
              <a:gd name="connsiteY16" fmla="*/ 244723 h 1357700"/>
              <a:gd name="connsiteX17" fmla="*/ 9399702 w 10678681"/>
              <a:gd name="connsiteY17" fmla="*/ 276316 h 1357700"/>
              <a:gd name="connsiteX18" fmla="*/ 9378439 w 10678681"/>
              <a:gd name="connsiteY18" fmla="*/ 326244 h 1357700"/>
              <a:gd name="connsiteX19" fmla="*/ 9121744 w 10678681"/>
              <a:gd name="connsiteY19" fmla="*/ 365177 h 1357700"/>
              <a:gd name="connsiteX20" fmla="*/ 9061654 w 10678681"/>
              <a:gd name="connsiteY20" fmla="*/ 393730 h 1357700"/>
              <a:gd name="connsiteX21" fmla="*/ 8997577 w 10678681"/>
              <a:gd name="connsiteY21" fmla="*/ 380865 h 1357700"/>
              <a:gd name="connsiteX22" fmla="*/ 8907968 w 10678681"/>
              <a:gd name="connsiteY22" fmla="*/ 447345 h 1357700"/>
              <a:gd name="connsiteX23" fmla="*/ 8764163 w 10678681"/>
              <a:gd name="connsiteY23" fmla="*/ 471000 h 1357700"/>
              <a:gd name="connsiteX24" fmla="*/ 8680155 w 10678681"/>
              <a:gd name="connsiteY24" fmla="*/ 492404 h 1357700"/>
              <a:gd name="connsiteX25" fmla="*/ 8651436 w 10678681"/>
              <a:gd name="connsiteY25" fmla="*/ 511923 h 1357700"/>
              <a:gd name="connsiteX26" fmla="*/ 8609185 w 10678681"/>
              <a:gd name="connsiteY26" fmla="*/ 531525 h 1357700"/>
              <a:gd name="connsiteX27" fmla="*/ 8537091 w 10678681"/>
              <a:gd name="connsiteY27" fmla="*/ 574933 h 1357700"/>
              <a:gd name="connsiteX28" fmla="*/ 8435931 w 10678681"/>
              <a:gd name="connsiteY28" fmla="*/ 617926 h 1357700"/>
              <a:gd name="connsiteX29" fmla="*/ 8348623 w 10678681"/>
              <a:gd name="connsiteY29" fmla="*/ 600607 h 1357700"/>
              <a:gd name="connsiteX30" fmla="*/ 8344233 w 10678681"/>
              <a:gd name="connsiteY30" fmla="*/ 610922 h 1357700"/>
              <a:gd name="connsiteX31" fmla="*/ 8290622 w 10678681"/>
              <a:gd name="connsiteY31" fmla="*/ 622687 h 1357700"/>
              <a:gd name="connsiteX32" fmla="*/ 8086698 w 10678681"/>
              <a:gd name="connsiteY32" fmla="*/ 605185 h 1357700"/>
              <a:gd name="connsiteX33" fmla="*/ 7982378 w 10678681"/>
              <a:gd name="connsiteY33" fmla="*/ 629799 h 1357700"/>
              <a:gd name="connsiteX34" fmla="*/ 7947952 w 10678681"/>
              <a:gd name="connsiteY34" fmla="*/ 648003 h 1357700"/>
              <a:gd name="connsiteX35" fmla="*/ 7890112 w 10678681"/>
              <a:gd name="connsiteY35" fmla="*/ 677915 h 1357700"/>
              <a:gd name="connsiteX36" fmla="*/ 7853284 w 10678681"/>
              <a:gd name="connsiteY36" fmla="*/ 723588 h 1357700"/>
              <a:gd name="connsiteX37" fmla="*/ 7802383 w 10678681"/>
              <a:gd name="connsiteY37" fmla="*/ 739359 h 1357700"/>
              <a:gd name="connsiteX38" fmla="*/ 7782280 w 10678681"/>
              <a:gd name="connsiteY38" fmla="*/ 712868 h 1357700"/>
              <a:gd name="connsiteX39" fmla="*/ 7730518 w 10678681"/>
              <a:gd name="connsiteY39" fmla="*/ 739526 h 1357700"/>
              <a:gd name="connsiteX40" fmla="*/ 7652907 w 10678681"/>
              <a:gd name="connsiteY40" fmla="*/ 783273 h 1357700"/>
              <a:gd name="connsiteX41" fmla="*/ 7606008 w 10678681"/>
              <a:gd name="connsiteY41" fmla="*/ 800717 h 1357700"/>
              <a:gd name="connsiteX42" fmla="*/ 7480223 w 10678681"/>
              <a:gd name="connsiteY42" fmla="*/ 856821 h 1357700"/>
              <a:gd name="connsiteX43" fmla="*/ 7356005 w 10678681"/>
              <a:gd name="connsiteY43" fmla="*/ 919462 h 1357700"/>
              <a:gd name="connsiteX44" fmla="*/ 7305396 w 10678681"/>
              <a:gd name="connsiteY44" fmla="*/ 986228 h 1357700"/>
              <a:gd name="connsiteX45" fmla="*/ 7298314 w 10678681"/>
              <a:gd name="connsiteY45" fmla="*/ 989899 h 1357700"/>
              <a:gd name="connsiteX46" fmla="*/ 7277477 w 10678681"/>
              <a:gd name="connsiteY46" fmla="*/ 990571 h 1357700"/>
              <a:gd name="connsiteX47" fmla="*/ 7269396 w 10678681"/>
              <a:gd name="connsiteY47" fmla="*/ 989282 h 1357700"/>
              <a:gd name="connsiteX48" fmla="*/ 7258094 w 10678681"/>
              <a:gd name="connsiteY48" fmla="*/ 990679 h 1357700"/>
              <a:gd name="connsiteX49" fmla="*/ 7257893 w 10678681"/>
              <a:gd name="connsiteY49" fmla="*/ 991204 h 1357700"/>
              <a:gd name="connsiteX50" fmla="*/ 7247153 w 10678681"/>
              <a:gd name="connsiteY50" fmla="*/ 991550 h 1357700"/>
              <a:gd name="connsiteX51" fmla="*/ 7193612 w 10678681"/>
              <a:gd name="connsiteY51" fmla="*/ 987042 h 1357700"/>
              <a:gd name="connsiteX52" fmla="*/ 7132632 w 10678681"/>
              <a:gd name="connsiteY52" fmla="*/ 1042036 h 1357700"/>
              <a:gd name="connsiteX53" fmla="*/ 7105610 w 10678681"/>
              <a:gd name="connsiteY53" fmla="*/ 1053537 h 1357700"/>
              <a:gd name="connsiteX54" fmla="*/ 7091599 w 10678681"/>
              <a:gd name="connsiteY54" fmla="*/ 1062302 h 1357700"/>
              <a:gd name="connsiteX55" fmla="*/ 7090998 w 10678681"/>
              <a:gd name="connsiteY55" fmla="*/ 1064540 h 1357700"/>
              <a:gd name="connsiteX56" fmla="*/ 7039634 w 10678681"/>
              <a:gd name="connsiteY56" fmla="*/ 1059971 h 1357700"/>
              <a:gd name="connsiteX57" fmla="*/ 7033445 w 10678681"/>
              <a:gd name="connsiteY57" fmla="*/ 1063314 h 1357700"/>
              <a:gd name="connsiteX58" fmla="*/ 6999157 w 10678681"/>
              <a:gd name="connsiteY58" fmla="*/ 1055282 h 1357700"/>
              <a:gd name="connsiteX59" fmla="*/ 6981874 w 10678681"/>
              <a:gd name="connsiteY59" fmla="*/ 1053827 h 1357700"/>
              <a:gd name="connsiteX60" fmla="*/ 6976102 w 10678681"/>
              <a:gd name="connsiteY60" fmla="*/ 1047854 h 1357700"/>
              <a:gd name="connsiteX61" fmla="*/ 6951040 w 10678681"/>
              <a:gd name="connsiteY61" fmla="*/ 1048531 h 1357700"/>
              <a:gd name="connsiteX62" fmla="*/ 6948497 w 10678681"/>
              <a:gd name="connsiteY62" fmla="*/ 1050706 h 1357700"/>
              <a:gd name="connsiteX63" fmla="*/ 6926582 w 10678681"/>
              <a:gd name="connsiteY63" fmla="*/ 1043462 h 1357700"/>
              <a:gd name="connsiteX64" fmla="*/ 6906706 w 10678681"/>
              <a:gd name="connsiteY64" fmla="*/ 1027961 h 1357700"/>
              <a:gd name="connsiteX65" fmla="*/ 6698313 w 10678681"/>
              <a:gd name="connsiteY65" fmla="*/ 1063249 h 1357700"/>
              <a:gd name="connsiteX66" fmla="*/ 6505317 w 10678681"/>
              <a:gd name="connsiteY66" fmla="*/ 1011686 h 1357700"/>
              <a:gd name="connsiteX67" fmla="*/ 6392549 w 10678681"/>
              <a:gd name="connsiteY67" fmla="*/ 1032948 h 1357700"/>
              <a:gd name="connsiteX68" fmla="*/ 6361470 w 10678681"/>
              <a:gd name="connsiteY68" fmla="*/ 1080572 h 1357700"/>
              <a:gd name="connsiteX69" fmla="*/ 6074811 w 10678681"/>
              <a:gd name="connsiteY69" fmla="*/ 1092701 h 1357700"/>
              <a:gd name="connsiteX70" fmla="*/ 6004655 w 10678681"/>
              <a:gd name="connsiteY70" fmla="*/ 1114946 h 1357700"/>
              <a:gd name="connsiteX71" fmla="*/ 5936643 w 10678681"/>
              <a:gd name="connsiteY71" fmla="*/ 1095428 h 1357700"/>
              <a:gd name="connsiteX72" fmla="*/ 5912484 w 10678681"/>
              <a:gd name="connsiteY72" fmla="*/ 1112624 h 1357700"/>
              <a:gd name="connsiteX73" fmla="*/ 5908387 w 10678681"/>
              <a:gd name="connsiteY73" fmla="*/ 1116018 h 1357700"/>
              <a:gd name="connsiteX74" fmla="*/ 5890495 w 10678681"/>
              <a:gd name="connsiteY74" fmla="*/ 1120268 h 1357700"/>
              <a:gd name="connsiteX75" fmla="*/ 5887318 w 10678681"/>
              <a:gd name="connsiteY75" fmla="*/ 1133134 h 1357700"/>
              <a:gd name="connsiteX76" fmla="*/ 5861726 w 10678681"/>
              <a:gd name="connsiteY76" fmla="*/ 1147891 h 1357700"/>
              <a:gd name="connsiteX77" fmla="*/ 5828273 w 10678681"/>
              <a:gd name="connsiteY77" fmla="*/ 1152456 h 1357700"/>
              <a:gd name="connsiteX78" fmla="*/ 5667391 w 10678681"/>
              <a:gd name="connsiteY78" fmla="*/ 1161093 h 1357700"/>
              <a:gd name="connsiteX79" fmla="*/ 5572219 w 10678681"/>
              <a:gd name="connsiteY79" fmla="*/ 1173708 h 1357700"/>
              <a:gd name="connsiteX80" fmla="*/ 5537768 w 10678681"/>
              <a:gd name="connsiteY80" fmla="*/ 1190202 h 1357700"/>
              <a:gd name="connsiteX81" fmla="*/ 5488513 w 10678681"/>
              <a:gd name="connsiteY81" fmla="*/ 1205367 h 1357700"/>
              <a:gd name="connsiteX82" fmla="*/ 5402905 w 10678681"/>
              <a:gd name="connsiteY82" fmla="*/ 1241191 h 1357700"/>
              <a:gd name="connsiteX83" fmla="*/ 5285593 w 10678681"/>
              <a:gd name="connsiteY83" fmla="*/ 1273569 h 1357700"/>
              <a:gd name="connsiteX84" fmla="*/ 5192893 w 10678681"/>
              <a:gd name="connsiteY84" fmla="*/ 1247188 h 1357700"/>
              <a:gd name="connsiteX85" fmla="*/ 5186475 w 10678681"/>
              <a:gd name="connsiteY85" fmla="*/ 1257028 h 1357700"/>
              <a:gd name="connsiteX86" fmla="*/ 5126038 w 10678681"/>
              <a:gd name="connsiteY86" fmla="*/ 1263189 h 1357700"/>
              <a:gd name="connsiteX87" fmla="*/ 4905913 w 10678681"/>
              <a:gd name="connsiteY87" fmla="*/ 1224477 h 1357700"/>
              <a:gd name="connsiteX88" fmla="*/ 4788036 w 10678681"/>
              <a:gd name="connsiteY88" fmla="*/ 1238182 h 1357700"/>
              <a:gd name="connsiteX89" fmla="*/ 4747555 w 10678681"/>
              <a:gd name="connsiteY89" fmla="*/ 1252768 h 1357700"/>
              <a:gd name="connsiteX90" fmla="*/ 4679644 w 10678681"/>
              <a:gd name="connsiteY90" fmla="*/ 1276603 h 1357700"/>
              <a:gd name="connsiteX91" fmla="*/ 4632222 w 10678681"/>
              <a:gd name="connsiteY91" fmla="*/ 1318360 h 1357700"/>
              <a:gd name="connsiteX92" fmla="*/ 4617358 w 10678681"/>
              <a:gd name="connsiteY92" fmla="*/ 1327690 h 1357700"/>
              <a:gd name="connsiteX93" fmla="*/ 4589102 w 10678681"/>
              <a:gd name="connsiteY93" fmla="*/ 1321223 h 1357700"/>
              <a:gd name="connsiteX94" fmla="*/ 4578184 w 10678681"/>
              <a:gd name="connsiteY94" fmla="*/ 1326745 h 1357700"/>
              <a:gd name="connsiteX95" fmla="*/ 4574270 w 10678681"/>
              <a:gd name="connsiteY95" fmla="*/ 1325878 h 1357700"/>
              <a:gd name="connsiteX96" fmla="*/ 4564919 w 10678681"/>
              <a:gd name="connsiteY96" fmla="*/ 1325507 h 1357700"/>
              <a:gd name="connsiteX97" fmla="*/ 4566586 w 10678681"/>
              <a:gd name="connsiteY97" fmla="*/ 1316963 h 1357700"/>
              <a:gd name="connsiteX98" fmla="*/ 4556303 w 10678681"/>
              <a:gd name="connsiteY98" fmla="*/ 1300262 h 1357700"/>
              <a:gd name="connsiteX99" fmla="*/ 4502358 w 10678681"/>
              <a:gd name="connsiteY99" fmla="*/ 1302558 h 1357700"/>
              <a:gd name="connsiteX100" fmla="*/ 4498919 w 10678681"/>
              <a:gd name="connsiteY100" fmla="*/ 1312115 h 1357700"/>
              <a:gd name="connsiteX101" fmla="*/ 4492075 w 10678681"/>
              <a:gd name="connsiteY101" fmla="*/ 1313357 h 1357700"/>
              <a:gd name="connsiteX102" fmla="*/ 4487466 w 10678681"/>
              <a:gd name="connsiteY102" fmla="*/ 1304102 h 1357700"/>
              <a:gd name="connsiteX103" fmla="*/ 4398292 w 10678681"/>
              <a:gd name="connsiteY103" fmla="*/ 1278410 h 1357700"/>
              <a:gd name="connsiteX104" fmla="*/ 4278026 w 10678681"/>
              <a:gd name="connsiteY104" fmla="*/ 1259803 h 1357700"/>
              <a:gd name="connsiteX105" fmla="*/ 4188995 w 10678681"/>
              <a:gd name="connsiteY105" fmla="*/ 1296718 h 1357700"/>
              <a:gd name="connsiteX106" fmla="*/ 4181483 w 10678681"/>
              <a:gd name="connsiteY106" fmla="*/ 1287686 h 1357700"/>
              <a:gd name="connsiteX107" fmla="*/ 4120739 w 10678681"/>
              <a:gd name="connsiteY107" fmla="*/ 1288549 h 1357700"/>
              <a:gd name="connsiteX108" fmla="*/ 3906561 w 10678681"/>
              <a:gd name="connsiteY108" fmla="*/ 1352435 h 1357700"/>
              <a:gd name="connsiteX109" fmla="*/ 3787890 w 10678681"/>
              <a:gd name="connsiteY109" fmla="*/ 1352442 h 1357700"/>
              <a:gd name="connsiteX110" fmla="*/ 3745993 w 10678681"/>
              <a:gd name="connsiteY110" fmla="*/ 1342630 h 1357700"/>
              <a:gd name="connsiteX111" fmla="*/ 3675785 w 10678681"/>
              <a:gd name="connsiteY111" fmla="*/ 1326802 h 1357700"/>
              <a:gd name="connsiteX112" fmla="*/ 3623856 w 10678681"/>
              <a:gd name="connsiteY112" fmla="*/ 1290804 h 1357700"/>
              <a:gd name="connsiteX113" fmla="*/ 3564933 w 10678681"/>
              <a:gd name="connsiteY113" fmla="*/ 1287147 h 1357700"/>
              <a:gd name="connsiteX114" fmla="*/ 3550537 w 10678681"/>
              <a:gd name="connsiteY114" fmla="*/ 1317552 h 1357700"/>
              <a:gd name="connsiteX115" fmla="*/ 3487736 w 10678681"/>
              <a:gd name="connsiteY115" fmla="*/ 1303493 h 1357700"/>
              <a:gd name="connsiteX116" fmla="*/ 3392548 w 10678681"/>
              <a:gd name="connsiteY116" fmla="*/ 1278741 h 1357700"/>
              <a:gd name="connsiteX117" fmla="*/ 3337466 w 10678681"/>
              <a:gd name="connsiteY117" fmla="*/ 1272537 h 1357700"/>
              <a:gd name="connsiteX118" fmla="*/ 3187206 w 10678681"/>
              <a:gd name="connsiteY118" fmla="*/ 1246821 h 1357700"/>
              <a:gd name="connsiteX119" fmla="*/ 3036856 w 10678681"/>
              <a:gd name="connsiteY119" fmla="*/ 1214383 h 1357700"/>
              <a:gd name="connsiteX120" fmla="*/ 2948654 w 10678681"/>
              <a:gd name="connsiteY120" fmla="*/ 1157455 h 1357700"/>
              <a:gd name="connsiteX121" fmla="*/ 2824973 w 10678681"/>
              <a:gd name="connsiteY121" fmla="*/ 1134864 h 1357700"/>
              <a:gd name="connsiteX122" fmla="*/ 2804398 w 10678681"/>
              <a:gd name="connsiteY122" fmla="*/ 1125556 h 1357700"/>
              <a:gd name="connsiteX123" fmla="*/ 2775396 w 10678681"/>
              <a:gd name="connsiteY123" fmla="*/ 1130148 h 1357700"/>
              <a:gd name="connsiteX124" fmla="*/ 2659096 w 10678681"/>
              <a:gd name="connsiteY124" fmla="*/ 1150294 h 1357700"/>
              <a:gd name="connsiteX125" fmla="*/ 2567088 w 10678681"/>
              <a:gd name="connsiteY125" fmla="*/ 1181781 h 1357700"/>
              <a:gd name="connsiteX126" fmla="*/ 2454501 w 10678681"/>
              <a:gd name="connsiteY126" fmla="*/ 1155455 h 1357700"/>
              <a:gd name="connsiteX127" fmla="*/ 2385161 w 10678681"/>
              <a:gd name="connsiteY127" fmla="*/ 1161312 h 1357700"/>
              <a:gd name="connsiteX128" fmla="*/ 2270528 w 10678681"/>
              <a:gd name="connsiteY128" fmla="*/ 1204338 h 1357700"/>
              <a:gd name="connsiteX129" fmla="*/ 2121820 w 10678681"/>
              <a:gd name="connsiteY129" fmla="*/ 1187078 h 1357700"/>
              <a:gd name="connsiteX130" fmla="*/ 2092716 w 10678681"/>
              <a:gd name="connsiteY130" fmla="*/ 1139224 h 1357700"/>
              <a:gd name="connsiteX131" fmla="*/ 2052449 w 10678681"/>
              <a:gd name="connsiteY131" fmla="*/ 1109687 h 1357700"/>
              <a:gd name="connsiteX132" fmla="*/ 2032607 w 10678681"/>
              <a:gd name="connsiteY132" fmla="*/ 1175477 h 1357700"/>
              <a:gd name="connsiteX133" fmla="*/ 1901837 w 10678681"/>
              <a:gd name="connsiteY133" fmla="*/ 1221762 h 1357700"/>
              <a:gd name="connsiteX134" fmla="*/ 1836762 w 10678681"/>
              <a:gd name="connsiteY134" fmla="*/ 1237387 h 1357700"/>
              <a:gd name="connsiteX135" fmla="*/ 1735877 w 10678681"/>
              <a:gd name="connsiteY135" fmla="*/ 1246527 h 1357700"/>
              <a:gd name="connsiteX136" fmla="*/ 1705069 w 10678681"/>
              <a:gd name="connsiteY136" fmla="*/ 1251989 h 1357700"/>
              <a:gd name="connsiteX137" fmla="*/ 1397689 w 10678681"/>
              <a:gd name="connsiteY137" fmla="*/ 1336144 h 1357700"/>
              <a:gd name="connsiteX138" fmla="*/ 1220734 w 10678681"/>
              <a:gd name="connsiteY138" fmla="*/ 1257811 h 1357700"/>
              <a:gd name="connsiteX139" fmla="*/ 1021737 w 10678681"/>
              <a:gd name="connsiteY139" fmla="*/ 1238739 h 1357700"/>
              <a:gd name="connsiteX140" fmla="*/ 959820 w 10678681"/>
              <a:gd name="connsiteY140" fmla="*/ 1275863 h 1357700"/>
              <a:gd name="connsiteX141" fmla="*/ 929137 w 10678681"/>
              <a:gd name="connsiteY141" fmla="*/ 1273957 h 1357700"/>
              <a:gd name="connsiteX142" fmla="*/ 878849 w 10678681"/>
              <a:gd name="connsiteY142" fmla="*/ 1266740 h 1357700"/>
              <a:gd name="connsiteX143" fmla="*/ 800667 w 10678681"/>
              <a:gd name="connsiteY143" fmla="*/ 1282041 h 1357700"/>
              <a:gd name="connsiteX144" fmla="*/ 644906 w 10678681"/>
              <a:gd name="connsiteY144" fmla="*/ 1273685 h 1357700"/>
              <a:gd name="connsiteX145" fmla="*/ 379869 w 10678681"/>
              <a:gd name="connsiteY145" fmla="*/ 1339165 h 1357700"/>
              <a:gd name="connsiteX146" fmla="*/ 137696 w 10678681"/>
              <a:gd name="connsiteY146" fmla="*/ 1319217 h 1357700"/>
              <a:gd name="connsiteX147" fmla="*/ 54250 w 10678681"/>
              <a:gd name="connsiteY147" fmla="*/ 1315838 h 1357700"/>
              <a:gd name="connsiteX148" fmla="*/ 28042 w 10678681"/>
              <a:gd name="connsiteY148" fmla="*/ 1297822 h 1357700"/>
              <a:gd name="connsiteX149" fmla="*/ 0 w 10678681"/>
              <a:gd name="connsiteY149" fmla="*/ 1294612 h 1357700"/>
              <a:gd name="connsiteX0" fmla="*/ 0 w 10678681"/>
              <a:gd name="connsiteY0" fmla="*/ 0 h 1357700"/>
              <a:gd name="connsiteX1" fmla="*/ 10678681 w 10678681"/>
              <a:gd name="connsiteY1" fmla="*/ 0 h 1357700"/>
              <a:gd name="connsiteX2" fmla="*/ 10666019 w 10678681"/>
              <a:gd name="connsiteY2" fmla="*/ 7876 h 1357700"/>
              <a:gd name="connsiteX3" fmla="*/ 10632825 w 10678681"/>
              <a:gd name="connsiteY3" fmla="*/ 32153 h 1357700"/>
              <a:gd name="connsiteX4" fmla="*/ 10510605 w 10678681"/>
              <a:gd name="connsiteY4" fmla="*/ 30449 h 1357700"/>
              <a:gd name="connsiteX5" fmla="*/ 10456989 w 10678681"/>
              <a:gd name="connsiteY5" fmla="*/ 979 h 1357700"/>
              <a:gd name="connsiteX6" fmla="*/ 10438642 w 10678681"/>
              <a:gd name="connsiteY6" fmla="*/ 1524 h 1357700"/>
              <a:gd name="connsiteX7" fmla="*/ 10407146 w 10678681"/>
              <a:gd name="connsiteY7" fmla="*/ 43659 h 1357700"/>
              <a:gd name="connsiteX8" fmla="*/ 10357996 w 10678681"/>
              <a:gd name="connsiteY8" fmla="*/ 50836 h 1357700"/>
              <a:gd name="connsiteX9" fmla="*/ 10306667 w 10678681"/>
              <a:gd name="connsiteY9" fmla="*/ 109739 h 1357700"/>
              <a:gd name="connsiteX10" fmla="*/ 10115334 w 10678681"/>
              <a:gd name="connsiteY10" fmla="*/ 155658 h 1357700"/>
              <a:gd name="connsiteX11" fmla="*/ 10068157 w 10678681"/>
              <a:gd name="connsiteY11" fmla="*/ 215673 h 1357700"/>
              <a:gd name="connsiteX12" fmla="*/ 10045431 w 10678681"/>
              <a:gd name="connsiteY12" fmla="*/ 229568 h 1357700"/>
              <a:gd name="connsiteX13" fmla="*/ 10013265 w 10678681"/>
              <a:gd name="connsiteY13" fmla="*/ 284757 h 1357700"/>
              <a:gd name="connsiteX14" fmla="*/ 9862496 w 10678681"/>
              <a:gd name="connsiteY14" fmla="*/ 223033 h 1357700"/>
              <a:gd name="connsiteX15" fmla="*/ 9679638 w 10678681"/>
              <a:gd name="connsiteY15" fmla="*/ 277462 h 1357700"/>
              <a:gd name="connsiteX16" fmla="*/ 9498347 w 10678681"/>
              <a:gd name="connsiteY16" fmla="*/ 244723 h 1357700"/>
              <a:gd name="connsiteX17" fmla="*/ 9399702 w 10678681"/>
              <a:gd name="connsiteY17" fmla="*/ 276316 h 1357700"/>
              <a:gd name="connsiteX18" fmla="*/ 9378439 w 10678681"/>
              <a:gd name="connsiteY18" fmla="*/ 326244 h 1357700"/>
              <a:gd name="connsiteX19" fmla="*/ 9121744 w 10678681"/>
              <a:gd name="connsiteY19" fmla="*/ 365177 h 1357700"/>
              <a:gd name="connsiteX20" fmla="*/ 9061654 w 10678681"/>
              <a:gd name="connsiteY20" fmla="*/ 393730 h 1357700"/>
              <a:gd name="connsiteX21" fmla="*/ 8997577 w 10678681"/>
              <a:gd name="connsiteY21" fmla="*/ 380865 h 1357700"/>
              <a:gd name="connsiteX22" fmla="*/ 8907968 w 10678681"/>
              <a:gd name="connsiteY22" fmla="*/ 447345 h 1357700"/>
              <a:gd name="connsiteX23" fmla="*/ 8764163 w 10678681"/>
              <a:gd name="connsiteY23" fmla="*/ 471000 h 1357700"/>
              <a:gd name="connsiteX24" fmla="*/ 8680155 w 10678681"/>
              <a:gd name="connsiteY24" fmla="*/ 492404 h 1357700"/>
              <a:gd name="connsiteX25" fmla="*/ 8651436 w 10678681"/>
              <a:gd name="connsiteY25" fmla="*/ 511923 h 1357700"/>
              <a:gd name="connsiteX26" fmla="*/ 8609185 w 10678681"/>
              <a:gd name="connsiteY26" fmla="*/ 531525 h 1357700"/>
              <a:gd name="connsiteX27" fmla="*/ 8537091 w 10678681"/>
              <a:gd name="connsiteY27" fmla="*/ 574933 h 1357700"/>
              <a:gd name="connsiteX28" fmla="*/ 8435931 w 10678681"/>
              <a:gd name="connsiteY28" fmla="*/ 617926 h 1357700"/>
              <a:gd name="connsiteX29" fmla="*/ 8348623 w 10678681"/>
              <a:gd name="connsiteY29" fmla="*/ 600607 h 1357700"/>
              <a:gd name="connsiteX30" fmla="*/ 8344233 w 10678681"/>
              <a:gd name="connsiteY30" fmla="*/ 610922 h 1357700"/>
              <a:gd name="connsiteX31" fmla="*/ 8290622 w 10678681"/>
              <a:gd name="connsiteY31" fmla="*/ 622687 h 1357700"/>
              <a:gd name="connsiteX32" fmla="*/ 8086698 w 10678681"/>
              <a:gd name="connsiteY32" fmla="*/ 605185 h 1357700"/>
              <a:gd name="connsiteX33" fmla="*/ 7982378 w 10678681"/>
              <a:gd name="connsiteY33" fmla="*/ 629799 h 1357700"/>
              <a:gd name="connsiteX34" fmla="*/ 7947952 w 10678681"/>
              <a:gd name="connsiteY34" fmla="*/ 648003 h 1357700"/>
              <a:gd name="connsiteX35" fmla="*/ 7890112 w 10678681"/>
              <a:gd name="connsiteY35" fmla="*/ 677915 h 1357700"/>
              <a:gd name="connsiteX36" fmla="*/ 7853284 w 10678681"/>
              <a:gd name="connsiteY36" fmla="*/ 723588 h 1357700"/>
              <a:gd name="connsiteX37" fmla="*/ 7802383 w 10678681"/>
              <a:gd name="connsiteY37" fmla="*/ 739359 h 1357700"/>
              <a:gd name="connsiteX38" fmla="*/ 7782280 w 10678681"/>
              <a:gd name="connsiteY38" fmla="*/ 712868 h 1357700"/>
              <a:gd name="connsiteX39" fmla="*/ 7730518 w 10678681"/>
              <a:gd name="connsiteY39" fmla="*/ 739526 h 1357700"/>
              <a:gd name="connsiteX40" fmla="*/ 7652907 w 10678681"/>
              <a:gd name="connsiteY40" fmla="*/ 783273 h 1357700"/>
              <a:gd name="connsiteX41" fmla="*/ 7606008 w 10678681"/>
              <a:gd name="connsiteY41" fmla="*/ 800717 h 1357700"/>
              <a:gd name="connsiteX42" fmla="*/ 7480223 w 10678681"/>
              <a:gd name="connsiteY42" fmla="*/ 856821 h 1357700"/>
              <a:gd name="connsiteX43" fmla="*/ 7356005 w 10678681"/>
              <a:gd name="connsiteY43" fmla="*/ 919462 h 1357700"/>
              <a:gd name="connsiteX44" fmla="*/ 7305396 w 10678681"/>
              <a:gd name="connsiteY44" fmla="*/ 986228 h 1357700"/>
              <a:gd name="connsiteX45" fmla="*/ 7298314 w 10678681"/>
              <a:gd name="connsiteY45" fmla="*/ 989899 h 1357700"/>
              <a:gd name="connsiteX46" fmla="*/ 7277477 w 10678681"/>
              <a:gd name="connsiteY46" fmla="*/ 990571 h 1357700"/>
              <a:gd name="connsiteX47" fmla="*/ 7269396 w 10678681"/>
              <a:gd name="connsiteY47" fmla="*/ 989282 h 1357700"/>
              <a:gd name="connsiteX48" fmla="*/ 7258094 w 10678681"/>
              <a:gd name="connsiteY48" fmla="*/ 990679 h 1357700"/>
              <a:gd name="connsiteX49" fmla="*/ 7257893 w 10678681"/>
              <a:gd name="connsiteY49" fmla="*/ 991204 h 1357700"/>
              <a:gd name="connsiteX50" fmla="*/ 7247153 w 10678681"/>
              <a:gd name="connsiteY50" fmla="*/ 991550 h 1357700"/>
              <a:gd name="connsiteX51" fmla="*/ 7193612 w 10678681"/>
              <a:gd name="connsiteY51" fmla="*/ 987042 h 1357700"/>
              <a:gd name="connsiteX52" fmla="*/ 7132632 w 10678681"/>
              <a:gd name="connsiteY52" fmla="*/ 1042036 h 1357700"/>
              <a:gd name="connsiteX53" fmla="*/ 7105610 w 10678681"/>
              <a:gd name="connsiteY53" fmla="*/ 1053537 h 1357700"/>
              <a:gd name="connsiteX54" fmla="*/ 7091599 w 10678681"/>
              <a:gd name="connsiteY54" fmla="*/ 1062302 h 1357700"/>
              <a:gd name="connsiteX55" fmla="*/ 7090998 w 10678681"/>
              <a:gd name="connsiteY55" fmla="*/ 1064540 h 1357700"/>
              <a:gd name="connsiteX56" fmla="*/ 7039634 w 10678681"/>
              <a:gd name="connsiteY56" fmla="*/ 1059971 h 1357700"/>
              <a:gd name="connsiteX57" fmla="*/ 7033445 w 10678681"/>
              <a:gd name="connsiteY57" fmla="*/ 1063314 h 1357700"/>
              <a:gd name="connsiteX58" fmla="*/ 6999157 w 10678681"/>
              <a:gd name="connsiteY58" fmla="*/ 1055282 h 1357700"/>
              <a:gd name="connsiteX59" fmla="*/ 6981874 w 10678681"/>
              <a:gd name="connsiteY59" fmla="*/ 1053827 h 1357700"/>
              <a:gd name="connsiteX60" fmla="*/ 6976102 w 10678681"/>
              <a:gd name="connsiteY60" fmla="*/ 1047854 h 1357700"/>
              <a:gd name="connsiteX61" fmla="*/ 6951040 w 10678681"/>
              <a:gd name="connsiteY61" fmla="*/ 1048531 h 1357700"/>
              <a:gd name="connsiteX62" fmla="*/ 6948497 w 10678681"/>
              <a:gd name="connsiteY62" fmla="*/ 1050706 h 1357700"/>
              <a:gd name="connsiteX63" fmla="*/ 6926582 w 10678681"/>
              <a:gd name="connsiteY63" fmla="*/ 1043462 h 1357700"/>
              <a:gd name="connsiteX64" fmla="*/ 6906706 w 10678681"/>
              <a:gd name="connsiteY64" fmla="*/ 1027961 h 1357700"/>
              <a:gd name="connsiteX65" fmla="*/ 6698313 w 10678681"/>
              <a:gd name="connsiteY65" fmla="*/ 1063249 h 1357700"/>
              <a:gd name="connsiteX66" fmla="*/ 6505317 w 10678681"/>
              <a:gd name="connsiteY66" fmla="*/ 1011686 h 1357700"/>
              <a:gd name="connsiteX67" fmla="*/ 6392549 w 10678681"/>
              <a:gd name="connsiteY67" fmla="*/ 1032948 h 1357700"/>
              <a:gd name="connsiteX68" fmla="*/ 6361470 w 10678681"/>
              <a:gd name="connsiteY68" fmla="*/ 1080572 h 1357700"/>
              <a:gd name="connsiteX69" fmla="*/ 6074811 w 10678681"/>
              <a:gd name="connsiteY69" fmla="*/ 1092701 h 1357700"/>
              <a:gd name="connsiteX70" fmla="*/ 6004655 w 10678681"/>
              <a:gd name="connsiteY70" fmla="*/ 1114946 h 1357700"/>
              <a:gd name="connsiteX71" fmla="*/ 5936643 w 10678681"/>
              <a:gd name="connsiteY71" fmla="*/ 1095428 h 1357700"/>
              <a:gd name="connsiteX72" fmla="*/ 5912484 w 10678681"/>
              <a:gd name="connsiteY72" fmla="*/ 1112624 h 1357700"/>
              <a:gd name="connsiteX73" fmla="*/ 5908387 w 10678681"/>
              <a:gd name="connsiteY73" fmla="*/ 1116018 h 1357700"/>
              <a:gd name="connsiteX74" fmla="*/ 5890495 w 10678681"/>
              <a:gd name="connsiteY74" fmla="*/ 1120268 h 1357700"/>
              <a:gd name="connsiteX75" fmla="*/ 5887318 w 10678681"/>
              <a:gd name="connsiteY75" fmla="*/ 1133134 h 1357700"/>
              <a:gd name="connsiteX76" fmla="*/ 5861726 w 10678681"/>
              <a:gd name="connsiteY76" fmla="*/ 1147891 h 1357700"/>
              <a:gd name="connsiteX77" fmla="*/ 5828273 w 10678681"/>
              <a:gd name="connsiteY77" fmla="*/ 1152456 h 1357700"/>
              <a:gd name="connsiteX78" fmla="*/ 5667391 w 10678681"/>
              <a:gd name="connsiteY78" fmla="*/ 1161093 h 1357700"/>
              <a:gd name="connsiteX79" fmla="*/ 5572219 w 10678681"/>
              <a:gd name="connsiteY79" fmla="*/ 1173708 h 1357700"/>
              <a:gd name="connsiteX80" fmla="*/ 5537768 w 10678681"/>
              <a:gd name="connsiteY80" fmla="*/ 1190202 h 1357700"/>
              <a:gd name="connsiteX81" fmla="*/ 5488513 w 10678681"/>
              <a:gd name="connsiteY81" fmla="*/ 1205367 h 1357700"/>
              <a:gd name="connsiteX82" fmla="*/ 5402905 w 10678681"/>
              <a:gd name="connsiteY82" fmla="*/ 1241191 h 1357700"/>
              <a:gd name="connsiteX83" fmla="*/ 5285593 w 10678681"/>
              <a:gd name="connsiteY83" fmla="*/ 1273569 h 1357700"/>
              <a:gd name="connsiteX84" fmla="*/ 5192893 w 10678681"/>
              <a:gd name="connsiteY84" fmla="*/ 1247188 h 1357700"/>
              <a:gd name="connsiteX85" fmla="*/ 5186475 w 10678681"/>
              <a:gd name="connsiteY85" fmla="*/ 1257028 h 1357700"/>
              <a:gd name="connsiteX86" fmla="*/ 5126038 w 10678681"/>
              <a:gd name="connsiteY86" fmla="*/ 1263189 h 1357700"/>
              <a:gd name="connsiteX87" fmla="*/ 4905913 w 10678681"/>
              <a:gd name="connsiteY87" fmla="*/ 1224477 h 1357700"/>
              <a:gd name="connsiteX88" fmla="*/ 4788036 w 10678681"/>
              <a:gd name="connsiteY88" fmla="*/ 1238182 h 1357700"/>
              <a:gd name="connsiteX89" fmla="*/ 4747555 w 10678681"/>
              <a:gd name="connsiteY89" fmla="*/ 1252768 h 1357700"/>
              <a:gd name="connsiteX90" fmla="*/ 4679644 w 10678681"/>
              <a:gd name="connsiteY90" fmla="*/ 1276603 h 1357700"/>
              <a:gd name="connsiteX91" fmla="*/ 4632222 w 10678681"/>
              <a:gd name="connsiteY91" fmla="*/ 1318360 h 1357700"/>
              <a:gd name="connsiteX92" fmla="*/ 4617358 w 10678681"/>
              <a:gd name="connsiteY92" fmla="*/ 1327690 h 1357700"/>
              <a:gd name="connsiteX93" fmla="*/ 4589102 w 10678681"/>
              <a:gd name="connsiteY93" fmla="*/ 1321223 h 1357700"/>
              <a:gd name="connsiteX94" fmla="*/ 4578184 w 10678681"/>
              <a:gd name="connsiteY94" fmla="*/ 1326745 h 1357700"/>
              <a:gd name="connsiteX95" fmla="*/ 4574270 w 10678681"/>
              <a:gd name="connsiteY95" fmla="*/ 1325878 h 1357700"/>
              <a:gd name="connsiteX96" fmla="*/ 4564919 w 10678681"/>
              <a:gd name="connsiteY96" fmla="*/ 1325507 h 1357700"/>
              <a:gd name="connsiteX97" fmla="*/ 4566586 w 10678681"/>
              <a:gd name="connsiteY97" fmla="*/ 1316963 h 1357700"/>
              <a:gd name="connsiteX98" fmla="*/ 4556303 w 10678681"/>
              <a:gd name="connsiteY98" fmla="*/ 1300262 h 1357700"/>
              <a:gd name="connsiteX99" fmla="*/ 4502358 w 10678681"/>
              <a:gd name="connsiteY99" fmla="*/ 1302558 h 1357700"/>
              <a:gd name="connsiteX100" fmla="*/ 4498919 w 10678681"/>
              <a:gd name="connsiteY100" fmla="*/ 1312115 h 1357700"/>
              <a:gd name="connsiteX101" fmla="*/ 4492075 w 10678681"/>
              <a:gd name="connsiteY101" fmla="*/ 1313357 h 1357700"/>
              <a:gd name="connsiteX102" fmla="*/ 4487466 w 10678681"/>
              <a:gd name="connsiteY102" fmla="*/ 1304102 h 1357700"/>
              <a:gd name="connsiteX103" fmla="*/ 4398292 w 10678681"/>
              <a:gd name="connsiteY103" fmla="*/ 1278410 h 1357700"/>
              <a:gd name="connsiteX104" fmla="*/ 4278026 w 10678681"/>
              <a:gd name="connsiteY104" fmla="*/ 1259803 h 1357700"/>
              <a:gd name="connsiteX105" fmla="*/ 4188995 w 10678681"/>
              <a:gd name="connsiteY105" fmla="*/ 1296718 h 1357700"/>
              <a:gd name="connsiteX106" fmla="*/ 4181483 w 10678681"/>
              <a:gd name="connsiteY106" fmla="*/ 1287686 h 1357700"/>
              <a:gd name="connsiteX107" fmla="*/ 4120739 w 10678681"/>
              <a:gd name="connsiteY107" fmla="*/ 1288549 h 1357700"/>
              <a:gd name="connsiteX108" fmla="*/ 3906561 w 10678681"/>
              <a:gd name="connsiteY108" fmla="*/ 1352435 h 1357700"/>
              <a:gd name="connsiteX109" fmla="*/ 3787890 w 10678681"/>
              <a:gd name="connsiteY109" fmla="*/ 1352442 h 1357700"/>
              <a:gd name="connsiteX110" fmla="*/ 3745993 w 10678681"/>
              <a:gd name="connsiteY110" fmla="*/ 1342630 h 1357700"/>
              <a:gd name="connsiteX111" fmla="*/ 3675785 w 10678681"/>
              <a:gd name="connsiteY111" fmla="*/ 1326802 h 1357700"/>
              <a:gd name="connsiteX112" fmla="*/ 3623856 w 10678681"/>
              <a:gd name="connsiteY112" fmla="*/ 1290804 h 1357700"/>
              <a:gd name="connsiteX113" fmla="*/ 3564933 w 10678681"/>
              <a:gd name="connsiteY113" fmla="*/ 1287147 h 1357700"/>
              <a:gd name="connsiteX114" fmla="*/ 3550537 w 10678681"/>
              <a:gd name="connsiteY114" fmla="*/ 1317552 h 1357700"/>
              <a:gd name="connsiteX115" fmla="*/ 3487736 w 10678681"/>
              <a:gd name="connsiteY115" fmla="*/ 1303493 h 1357700"/>
              <a:gd name="connsiteX116" fmla="*/ 3392548 w 10678681"/>
              <a:gd name="connsiteY116" fmla="*/ 1278741 h 1357700"/>
              <a:gd name="connsiteX117" fmla="*/ 3337466 w 10678681"/>
              <a:gd name="connsiteY117" fmla="*/ 1272537 h 1357700"/>
              <a:gd name="connsiteX118" fmla="*/ 3187206 w 10678681"/>
              <a:gd name="connsiteY118" fmla="*/ 1246821 h 1357700"/>
              <a:gd name="connsiteX119" fmla="*/ 3036856 w 10678681"/>
              <a:gd name="connsiteY119" fmla="*/ 1214383 h 1357700"/>
              <a:gd name="connsiteX120" fmla="*/ 2948654 w 10678681"/>
              <a:gd name="connsiteY120" fmla="*/ 1157455 h 1357700"/>
              <a:gd name="connsiteX121" fmla="*/ 2824973 w 10678681"/>
              <a:gd name="connsiteY121" fmla="*/ 1134864 h 1357700"/>
              <a:gd name="connsiteX122" fmla="*/ 2804398 w 10678681"/>
              <a:gd name="connsiteY122" fmla="*/ 1125556 h 1357700"/>
              <a:gd name="connsiteX123" fmla="*/ 2775396 w 10678681"/>
              <a:gd name="connsiteY123" fmla="*/ 1130148 h 1357700"/>
              <a:gd name="connsiteX124" fmla="*/ 2659096 w 10678681"/>
              <a:gd name="connsiteY124" fmla="*/ 1150294 h 1357700"/>
              <a:gd name="connsiteX125" fmla="*/ 2567088 w 10678681"/>
              <a:gd name="connsiteY125" fmla="*/ 1181781 h 1357700"/>
              <a:gd name="connsiteX126" fmla="*/ 2454501 w 10678681"/>
              <a:gd name="connsiteY126" fmla="*/ 1155455 h 1357700"/>
              <a:gd name="connsiteX127" fmla="*/ 2385161 w 10678681"/>
              <a:gd name="connsiteY127" fmla="*/ 1161312 h 1357700"/>
              <a:gd name="connsiteX128" fmla="*/ 2270528 w 10678681"/>
              <a:gd name="connsiteY128" fmla="*/ 1204338 h 1357700"/>
              <a:gd name="connsiteX129" fmla="*/ 2121820 w 10678681"/>
              <a:gd name="connsiteY129" fmla="*/ 1187078 h 1357700"/>
              <a:gd name="connsiteX130" fmla="*/ 2092716 w 10678681"/>
              <a:gd name="connsiteY130" fmla="*/ 1139224 h 1357700"/>
              <a:gd name="connsiteX131" fmla="*/ 2052449 w 10678681"/>
              <a:gd name="connsiteY131" fmla="*/ 1109687 h 1357700"/>
              <a:gd name="connsiteX132" fmla="*/ 2032607 w 10678681"/>
              <a:gd name="connsiteY132" fmla="*/ 1175477 h 1357700"/>
              <a:gd name="connsiteX133" fmla="*/ 1901837 w 10678681"/>
              <a:gd name="connsiteY133" fmla="*/ 1221762 h 1357700"/>
              <a:gd name="connsiteX134" fmla="*/ 1836762 w 10678681"/>
              <a:gd name="connsiteY134" fmla="*/ 1237387 h 1357700"/>
              <a:gd name="connsiteX135" fmla="*/ 1735877 w 10678681"/>
              <a:gd name="connsiteY135" fmla="*/ 1246527 h 1357700"/>
              <a:gd name="connsiteX136" fmla="*/ 1705069 w 10678681"/>
              <a:gd name="connsiteY136" fmla="*/ 1251989 h 1357700"/>
              <a:gd name="connsiteX137" fmla="*/ 1397689 w 10678681"/>
              <a:gd name="connsiteY137" fmla="*/ 1336144 h 1357700"/>
              <a:gd name="connsiteX138" fmla="*/ 1220734 w 10678681"/>
              <a:gd name="connsiteY138" fmla="*/ 1257811 h 1357700"/>
              <a:gd name="connsiteX139" fmla="*/ 1021737 w 10678681"/>
              <a:gd name="connsiteY139" fmla="*/ 1238739 h 1357700"/>
              <a:gd name="connsiteX140" fmla="*/ 959820 w 10678681"/>
              <a:gd name="connsiteY140" fmla="*/ 1275863 h 1357700"/>
              <a:gd name="connsiteX141" fmla="*/ 929137 w 10678681"/>
              <a:gd name="connsiteY141" fmla="*/ 1273957 h 1357700"/>
              <a:gd name="connsiteX142" fmla="*/ 878849 w 10678681"/>
              <a:gd name="connsiteY142" fmla="*/ 1266740 h 1357700"/>
              <a:gd name="connsiteX143" fmla="*/ 800667 w 10678681"/>
              <a:gd name="connsiteY143" fmla="*/ 1282041 h 1357700"/>
              <a:gd name="connsiteX144" fmla="*/ 644906 w 10678681"/>
              <a:gd name="connsiteY144" fmla="*/ 1273685 h 1357700"/>
              <a:gd name="connsiteX145" fmla="*/ 379869 w 10678681"/>
              <a:gd name="connsiteY145" fmla="*/ 1339165 h 1357700"/>
              <a:gd name="connsiteX146" fmla="*/ 137696 w 10678681"/>
              <a:gd name="connsiteY146" fmla="*/ 1319217 h 1357700"/>
              <a:gd name="connsiteX147" fmla="*/ 54250 w 10678681"/>
              <a:gd name="connsiteY147" fmla="*/ 1315838 h 1357700"/>
              <a:gd name="connsiteX148" fmla="*/ 28042 w 10678681"/>
              <a:gd name="connsiteY148" fmla="*/ 1297822 h 1357700"/>
              <a:gd name="connsiteX149" fmla="*/ 0 w 10678681"/>
              <a:gd name="connsiteY149" fmla="*/ 1294612 h 1357700"/>
              <a:gd name="connsiteX150" fmla="*/ 0 w 10678681"/>
              <a:gd name="connsiteY150" fmla="*/ 0 h 1357700"/>
              <a:gd name="connsiteX0" fmla="*/ 0 w 10678681"/>
              <a:gd name="connsiteY0" fmla="*/ 0 h 1357700"/>
              <a:gd name="connsiteX1" fmla="*/ 10678681 w 10678681"/>
              <a:gd name="connsiteY1" fmla="*/ 0 h 1357700"/>
              <a:gd name="connsiteX2" fmla="*/ 10666019 w 10678681"/>
              <a:gd name="connsiteY2" fmla="*/ 7876 h 1357700"/>
              <a:gd name="connsiteX3" fmla="*/ 10632825 w 10678681"/>
              <a:gd name="connsiteY3" fmla="*/ 32153 h 1357700"/>
              <a:gd name="connsiteX4" fmla="*/ 10510605 w 10678681"/>
              <a:gd name="connsiteY4" fmla="*/ 30449 h 1357700"/>
              <a:gd name="connsiteX5" fmla="*/ 10456989 w 10678681"/>
              <a:gd name="connsiteY5" fmla="*/ 979 h 1357700"/>
              <a:gd name="connsiteX6" fmla="*/ 10438642 w 10678681"/>
              <a:gd name="connsiteY6" fmla="*/ 1524 h 1357700"/>
              <a:gd name="connsiteX7" fmla="*/ 10407146 w 10678681"/>
              <a:gd name="connsiteY7" fmla="*/ 43659 h 1357700"/>
              <a:gd name="connsiteX8" fmla="*/ 10357996 w 10678681"/>
              <a:gd name="connsiteY8" fmla="*/ 50836 h 1357700"/>
              <a:gd name="connsiteX9" fmla="*/ 10306667 w 10678681"/>
              <a:gd name="connsiteY9" fmla="*/ 109739 h 1357700"/>
              <a:gd name="connsiteX10" fmla="*/ 10115334 w 10678681"/>
              <a:gd name="connsiteY10" fmla="*/ 155658 h 1357700"/>
              <a:gd name="connsiteX11" fmla="*/ 10068157 w 10678681"/>
              <a:gd name="connsiteY11" fmla="*/ 215673 h 1357700"/>
              <a:gd name="connsiteX12" fmla="*/ 10045431 w 10678681"/>
              <a:gd name="connsiteY12" fmla="*/ 229568 h 1357700"/>
              <a:gd name="connsiteX13" fmla="*/ 10013265 w 10678681"/>
              <a:gd name="connsiteY13" fmla="*/ 284757 h 1357700"/>
              <a:gd name="connsiteX14" fmla="*/ 9862496 w 10678681"/>
              <a:gd name="connsiteY14" fmla="*/ 223033 h 1357700"/>
              <a:gd name="connsiteX15" fmla="*/ 9679638 w 10678681"/>
              <a:gd name="connsiteY15" fmla="*/ 277462 h 1357700"/>
              <a:gd name="connsiteX16" fmla="*/ 9498347 w 10678681"/>
              <a:gd name="connsiteY16" fmla="*/ 244723 h 1357700"/>
              <a:gd name="connsiteX17" fmla="*/ 9399702 w 10678681"/>
              <a:gd name="connsiteY17" fmla="*/ 276316 h 1357700"/>
              <a:gd name="connsiteX18" fmla="*/ 9378439 w 10678681"/>
              <a:gd name="connsiteY18" fmla="*/ 326244 h 1357700"/>
              <a:gd name="connsiteX19" fmla="*/ 9121744 w 10678681"/>
              <a:gd name="connsiteY19" fmla="*/ 365177 h 1357700"/>
              <a:gd name="connsiteX20" fmla="*/ 9061654 w 10678681"/>
              <a:gd name="connsiteY20" fmla="*/ 393730 h 1357700"/>
              <a:gd name="connsiteX21" fmla="*/ 8997577 w 10678681"/>
              <a:gd name="connsiteY21" fmla="*/ 380865 h 1357700"/>
              <a:gd name="connsiteX22" fmla="*/ 8907968 w 10678681"/>
              <a:gd name="connsiteY22" fmla="*/ 447345 h 1357700"/>
              <a:gd name="connsiteX23" fmla="*/ 8764163 w 10678681"/>
              <a:gd name="connsiteY23" fmla="*/ 471000 h 1357700"/>
              <a:gd name="connsiteX24" fmla="*/ 8680155 w 10678681"/>
              <a:gd name="connsiteY24" fmla="*/ 492404 h 1357700"/>
              <a:gd name="connsiteX25" fmla="*/ 8651436 w 10678681"/>
              <a:gd name="connsiteY25" fmla="*/ 511923 h 1357700"/>
              <a:gd name="connsiteX26" fmla="*/ 8609185 w 10678681"/>
              <a:gd name="connsiteY26" fmla="*/ 531525 h 1357700"/>
              <a:gd name="connsiteX27" fmla="*/ 8537091 w 10678681"/>
              <a:gd name="connsiteY27" fmla="*/ 574933 h 1357700"/>
              <a:gd name="connsiteX28" fmla="*/ 8435931 w 10678681"/>
              <a:gd name="connsiteY28" fmla="*/ 617926 h 1357700"/>
              <a:gd name="connsiteX29" fmla="*/ 8348623 w 10678681"/>
              <a:gd name="connsiteY29" fmla="*/ 600607 h 1357700"/>
              <a:gd name="connsiteX30" fmla="*/ 8344233 w 10678681"/>
              <a:gd name="connsiteY30" fmla="*/ 610922 h 1357700"/>
              <a:gd name="connsiteX31" fmla="*/ 8290622 w 10678681"/>
              <a:gd name="connsiteY31" fmla="*/ 622687 h 1357700"/>
              <a:gd name="connsiteX32" fmla="*/ 8086698 w 10678681"/>
              <a:gd name="connsiteY32" fmla="*/ 605185 h 1357700"/>
              <a:gd name="connsiteX33" fmla="*/ 7982378 w 10678681"/>
              <a:gd name="connsiteY33" fmla="*/ 629799 h 1357700"/>
              <a:gd name="connsiteX34" fmla="*/ 7947952 w 10678681"/>
              <a:gd name="connsiteY34" fmla="*/ 648003 h 1357700"/>
              <a:gd name="connsiteX35" fmla="*/ 7890112 w 10678681"/>
              <a:gd name="connsiteY35" fmla="*/ 677915 h 1357700"/>
              <a:gd name="connsiteX36" fmla="*/ 7853284 w 10678681"/>
              <a:gd name="connsiteY36" fmla="*/ 723588 h 1357700"/>
              <a:gd name="connsiteX37" fmla="*/ 7802383 w 10678681"/>
              <a:gd name="connsiteY37" fmla="*/ 739359 h 1357700"/>
              <a:gd name="connsiteX38" fmla="*/ 7782280 w 10678681"/>
              <a:gd name="connsiteY38" fmla="*/ 712868 h 1357700"/>
              <a:gd name="connsiteX39" fmla="*/ 7730518 w 10678681"/>
              <a:gd name="connsiteY39" fmla="*/ 739526 h 1357700"/>
              <a:gd name="connsiteX40" fmla="*/ 7652907 w 10678681"/>
              <a:gd name="connsiteY40" fmla="*/ 783273 h 1357700"/>
              <a:gd name="connsiteX41" fmla="*/ 7606008 w 10678681"/>
              <a:gd name="connsiteY41" fmla="*/ 800717 h 1357700"/>
              <a:gd name="connsiteX42" fmla="*/ 7480223 w 10678681"/>
              <a:gd name="connsiteY42" fmla="*/ 856821 h 1357700"/>
              <a:gd name="connsiteX43" fmla="*/ 7356005 w 10678681"/>
              <a:gd name="connsiteY43" fmla="*/ 919462 h 1357700"/>
              <a:gd name="connsiteX44" fmla="*/ 7305396 w 10678681"/>
              <a:gd name="connsiteY44" fmla="*/ 986228 h 1357700"/>
              <a:gd name="connsiteX45" fmla="*/ 7298314 w 10678681"/>
              <a:gd name="connsiteY45" fmla="*/ 989899 h 1357700"/>
              <a:gd name="connsiteX46" fmla="*/ 7277477 w 10678681"/>
              <a:gd name="connsiteY46" fmla="*/ 990571 h 1357700"/>
              <a:gd name="connsiteX47" fmla="*/ 7269396 w 10678681"/>
              <a:gd name="connsiteY47" fmla="*/ 989282 h 1357700"/>
              <a:gd name="connsiteX48" fmla="*/ 7258094 w 10678681"/>
              <a:gd name="connsiteY48" fmla="*/ 990679 h 1357700"/>
              <a:gd name="connsiteX49" fmla="*/ 7257893 w 10678681"/>
              <a:gd name="connsiteY49" fmla="*/ 991204 h 1357700"/>
              <a:gd name="connsiteX50" fmla="*/ 7247153 w 10678681"/>
              <a:gd name="connsiteY50" fmla="*/ 991550 h 1357700"/>
              <a:gd name="connsiteX51" fmla="*/ 7193612 w 10678681"/>
              <a:gd name="connsiteY51" fmla="*/ 987042 h 1357700"/>
              <a:gd name="connsiteX52" fmla="*/ 7132632 w 10678681"/>
              <a:gd name="connsiteY52" fmla="*/ 1042036 h 1357700"/>
              <a:gd name="connsiteX53" fmla="*/ 7105610 w 10678681"/>
              <a:gd name="connsiteY53" fmla="*/ 1053537 h 1357700"/>
              <a:gd name="connsiteX54" fmla="*/ 7091599 w 10678681"/>
              <a:gd name="connsiteY54" fmla="*/ 1062302 h 1357700"/>
              <a:gd name="connsiteX55" fmla="*/ 7090998 w 10678681"/>
              <a:gd name="connsiteY55" fmla="*/ 1064540 h 1357700"/>
              <a:gd name="connsiteX56" fmla="*/ 7039634 w 10678681"/>
              <a:gd name="connsiteY56" fmla="*/ 1059971 h 1357700"/>
              <a:gd name="connsiteX57" fmla="*/ 7033445 w 10678681"/>
              <a:gd name="connsiteY57" fmla="*/ 1063314 h 1357700"/>
              <a:gd name="connsiteX58" fmla="*/ 6999157 w 10678681"/>
              <a:gd name="connsiteY58" fmla="*/ 1055282 h 1357700"/>
              <a:gd name="connsiteX59" fmla="*/ 6981874 w 10678681"/>
              <a:gd name="connsiteY59" fmla="*/ 1053827 h 1357700"/>
              <a:gd name="connsiteX60" fmla="*/ 6976102 w 10678681"/>
              <a:gd name="connsiteY60" fmla="*/ 1047854 h 1357700"/>
              <a:gd name="connsiteX61" fmla="*/ 6951040 w 10678681"/>
              <a:gd name="connsiteY61" fmla="*/ 1048531 h 1357700"/>
              <a:gd name="connsiteX62" fmla="*/ 6948497 w 10678681"/>
              <a:gd name="connsiteY62" fmla="*/ 1050706 h 1357700"/>
              <a:gd name="connsiteX63" fmla="*/ 6926582 w 10678681"/>
              <a:gd name="connsiteY63" fmla="*/ 1043462 h 1357700"/>
              <a:gd name="connsiteX64" fmla="*/ 6833743 w 10678681"/>
              <a:gd name="connsiteY64" fmla="*/ 1027960 h 1357700"/>
              <a:gd name="connsiteX65" fmla="*/ 6698313 w 10678681"/>
              <a:gd name="connsiteY65" fmla="*/ 1063249 h 1357700"/>
              <a:gd name="connsiteX66" fmla="*/ 6505317 w 10678681"/>
              <a:gd name="connsiteY66" fmla="*/ 1011686 h 1357700"/>
              <a:gd name="connsiteX67" fmla="*/ 6392549 w 10678681"/>
              <a:gd name="connsiteY67" fmla="*/ 1032948 h 1357700"/>
              <a:gd name="connsiteX68" fmla="*/ 6361470 w 10678681"/>
              <a:gd name="connsiteY68" fmla="*/ 1080572 h 1357700"/>
              <a:gd name="connsiteX69" fmla="*/ 6074811 w 10678681"/>
              <a:gd name="connsiteY69" fmla="*/ 1092701 h 1357700"/>
              <a:gd name="connsiteX70" fmla="*/ 6004655 w 10678681"/>
              <a:gd name="connsiteY70" fmla="*/ 1114946 h 1357700"/>
              <a:gd name="connsiteX71" fmla="*/ 5936643 w 10678681"/>
              <a:gd name="connsiteY71" fmla="*/ 1095428 h 1357700"/>
              <a:gd name="connsiteX72" fmla="*/ 5912484 w 10678681"/>
              <a:gd name="connsiteY72" fmla="*/ 1112624 h 1357700"/>
              <a:gd name="connsiteX73" fmla="*/ 5908387 w 10678681"/>
              <a:gd name="connsiteY73" fmla="*/ 1116018 h 1357700"/>
              <a:gd name="connsiteX74" fmla="*/ 5890495 w 10678681"/>
              <a:gd name="connsiteY74" fmla="*/ 1120268 h 1357700"/>
              <a:gd name="connsiteX75" fmla="*/ 5887318 w 10678681"/>
              <a:gd name="connsiteY75" fmla="*/ 1133134 h 1357700"/>
              <a:gd name="connsiteX76" fmla="*/ 5861726 w 10678681"/>
              <a:gd name="connsiteY76" fmla="*/ 1147891 h 1357700"/>
              <a:gd name="connsiteX77" fmla="*/ 5828273 w 10678681"/>
              <a:gd name="connsiteY77" fmla="*/ 1152456 h 1357700"/>
              <a:gd name="connsiteX78" fmla="*/ 5667391 w 10678681"/>
              <a:gd name="connsiteY78" fmla="*/ 1161093 h 1357700"/>
              <a:gd name="connsiteX79" fmla="*/ 5572219 w 10678681"/>
              <a:gd name="connsiteY79" fmla="*/ 1173708 h 1357700"/>
              <a:gd name="connsiteX80" fmla="*/ 5537768 w 10678681"/>
              <a:gd name="connsiteY80" fmla="*/ 1190202 h 1357700"/>
              <a:gd name="connsiteX81" fmla="*/ 5488513 w 10678681"/>
              <a:gd name="connsiteY81" fmla="*/ 1205367 h 1357700"/>
              <a:gd name="connsiteX82" fmla="*/ 5402905 w 10678681"/>
              <a:gd name="connsiteY82" fmla="*/ 1241191 h 1357700"/>
              <a:gd name="connsiteX83" fmla="*/ 5285593 w 10678681"/>
              <a:gd name="connsiteY83" fmla="*/ 1273569 h 1357700"/>
              <a:gd name="connsiteX84" fmla="*/ 5192893 w 10678681"/>
              <a:gd name="connsiteY84" fmla="*/ 1247188 h 1357700"/>
              <a:gd name="connsiteX85" fmla="*/ 5186475 w 10678681"/>
              <a:gd name="connsiteY85" fmla="*/ 1257028 h 1357700"/>
              <a:gd name="connsiteX86" fmla="*/ 5126038 w 10678681"/>
              <a:gd name="connsiteY86" fmla="*/ 1263189 h 1357700"/>
              <a:gd name="connsiteX87" fmla="*/ 4905913 w 10678681"/>
              <a:gd name="connsiteY87" fmla="*/ 1224477 h 1357700"/>
              <a:gd name="connsiteX88" fmla="*/ 4788036 w 10678681"/>
              <a:gd name="connsiteY88" fmla="*/ 1238182 h 1357700"/>
              <a:gd name="connsiteX89" fmla="*/ 4747555 w 10678681"/>
              <a:gd name="connsiteY89" fmla="*/ 1252768 h 1357700"/>
              <a:gd name="connsiteX90" fmla="*/ 4679644 w 10678681"/>
              <a:gd name="connsiteY90" fmla="*/ 1276603 h 1357700"/>
              <a:gd name="connsiteX91" fmla="*/ 4632222 w 10678681"/>
              <a:gd name="connsiteY91" fmla="*/ 1318360 h 1357700"/>
              <a:gd name="connsiteX92" fmla="*/ 4617358 w 10678681"/>
              <a:gd name="connsiteY92" fmla="*/ 1327690 h 1357700"/>
              <a:gd name="connsiteX93" fmla="*/ 4589102 w 10678681"/>
              <a:gd name="connsiteY93" fmla="*/ 1321223 h 1357700"/>
              <a:gd name="connsiteX94" fmla="*/ 4578184 w 10678681"/>
              <a:gd name="connsiteY94" fmla="*/ 1326745 h 1357700"/>
              <a:gd name="connsiteX95" fmla="*/ 4574270 w 10678681"/>
              <a:gd name="connsiteY95" fmla="*/ 1325878 h 1357700"/>
              <a:gd name="connsiteX96" fmla="*/ 4564919 w 10678681"/>
              <a:gd name="connsiteY96" fmla="*/ 1325507 h 1357700"/>
              <a:gd name="connsiteX97" fmla="*/ 4566586 w 10678681"/>
              <a:gd name="connsiteY97" fmla="*/ 1316963 h 1357700"/>
              <a:gd name="connsiteX98" fmla="*/ 4556303 w 10678681"/>
              <a:gd name="connsiteY98" fmla="*/ 1300262 h 1357700"/>
              <a:gd name="connsiteX99" fmla="*/ 4502358 w 10678681"/>
              <a:gd name="connsiteY99" fmla="*/ 1302558 h 1357700"/>
              <a:gd name="connsiteX100" fmla="*/ 4498919 w 10678681"/>
              <a:gd name="connsiteY100" fmla="*/ 1312115 h 1357700"/>
              <a:gd name="connsiteX101" fmla="*/ 4492075 w 10678681"/>
              <a:gd name="connsiteY101" fmla="*/ 1313357 h 1357700"/>
              <a:gd name="connsiteX102" fmla="*/ 4487466 w 10678681"/>
              <a:gd name="connsiteY102" fmla="*/ 1304102 h 1357700"/>
              <a:gd name="connsiteX103" fmla="*/ 4398292 w 10678681"/>
              <a:gd name="connsiteY103" fmla="*/ 1278410 h 1357700"/>
              <a:gd name="connsiteX104" fmla="*/ 4278026 w 10678681"/>
              <a:gd name="connsiteY104" fmla="*/ 1259803 h 1357700"/>
              <a:gd name="connsiteX105" fmla="*/ 4188995 w 10678681"/>
              <a:gd name="connsiteY105" fmla="*/ 1296718 h 1357700"/>
              <a:gd name="connsiteX106" fmla="*/ 4181483 w 10678681"/>
              <a:gd name="connsiteY106" fmla="*/ 1287686 h 1357700"/>
              <a:gd name="connsiteX107" fmla="*/ 4120739 w 10678681"/>
              <a:gd name="connsiteY107" fmla="*/ 1288549 h 1357700"/>
              <a:gd name="connsiteX108" fmla="*/ 3906561 w 10678681"/>
              <a:gd name="connsiteY108" fmla="*/ 1352435 h 1357700"/>
              <a:gd name="connsiteX109" fmla="*/ 3787890 w 10678681"/>
              <a:gd name="connsiteY109" fmla="*/ 1352442 h 1357700"/>
              <a:gd name="connsiteX110" fmla="*/ 3745993 w 10678681"/>
              <a:gd name="connsiteY110" fmla="*/ 1342630 h 1357700"/>
              <a:gd name="connsiteX111" fmla="*/ 3675785 w 10678681"/>
              <a:gd name="connsiteY111" fmla="*/ 1326802 h 1357700"/>
              <a:gd name="connsiteX112" fmla="*/ 3623856 w 10678681"/>
              <a:gd name="connsiteY112" fmla="*/ 1290804 h 1357700"/>
              <a:gd name="connsiteX113" fmla="*/ 3564933 w 10678681"/>
              <a:gd name="connsiteY113" fmla="*/ 1287147 h 1357700"/>
              <a:gd name="connsiteX114" fmla="*/ 3550537 w 10678681"/>
              <a:gd name="connsiteY114" fmla="*/ 1317552 h 1357700"/>
              <a:gd name="connsiteX115" fmla="*/ 3487736 w 10678681"/>
              <a:gd name="connsiteY115" fmla="*/ 1303493 h 1357700"/>
              <a:gd name="connsiteX116" fmla="*/ 3392548 w 10678681"/>
              <a:gd name="connsiteY116" fmla="*/ 1278741 h 1357700"/>
              <a:gd name="connsiteX117" fmla="*/ 3337466 w 10678681"/>
              <a:gd name="connsiteY117" fmla="*/ 1272537 h 1357700"/>
              <a:gd name="connsiteX118" fmla="*/ 3187206 w 10678681"/>
              <a:gd name="connsiteY118" fmla="*/ 1246821 h 1357700"/>
              <a:gd name="connsiteX119" fmla="*/ 3036856 w 10678681"/>
              <a:gd name="connsiteY119" fmla="*/ 1214383 h 1357700"/>
              <a:gd name="connsiteX120" fmla="*/ 2948654 w 10678681"/>
              <a:gd name="connsiteY120" fmla="*/ 1157455 h 1357700"/>
              <a:gd name="connsiteX121" fmla="*/ 2824973 w 10678681"/>
              <a:gd name="connsiteY121" fmla="*/ 1134864 h 1357700"/>
              <a:gd name="connsiteX122" fmla="*/ 2804398 w 10678681"/>
              <a:gd name="connsiteY122" fmla="*/ 1125556 h 1357700"/>
              <a:gd name="connsiteX123" fmla="*/ 2775396 w 10678681"/>
              <a:gd name="connsiteY123" fmla="*/ 1130148 h 1357700"/>
              <a:gd name="connsiteX124" fmla="*/ 2659096 w 10678681"/>
              <a:gd name="connsiteY124" fmla="*/ 1150294 h 1357700"/>
              <a:gd name="connsiteX125" fmla="*/ 2567088 w 10678681"/>
              <a:gd name="connsiteY125" fmla="*/ 1181781 h 1357700"/>
              <a:gd name="connsiteX126" fmla="*/ 2454501 w 10678681"/>
              <a:gd name="connsiteY126" fmla="*/ 1155455 h 1357700"/>
              <a:gd name="connsiteX127" fmla="*/ 2385161 w 10678681"/>
              <a:gd name="connsiteY127" fmla="*/ 1161312 h 1357700"/>
              <a:gd name="connsiteX128" fmla="*/ 2270528 w 10678681"/>
              <a:gd name="connsiteY128" fmla="*/ 1204338 h 1357700"/>
              <a:gd name="connsiteX129" fmla="*/ 2121820 w 10678681"/>
              <a:gd name="connsiteY129" fmla="*/ 1187078 h 1357700"/>
              <a:gd name="connsiteX130" fmla="*/ 2092716 w 10678681"/>
              <a:gd name="connsiteY130" fmla="*/ 1139224 h 1357700"/>
              <a:gd name="connsiteX131" fmla="*/ 2052449 w 10678681"/>
              <a:gd name="connsiteY131" fmla="*/ 1109687 h 1357700"/>
              <a:gd name="connsiteX132" fmla="*/ 2032607 w 10678681"/>
              <a:gd name="connsiteY132" fmla="*/ 1175477 h 1357700"/>
              <a:gd name="connsiteX133" fmla="*/ 1901837 w 10678681"/>
              <a:gd name="connsiteY133" fmla="*/ 1221762 h 1357700"/>
              <a:gd name="connsiteX134" fmla="*/ 1836762 w 10678681"/>
              <a:gd name="connsiteY134" fmla="*/ 1237387 h 1357700"/>
              <a:gd name="connsiteX135" fmla="*/ 1735877 w 10678681"/>
              <a:gd name="connsiteY135" fmla="*/ 1246527 h 1357700"/>
              <a:gd name="connsiteX136" fmla="*/ 1705069 w 10678681"/>
              <a:gd name="connsiteY136" fmla="*/ 1251989 h 1357700"/>
              <a:gd name="connsiteX137" fmla="*/ 1397689 w 10678681"/>
              <a:gd name="connsiteY137" fmla="*/ 1336144 h 1357700"/>
              <a:gd name="connsiteX138" fmla="*/ 1220734 w 10678681"/>
              <a:gd name="connsiteY138" fmla="*/ 1257811 h 1357700"/>
              <a:gd name="connsiteX139" fmla="*/ 1021737 w 10678681"/>
              <a:gd name="connsiteY139" fmla="*/ 1238739 h 1357700"/>
              <a:gd name="connsiteX140" fmla="*/ 959820 w 10678681"/>
              <a:gd name="connsiteY140" fmla="*/ 1275863 h 1357700"/>
              <a:gd name="connsiteX141" fmla="*/ 929137 w 10678681"/>
              <a:gd name="connsiteY141" fmla="*/ 1273957 h 1357700"/>
              <a:gd name="connsiteX142" fmla="*/ 878849 w 10678681"/>
              <a:gd name="connsiteY142" fmla="*/ 1266740 h 1357700"/>
              <a:gd name="connsiteX143" fmla="*/ 800667 w 10678681"/>
              <a:gd name="connsiteY143" fmla="*/ 1282041 h 1357700"/>
              <a:gd name="connsiteX144" fmla="*/ 644906 w 10678681"/>
              <a:gd name="connsiteY144" fmla="*/ 1273685 h 1357700"/>
              <a:gd name="connsiteX145" fmla="*/ 379869 w 10678681"/>
              <a:gd name="connsiteY145" fmla="*/ 1339165 h 1357700"/>
              <a:gd name="connsiteX146" fmla="*/ 137696 w 10678681"/>
              <a:gd name="connsiteY146" fmla="*/ 1319217 h 1357700"/>
              <a:gd name="connsiteX147" fmla="*/ 54250 w 10678681"/>
              <a:gd name="connsiteY147" fmla="*/ 1315838 h 1357700"/>
              <a:gd name="connsiteX148" fmla="*/ 28042 w 10678681"/>
              <a:gd name="connsiteY148" fmla="*/ 1297822 h 1357700"/>
              <a:gd name="connsiteX149" fmla="*/ 0 w 10678681"/>
              <a:gd name="connsiteY149" fmla="*/ 1294612 h 1357700"/>
              <a:gd name="connsiteX150" fmla="*/ 0 w 10678681"/>
              <a:gd name="connsiteY150" fmla="*/ 0 h 1357700"/>
              <a:gd name="connsiteX0" fmla="*/ 0 w 10678681"/>
              <a:gd name="connsiteY0" fmla="*/ 0 h 1357700"/>
              <a:gd name="connsiteX1" fmla="*/ 10678681 w 10678681"/>
              <a:gd name="connsiteY1" fmla="*/ 0 h 1357700"/>
              <a:gd name="connsiteX2" fmla="*/ 10666019 w 10678681"/>
              <a:gd name="connsiteY2" fmla="*/ 7876 h 1357700"/>
              <a:gd name="connsiteX3" fmla="*/ 10632825 w 10678681"/>
              <a:gd name="connsiteY3" fmla="*/ 32153 h 1357700"/>
              <a:gd name="connsiteX4" fmla="*/ 10510605 w 10678681"/>
              <a:gd name="connsiteY4" fmla="*/ 30449 h 1357700"/>
              <a:gd name="connsiteX5" fmla="*/ 10456989 w 10678681"/>
              <a:gd name="connsiteY5" fmla="*/ 979 h 1357700"/>
              <a:gd name="connsiteX6" fmla="*/ 10438642 w 10678681"/>
              <a:gd name="connsiteY6" fmla="*/ 1524 h 1357700"/>
              <a:gd name="connsiteX7" fmla="*/ 10407146 w 10678681"/>
              <a:gd name="connsiteY7" fmla="*/ 43659 h 1357700"/>
              <a:gd name="connsiteX8" fmla="*/ 10357996 w 10678681"/>
              <a:gd name="connsiteY8" fmla="*/ 50836 h 1357700"/>
              <a:gd name="connsiteX9" fmla="*/ 10306667 w 10678681"/>
              <a:gd name="connsiteY9" fmla="*/ 109739 h 1357700"/>
              <a:gd name="connsiteX10" fmla="*/ 10115334 w 10678681"/>
              <a:gd name="connsiteY10" fmla="*/ 155658 h 1357700"/>
              <a:gd name="connsiteX11" fmla="*/ 10068157 w 10678681"/>
              <a:gd name="connsiteY11" fmla="*/ 215673 h 1357700"/>
              <a:gd name="connsiteX12" fmla="*/ 10045431 w 10678681"/>
              <a:gd name="connsiteY12" fmla="*/ 229568 h 1357700"/>
              <a:gd name="connsiteX13" fmla="*/ 10013265 w 10678681"/>
              <a:gd name="connsiteY13" fmla="*/ 284757 h 1357700"/>
              <a:gd name="connsiteX14" fmla="*/ 9862496 w 10678681"/>
              <a:gd name="connsiteY14" fmla="*/ 223033 h 1357700"/>
              <a:gd name="connsiteX15" fmla="*/ 9679638 w 10678681"/>
              <a:gd name="connsiteY15" fmla="*/ 277462 h 1357700"/>
              <a:gd name="connsiteX16" fmla="*/ 9498347 w 10678681"/>
              <a:gd name="connsiteY16" fmla="*/ 244723 h 1357700"/>
              <a:gd name="connsiteX17" fmla="*/ 9399702 w 10678681"/>
              <a:gd name="connsiteY17" fmla="*/ 276316 h 1357700"/>
              <a:gd name="connsiteX18" fmla="*/ 9378439 w 10678681"/>
              <a:gd name="connsiteY18" fmla="*/ 326244 h 1357700"/>
              <a:gd name="connsiteX19" fmla="*/ 9121744 w 10678681"/>
              <a:gd name="connsiteY19" fmla="*/ 365177 h 1357700"/>
              <a:gd name="connsiteX20" fmla="*/ 9061654 w 10678681"/>
              <a:gd name="connsiteY20" fmla="*/ 393730 h 1357700"/>
              <a:gd name="connsiteX21" fmla="*/ 8997577 w 10678681"/>
              <a:gd name="connsiteY21" fmla="*/ 380865 h 1357700"/>
              <a:gd name="connsiteX22" fmla="*/ 8907968 w 10678681"/>
              <a:gd name="connsiteY22" fmla="*/ 447345 h 1357700"/>
              <a:gd name="connsiteX23" fmla="*/ 8764163 w 10678681"/>
              <a:gd name="connsiteY23" fmla="*/ 471000 h 1357700"/>
              <a:gd name="connsiteX24" fmla="*/ 8680155 w 10678681"/>
              <a:gd name="connsiteY24" fmla="*/ 492404 h 1357700"/>
              <a:gd name="connsiteX25" fmla="*/ 8651436 w 10678681"/>
              <a:gd name="connsiteY25" fmla="*/ 511923 h 1357700"/>
              <a:gd name="connsiteX26" fmla="*/ 8609185 w 10678681"/>
              <a:gd name="connsiteY26" fmla="*/ 531525 h 1357700"/>
              <a:gd name="connsiteX27" fmla="*/ 8537091 w 10678681"/>
              <a:gd name="connsiteY27" fmla="*/ 574933 h 1357700"/>
              <a:gd name="connsiteX28" fmla="*/ 8435931 w 10678681"/>
              <a:gd name="connsiteY28" fmla="*/ 617926 h 1357700"/>
              <a:gd name="connsiteX29" fmla="*/ 8348623 w 10678681"/>
              <a:gd name="connsiteY29" fmla="*/ 600607 h 1357700"/>
              <a:gd name="connsiteX30" fmla="*/ 8344233 w 10678681"/>
              <a:gd name="connsiteY30" fmla="*/ 610922 h 1357700"/>
              <a:gd name="connsiteX31" fmla="*/ 8290622 w 10678681"/>
              <a:gd name="connsiteY31" fmla="*/ 622687 h 1357700"/>
              <a:gd name="connsiteX32" fmla="*/ 8086698 w 10678681"/>
              <a:gd name="connsiteY32" fmla="*/ 605185 h 1357700"/>
              <a:gd name="connsiteX33" fmla="*/ 7982378 w 10678681"/>
              <a:gd name="connsiteY33" fmla="*/ 629799 h 1357700"/>
              <a:gd name="connsiteX34" fmla="*/ 7947952 w 10678681"/>
              <a:gd name="connsiteY34" fmla="*/ 648003 h 1357700"/>
              <a:gd name="connsiteX35" fmla="*/ 7890112 w 10678681"/>
              <a:gd name="connsiteY35" fmla="*/ 677915 h 1357700"/>
              <a:gd name="connsiteX36" fmla="*/ 7853284 w 10678681"/>
              <a:gd name="connsiteY36" fmla="*/ 723588 h 1357700"/>
              <a:gd name="connsiteX37" fmla="*/ 7802383 w 10678681"/>
              <a:gd name="connsiteY37" fmla="*/ 739359 h 1357700"/>
              <a:gd name="connsiteX38" fmla="*/ 7782280 w 10678681"/>
              <a:gd name="connsiteY38" fmla="*/ 712868 h 1357700"/>
              <a:gd name="connsiteX39" fmla="*/ 7730518 w 10678681"/>
              <a:gd name="connsiteY39" fmla="*/ 739526 h 1357700"/>
              <a:gd name="connsiteX40" fmla="*/ 7652907 w 10678681"/>
              <a:gd name="connsiteY40" fmla="*/ 783273 h 1357700"/>
              <a:gd name="connsiteX41" fmla="*/ 7606008 w 10678681"/>
              <a:gd name="connsiteY41" fmla="*/ 800717 h 1357700"/>
              <a:gd name="connsiteX42" fmla="*/ 7480223 w 10678681"/>
              <a:gd name="connsiteY42" fmla="*/ 856821 h 1357700"/>
              <a:gd name="connsiteX43" fmla="*/ 7356005 w 10678681"/>
              <a:gd name="connsiteY43" fmla="*/ 919462 h 1357700"/>
              <a:gd name="connsiteX44" fmla="*/ 7305396 w 10678681"/>
              <a:gd name="connsiteY44" fmla="*/ 986228 h 1357700"/>
              <a:gd name="connsiteX45" fmla="*/ 7298314 w 10678681"/>
              <a:gd name="connsiteY45" fmla="*/ 989899 h 1357700"/>
              <a:gd name="connsiteX46" fmla="*/ 7277477 w 10678681"/>
              <a:gd name="connsiteY46" fmla="*/ 990571 h 1357700"/>
              <a:gd name="connsiteX47" fmla="*/ 7269396 w 10678681"/>
              <a:gd name="connsiteY47" fmla="*/ 989282 h 1357700"/>
              <a:gd name="connsiteX48" fmla="*/ 7258094 w 10678681"/>
              <a:gd name="connsiteY48" fmla="*/ 990679 h 1357700"/>
              <a:gd name="connsiteX49" fmla="*/ 7257893 w 10678681"/>
              <a:gd name="connsiteY49" fmla="*/ 991204 h 1357700"/>
              <a:gd name="connsiteX50" fmla="*/ 7247153 w 10678681"/>
              <a:gd name="connsiteY50" fmla="*/ 991550 h 1357700"/>
              <a:gd name="connsiteX51" fmla="*/ 7193612 w 10678681"/>
              <a:gd name="connsiteY51" fmla="*/ 987042 h 1357700"/>
              <a:gd name="connsiteX52" fmla="*/ 7132632 w 10678681"/>
              <a:gd name="connsiteY52" fmla="*/ 1042036 h 1357700"/>
              <a:gd name="connsiteX53" fmla="*/ 7105610 w 10678681"/>
              <a:gd name="connsiteY53" fmla="*/ 1053537 h 1357700"/>
              <a:gd name="connsiteX54" fmla="*/ 7091599 w 10678681"/>
              <a:gd name="connsiteY54" fmla="*/ 1062302 h 1357700"/>
              <a:gd name="connsiteX55" fmla="*/ 7090998 w 10678681"/>
              <a:gd name="connsiteY55" fmla="*/ 1064540 h 1357700"/>
              <a:gd name="connsiteX56" fmla="*/ 7039634 w 10678681"/>
              <a:gd name="connsiteY56" fmla="*/ 1059971 h 1357700"/>
              <a:gd name="connsiteX57" fmla="*/ 7033445 w 10678681"/>
              <a:gd name="connsiteY57" fmla="*/ 1063314 h 1357700"/>
              <a:gd name="connsiteX58" fmla="*/ 6999157 w 10678681"/>
              <a:gd name="connsiteY58" fmla="*/ 1055282 h 1357700"/>
              <a:gd name="connsiteX59" fmla="*/ 6981874 w 10678681"/>
              <a:gd name="connsiteY59" fmla="*/ 1053827 h 1357700"/>
              <a:gd name="connsiteX60" fmla="*/ 6976102 w 10678681"/>
              <a:gd name="connsiteY60" fmla="*/ 1047854 h 1357700"/>
              <a:gd name="connsiteX61" fmla="*/ 6951040 w 10678681"/>
              <a:gd name="connsiteY61" fmla="*/ 1048531 h 1357700"/>
              <a:gd name="connsiteX62" fmla="*/ 6948497 w 10678681"/>
              <a:gd name="connsiteY62" fmla="*/ 1050706 h 1357700"/>
              <a:gd name="connsiteX63" fmla="*/ 6926582 w 10678681"/>
              <a:gd name="connsiteY63" fmla="*/ 1043462 h 1357700"/>
              <a:gd name="connsiteX64" fmla="*/ 6833743 w 10678681"/>
              <a:gd name="connsiteY64" fmla="*/ 1027960 h 1357700"/>
              <a:gd name="connsiteX65" fmla="*/ 6698313 w 10678681"/>
              <a:gd name="connsiteY65" fmla="*/ 1063249 h 1357700"/>
              <a:gd name="connsiteX66" fmla="*/ 6550218 w 10678681"/>
              <a:gd name="connsiteY66" fmla="*/ 1026825 h 1357700"/>
              <a:gd name="connsiteX67" fmla="*/ 6392549 w 10678681"/>
              <a:gd name="connsiteY67" fmla="*/ 1032948 h 1357700"/>
              <a:gd name="connsiteX68" fmla="*/ 6361470 w 10678681"/>
              <a:gd name="connsiteY68" fmla="*/ 1080572 h 1357700"/>
              <a:gd name="connsiteX69" fmla="*/ 6074811 w 10678681"/>
              <a:gd name="connsiteY69" fmla="*/ 1092701 h 1357700"/>
              <a:gd name="connsiteX70" fmla="*/ 6004655 w 10678681"/>
              <a:gd name="connsiteY70" fmla="*/ 1114946 h 1357700"/>
              <a:gd name="connsiteX71" fmla="*/ 5936643 w 10678681"/>
              <a:gd name="connsiteY71" fmla="*/ 1095428 h 1357700"/>
              <a:gd name="connsiteX72" fmla="*/ 5912484 w 10678681"/>
              <a:gd name="connsiteY72" fmla="*/ 1112624 h 1357700"/>
              <a:gd name="connsiteX73" fmla="*/ 5908387 w 10678681"/>
              <a:gd name="connsiteY73" fmla="*/ 1116018 h 1357700"/>
              <a:gd name="connsiteX74" fmla="*/ 5890495 w 10678681"/>
              <a:gd name="connsiteY74" fmla="*/ 1120268 h 1357700"/>
              <a:gd name="connsiteX75" fmla="*/ 5887318 w 10678681"/>
              <a:gd name="connsiteY75" fmla="*/ 1133134 h 1357700"/>
              <a:gd name="connsiteX76" fmla="*/ 5861726 w 10678681"/>
              <a:gd name="connsiteY76" fmla="*/ 1147891 h 1357700"/>
              <a:gd name="connsiteX77" fmla="*/ 5828273 w 10678681"/>
              <a:gd name="connsiteY77" fmla="*/ 1152456 h 1357700"/>
              <a:gd name="connsiteX78" fmla="*/ 5667391 w 10678681"/>
              <a:gd name="connsiteY78" fmla="*/ 1161093 h 1357700"/>
              <a:gd name="connsiteX79" fmla="*/ 5572219 w 10678681"/>
              <a:gd name="connsiteY79" fmla="*/ 1173708 h 1357700"/>
              <a:gd name="connsiteX80" fmla="*/ 5537768 w 10678681"/>
              <a:gd name="connsiteY80" fmla="*/ 1190202 h 1357700"/>
              <a:gd name="connsiteX81" fmla="*/ 5488513 w 10678681"/>
              <a:gd name="connsiteY81" fmla="*/ 1205367 h 1357700"/>
              <a:gd name="connsiteX82" fmla="*/ 5402905 w 10678681"/>
              <a:gd name="connsiteY82" fmla="*/ 1241191 h 1357700"/>
              <a:gd name="connsiteX83" fmla="*/ 5285593 w 10678681"/>
              <a:gd name="connsiteY83" fmla="*/ 1273569 h 1357700"/>
              <a:gd name="connsiteX84" fmla="*/ 5192893 w 10678681"/>
              <a:gd name="connsiteY84" fmla="*/ 1247188 h 1357700"/>
              <a:gd name="connsiteX85" fmla="*/ 5186475 w 10678681"/>
              <a:gd name="connsiteY85" fmla="*/ 1257028 h 1357700"/>
              <a:gd name="connsiteX86" fmla="*/ 5126038 w 10678681"/>
              <a:gd name="connsiteY86" fmla="*/ 1263189 h 1357700"/>
              <a:gd name="connsiteX87" fmla="*/ 4905913 w 10678681"/>
              <a:gd name="connsiteY87" fmla="*/ 1224477 h 1357700"/>
              <a:gd name="connsiteX88" fmla="*/ 4788036 w 10678681"/>
              <a:gd name="connsiteY88" fmla="*/ 1238182 h 1357700"/>
              <a:gd name="connsiteX89" fmla="*/ 4747555 w 10678681"/>
              <a:gd name="connsiteY89" fmla="*/ 1252768 h 1357700"/>
              <a:gd name="connsiteX90" fmla="*/ 4679644 w 10678681"/>
              <a:gd name="connsiteY90" fmla="*/ 1276603 h 1357700"/>
              <a:gd name="connsiteX91" fmla="*/ 4632222 w 10678681"/>
              <a:gd name="connsiteY91" fmla="*/ 1318360 h 1357700"/>
              <a:gd name="connsiteX92" fmla="*/ 4617358 w 10678681"/>
              <a:gd name="connsiteY92" fmla="*/ 1327690 h 1357700"/>
              <a:gd name="connsiteX93" fmla="*/ 4589102 w 10678681"/>
              <a:gd name="connsiteY93" fmla="*/ 1321223 h 1357700"/>
              <a:gd name="connsiteX94" fmla="*/ 4578184 w 10678681"/>
              <a:gd name="connsiteY94" fmla="*/ 1326745 h 1357700"/>
              <a:gd name="connsiteX95" fmla="*/ 4574270 w 10678681"/>
              <a:gd name="connsiteY95" fmla="*/ 1325878 h 1357700"/>
              <a:gd name="connsiteX96" fmla="*/ 4564919 w 10678681"/>
              <a:gd name="connsiteY96" fmla="*/ 1325507 h 1357700"/>
              <a:gd name="connsiteX97" fmla="*/ 4566586 w 10678681"/>
              <a:gd name="connsiteY97" fmla="*/ 1316963 h 1357700"/>
              <a:gd name="connsiteX98" fmla="*/ 4556303 w 10678681"/>
              <a:gd name="connsiteY98" fmla="*/ 1300262 h 1357700"/>
              <a:gd name="connsiteX99" fmla="*/ 4502358 w 10678681"/>
              <a:gd name="connsiteY99" fmla="*/ 1302558 h 1357700"/>
              <a:gd name="connsiteX100" fmla="*/ 4498919 w 10678681"/>
              <a:gd name="connsiteY100" fmla="*/ 1312115 h 1357700"/>
              <a:gd name="connsiteX101" fmla="*/ 4492075 w 10678681"/>
              <a:gd name="connsiteY101" fmla="*/ 1313357 h 1357700"/>
              <a:gd name="connsiteX102" fmla="*/ 4487466 w 10678681"/>
              <a:gd name="connsiteY102" fmla="*/ 1304102 h 1357700"/>
              <a:gd name="connsiteX103" fmla="*/ 4398292 w 10678681"/>
              <a:gd name="connsiteY103" fmla="*/ 1278410 h 1357700"/>
              <a:gd name="connsiteX104" fmla="*/ 4278026 w 10678681"/>
              <a:gd name="connsiteY104" fmla="*/ 1259803 h 1357700"/>
              <a:gd name="connsiteX105" fmla="*/ 4188995 w 10678681"/>
              <a:gd name="connsiteY105" fmla="*/ 1296718 h 1357700"/>
              <a:gd name="connsiteX106" fmla="*/ 4181483 w 10678681"/>
              <a:gd name="connsiteY106" fmla="*/ 1287686 h 1357700"/>
              <a:gd name="connsiteX107" fmla="*/ 4120739 w 10678681"/>
              <a:gd name="connsiteY107" fmla="*/ 1288549 h 1357700"/>
              <a:gd name="connsiteX108" fmla="*/ 3906561 w 10678681"/>
              <a:gd name="connsiteY108" fmla="*/ 1352435 h 1357700"/>
              <a:gd name="connsiteX109" fmla="*/ 3787890 w 10678681"/>
              <a:gd name="connsiteY109" fmla="*/ 1352442 h 1357700"/>
              <a:gd name="connsiteX110" fmla="*/ 3745993 w 10678681"/>
              <a:gd name="connsiteY110" fmla="*/ 1342630 h 1357700"/>
              <a:gd name="connsiteX111" fmla="*/ 3675785 w 10678681"/>
              <a:gd name="connsiteY111" fmla="*/ 1326802 h 1357700"/>
              <a:gd name="connsiteX112" fmla="*/ 3623856 w 10678681"/>
              <a:gd name="connsiteY112" fmla="*/ 1290804 h 1357700"/>
              <a:gd name="connsiteX113" fmla="*/ 3564933 w 10678681"/>
              <a:gd name="connsiteY113" fmla="*/ 1287147 h 1357700"/>
              <a:gd name="connsiteX114" fmla="*/ 3550537 w 10678681"/>
              <a:gd name="connsiteY114" fmla="*/ 1317552 h 1357700"/>
              <a:gd name="connsiteX115" fmla="*/ 3487736 w 10678681"/>
              <a:gd name="connsiteY115" fmla="*/ 1303493 h 1357700"/>
              <a:gd name="connsiteX116" fmla="*/ 3392548 w 10678681"/>
              <a:gd name="connsiteY116" fmla="*/ 1278741 h 1357700"/>
              <a:gd name="connsiteX117" fmla="*/ 3337466 w 10678681"/>
              <a:gd name="connsiteY117" fmla="*/ 1272537 h 1357700"/>
              <a:gd name="connsiteX118" fmla="*/ 3187206 w 10678681"/>
              <a:gd name="connsiteY118" fmla="*/ 1246821 h 1357700"/>
              <a:gd name="connsiteX119" fmla="*/ 3036856 w 10678681"/>
              <a:gd name="connsiteY119" fmla="*/ 1214383 h 1357700"/>
              <a:gd name="connsiteX120" fmla="*/ 2948654 w 10678681"/>
              <a:gd name="connsiteY120" fmla="*/ 1157455 h 1357700"/>
              <a:gd name="connsiteX121" fmla="*/ 2824973 w 10678681"/>
              <a:gd name="connsiteY121" fmla="*/ 1134864 h 1357700"/>
              <a:gd name="connsiteX122" fmla="*/ 2804398 w 10678681"/>
              <a:gd name="connsiteY122" fmla="*/ 1125556 h 1357700"/>
              <a:gd name="connsiteX123" fmla="*/ 2775396 w 10678681"/>
              <a:gd name="connsiteY123" fmla="*/ 1130148 h 1357700"/>
              <a:gd name="connsiteX124" fmla="*/ 2659096 w 10678681"/>
              <a:gd name="connsiteY124" fmla="*/ 1150294 h 1357700"/>
              <a:gd name="connsiteX125" fmla="*/ 2567088 w 10678681"/>
              <a:gd name="connsiteY125" fmla="*/ 1181781 h 1357700"/>
              <a:gd name="connsiteX126" fmla="*/ 2454501 w 10678681"/>
              <a:gd name="connsiteY126" fmla="*/ 1155455 h 1357700"/>
              <a:gd name="connsiteX127" fmla="*/ 2385161 w 10678681"/>
              <a:gd name="connsiteY127" fmla="*/ 1161312 h 1357700"/>
              <a:gd name="connsiteX128" fmla="*/ 2270528 w 10678681"/>
              <a:gd name="connsiteY128" fmla="*/ 1204338 h 1357700"/>
              <a:gd name="connsiteX129" fmla="*/ 2121820 w 10678681"/>
              <a:gd name="connsiteY129" fmla="*/ 1187078 h 1357700"/>
              <a:gd name="connsiteX130" fmla="*/ 2092716 w 10678681"/>
              <a:gd name="connsiteY130" fmla="*/ 1139224 h 1357700"/>
              <a:gd name="connsiteX131" fmla="*/ 2052449 w 10678681"/>
              <a:gd name="connsiteY131" fmla="*/ 1109687 h 1357700"/>
              <a:gd name="connsiteX132" fmla="*/ 2032607 w 10678681"/>
              <a:gd name="connsiteY132" fmla="*/ 1175477 h 1357700"/>
              <a:gd name="connsiteX133" fmla="*/ 1901837 w 10678681"/>
              <a:gd name="connsiteY133" fmla="*/ 1221762 h 1357700"/>
              <a:gd name="connsiteX134" fmla="*/ 1836762 w 10678681"/>
              <a:gd name="connsiteY134" fmla="*/ 1237387 h 1357700"/>
              <a:gd name="connsiteX135" fmla="*/ 1735877 w 10678681"/>
              <a:gd name="connsiteY135" fmla="*/ 1246527 h 1357700"/>
              <a:gd name="connsiteX136" fmla="*/ 1705069 w 10678681"/>
              <a:gd name="connsiteY136" fmla="*/ 1251989 h 1357700"/>
              <a:gd name="connsiteX137" fmla="*/ 1397689 w 10678681"/>
              <a:gd name="connsiteY137" fmla="*/ 1336144 h 1357700"/>
              <a:gd name="connsiteX138" fmla="*/ 1220734 w 10678681"/>
              <a:gd name="connsiteY138" fmla="*/ 1257811 h 1357700"/>
              <a:gd name="connsiteX139" fmla="*/ 1021737 w 10678681"/>
              <a:gd name="connsiteY139" fmla="*/ 1238739 h 1357700"/>
              <a:gd name="connsiteX140" fmla="*/ 959820 w 10678681"/>
              <a:gd name="connsiteY140" fmla="*/ 1275863 h 1357700"/>
              <a:gd name="connsiteX141" fmla="*/ 929137 w 10678681"/>
              <a:gd name="connsiteY141" fmla="*/ 1273957 h 1357700"/>
              <a:gd name="connsiteX142" fmla="*/ 878849 w 10678681"/>
              <a:gd name="connsiteY142" fmla="*/ 1266740 h 1357700"/>
              <a:gd name="connsiteX143" fmla="*/ 800667 w 10678681"/>
              <a:gd name="connsiteY143" fmla="*/ 1282041 h 1357700"/>
              <a:gd name="connsiteX144" fmla="*/ 644906 w 10678681"/>
              <a:gd name="connsiteY144" fmla="*/ 1273685 h 1357700"/>
              <a:gd name="connsiteX145" fmla="*/ 379869 w 10678681"/>
              <a:gd name="connsiteY145" fmla="*/ 1339165 h 1357700"/>
              <a:gd name="connsiteX146" fmla="*/ 137696 w 10678681"/>
              <a:gd name="connsiteY146" fmla="*/ 1319217 h 1357700"/>
              <a:gd name="connsiteX147" fmla="*/ 54250 w 10678681"/>
              <a:gd name="connsiteY147" fmla="*/ 1315838 h 1357700"/>
              <a:gd name="connsiteX148" fmla="*/ 28042 w 10678681"/>
              <a:gd name="connsiteY148" fmla="*/ 1297822 h 1357700"/>
              <a:gd name="connsiteX149" fmla="*/ 0 w 10678681"/>
              <a:gd name="connsiteY149" fmla="*/ 1294612 h 1357700"/>
              <a:gd name="connsiteX150" fmla="*/ 0 w 10678681"/>
              <a:gd name="connsiteY150" fmla="*/ 0 h 1357700"/>
              <a:gd name="connsiteX0" fmla="*/ 0 w 10678681"/>
              <a:gd name="connsiteY0" fmla="*/ 0 h 1357700"/>
              <a:gd name="connsiteX1" fmla="*/ 10678681 w 10678681"/>
              <a:gd name="connsiteY1" fmla="*/ 0 h 1357700"/>
              <a:gd name="connsiteX2" fmla="*/ 10666019 w 10678681"/>
              <a:gd name="connsiteY2" fmla="*/ 7876 h 1357700"/>
              <a:gd name="connsiteX3" fmla="*/ 10632825 w 10678681"/>
              <a:gd name="connsiteY3" fmla="*/ 32153 h 1357700"/>
              <a:gd name="connsiteX4" fmla="*/ 10510605 w 10678681"/>
              <a:gd name="connsiteY4" fmla="*/ 30449 h 1357700"/>
              <a:gd name="connsiteX5" fmla="*/ 10456989 w 10678681"/>
              <a:gd name="connsiteY5" fmla="*/ 979 h 1357700"/>
              <a:gd name="connsiteX6" fmla="*/ 10438642 w 10678681"/>
              <a:gd name="connsiteY6" fmla="*/ 1524 h 1357700"/>
              <a:gd name="connsiteX7" fmla="*/ 10407146 w 10678681"/>
              <a:gd name="connsiteY7" fmla="*/ 43659 h 1357700"/>
              <a:gd name="connsiteX8" fmla="*/ 10357996 w 10678681"/>
              <a:gd name="connsiteY8" fmla="*/ 50836 h 1357700"/>
              <a:gd name="connsiteX9" fmla="*/ 10306667 w 10678681"/>
              <a:gd name="connsiteY9" fmla="*/ 109739 h 1357700"/>
              <a:gd name="connsiteX10" fmla="*/ 10115334 w 10678681"/>
              <a:gd name="connsiteY10" fmla="*/ 155658 h 1357700"/>
              <a:gd name="connsiteX11" fmla="*/ 10068157 w 10678681"/>
              <a:gd name="connsiteY11" fmla="*/ 215673 h 1357700"/>
              <a:gd name="connsiteX12" fmla="*/ 10045431 w 10678681"/>
              <a:gd name="connsiteY12" fmla="*/ 229568 h 1357700"/>
              <a:gd name="connsiteX13" fmla="*/ 10013265 w 10678681"/>
              <a:gd name="connsiteY13" fmla="*/ 284757 h 1357700"/>
              <a:gd name="connsiteX14" fmla="*/ 9862496 w 10678681"/>
              <a:gd name="connsiteY14" fmla="*/ 223033 h 1357700"/>
              <a:gd name="connsiteX15" fmla="*/ 9679638 w 10678681"/>
              <a:gd name="connsiteY15" fmla="*/ 277462 h 1357700"/>
              <a:gd name="connsiteX16" fmla="*/ 9498347 w 10678681"/>
              <a:gd name="connsiteY16" fmla="*/ 244723 h 1357700"/>
              <a:gd name="connsiteX17" fmla="*/ 9399702 w 10678681"/>
              <a:gd name="connsiteY17" fmla="*/ 276316 h 1357700"/>
              <a:gd name="connsiteX18" fmla="*/ 9378439 w 10678681"/>
              <a:gd name="connsiteY18" fmla="*/ 326244 h 1357700"/>
              <a:gd name="connsiteX19" fmla="*/ 9121744 w 10678681"/>
              <a:gd name="connsiteY19" fmla="*/ 365177 h 1357700"/>
              <a:gd name="connsiteX20" fmla="*/ 9061654 w 10678681"/>
              <a:gd name="connsiteY20" fmla="*/ 393730 h 1357700"/>
              <a:gd name="connsiteX21" fmla="*/ 8997577 w 10678681"/>
              <a:gd name="connsiteY21" fmla="*/ 380865 h 1357700"/>
              <a:gd name="connsiteX22" fmla="*/ 8907968 w 10678681"/>
              <a:gd name="connsiteY22" fmla="*/ 447345 h 1357700"/>
              <a:gd name="connsiteX23" fmla="*/ 8764163 w 10678681"/>
              <a:gd name="connsiteY23" fmla="*/ 471000 h 1357700"/>
              <a:gd name="connsiteX24" fmla="*/ 8680155 w 10678681"/>
              <a:gd name="connsiteY24" fmla="*/ 492404 h 1357700"/>
              <a:gd name="connsiteX25" fmla="*/ 8651436 w 10678681"/>
              <a:gd name="connsiteY25" fmla="*/ 511923 h 1357700"/>
              <a:gd name="connsiteX26" fmla="*/ 8609185 w 10678681"/>
              <a:gd name="connsiteY26" fmla="*/ 531525 h 1357700"/>
              <a:gd name="connsiteX27" fmla="*/ 8537091 w 10678681"/>
              <a:gd name="connsiteY27" fmla="*/ 574933 h 1357700"/>
              <a:gd name="connsiteX28" fmla="*/ 8435931 w 10678681"/>
              <a:gd name="connsiteY28" fmla="*/ 617926 h 1357700"/>
              <a:gd name="connsiteX29" fmla="*/ 8348623 w 10678681"/>
              <a:gd name="connsiteY29" fmla="*/ 600607 h 1357700"/>
              <a:gd name="connsiteX30" fmla="*/ 8344233 w 10678681"/>
              <a:gd name="connsiteY30" fmla="*/ 610922 h 1357700"/>
              <a:gd name="connsiteX31" fmla="*/ 8290622 w 10678681"/>
              <a:gd name="connsiteY31" fmla="*/ 622687 h 1357700"/>
              <a:gd name="connsiteX32" fmla="*/ 8086698 w 10678681"/>
              <a:gd name="connsiteY32" fmla="*/ 605185 h 1357700"/>
              <a:gd name="connsiteX33" fmla="*/ 7982378 w 10678681"/>
              <a:gd name="connsiteY33" fmla="*/ 629799 h 1357700"/>
              <a:gd name="connsiteX34" fmla="*/ 7947952 w 10678681"/>
              <a:gd name="connsiteY34" fmla="*/ 648003 h 1357700"/>
              <a:gd name="connsiteX35" fmla="*/ 7890112 w 10678681"/>
              <a:gd name="connsiteY35" fmla="*/ 677915 h 1357700"/>
              <a:gd name="connsiteX36" fmla="*/ 7853284 w 10678681"/>
              <a:gd name="connsiteY36" fmla="*/ 723588 h 1357700"/>
              <a:gd name="connsiteX37" fmla="*/ 7802383 w 10678681"/>
              <a:gd name="connsiteY37" fmla="*/ 739359 h 1357700"/>
              <a:gd name="connsiteX38" fmla="*/ 7782280 w 10678681"/>
              <a:gd name="connsiteY38" fmla="*/ 712868 h 1357700"/>
              <a:gd name="connsiteX39" fmla="*/ 7730518 w 10678681"/>
              <a:gd name="connsiteY39" fmla="*/ 739526 h 1357700"/>
              <a:gd name="connsiteX40" fmla="*/ 7652907 w 10678681"/>
              <a:gd name="connsiteY40" fmla="*/ 783273 h 1357700"/>
              <a:gd name="connsiteX41" fmla="*/ 7606008 w 10678681"/>
              <a:gd name="connsiteY41" fmla="*/ 800717 h 1357700"/>
              <a:gd name="connsiteX42" fmla="*/ 7480223 w 10678681"/>
              <a:gd name="connsiteY42" fmla="*/ 856821 h 1357700"/>
              <a:gd name="connsiteX43" fmla="*/ 7356005 w 10678681"/>
              <a:gd name="connsiteY43" fmla="*/ 919462 h 1357700"/>
              <a:gd name="connsiteX44" fmla="*/ 7305396 w 10678681"/>
              <a:gd name="connsiteY44" fmla="*/ 986228 h 1357700"/>
              <a:gd name="connsiteX45" fmla="*/ 7298314 w 10678681"/>
              <a:gd name="connsiteY45" fmla="*/ 989899 h 1357700"/>
              <a:gd name="connsiteX46" fmla="*/ 7277477 w 10678681"/>
              <a:gd name="connsiteY46" fmla="*/ 990571 h 1357700"/>
              <a:gd name="connsiteX47" fmla="*/ 7269396 w 10678681"/>
              <a:gd name="connsiteY47" fmla="*/ 989282 h 1357700"/>
              <a:gd name="connsiteX48" fmla="*/ 7258094 w 10678681"/>
              <a:gd name="connsiteY48" fmla="*/ 990679 h 1357700"/>
              <a:gd name="connsiteX49" fmla="*/ 7257893 w 10678681"/>
              <a:gd name="connsiteY49" fmla="*/ 991204 h 1357700"/>
              <a:gd name="connsiteX50" fmla="*/ 7247153 w 10678681"/>
              <a:gd name="connsiteY50" fmla="*/ 991550 h 1357700"/>
              <a:gd name="connsiteX51" fmla="*/ 7193612 w 10678681"/>
              <a:gd name="connsiteY51" fmla="*/ 987042 h 1357700"/>
              <a:gd name="connsiteX52" fmla="*/ 7132632 w 10678681"/>
              <a:gd name="connsiteY52" fmla="*/ 1042036 h 1357700"/>
              <a:gd name="connsiteX53" fmla="*/ 7105610 w 10678681"/>
              <a:gd name="connsiteY53" fmla="*/ 1053537 h 1357700"/>
              <a:gd name="connsiteX54" fmla="*/ 7091599 w 10678681"/>
              <a:gd name="connsiteY54" fmla="*/ 1062302 h 1357700"/>
              <a:gd name="connsiteX55" fmla="*/ 7090998 w 10678681"/>
              <a:gd name="connsiteY55" fmla="*/ 1064540 h 1357700"/>
              <a:gd name="connsiteX56" fmla="*/ 7039634 w 10678681"/>
              <a:gd name="connsiteY56" fmla="*/ 1059971 h 1357700"/>
              <a:gd name="connsiteX57" fmla="*/ 7033445 w 10678681"/>
              <a:gd name="connsiteY57" fmla="*/ 1063314 h 1357700"/>
              <a:gd name="connsiteX58" fmla="*/ 6999157 w 10678681"/>
              <a:gd name="connsiteY58" fmla="*/ 1055282 h 1357700"/>
              <a:gd name="connsiteX59" fmla="*/ 6981874 w 10678681"/>
              <a:gd name="connsiteY59" fmla="*/ 1053827 h 1357700"/>
              <a:gd name="connsiteX60" fmla="*/ 6976102 w 10678681"/>
              <a:gd name="connsiteY60" fmla="*/ 1047854 h 1357700"/>
              <a:gd name="connsiteX61" fmla="*/ 6951040 w 10678681"/>
              <a:gd name="connsiteY61" fmla="*/ 1048531 h 1357700"/>
              <a:gd name="connsiteX62" fmla="*/ 6948497 w 10678681"/>
              <a:gd name="connsiteY62" fmla="*/ 1050706 h 1357700"/>
              <a:gd name="connsiteX63" fmla="*/ 6926582 w 10678681"/>
              <a:gd name="connsiteY63" fmla="*/ 1043462 h 1357700"/>
              <a:gd name="connsiteX64" fmla="*/ 6833743 w 10678681"/>
              <a:gd name="connsiteY64" fmla="*/ 1027960 h 1357700"/>
              <a:gd name="connsiteX65" fmla="*/ 6698313 w 10678681"/>
              <a:gd name="connsiteY65" fmla="*/ 1063249 h 1357700"/>
              <a:gd name="connsiteX66" fmla="*/ 6550218 w 10678681"/>
              <a:gd name="connsiteY66" fmla="*/ 1026825 h 1357700"/>
              <a:gd name="connsiteX67" fmla="*/ 6392549 w 10678681"/>
              <a:gd name="connsiteY67" fmla="*/ 1032948 h 1357700"/>
              <a:gd name="connsiteX68" fmla="*/ 6327795 w 10678681"/>
              <a:gd name="connsiteY68" fmla="*/ 1088142 h 1357700"/>
              <a:gd name="connsiteX69" fmla="*/ 6074811 w 10678681"/>
              <a:gd name="connsiteY69" fmla="*/ 1092701 h 1357700"/>
              <a:gd name="connsiteX70" fmla="*/ 6004655 w 10678681"/>
              <a:gd name="connsiteY70" fmla="*/ 1114946 h 1357700"/>
              <a:gd name="connsiteX71" fmla="*/ 5936643 w 10678681"/>
              <a:gd name="connsiteY71" fmla="*/ 1095428 h 1357700"/>
              <a:gd name="connsiteX72" fmla="*/ 5912484 w 10678681"/>
              <a:gd name="connsiteY72" fmla="*/ 1112624 h 1357700"/>
              <a:gd name="connsiteX73" fmla="*/ 5908387 w 10678681"/>
              <a:gd name="connsiteY73" fmla="*/ 1116018 h 1357700"/>
              <a:gd name="connsiteX74" fmla="*/ 5890495 w 10678681"/>
              <a:gd name="connsiteY74" fmla="*/ 1120268 h 1357700"/>
              <a:gd name="connsiteX75" fmla="*/ 5887318 w 10678681"/>
              <a:gd name="connsiteY75" fmla="*/ 1133134 h 1357700"/>
              <a:gd name="connsiteX76" fmla="*/ 5861726 w 10678681"/>
              <a:gd name="connsiteY76" fmla="*/ 1147891 h 1357700"/>
              <a:gd name="connsiteX77" fmla="*/ 5828273 w 10678681"/>
              <a:gd name="connsiteY77" fmla="*/ 1152456 h 1357700"/>
              <a:gd name="connsiteX78" fmla="*/ 5667391 w 10678681"/>
              <a:gd name="connsiteY78" fmla="*/ 1161093 h 1357700"/>
              <a:gd name="connsiteX79" fmla="*/ 5572219 w 10678681"/>
              <a:gd name="connsiteY79" fmla="*/ 1173708 h 1357700"/>
              <a:gd name="connsiteX80" fmla="*/ 5537768 w 10678681"/>
              <a:gd name="connsiteY80" fmla="*/ 1190202 h 1357700"/>
              <a:gd name="connsiteX81" fmla="*/ 5488513 w 10678681"/>
              <a:gd name="connsiteY81" fmla="*/ 1205367 h 1357700"/>
              <a:gd name="connsiteX82" fmla="*/ 5402905 w 10678681"/>
              <a:gd name="connsiteY82" fmla="*/ 1241191 h 1357700"/>
              <a:gd name="connsiteX83" fmla="*/ 5285593 w 10678681"/>
              <a:gd name="connsiteY83" fmla="*/ 1273569 h 1357700"/>
              <a:gd name="connsiteX84" fmla="*/ 5192893 w 10678681"/>
              <a:gd name="connsiteY84" fmla="*/ 1247188 h 1357700"/>
              <a:gd name="connsiteX85" fmla="*/ 5186475 w 10678681"/>
              <a:gd name="connsiteY85" fmla="*/ 1257028 h 1357700"/>
              <a:gd name="connsiteX86" fmla="*/ 5126038 w 10678681"/>
              <a:gd name="connsiteY86" fmla="*/ 1263189 h 1357700"/>
              <a:gd name="connsiteX87" fmla="*/ 4905913 w 10678681"/>
              <a:gd name="connsiteY87" fmla="*/ 1224477 h 1357700"/>
              <a:gd name="connsiteX88" fmla="*/ 4788036 w 10678681"/>
              <a:gd name="connsiteY88" fmla="*/ 1238182 h 1357700"/>
              <a:gd name="connsiteX89" fmla="*/ 4747555 w 10678681"/>
              <a:gd name="connsiteY89" fmla="*/ 1252768 h 1357700"/>
              <a:gd name="connsiteX90" fmla="*/ 4679644 w 10678681"/>
              <a:gd name="connsiteY90" fmla="*/ 1276603 h 1357700"/>
              <a:gd name="connsiteX91" fmla="*/ 4632222 w 10678681"/>
              <a:gd name="connsiteY91" fmla="*/ 1318360 h 1357700"/>
              <a:gd name="connsiteX92" fmla="*/ 4617358 w 10678681"/>
              <a:gd name="connsiteY92" fmla="*/ 1327690 h 1357700"/>
              <a:gd name="connsiteX93" fmla="*/ 4589102 w 10678681"/>
              <a:gd name="connsiteY93" fmla="*/ 1321223 h 1357700"/>
              <a:gd name="connsiteX94" fmla="*/ 4578184 w 10678681"/>
              <a:gd name="connsiteY94" fmla="*/ 1326745 h 1357700"/>
              <a:gd name="connsiteX95" fmla="*/ 4574270 w 10678681"/>
              <a:gd name="connsiteY95" fmla="*/ 1325878 h 1357700"/>
              <a:gd name="connsiteX96" fmla="*/ 4564919 w 10678681"/>
              <a:gd name="connsiteY96" fmla="*/ 1325507 h 1357700"/>
              <a:gd name="connsiteX97" fmla="*/ 4566586 w 10678681"/>
              <a:gd name="connsiteY97" fmla="*/ 1316963 h 1357700"/>
              <a:gd name="connsiteX98" fmla="*/ 4556303 w 10678681"/>
              <a:gd name="connsiteY98" fmla="*/ 1300262 h 1357700"/>
              <a:gd name="connsiteX99" fmla="*/ 4502358 w 10678681"/>
              <a:gd name="connsiteY99" fmla="*/ 1302558 h 1357700"/>
              <a:gd name="connsiteX100" fmla="*/ 4498919 w 10678681"/>
              <a:gd name="connsiteY100" fmla="*/ 1312115 h 1357700"/>
              <a:gd name="connsiteX101" fmla="*/ 4492075 w 10678681"/>
              <a:gd name="connsiteY101" fmla="*/ 1313357 h 1357700"/>
              <a:gd name="connsiteX102" fmla="*/ 4487466 w 10678681"/>
              <a:gd name="connsiteY102" fmla="*/ 1304102 h 1357700"/>
              <a:gd name="connsiteX103" fmla="*/ 4398292 w 10678681"/>
              <a:gd name="connsiteY103" fmla="*/ 1278410 h 1357700"/>
              <a:gd name="connsiteX104" fmla="*/ 4278026 w 10678681"/>
              <a:gd name="connsiteY104" fmla="*/ 1259803 h 1357700"/>
              <a:gd name="connsiteX105" fmla="*/ 4188995 w 10678681"/>
              <a:gd name="connsiteY105" fmla="*/ 1296718 h 1357700"/>
              <a:gd name="connsiteX106" fmla="*/ 4181483 w 10678681"/>
              <a:gd name="connsiteY106" fmla="*/ 1287686 h 1357700"/>
              <a:gd name="connsiteX107" fmla="*/ 4120739 w 10678681"/>
              <a:gd name="connsiteY107" fmla="*/ 1288549 h 1357700"/>
              <a:gd name="connsiteX108" fmla="*/ 3906561 w 10678681"/>
              <a:gd name="connsiteY108" fmla="*/ 1352435 h 1357700"/>
              <a:gd name="connsiteX109" fmla="*/ 3787890 w 10678681"/>
              <a:gd name="connsiteY109" fmla="*/ 1352442 h 1357700"/>
              <a:gd name="connsiteX110" fmla="*/ 3745993 w 10678681"/>
              <a:gd name="connsiteY110" fmla="*/ 1342630 h 1357700"/>
              <a:gd name="connsiteX111" fmla="*/ 3675785 w 10678681"/>
              <a:gd name="connsiteY111" fmla="*/ 1326802 h 1357700"/>
              <a:gd name="connsiteX112" fmla="*/ 3623856 w 10678681"/>
              <a:gd name="connsiteY112" fmla="*/ 1290804 h 1357700"/>
              <a:gd name="connsiteX113" fmla="*/ 3564933 w 10678681"/>
              <a:gd name="connsiteY113" fmla="*/ 1287147 h 1357700"/>
              <a:gd name="connsiteX114" fmla="*/ 3550537 w 10678681"/>
              <a:gd name="connsiteY114" fmla="*/ 1317552 h 1357700"/>
              <a:gd name="connsiteX115" fmla="*/ 3487736 w 10678681"/>
              <a:gd name="connsiteY115" fmla="*/ 1303493 h 1357700"/>
              <a:gd name="connsiteX116" fmla="*/ 3392548 w 10678681"/>
              <a:gd name="connsiteY116" fmla="*/ 1278741 h 1357700"/>
              <a:gd name="connsiteX117" fmla="*/ 3337466 w 10678681"/>
              <a:gd name="connsiteY117" fmla="*/ 1272537 h 1357700"/>
              <a:gd name="connsiteX118" fmla="*/ 3187206 w 10678681"/>
              <a:gd name="connsiteY118" fmla="*/ 1246821 h 1357700"/>
              <a:gd name="connsiteX119" fmla="*/ 3036856 w 10678681"/>
              <a:gd name="connsiteY119" fmla="*/ 1214383 h 1357700"/>
              <a:gd name="connsiteX120" fmla="*/ 2948654 w 10678681"/>
              <a:gd name="connsiteY120" fmla="*/ 1157455 h 1357700"/>
              <a:gd name="connsiteX121" fmla="*/ 2824973 w 10678681"/>
              <a:gd name="connsiteY121" fmla="*/ 1134864 h 1357700"/>
              <a:gd name="connsiteX122" fmla="*/ 2804398 w 10678681"/>
              <a:gd name="connsiteY122" fmla="*/ 1125556 h 1357700"/>
              <a:gd name="connsiteX123" fmla="*/ 2775396 w 10678681"/>
              <a:gd name="connsiteY123" fmla="*/ 1130148 h 1357700"/>
              <a:gd name="connsiteX124" fmla="*/ 2659096 w 10678681"/>
              <a:gd name="connsiteY124" fmla="*/ 1150294 h 1357700"/>
              <a:gd name="connsiteX125" fmla="*/ 2567088 w 10678681"/>
              <a:gd name="connsiteY125" fmla="*/ 1181781 h 1357700"/>
              <a:gd name="connsiteX126" fmla="*/ 2454501 w 10678681"/>
              <a:gd name="connsiteY126" fmla="*/ 1155455 h 1357700"/>
              <a:gd name="connsiteX127" fmla="*/ 2385161 w 10678681"/>
              <a:gd name="connsiteY127" fmla="*/ 1161312 h 1357700"/>
              <a:gd name="connsiteX128" fmla="*/ 2270528 w 10678681"/>
              <a:gd name="connsiteY128" fmla="*/ 1204338 h 1357700"/>
              <a:gd name="connsiteX129" fmla="*/ 2121820 w 10678681"/>
              <a:gd name="connsiteY129" fmla="*/ 1187078 h 1357700"/>
              <a:gd name="connsiteX130" fmla="*/ 2092716 w 10678681"/>
              <a:gd name="connsiteY130" fmla="*/ 1139224 h 1357700"/>
              <a:gd name="connsiteX131" fmla="*/ 2052449 w 10678681"/>
              <a:gd name="connsiteY131" fmla="*/ 1109687 h 1357700"/>
              <a:gd name="connsiteX132" fmla="*/ 2032607 w 10678681"/>
              <a:gd name="connsiteY132" fmla="*/ 1175477 h 1357700"/>
              <a:gd name="connsiteX133" fmla="*/ 1901837 w 10678681"/>
              <a:gd name="connsiteY133" fmla="*/ 1221762 h 1357700"/>
              <a:gd name="connsiteX134" fmla="*/ 1836762 w 10678681"/>
              <a:gd name="connsiteY134" fmla="*/ 1237387 h 1357700"/>
              <a:gd name="connsiteX135" fmla="*/ 1735877 w 10678681"/>
              <a:gd name="connsiteY135" fmla="*/ 1246527 h 1357700"/>
              <a:gd name="connsiteX136" fmla="*/ 1705069 w 10678681"/>
              <a:gd name="connsiteY136" fmla="*/ 1251989 h 1357700"/>
              <a:gd name="connsiteX137" fmla="*/ 1397689 w 10678681"/>
              <a:gd name="connsiteY137" fmla="*/ 1336144 h 1357700"/>
              <a:gd name="connsiteX138" fmla="*/ 1220734 w 10678681"/>
              <a:gd name="connsiteY138" fmla="*/ 1257811 h 1357700"/>
              <a:gd name="connsiteX139" fmla="*/ 1021737 w 10678681"/>
              <a:gd name="connsiteY139" fmla="*/ 1238739 h 1357700"/>
              <a:gd name="connsiteX140" fmla="*/ 959820 w 10678681"/>
              <a:gd name="connsiteY140" fmla="*/ 1275863 h 1357700"/>
              <a:gd name="connsiteX141" fmla="*/ 929137 w 10678681"/>
              <a:gd name="connsiteY141" fmla="*/ 1273957 h 1357700"/>
              <a:gd name="connsiteX142" fmla="*/ 878849 w 10678681"/>
              <a:gd name="connsiteY142" fmla="*/ 1266740 h 1357700"/>
              <a:gd name="connsiteX143" fmla="*/ 800667 w 10678681"/>
              <a:gd name="connsiteY143" fmla="*/ 1282041 h 1357700"/>
              <a:gd name="connsiteX144" fmla="*/ 644906 w 10678681"/>
              <a:gd name="connsiteY144" fmla="*/ 1273685 h 1357700"/>
              <a:gd name="connsiteX145" fmla="*/ 379869 w 10678681"/>
              <a:gd name="connsiteY145" fmla="*/ 1339165 h 1357700"/>
              <a:gd name="connsiteX146" fmla="*/ 137696 w 10678681"/>
              <a:gd name="connsiteY146" fmla="*/ 1319217 h 1357700"/>
              <a:gd name="connsiteX147" fmla="*/ 54250 w 10678681"/>
              <a:gd name="connsiteY147" fmla="*/ 1315838 h 1357700"/>
              <a:gd name="connsiteX148" fmla="*/ 28042 w 10678681"/>
              <a:gd name="connsiteY148" fmla="*/ 1297822 h 1357700"/>
              <a:gd name="connsiteX149" fmla="*/ 0 w 10678681"/>
              <a:gd name="connsiteY149" fmla="*/ 1294612 h 1357700"/>
              <a:gd name="connsiteX150" fmla="*/ 0 w 10678681"/>
              <a:gd name="connsiteY150" fmla="*/ 0 h 1357700"/>
              <a:gd name="connsiteX0" fmla="*/ 0 w 10678681"/>
              <a:gd name="connsiteY0" fmla="*/ 0 h 1357700"/>
              <a:gd name="connsiteX1" fmla="*/ 10678681 w 10678681"/>
              <a:gd name="connsiteY1" fmla="*/ 0 h 1357700"/>
              <a:gd name="connsiteX2" fmla="*/ 10666019 w 10678681"/>
              <a:gd name="connsiteY2" fmla="*/ 7876 h 1357700"/>
              <a:gd name="connsiteX3" fmla="*/ 10632825 w 10678681"/>
              <a:gd name="connsiteY3" fmla="*/ 32153 h 1357700"/>
              <a:gd name="connsiteX4" fmla="*/ 10510605 w 10678681"/>
              <a:gd name="connsiteY4" fmla="*/ 30449 h 1357700"/>
              <a:gd name="connsiteX5" fmla="*/ 10456989 w 10678681"/>
              <a:gd name="connsiteY5" fmla="*/ 979 h 1357700"/>
              <a:gd name="connsiteX6" fmla="*/ 10438642 w 10678681"/>
              <a:gd name="connsiteY6" fmla="*/ 1524 h 1357700"/>
              <a:gd name="connsiteX7" fmla="*/ 10407146 w 10678681"/>
              <a:gd name="connsiteY7" fmla="*/ 43659 h 1357700"/>
              <a:gd name="connsiteX8" fmla="*/ 10357996 w 10678681"/>
              <a:gd name="connsiteY8" fmla="*/ 50836 h 1357700"/>
              <a:gd name="connsiteX9" fmla="*/ 10306667 w 10678681"/>
              <a:gd name="connsiteY9" fmla="*/ 109739 h 1357700"/>
              <a:gd name="connsiteX10" fmla="*/ 10115334 w 10678681"/>
              <a:gd name="connsiteY10" fmla="*/ 155658 h 1357700"/>
              <a:gd name="connsiteX11" fmla="*/ 10068157 w 10678681"/>
              <a:gd name="connsiteY11" fmla="*/ 215673 h 1357700"/>
              <a:gd name="connsiteX12" fmla="*/ 10045431 w 10678681"/>
              <a:gd name="connsiteY12" fmla="*/ 229568 h 1357700"/>
              <a:gd name="connsiteX13" fmla="*/ 10013265 w 10678681"/>
              <a:gd name="connsiteY13" fmla="*/ 284757 h 1357700"/>
              <a:gd name="connsiteX14" fmla="*/ 9862496 w 10678681"/>
              <a:gd name="connsiteY14" fmla="*/ 223033 h 1357700"/>
              <a:gd name="connsiteX15" fmla="*/ 9679638 w 10678681"/>
              <a:gd name="connsiteY15" fmla="*/ 277462 h 1357700"/>
              <a:gd name="connsiteX16" fmla="*/ 9498347 w 10678681"/>
              <a:gd name="connsiteY16" fmla="*/ 244723 h 1357700"/>
              <a:gd name="connsiteX17" fmla="*/ 9399702 w 10678681"/>
              <a:gd name="connsiteY17" fmla="*/ 276316 h 1357700"/>
              <a:gd name="connsiteX18" fmla="*/ 9378439 w 10678681"/>
              <a:gd name="connsiteY18" fmla="*/ 326244 h 1357700"/>
              <a:gd name="connsiteX19" fmla="*/ 9121744 w 10678681"/>
              <a:gd name="connsiteY19" fmla="*/ 365177 h 1357700"/>
              <a:gd name="connsiteX20" fmla="*/ 9061654 w 10678681"/>
              <a:gd name="connsiteY20" fmla="*/ 393730 h 1357700"/>
              <a:gd name="connsiteX21" fmla="*/ 8997577 w 10678681"/>
              <a:gd name="connsiteY21" fmla="*/ 380865 h 1357700"/>
              <a:gd name="connsiteX22" fmla="*/ 8907968 w 10678681"/>
              <a:gd name="connsiteY22" fmla="*/ 447345 h 1357700"/>
              <a:gd name="connsiteX23" fmla="*/ 8764163 w 10678681"/>
              <a:gd name="connsiteY23" fmla="*/ 471000 h 1357700"/>
              <a:gd name="connsiteX24" fmla="*/ 8680155 w 10678681"/>
              <a:gd name="connsiteY24" fmla="*/ 492404 h 1357700"/>
              <a:gd name="connsiteX25" fmla="*/ 8651436 w 10678681"/>
              <a:gd name="connsiteY25" fmla="*/ 511923 h 1357700"/>
              <a:gd name="connsiteX26" fmla="*/ 8609185 w 10678681"/>
              <a:gd name="connsiteY26" fmla="*/ 531525 h 1357700"/>
              <a:gd name="connsiteX27" fmla="*/ 8537091 w 10678681"/>
              <a:gd name="connsiteY27" fmla="*/ 574933 h 1357700"/>
              <a:gd name="connsiteX28" fmla="*/ 8435931 w 10678681"/>
              <a:gd name="connsiteY28" fmla="*/ 617926 h 1357700"/>
              <a:gd name="connsiteX29" fmla="*/ 8348623 w 10678681"/>
              <a:gd name="connsiteY29" fmla="*/ 600607 h 1357700"/>
              <a:gd name="connsiteX30" fmla="*/ 8344233 w 10678681"/>
              <a:gd name="connsiteY30" fmla="*/ 610922 h 1357700"/>
              <a:gd name="connsiteX31" fmla="*/ 8290622 w 10678681"/>
              <a:gd name="connsiteY31" fmla="*/ 622687 h 1357700"/>
              <a:gd name="connsiteX32" fmla="*/ 8086698 w 10678681"/>
              <a:gd name="connsiteY32" fmla="*/ 605185 h 1357700"/>
              <a:gd name="connsiteX33" fmla="*/ 7982378 w 10678681"/>
              <a:gd name="connsiteY33" fmla="*/ 629799 h 1357700"/>
              <a:gd name="connsiteX34" fmla="*/ 7947952 w 10678681"/>
              <a:gd name="connsiteY34" fmla="*/ 648003 h 1357700"/>
              <a:gd name="connsiteX35" fmla="*/ 7890112 w 10678681"/>
              <a:gd name="connsiteY35" fmla="*/ 677915 h 1357700"/>
              <a:gd name="connsiteX36" fmla="*/ 7853284 w 10678681"/>
              <a:gd name="connsiteY36" fmla="*/ 723588 h 1357700"/>
              <a:gd name="connsiteX37" fmla="*/ 7802383 w 10678681"/>
              <a:gd name="connsiteY37" fmla="*/ 739359 h 1357700"/>
              <a:gd name="connsiteX38" fmla="*/ 7782280 w 10678681"/>
              <a:gd name="connsiteY38" fmla="*/ 712868 h 1357700"/>
              <a:gd name="connsiteX39" fmla="*/ 7730518 w 10678681"/>
              <a:gd name="connsiteY39" fmla="*/ 739526 h 1357700"/>
              <a:gd name="connsiteX40" fmla="*/ 7652907 w 10678681"/>
              <a:gd name="connsiteY40" fmla="*/ 783273 h 1357700"/>
              <a:gd name="connsiteX41" fmla="*/ 7606008 w 10678681"/>
              <a:gd name="connsiteY41" fmla="*/ 800717 h 1357700"/>
              <a:gd name="connsiteX42" fmla="*/ 7480223 w 10678681"/>
              <a:gd name="connsiteY42" fmla="*/ 856821 h 1357700"/>
              <a:gd name="connsiteX43" fmla="*/ 7356005 w 10678681"/>
              <a:gd name="connsiteY43" fmla="*/ 919462 h 1357700"/>
              <a:gd name="connsiteX44" fmla="*/ 7305396 w 10678681"/>
              <a:gd name="connsiteY44" fmla="*/ 986228 h 1357700"/>
              <a:gd name="connsiteX45" fmla="*/ 7298314 w 10678681"/>
              <a:gd name="connsiteY45" fmla="*/ 989899 h 1357700"/>
              <a:gd name="connsiteX46" fmla="*/ 7277477 w 10678681"/>
              <a:gd name="connsiteY46" fmla="*/ 990571 h 1357700"/>
              <a:gd name="connsiteX47" fmla="*/ 7269396 w 10678681"/>
              <a:gd name="connsiteY47" fmla="*/ 989282 h 1357700"/>
              <a:gd name="connsiteX48" fmla="*/ 7258094 w 10678681"/>
              <a:gd name="connsiteY48" fmla="*/ 990679 h 1357700"/>
              <a:gd name="connsiteX49" fmla="*/ 7257893 w 10678681"/>
              <a:gd name="connsiteY49" fmla="*/ 991204 h 1357700"/>
              <a:gd name="connsiteX50" fmla="*/ 7247153 w 10678681"/>
              <a:gd name="connsiteY50" fmla="*/ 991550 h 1357700"/>
              <a:gd name="connsiteX51" fmla="*/ 7193612 w 10678681"/>
              <a:gd name="connsiteY51" fmla="*/ 987042 h 1357700"/>
              <a:gd name="connsiteX52" fmla="*/ 7132632 w 10678681"/>
              <a:gd name="connsiteY52" fmla="*/ 1042036 h 1357700"/>
              <a:gd name="connsiteX53" fmla="*/ 7105610 w 10678681"/>
              <a:gd name="connsiteY53" fmla="*/ 1053537 h 1357700"/>
              <a:gd name="connsiteX54" fmla="*/ 7091599 w 10678681"/>
              <a:gd name="connsiteY54" fmla="*/ 1062302 h 1357700"/>
              <a:gd name="connsiteX55" fmla="*/ 7090998 w 10678681"/>
              <a:gd name="connsiteY55" fmla="*/ 1064540 h 1357700"/>
              <a:gd name="connsiteX56" fmla="*/ 7039634 w 10678681"/>
              <a:gd name="connsiteY56" fmla="*/ 1059971 h 1357700"/>
              <a:gd name="connsiteX57" fmla="*/ 7033445 w 10678681"/>
              <a:gd name="connsiteY57" fmla="*/ 1063314 h 1357700"/>
              <a:gd name="connsiteX58" fmla="*/ 6999157 w 10678681"/>
              <a:gd name="connsiteY58" fmla="*/ 1055282 h 1357700"/>
              <a:gd name="connsiteX59" fmla="*/ 6981874 w 10678681"/>
              <a:gd name="connsiteY59" fmla="*/ 1053827 h 1357700"/>
              <a:gd name="connsiteX60" fmla="*/ 6976102 w 10678681"/>
              <a:gd name="connsiteY60" fmla="*/ 1047854 h 1357700"/>
              <a:gd name="connsiteX61" fmla="*/ 6951040 w 10678681"/>
              <a:gd name="connsiteY61" fmla="*/ 1048531 h 1357700"/>
              <a:gd name="connsiteX62" fmla="*/ 6948497 w 10678681"/>
              <a:gd name="connsiteY62" fmla="*/ 1050706 h 1357700"/>
              <a:gd name="connsiteX63" fmla="*/ 6926582 w 10678681"/>
              <a:gd name="connsiteY63" fmla="*/ 1043462 h 1357700"/>
              <a:gd name="connsiteX64" fmla="*/ 6833743 w 10678681"/>
              <a:gd name="connsiteY64" fmla="*/ 1027960 h 1357700"/>
              <a:gd name="connsiteX65" fmla="*/ 6698313 w 10678681"/>
              <a:gd name="connsiteY65" fmla="*/ 1063249 h 1357700"/>
              <a:gd name="connsiteX66" fmla="*/ 6550218 w 10678681"/>
              <a:gd name="connsiteY66" fmla="*/ 1026825 h 1357700"/>
              <a:gd name="connsiteX67" fmla="*/ 6437450 w 10678681"/>
              <a:gd name="connsiteY67" fmla="*/ 1101075 h 1357700"/>
              <a:gd name="connsiteX68" fmla="*/ 6327795 w 10678681"/>
              <a:gd name="connsiteY68" fmla="*/ 1088142 h 1357700"/>
              <a:gd name="connsiteX69" fmla="*/ 6074811 w 10678681"/>
              <a:gd name="connsiteY69" fmla="*/ 1092701 h 1357700"/>
              <a:gd name="connsiteX70" fmla="*/ 6004655 w 10678681"/>
              <a:gd name="connsiteY70" fmla="*/ 1114946 h 1357700"/>
              <a:gd name="connsiteX71" fmla="*/ 5936643 w 10678681"/>
              <a:gd name="connsiteY71" fmla="*/ 1095428 h 1357700"/>
              <a:gd name="connsiteX72" fmla="*/ 5912484 w 10678681"/>
              <a:gd name="connsiteY72" fmla="*/ 1112624 h 1357700"/>
              <a:gd name="connsiteX73" fmla="*/ 5908387 w 10678681"/>
              <a:gd name="connsiteY73" fmla="*/ 1116018 h 1357700"/>
              <a:gd name="connsiteX74" fmla="*/ 5890495 w 10678681"/>
              <a:gd name="connsiteY74" fmla="*/ 1120268 h 1357700"/>
              <a:gd name="connsiteX75" fmla="*/ 5887318 w 10678681"/>
              <a:gd name="connsiteY75" fmla="*/ 1133134 h 1357700"/>
              <a:gd name="connsiteX76" fmla="*/ 5861726 w 10678681"/>
              <a:gd name="connsiteY76" fmla="*/ 1147891 h 1357700"/>
              <a:gd name="connsiteX77" fmla="*/ 5828273 w 10678681"/>
              <a:gd name="connsiteY77" fmla="*/ 1152456 h 1357700"/>
              <a:gd name="connsiteX78" fmla="*/ 5667391 w 10678681"/>
              <a:gd name="connsiteY78" fmla="*/ 1161093 h 1357700"/>
              <a:gd name="connsiteX79" fmla="*/ 5572219 w 10678681"/>
              <a:gd name="connsiteY79" fmla="*/ 1173708 h 1357700"/>
              <a:gd name="connsiteX80" fmla="*/ 5537768 w 10678681"/>
              <a:gd name="connsiteY80" fmla="*/ 1190202 h 1357700"/>
              <a:gd name="connsiteX81" fmla="*/ 5488513 w 10678681"/>
              <a:gd name="connsiteY81" fmla="*/ 1205367 h 1357700"/>
              <a:gd name="connsiteX82" fmla="*/ 5402905 w 10678681"/>
              <a:gd name="connsiteY82" fmla="*/ 1241191 h 1357700"/>
              <a:gd name="connsiteX83" fmla="*/ 5285593 w 10678681"/>
              <a:gd name="connsiteY83" fmla="*/ 1273569 h 1357700"/>
              <a:gd name="connsiteX84" fmla="*/ 5192893 w 10678681"/>
              <a:gd name="connsiteY84" fmla="*/ 1247188 h 1357700"/>
              <a:gd name="connsiteX85" fmla="*/ 5186475 w 10678681"/>
              <a:gd name="connsiteY85" fmla="*/ 1257028 h 1357700"/>
              <a:gd name="connsiteX86" fmla="*/ 5126038 w 10678681"/>
              <a:gd name="connsiteY86" fmla="*/ 1263189 h 1357700"/>
              <a:gd name="connsiteX87" fmla="*/ 4905913 w 10678681"/>
              <a:gd name="connsiteY87" fmla="*/ 1224477 h 1357700"/>
              <a:gd name="connsiteX88" fmla="*/ 4788036 w 10678681"/>
              <a:gd name="connsiteY88" fmla="*/ 1238182 h 1357700"/>
              <a:gd name="connsiteX89" fmla="*/ 4747555 w 10678681"/>
              <a:gd name="connsiteY89" fmla="*/ 1252768 h 1357700"/>
              <a:gd name="connsiteX90" fmla="*/ 4679644 w 10678681"/>
              <a:gd name="connsiteY90" fmla="*/ 1276603 h 1357700"/>
              <a:gd name="connsiteX91" fmla="*/ 4632222 w 10678681"/>
              <a:gd name="connsiteY91" fmla="*/ 1318360 h 1357700"/>
              <a:gd name="connsiteX92" fmla="*/ 4617358 w 10678681"/>
              <a:gd name="connsiteY92" fmla="*/ 1327690 h 1357700"/>
              <a:gd name="connsiteX93" fmla="*/ 4589102 w 10678681"/>
              <a:gd name="connsiteY93" fmla="*/ 1321223 h 1357700"/>
              <a:gd name="connsiteX94" fmla="*/ 4578184 w 10678681"/>
              <a:gd name="connsiteY94" fmla="*/ 1326745 h 1357700"/>
              <a:gd name="connsiteX95" fmla="*/ 4574270 w 10678681"/>
              <a:gd name="connsiteY95" fmla="*/ 1325878 h 1357700"/>
              <a:gd name="connsiteX96" fmla="*/ 4564919 w 10678681"/>
              <a:gd name="connsiteY96" fmla="*/ 1325507 h 1357700"/>
              <a:gd name="connsiteX97" fmla="*/ 4566586 w 10678681"/>
              <a:gd name="connsiteY97" fmla="*/ 1316963 h 1357700"/>
              <a:gd name="connsiteX98" fmla="*/ 4556303 w 10678681"/>
              <a:gd name="connsiteY98" fmla="*/ 1300262 h 1357700"/>
              <a:gd name="connsiteX99" fmla="*/ 4502358 w 10678681"/>
              <a:gd name="connsiteY99" fmla="*/ 1302558 h 1357700"/>
              <a:gd name="connsiteX100" fmla="*/ 4498919 w 10678681"/>
              <a:gd name="connsiteY100" fmla="*/ 1312115 h 1357700"/>
              <a:gd name="connsiteX101" fmla="*/ 4492075 w 10678681"/>
              <a:gd name="connsiteY101" fmla="*/ 1313357 h 1357700"/>
              <a:gd name="connsiteX102" fmla="*/ 4487466 w 10678681"/>
              <a:gd name="connsiteY102" fmla="*/ 1304102 h 1357700"/>
              <a:gd name="connsiteX103" fmla="*/ 4398292 w 10678681"/>
              <a:gd name="connsiteY103" fmla="*/ 1278410 h 1357700"/>
              <a:gd name="connsiteX104" fmla="*/ 4278026 w 10678681"/>
              <a:gd name="connsiteY104" fmla="*/ 1259803 h 1357700"/>
              <a:gd name="connsiteX105" fmla="*/ 4188995 w 10678681"/>
              <a:gd name="connsiteY105" fmla="*/ 1296718 h 1357700"/>
              <a:gd name="connsiteX106" fmla="*/ 4181483 w 10678681"/>
              <a:gd name="connsiteY106" fmla="*/ 1287686 h 1357700"/>
              <a:gd name="connsiteX107" fmla="*/ 4120739 w 10678681"/>
              <a:gd name="connsiteY107" fmla="*/ 1288549 h 1357700"/>
              <a:gd name="connsiteX108" fmla="*/ 3906561 w 10678681"/>
              <a:gd name="connsiteY108" fmla="*/ 1352435 h 1357700"/>
              <a:gd name="connsiteX109" fmla="*/ 3787890 w 10678681"/>
              <a:gd name="connsiteY109" fmla="*/ 1352442 h 1357700"/>
              <a:gd name="connsiteX110" fmla="*/ 3745993 w 10678681"/>
              <a:gd name="connsiteY110" fmla="*/ 1342630 h 1357700"/>
              <a:gd name="connsiteX111" fmla="*/ 3675785 w 10678681"/>
              <a:gd name="connsiteY111" fmla="*/ 1326802 h 1357700"/>
              <a:gd name="connsiteX112" fmla="*/ 3623856 w 10678681"/>
              <a:gd name="connsiteY112" fmla="*/ 1290804 h 1357700"/>
              <a:gd name="connsiteX113" fmla="*/ 3564933 w 10678681"/>
              <a:gd name="connsiteY113" fmla="*/ 1287147 h 1357700"/>
              <a:gd name="connsiteX114" fmla="*/ 3550537 w 10678681"/>
              <a:gd name="connsiteY114" fmla="*/ 1317552 h 1357700"/>
              <a:gd name="connsiteX115" fmla="*/ 3487736 w 10678681"/>
              <a:gd name="connsiteY115" fmla="*/ 1303493 h 1357700"/>
              <a:gd name="connsiteX116" fmla="*/ 3392548 w 10678681"/>
              <a:gd name="connsiteY116" fmla="*/ 1278741 h 1357700"/>
              <a:gd name="connsiteX117" fmla="*/ 3337466 w 10678681"/>
              <a:gd name="connsiteY117" fmla="*/ 1272537 h 1357700"/>
              <a:gd name="connsiteX118" fmla="*/ 3187206 w 10678681"/>
              <a:gd name="connsiteY118" fmla="*/ 1246821 h 1357700"/>
              <a:gd name="connsiteX119" fmla="*/ 3036856 w 10678681"/>
              <a:gd name="connsiteY119" fmla="*/ 1214383 h 1357700"/>
              <a:gd name="connsiteX120" fmla="*/ 2948654 w 10678681"/>
              <a:gd name="connsiteY120" fmla="*/ 1157455 h 1357700"/>
              <a:gd name="connsiteX121" fmla="*/ 2824973 w 10678681"/>
              <a:gd name="connsiteY121" fmla="*/ 1134864 h 1357700"/>
              <a:gd name="connsiteX122" fmla="*/ 2804398 w 10678681"/>
              <a:gd name="connsiteY122" fmla="*/ 1125556 h 1357700"/>
              <a:gd name="connsiteX123" fmla="*/ 2775396 w 10678681"/>
              <a:gd name="connsiteY123" fmla="*/ 1130148 h 1357700"/>
              <a:gd name="connsiteX124" fmla="*/ 2659096 w 10678681"/>
              <a:gd name="connsiteY124" fmla="*/ 1150294 h 1357700"/>
              <a:gd name="connsiteX125" fmla="*/ 2567088 w 10678681"/>
              <a:gd name="connsiteY125" fmla="*/ 1181781 h 1357700"/>
              <a:gd name="connsiteX126" fmla="*/ 2454501 w 10678681"/>
              <a:gd name="connsiteY126" fmla="*/ 1155455 h 1357700"/>
              <a:gd name="connsiteX127" fmla="*/ 2385161 w 10678681"/>
              <a:gd name="connsiteY127" fmla="*/ 1161312 h 1357700"/>
              <a:gd name="connsiteX128" fmla="*/ 2270528 w 10678681"/>
              <a:gd name="connsiteY128" fmla="*/ 1204338 h 1357700"/>
              <a:gd name="connsiteX129" fmla="*/ 2121820 w 10678681"/>
              <a:gd name="connsiteY129" fmla="*/ 1187078 h 1357700"/>
              <a:gd name="connsiteX130" fmla="*/ 2092716 w 10678681"/>
              <a:gd name="connsiteY130" fmla="*/ 1139224 h 1357700"/>
              <a:gd name="connsiteX131" fmla="*/ 2052449 w 10678681"/>
              <a:gd name="connsiteY131" fmla="*/ 1109687 h 1357700"/>
              <a:gd name="connsiteX132" fmla="*/ 2032607 w 10678681"/>
              <a:gd name="connsiteY132" fmla="*/ 1175477 h 1357700"/>
              <a:gd name="connsiteX133" fmla="*/ 1901837 w 10678681"/>
              <a:gd name="connsiteY133" fmla="*/ 1221762 h 1357700"/>
              <a:gd name="connsiteX134" fmla="*/ 1836762 w 10678681"/>
              <a:gd name="connsiteY134" fmla="*/ 1237387 h 1357700"/>
              <a:gd name="connsiteX135" fmla="*/ 1735877 w 10678681"/>
              <a:gd name="connsiteY135" fmla="*/ 1246527 h 1357700"/>
              <a:gd name="connsiteX136" fmla="*/ 1705069 w 10678681"/>
              <a:gd name="connsiteY136" fmla="*/ 1251989 h 1357700"/>
              <a:gd name="connsiteX137" fmla="*/ 1397689 w 10678681"/>
              <a:gd name="connsiteY137" fmla="*/ 1336144 h 1357700"/>
              <a:gd name="connsiteX138" fmla="*/ 1220734 w 10678681"/>
              <a:gd name="connsiteY138" fmla="*/ 1257811 h 1357700"/>
              <a:gd name="connsiteX139" fmla="*/ 1021737 w 10678681"/>
              <a:gd name="connsiteY139" fmla="*/ 1238739 h 1357700"/>
              <a:gd name="connsiteX140" fmla="*/ 959820 w 10678681"/>
              <a:gd name="connsiteY140" fmla="*/ 1275863 h 1357700"/>
              <a:gd name="connsiteX141" fmla="*/ 929137 w 10678681"/>
              <a:gd name="connsiteY141" fmla="*/ 1273957 h 1357700"/>
              <a:gd name="connsiteX142" fmla="*/ 878849 w 10678681"/>
              <a:gd name="connsiteY142" fmla="*/ 1266740 h 1357700"/>
              <a:gd name="connsiteX143" fmla="*/ 800667 w 10678681"/>
              <a:gd name="connsiteY143" fmla="*/ 1282041 h 1357700"/>
              <a:gd name="connsiteX144" fmla="*/ 644906 w 10678681"/>
              <a:gd name="connsiteY144" fmla="*/ 1273685 h 1357700"/>
              <a:gd name="connsiteX145" fmla="*/ 379869 w 10678681"/>
              <a:gd name="connsiteY145" fmla="*/ 1339165 h 1357700"/>
              <a:gd name="connsiteX146" fmla="*/ 137696 w 10678681"/>
              <a:gd name="connsiteY146" fmla="*/ 1319217 h 1357700"/>
              <a:gd name="connsiteX147" fmla="*/ 54250 w 10678681"/>
              <a:gd name="connsiteY147" fmla="*/ 1315838 h 1357700"/>
              <a:gd name="connsiteX148" fmla="*/ 28042 w 10678681"/>
              <a:gd name="connsiteY148" fmla="*/ 1297822 h 1357700"/>
              <a:gd name="connsiteX149" fmla="*/ 0 w 10678681"/>
              <a:gd name="connsiteY149" fmla="*/ 1294612 h 1357700"/>
              <a:gd name="connsiteX150" fmla="*/ 0 w 10678681"/>
              <a:gd name="connsiteY150" fmla="*/ 0 h 1357700"/>
              <a:gd name="connsiteX0" fmla="*/ 0 w 10678681"/>
              <a:gd name="connsiteY0" fmla="*/ 0 h 1357700"/>
              <a:gd name="connsiteX1" fmla="*/ 10678681 w 10678681"/>
              <a:gd name="connsiteY1" fmla="*/ 0 h 1357700"/>
              <a:gd name="connsiteX2" fmla="*/ 10666019 w 10678681"/>
              <a:gd name="connsiteY2" fmla="*/ 7876 h 1357700"/>
              <a:gd name="connsiteX3" fmla="*/ 10632825 w 10678681"/>
              <a:gd name="connsiteY3" fmla="*/ 32153 h 1357700"/>
              <a:gd name="connsiteX4" fmla="*/ 10510605 w 10678681"/>
              <a:gd name="connsiteY4" fmla="*/ 30449 h 1357700"/>
              <a:gd name="connsiteX5" fmla="*/ 10456989 w 10678681"/>
              <a:gd name="connsiteY5" fmla="*/ 979 h 1357700"/>
              <a:gd name="connsiteX6" fmla="*/ 10438642 w 10678681"/>
              <a:gd name="connsiteY6" fmla="*/ 1524 h 1357700"/>
              <a:gd name="connsiteX7" fmla="*/ 10407146 w 10678681"/>
              <a:gd name="connsiteY7" fmla="*/ 43659 h 1357700"/>
              <a:gd name="connsiteX8" fmla="*/ 10357996 w 10678681"/>
              <a:gd name="connsiteY8" fmla="*/ 50836 h 1357700"/>
              <a:gd name="connsiteX9" fmla="*/ 10306667 w 10678681"/>
              <a:gd name="connsiteY9" fmla="*/ 109739 h 1357700"/>
              <a:gd name="connsiteX10" fmla="*/ 10115334 w 10678681"/>
              <a:gd name="connsiteY10" fmla="*/ 155658 h 1357700"/>
              <a:gd name="connsiteX11" fmla="*/ 10068157 w 10678681"/>
              <a:gd name="connsiteY11" fmla="*/ 215673 h 1357700"/>
              <a:gd name="connsiteX12" fmla="*/ 10045431 w 10678681"/>
              <a:gd name="connsiteY12" fmla="*/ 229568 h 1357700"/>
              <a:gd name="connsiteX13" fmla="*/ 10013265 w 10678681"/>
              <a:gd name="connsiteY13" fmla="*/ 284757 h 1357700"/>
              <a:gd name="connsiteX14" fmla="*/ 9862496 w 10678681"/>
              <a:gd name="connsiteY14" fmla="*/ 223033 h 1357700"/>
              <a:gd name="connsiteX15" fmla="*/ 9679638 w 10678681"/>
              <a:gd name="connsiteY15" fmla="*/ 277462 h 1357700"/>
              <a:gd name="connsiteX16" fmla="*/ 9498347 w 10678681"/>
              <a:gd name="connsiteY16" fmla="*/ 244723 h 1357700"/>
              <a:gd name="connsiteX17" fmla="*/ 9399702 w 10678681"/>
              <a:gd name="connsiteY17" fmla="*/ 276316 h 1357700"/>
              <a:gd name="connsiteX18" fmla="*/ 9378439 w 10678681"/>
              <a:gd name="connsiteY18" fmla="*/ 326244 h 1357700"/>
              <a:gd name="connsiteX19" fmla="*/ 9121744 w 10678681"/>
              <a:gd name="connsiteY19" fmla="*/ 365177 h 1357700"/>
              <a:gd name="connsiteX20" fmla="*/ 9061654 w 10678681"/>
              <a:gd name="connsiteY20" fmla="*/ 393730 h 1357700"/>
              <a:gd name="connsiteX21" fmla="*/ 8997577 w 10678681"/>
              <a:gd name="connsiteY21" fmla="*/ 380865 h 1357700"/>
              <a:gd name="connsiteX22" fmla="*/ 8907968 w 10678681"/>
              <a:gd name="connsiteY22" fmla="*/ 447345 h 1357700"/>
              <a:gd name="connsiteX23" fmla="*/ 8764163 w 10678681"/>
              <a:gd name="connsiteY23" fmla="*/ 471000 h 1357700"/>
              <a:gd name="connsiteX24" fmla="*/ 8680155 w 10678681"/>
              <a:gd name="connsiteY24" fmla="*/ 492404 h 1357700"/>
              <a:gd name="connsiteX25" fmla="*/ 8651436 w 10678681"/>
              <a:gd name="connsiteY25" fmla="*/ 511923 h 1357700"/>
              <a:gd name="connsiteX26" fmla="*/ 8609185 w 10678681"/>
              <a:gd name="connsiteY26" fmla="*/ 531525 h 1357700"/>
              <a:gd name="connsiteX27" fmla="*/ 8537091 w 10678681"/>
              <a:gd name="connsiteY27" fmla="*/ 574933 h 1357700"/>
              <a:gd name="connsiteX28" fmla="*/ 8435931 w 10678681"/>
              <a:gd name="connsiteY28" fmla="*/ 617926 h 1357700"/>
              <a:gd name="connsiteX29" fmla="*/ 8348623 w 10678681"/>
              <a:gd name="connsiteY29" fmla="*/ 600607 h 1357700"/>
              <a:gd name="connsiteX30" fmla="*/ 8344233 w 10678681"/>
              <a:gd name="connsiteY30" fmla="*/ 610922 h 1357700"/>
              <a:gd name="connsiteX31" fmla="*/ 8290622 w 10678681"/>
              <a:gd name="connsiteY31" fmla="*/ 622687 h 1357700"/>
              <a:gd name="connsiteX32" fmla="*/ 8086698 w 10678681"/>
              <a:gd name="connsiteY32" fmla="*/ 605185 h 1357700"/>
              <a:gd name="connsiteX33" fmla="*/ 7982378 w 10678681"/>
              <a:gd name="connsiteY33" fmla="*/ 629799 h 1357700"/>
              <a:gd name="connsiteX34" fmla="*/ 7947952 w 10678681"/>
              <a:gd name="connsiteY34" fmla="*/ 648003 h 1357700"/>
              <a:gd name="connsiteX35" fmla="*/ 7890112 w 10678681"/>
              <a:gd name="connsiteY35" fmla="*/ 677915 h 1357700"/>
              <a:gd name="connsiteX36" fmla="*/ 7853284 w 10678681"/>
              <a:gd name="connsiteY36" fmla="*/ 723588 h 1357700"/>
              <a:gd name="connsiteX37" fmla="*/ 7802383 w 10678681"/>
              <a:gd name="connsiteY37" fmla="*/ 739359 h 1357700"/>
              <a:gd name="connsiteX38" fmla="*/ 7782280 w 10678681"/>
              <a:gd name="connsiteY38" fmla="*/ 712868 h 1357700"/>
              <a:gd name="connsiteX39" fmla="*/ 7730518 w 10678681"/>
              <a:gd name="connsiteY39" fmla="*/ 739526 h 1357700"/>
              <a:gd name="connsiteX40" fmla="*/ 7652907 w 10678681"/>
              <a:gd name="connsiteY40" fmla="*/ 783273 h 1357700"/>
              <a:gd name="connsiteX41" fmla="*/ 7606008 w 10678681"/>
              <a:gd name="connsiteY41" fmla="*/ 800717 h 1357700"/>
              <a:gd name="connsiteX42" fmla="*/ 7480223 w 10678681"/>
              <a:gd name="connsiteY42" fmla="*/ 856821 h 1357700"/>
              <a:gd name="connsiteX43" fmla="*/ 7356005 w 10678681"/>
              <a:gd name="connsiteY43" fmla="*/ 919462 h 1357700"/>
              <a:gd name="connsiteX44" fmla="*/ 7305396 w 10678681"/>
              <a:gd name="connsiteY44" fmla="*/ 986228 h 1357700"/>
              <a:gd name="connsiteX45" fmla="*/ 7298314 w 10678681"/>
              <a:gd name="connsiteY45" fmla="*/ 989899 h 1357700"/>
              <a:gd name="connsiteX46" fmla="*/ 7277477 w 10678681"/>
              <a:gd name="connsiteY46" fmla="*/ 990571 h 1357700"/>
              <a:gd name="connsiteX47" fmla="*/ 7269396 w 10678681"/>
              <a:gd name="connsiteY47" fmla="*/ 989282 h 1357700"/>
              <a:gd name="connsiteX48" fmla="*/ 7258094 w 10678681"/>
              <a:gd name="connsiteY48" fmla="*/ 990679 h 1357700"/>
              <a:gd name="connsiteX49" fmla="*/ 7257893 w 10678681"/>
              <a:gd name="connsiteY49" fmla="*/ 991204 h 1357700"/>
              <a:gd name="connsiteX50" fmla="*/ 7247153 w 10678681"/>
              <a:gd name="connsiteY50" fmla="*/ 991550 h 1357700"/>
              <a:gd name="connsiteX51" fmla="*/ 7193612 w 10678681"/>
              <a:gd name="connsiteY51" fmla="*/ 987042 h 1357700"/>
              <a:gd name="connsiteX52" fmla="*/ 7132632 w 10678681"/>
              <a:gd name="connsiteY52" fmla="*/ 1042036 h 1357700"/>
              <a:gd name="connsiteX53" fmla="*/ 7105610 w 10678681"/>
              <a:gd name="connsiteY53" fmla="*/ 1053537 h 1357700"/>
              <a:gd name="connsiteX54" fmla="*/ 7091599 w 10678681"/>
              <a:gd name="connsiteY54" fmla="*/ 1062302 h 1357700"/>
              <a:gd name="connsiteX55" fmla="*/ 7090998 w 10678681"/>
              <a:gd name="connsiteY55" fmla="*/ 1064540 h 1357700"/>
              <a:gd name="connsiteX56" fmla="*/ 7039634 w 10678681"/>
              <a:gd name="connsiteY56" fmla="*/ 1059971 h 1357700"/>
              <a:gd name="connsiteX57" fmla="*/ 7033445 w 10678681"/>
              <a:gd name="connsiteY57" fmla="*/ 1063314 h 1357700"/>
              <a:gd name="connsiteX58" fmla="*/ 6999157 w 10678681"/>
              <a:gd name="connsiteY58" fmla="*/ 1055282 h 1357700"/>
              <a:gd name="connsiteX59" fmla="*/ 6981874 w 10678681"/>
              <a:gd name="connsiteY59" fmla="*/ 1053827 h 1357700"/>
              <a:gd name="connsiteX60" fmla="*/ 6976102 w 10678681"/>
              <a:gd name="connsiteY60" fmla="*/ 1047854 h 1357700"/>
              <a:gd name="connsiteX61" fmla="*/ 6951040 w 10678681"/>
              <a:gd name="connsiteY61" fmla="*/ 1048531 h 1357700"/>
              <a:gd name="connsiteX62" fmla="*/ 6948497 w 10678681"/>
              <a:gd name="connsiteY62" fmla="*/ 1050706 h 1357700"/>
              <a:gd name="connsiteX63" fmla="*/ 6926582 w 10678681"/>
              <a:gd name="connsiteY63" fmla="*/ 1043462 h 1357700"/>
              <a:gd name="connsiteX64" fmla="*/ 6833743 w 10678681"/>
              <a:gd name="connsiteY64" fmla="*/ 1027960 h 1357700"/>
              <a:gd name="connsiteX65" fmla="*/ 6698313 w 10678681"/>
              <a:gd name="connsiteY65" fmla="*/ 1063249 h 1357700"/>
              <a:gd name="connsiteX66" fmla="*/ 6550218 w 10678681"/>
              <a:gd name="connsiteY66" fmla="*/ 1026825 h 1357700"/>
              <a:gd name="connsiteX67" fmla="*/ 6437450 w 10678681"/>
              <a:gd name="connsiteY67" fmla="*/ 1101075 h 1357700"/>
              <a:gd name="connsiteX68" fmla="*/ 6327795 w 10678681"/>
              <a:gd name="connsiteY68" fmla="*/ 1088142 h 1357700"/>
              <a:gd name="connsiteX69" fmla="*/ 6136549 w 10678681"/>
              <a:gd name="connsiteY69" fmla="*/ 1100268 h 1357700"/>
              <a:gd name="connsiteX70" fmla="*/ 6004655 w 10678681"/>
              <a:gd name="connsiteY70" fmla="*/ 1114946 h 1357700"/>
              <a:gd name="connsiteX71" fmla="*/ 5936643 w 10678681"/>
              <a:gd name="connsiteY71" fmla="*/ 1095428 h 1357700"/>
              <a:gd name="connsiteX72" fmla="*/ 5912484 w 10678681"/>
              <a:gd name="connsiteY72" fmla="*/ 1112624 h 1357700"/>
              <a:gd name="connsiteX73" fmla="*/ 5908387 w 10678681"/>
              <a:gd name="connsiteY73" fmla="*/ 1116018 h 1357700"/>
              <a:gd name="connsiteX74" fmla="*/ 5890495 w 10678681"/>
              <a:gd name="connsiteY74" fmla="*/ 1120268 h 1357700"/>
              <a:gd name="connsiteX75" fmla="*/ 5887318 w 10678681"/>
              <a:gd name="connsiteY75" fmla="*/ 1133134 h 1357700"/>
              <a:gd name="connsiteX76" fmla="*/ 5861726 w 10678681"/>
              <a:gd name="connsiteY76" fmla="*/ 1147891 h 1357700"/>
              <a:gd name="connsiteX77" fmla="*/ 5828273 w 10678681"/>
              <a:gd name="connsiteY77" fmla="*/ 1152456 h 1357700"/>
              <a:gd name="connsiteX78" fmla="*/ 5667391 w 10678681"/>
              <a:gd name="connsiteY78" fmla="*/ 1161093 h 1357700"/>
              <a:gd name="connsiteX79" fmla="*/ 5572219 w 10678681"/>
              <a:gd name="connsiteY79" fmla="*/ 1173708 h 1357700"/>
              <a:gd name="connsiteX80" fmla="*/ 5537768 w 10678681"/>
              <a:gd name="connsiteY80" fmla="*/ 1190202 h 1357700"/>
              <a:gd name="connsiteX81" fmla="*/ 5488513 w 10678681"/>
              <a:gd name="connsiteY81" fmla="*/ 1205367 h 1357700"/>
              <a:gd name="connsiteX82" fmla="*/ 5402905 w 10678681"/>
              <a:gd name="connsiteY82" fmla="*/ 1241191 h 1357700"/>
              <a:gd name="connsiteX83" fmla="*/ 5285593 w 10678681"/>
              <a:gd name="connsiteY83" fmla="*/ 1273569 h 1357700"/>
              <a:gd name="connsiteX84" fmla="*/ 5192893 w 10678681"/>
              <a:gd name="connsiteY84" fmla="*/ 1247188 h 1357700"/>
              <a:gd name="connsiteX85" fmla="*/ 5186475 w 10678681"/>
              <a:gd name="connsiteY85" fmla="*/ 1257028 h 1357700"/>
              <a:gd name="connsiteX86" fmla="*/ 5126038 w 10678681"/>
              <a:gd name="connsiteY86" fmla="*/ 1263189 h 1357700"/>
              <a:gd name="connsiteX87" fmla="*/ 4905913 w 10678681"/>
              <a:gd name="connsiteY87" fmla="*/ 1224477 h 1357700"/>
              <a:gd name="connsiteX88" fmla="*/ 4788036 w 10678681"/>
              <a:gd name="connsiteY88" fmla="*/ 1238182 h 1357700"/>
              <a:gd name="connsiteX89" fmla="*/ 4747555 w 10678681"/>
              <a:gd name="connsiteY89" fmla="*/ 1252768 h 1357700"/>
              <a:gd name="connsiteX90" fmla="*/ 4679644 w 10678681"/>
              <a:gd name="connsiteY90" fmla="*/ 1276603 h 1357700"/>
              <a:gd name="connsiteX91" fmla="*/ 4632222 w 10678681"/>
              <a:gd name="connsiteY91" fmla="*/ 1318360 h 1357700"/>
              <a:gd name="connsiteX92" fmla="*/ 4617358 w 10678681"/>
              <a:gd name="connsiteY92" fmla="*/ 1327690 h 1357700"/>
              <a:gd name="connsiteX93" fmla="*/ 4589102 w 10678681"/>
              <a:gd name="connsiteY93" fmla="*/ 1321223 h 1357700"/>
              <a:gd name="connsiteX94" fmla="*/ 4578184 w 10678681"/>
              <a:gd name="connsiteY94" fmla="*/ 1326745 h 1357700"/>
              <a:gd name="connsiteX95" fmla="*/ 4574270 w 10678681"/>
              <a:gd name="connsiteY95" fmla="*/ 1325878 h 1357700"/>
              <a:gd name="connsiteX96" fmla="*/ 4564919 w 10678681"/>
              <a:gd name="connsiteY96" fmla="*/ 1325507 h 1357700"/>
              <a:gd name="connsiteX97" fmla="*/ 4566586 w 10678681"/>
              <a:gd name="connsiteY97" fmla="*/ 1316963 h 1357700"/>
              <a:gd name="connsiteX98" fmla="*/ 4556303 w 10678681"/>
              <a:gd name="connsiteY98" fmla="*/ 1300262 h 1357700"/>
              <a:gd name="connsiteX99" fmla="*/ 4502358 w 10678681"/>
              <a:gd name="connsiteY99" fmla="*/ 1302558 h 1357700"/>
              <a:gd name="connsiteX100" fmla="*/ 4498919 w 10678681"/>
              <a:gd name="connsiteY100" fmla="*/ 1312115 h 1357700"/>
              <a:gd name="connsiteX101" fmla="*/ 4492075 w 10678681"/>
              <a:gd name="connsiteY101" fmla="*/ 1313357 h 1357700"/>
              <a:gd name="connsiteX102" fmla="*/ 4487466 w 10678681"/>
              <a:gd name="connsiteY102" fmla="*/ 1304102 h 1357700"/>
              <a:gd name="connsiteX103" fmla="*/ 4398292 w 10678681"/>
              <a:gd name="connsiteY103" fmla="*/ 1278410 h 1357700"/>
              <a:gd name="connsiteX104" fmla="*/ 4278026 w 10678681"/>
              <a:gd name="connsiteY104" fmla="*/ 1259803 h 1357700"/>
              <a:gd name="connsiteX105" fmla="*/ 4188995 w 10678681"/>
              <a:gd name="connsiteY105" fmla="*/ 1296718 h 1357700"/>
              <a:gd name="connsiteX106" fmla="*/ 4181483 w 10678681"/>
              <a:gd name="connsiteY106" fmla="*/ 1287686 h 1357700"/>
              <a:gd name="connsiteX107" fmla="*/ 4120739 w 10678681"/>
              <a:gd name="connsiteY107" fmla="*/ 1288549 h 1357700"/>
              <a:gd name="connsiteX108" fmla="*/ 3906561 w 10678681"/>
              <a:gd name="connsiteY108" fmla="*/ 1352435 h 1357700"/>
              <a:gd name="connsiteX109" fmla="*/ 3787890 w 10678681"/>
              <a:gd name="connsiteY109" fmla="*/ 1352442 h 1357700"/>
              <a:gd name="connsiteX110" fmla="*/ 3745993 w 10678681"/>
              <a:gd name="connsiteY110" fmla="*/ 1342630 h 1357700"/>
              <a:gd name="connsiteX111" fmla="*/ 3675785 w 10678681"/>
              <a:gd name="connsiteY111" fmla="*/ 1326802 h 1357700"/>
              <a:gd name="connsiteX112" fmla="*/ 3623856 w 10678681"/>
              <a:gd name="connsiteY112" fmla="*/ 1290804 h 1357700"/>
              <a:gd name="connsiteX113" fmla="*/ 3564933 w 10678681"/>
              <a:gd name="connsiteY113" fmla="*/ 1287147 h 1357700"/>
              <a:gd name="connsiteX114" fmla="*/ 3550537 w 10678681"/>
              <a:gd name="connsiteY114" fmla="*/ 1317552 h 1357700"/>
              <a:gd name="connsiteX115" fmla="*/ 3487736 w 10678681"/>
              <a:gd name="connsiteY115" fmla="*/ 1303493 h 1357700"/>
              <a:gd name="connsiteX116" fmla="*/ 3392548 w 10678681"/>
              <a:gd name="connsiteY116" fmla="*/ 1278741 h 1357700"/>
              <a:gd name="connsiteX117" fmla="*/ 3337466 w 10678681"/>
              <a:gd name="connsiteY117" fmla="*/ 1272537 h 1357700"/>
              <a:gd name="connsiteX118" fmla="*/ 3187206 w 10678681"/>
              <a:gd name="connsiteY118" fmla="*/ 1246821 h 1357700"/>
              <a:gd name="connsiteX119" fmla="*/ 3036856 w 10678681"/>
              <a:gd name="connsiteY119" fmla="*/ 1214383 h 1357700"/>
              <a:gd name="connsiteX120" fmla="*/ 2948654 w 10678681"/>
              <a:gd name="connsiteY120" fmla="*/ 1157455 h 1357700"/>
              <a:gd name="connsiteX121" fmla="*/ 2824973 w 10678681"/>
              <a:gd name="connsiteY121" fmla="*/ 1134864 h 1357700"/>
              <a:gd name="connsiteX122" fmla="*/ 2804398 w 10678681"/>
              <a:gd name="connsiteY122" fmla="*/ 1125556 h 1357700"/>
              <a:gd name="connsiteX123" fmla="*/ 2775396 w 10678681"/>
              <a:gd name="connsiteY123" fmla="*/ 1130148 h 1357700"/>
              <a:gd name="connsiteX124" fmla="*/ 2659096 w 10678681"/>
              <a:gd name="connsiteY124" fmla="*/ 1150294 h 1357700"/>
              <a:gd name="connsiteX125" fmla="*/ 2567088 w 10678681"/>
              <a:gd name="connsiteY125" fmla="*/ 1181781 h 1357700"/>
              <a:gd name="connsiteX126" fmla="*/ 2454501 w 10678681"/>
              <a:gd name="connsiteY126" fmla="*/ 1155455 h 1357700"/>
              <a:gd name="connsiteX127" fmla="*/ 2385161 w 10678681"/>
              <a:gd name="connsiteY127" fmla="*/ 1161312 h 1357700"/>
              <a:gd name="connsiteX128" fmla="*/ 2270528 w 10678681"/>
              <a:gd name="connsiteY128" fmla="*/ 1204338 h 1357700"/>
              <a:gd name="connsiteX129" fmla="*/ 2121820 w 10678681"/>
              <a:gd name="connsiteY129" fmla="*/ 1187078 h 1357700"/>
              <a:gd name="connsiteX130" fmla="*/ 2092716 w 10678681"/>
              <a:gd name="connsiteY130" fmla="*/ 1139224 h 1357700"/>
              <a:gd name="connsiteX131" fmla="*/ 2052449 w 10678681"/>
              <a:gd name="connsiteY131" fmla="*/ 1109687 h 1357700"/>
              <a:gd name="connsiteX132" fmla="*/ 2032607 w 10678681"/>
              <a:gd name="connsiteY132" fmla="*/ 1175477 h 1357700"/>
              <a:gd name="connsiteX133" fmla="*/ 1901837 w 10678681"/>
              <a:gd name="connsiteY133" fmla="*/ 1221762 h 1357700"/>
              <a:gd name="connsiteX134" fmla="*/ 1836762 w 10678681"/>
              <a:gd name="connsiteY134" fmla="*/ 1237387 h 1357700"/>
              <a:gd name="connsiteX135" fmla="*/ 1735877 w 10678681"/>
              <a:gd name="connsiteY135" fmla="*/ 1246527 h 1357700"/>
              <a:gd name="connsiteX136" fmla="*/ 1705069 w 10678681"/>
              <a:gd name="connsiteY136" fmla="*/ 1251989 h 1357700"/>
              <a:gd name="connsiteX137" fmla="*/ 1397689 w 10678681"/>
              <a:gd name="connsiteY137" fmla="*/ 1336144 h 1357700"/>
              <a:gd name="connsiteX138" fmla="*/ 1220734 w 10678681"/>
              <a:gd name="connsiteY138" fmla="*/ 1257811 h 1357700"/>
              <a:gd name="connsiteX139" fmla="*/ 1021737 w 10678681"/>
              <a:gd name="connsiteY139" fmla="*/ 1238739 h 1357700"/>
              <a:gd name="connsiteX140" fmla="*/ 959820 w 10678681"/>
              <a:gd name="connsiteY140" fmla="*/ 1275863 h 1357700"/>
              <a:gd name="connsiteX141" fmla="*/ 929137 w 10678681"/>
              <a:gd name="connsiteY141" fmla="*/ 1273957 h 1357700"/>
              <a:gd name="connsiteX142" fmla="*/ 878849 w 10678681"/>
              <a:gd name="connsiteY142" fmla="*/ 1266740 h 1357700"/>
              <a:gd name="connsiteX143" fmla="*/ 800667 w 10678681"/>
              <a:gd name="connsiteY143" fmla="*/ 1282041 h 1357700"/>
              <a:gd name="connsiteX144" fmla="*/ 644906 w 10678681"/>
              <a:gd name="connsiteY144" fmla="*/ 1273685 h 1357700"/>
              <a:gd name="connsiteX145" fmla="*/ 379869 w 10678681"/>
              <a:gd name="connsiteY145" fmla="*/ 1339165 h 1357700"/>
              <a:gd name="connsiteX146" fmla="*/ 137696 w 10678681"/>
              <a:gd name="connsiteY146" fmla="*/ 1319217 h 1357700"/>
              <a:gd name="connsiteX147" fmla="*/ 54250 w 10678681"/>
              <a:gd name="connsiteY147" fmla="*/ 1315838 h 1357700"/>
              <a:gd name="connsiteX148" fmla="*/ 28042 w 10678681"/>
              <a:gd name="connsiteY148" fmla="*/ 1297822 h 1357700"/>
              <a:gd name="connsiteX149" fmla="*/ 0 w 10678681"/>
              <a:gd name="connsiteY149" fmla="*/ 1294612 h 1357700"/>
              <a:gd name="connsiteX150" fmla="*/ 0 w 10678681"/>
              <a:gd name="connsiteY150" fmla="*/ 0 h 1357700"/>
              <a:gd name="connsiteX0" fmla="*/ 0 w 10678681"/>
              <a:gd name="connsiteY0" fmla="*/ 0 h 1357700"/>
              <a:gd name="connsiteX1" fmla="*/ 10678681 w 10678681"/>
              <a:gd name="connsiteY1" fmla="*/ 0 h 1357700"/>
              <a:gd name="connsiteX2" fmla="*/ 10666019 w 10678681"/>
              <a:gd name="connsiteY2" fmla="*/ 7876 h 1357700"/>
              <a:gd name="connsiteX3" fmla="*/ 10632825 w 10678681"/>
              <a:gd name="connsiteY3" fmla="*/ 32153 h 1357700"/>
              <a:gd name="connsiteX4" fmla="*/ 10510605 w 10678681"/>
              <a:gd name="connsiteY4" fmla="*/ 30449 h 1357700"/>
              <a:gd name="connsiteX5" fmla="*/ 10456989 w 10678681"/>
              <a:gd name="connsiteY5" fmla="*/ 979 h 1357700"/>
              <a:gd name="connsiteX6" fmla="*/ 10438642 w 10678681"/>
              <a:gd name="connsiteY6" fmla="*/ 1524 h 1357700"/>
              <a:gd name="connsiteX7" fmla="*/ 10407146 w 10678681"/>
              <a:gd name="connsiteY7" fmla="*/ 43659 h 1357700"/>
              <a:gd name="connsiteX8" fmla="*/ 10357996 w 10678681"/>
              <a:gd name="connsiteY8" fmla="*/ 50836 h 1357700"/>
              <a:gd name="connsiteX9" fmla="*/ 10306667 w 10678681"/>
              <a:gd name="connsiteY9" fmla="*/ 109739 h 1357700"/>
              <a:gd name="connsiteX10" fmla="*/ 10115334 w 10678681"/>
              <a:gd name="connsiteY10" fmla="*/ 155658 h 1357700"/>
              <a:gd name="connsiteX11" fmla="*/ 10068157 w 10678681"/>
              <a:gd name="connsiteY11" fmla="*/ 215673 h 1357700"/>
              <a:gd name="connsiteX12" fmla="*/ 10045431 w 10678681"/>
              <a:gd name="connsiteY12" fmla="*/ 229568 h 1357700"/>
              <a:gd name="connsiteX13" fmla="*/ 10013265 w 10678681"/>
              <a:gd name="connsiteY13" fmla="*/ 284757 h 1357700"/>
              <a:gd name="connsiteX14" fmla="*/ 9862496 w 10678681"/>
              <a:gd name="connsiteY14" fmla="*/ 223033 h 1357700"/>
              <a:gd name="connsiteX15" fmla="*/ 9679638 w 10678681"/>
              <a:gd name="connsiteY15" fmla="*/ 277462 h 1357700"/>
              <a:gd name="connsiteX16" fmla="*/ 9498347 w 10678681"/>
              <a:gd name="connsiteY16" fmla="*/ 244723 h 1357700"/>
              <a:gd name="connsiteX17" fmla="*/ 9399702 w 10678681"/>
              <a:gd name="connsiteY17" fmla="*/ 276316 h 1357700"/>
              <a:gd name="connsiteX18" fmla="*/ 9378439 w 10678681"/>
              <a:gd name="connsiteY18" fmla="*/ 326244 h 1357700"/>
              <a:gd name="connsiteX19" fmla="*/ 9121744 w 10678681"/>
              <a:gd name="connsiteY19" fmla="*/ 365177 h 1357700"/>
              <a:gd name="connsiteX20" fmla="*/ 9061654 w 10678681"/>
              <a:gd name="connsiteY20" fmla="*/ 393730 h 1357700"/>
              <a:gd name="connsiteX21" fmla="*/ 8997577 w 10678681"/>
              <a:gd name="connsiteY21" fmla="*/ 380865 h 1357700"/>
              <a:gd name="connsiteX22" fmla="*/ 8907968 w 10678681"/>
              <a:gd name="connsiteY22" fmla="*/ 447345 h 1357700"/>
              <a:gd name="connsiteX23" fmla="*/ 8764163 w 10678681"/>
              <a:gd name="connsiteY23" fmla="*/ 471000 h 1357700"/>
              <a:gd name="connsiteX24" fmla="*/ 8680155 w 10678681"/>
              <a:gd name="connsiteY24" fmla="*/ 492404 h 1357700"/>
              <a:gd name="connsiteX25" fmla="*/ 8651436 w 10678681"/>
              <a:gd name="connsiteY25" fmla="*/ 511923 h 1357700"/>
              <a:gd name="connsiteX26" fmla="*/ 8609185 w 10678681"/>
              <a:gd name="connsiteY26" fmla="*/ 531525 h 1357700"/>
              <a:gd name="connsiteX27" fmla="*/ 8537091 w 10678681"/>
              <a:gd name="connsiteY27" fmla="*/ 574933 h 1357700"/>
              <a:gd name="connsiteX28" fmla="*/ 8435931 w 10678681"/>
              <a:gd name="connsiteY28" fmla="*/ 617926 h 1357700"/>
              <a:gd name="connsiteX29" fmla="*/ 8348623 w 10678681"/>
              <a:gd name="connsiteY29" fmla="*/ 600607 h 1357700"/>
              <a:gd name="connsiteX30" fmla="*/ 8344233 w 10678681"/>
              <a:gd name="connsiteY30" fmla="*/ 610922 h 1357700"/>
              <a:gd name="connsiteX31" fmla="*/ 8290622 w 10678681"/>
              <a:gd name="connsiteY31" fmla="*/ 622687 h 1357700"/>
              <a:gd name="connsiteX32" fmla="*/ 8086698 w 10678681"/>
              <a:gd name="connsiteY32" fmla="*/ 605185 h 1357700"/>
              <a:gd name="connsiteX33" fmla="*/ 7982378 w 10678681"/>
              <a:gd name="connsiteY33" fmla="*/ 629799 h 1357700"/>
              <a:gd name="connsiteX34" fmla="*/ 7947952 w 10678681"/>
              <a:gd name="connsiteY34" fmla="*/ 648003 h 1357700"/>
              <a:gd name="connsiteX35" fmla="*/ 7890112 w 10678681"/>
              <a:gd name="connsiteY35" fmla="*/ 677915 h 1357700"/>
              <a:gd name="connsiteX36" fmla="*/ 7853284 w 10678681"/>
              <a:gd name="connsiteY36" fmla="*/ 723588 h 1357700"/>
              <a:gd name="connsiteX37" fmla="*/ 7802383 w 10678681"/>
              <a:gd name="connsiteY37" fmla="*/ 739359 h 1357700"/>
              <a:gd name="connsiteX38" fmla="*/ 7782280 w 10678681"/>
              <a:gd name="connsiteY38" fmla="*/ 712868 h 1357700"/>
              <a:gd name="connsiteX39" fmla="*/ 7730518 w 10678681"/>
              <a:gd name="connsiteY39" fmla="*/ 739526 h 1357700"/>
              <a:gd name="connsiteX40" fmla="*/ 7652907 w 10678681"/>
              <a:gd name="connsiteY40" fmla="*/ 783273 h 1357700"/>
              <a:gd name="connsiteX41" fmla="*/ 7606008 w 10678681"/>
              <a:gd name="connsiteY41" fmla="*/ 800717 h 1357700"/>
              <a:gd name="connsiteX42" fmla="*/ 7480223 w 10678681"/>
              <a:gd name="connsiteY42" fmla="*/ 856821 h 1357700"/>
              <a:gd name="connsiteX43" fmla="*/ 7356005 w 10678681"/>
              <a:gd name="connsiteY43" fmla="*/ 919462 h 1357700"/>
              <a:gd name="connsiteX44" fmla="*/ 7305396 w 10678681"/>
              <a:gd name="connsiteY44" fmla="*/ 986228 h 1357700"/>
              <a:gd name="connsiteX45" fmla="*/ 7298314 w 10678681"/>
              <a:gd name="connsiteY45" fmla="*/ 989899 h 1357700"/>
              <a:gd name="connsiteX46" fmla="*/ 7277477 w 10678681"/>
              <a:gd name="connsiteY46" fmla="*/ 990571 h 1357700"/>
              <a:gd name="connsiteX47" fmla="*/ 7269396 w 10678681"/>
              <a:gd name="connsiteY47" fmla="*/ 989282 h 1357700"/>
              <a:gd name="connsiteX48" fmla="*/ 7258094 w 10678681"/>
              <a:gd name="connsiteY48" fmla="*/ 990679 h 1357700"/>
              <a:gd name="connsiteX49" fmla="*/ 7257893 w 10678681"/>
              <a:gd name="connsiteY49" fmla="*/ 991204 h 1357700"/>
              <a:gd name="connsiteX50" fmla="*/ 7247153 w 10678681"/>
              <a:gd name="connsiteY50" fmla="*/ 991550 h 1357700"/>
              <a:gd name="connsiteX51" fmla="*/ 7193612 w 10678681"/>
              <a:gd name="connsiteY51" fmla="*/ 987042 h 1357700"/>
              <a:gd name="connsiteX52" fmla="*/ 7132632 w 10678681"/>
              <a:gd name="connsiteY52" fmla="*/ 1042036 h 1357700"/>
              <a:gd name="connsiteX53" fmla="*/ 7105610 w 10678681"/>
              <a:gd name="connsiteY53" fmla="*/ 1053537 h 1357700"/>
              <a:gd name="connsiteX54" fmla="*/ 7091599 w 10678681"/>
              <a:gd name="connsiteY54" fmla="*/ 1062302 h 1357700"/>
              <a:gd name="connsiteX55" fmla="*/ 7090998 w 10678681"/>
              <a:gd name="connsiteY55" fmla="*/ 1064540 h 1357700"/>
              <a:gd name="connsiteX56" fmla="*/ 7039634 w 10678681"/>
              <a:gd name="connsiteY56" fmla="*/ 1059971 h 1357700"/>
              <a:gd name="connsiteX57" fmla="*/ 7033445 w 10678681"/>
              <a:gd name="connsiteY57" fmla="*/ 1063314 h 1357700"/>
              <a:gd name="connsiteX58" fmla="*/ 6999157 w 10678681"/>
              <a:gd name="connsiteY58" fmla="*/ 1055282 h 1357700"/>
              <a:gd name="connsiteX59" fmla="*/ 6981874 w 10678681"/>
              <a:gd name="connsiteY59" fmla="*/ 1053827 h 1357700"/>
              <a:gd name="connsiteX60" fmla="*/ 6976102 w 10678681"/>
              <a:gd name="connsiteY60" fmla="*/ 1047854 h 1357700"/>
              <a:gd name="connsiteX61" fmla="*/ 6951040 w 10678681"/>
              <a:gd name="connsiteY61" fmla="*/ 1048531 h 1357700"/>
              <a:gd name="connsiteX62" fmla="*/ 6948497 w 10678681"/>
              <a:gd name="connsiteY62" fmla="*/ 1050706 h 1357700"/>
              <a:gd name="connsiteX63" fmla="*/ 6926582 w 10678681"/>
              <a:gd name="connsiteY63" fmla="*/ 1043462 h 1357700"/>
              <a:gd name="connsiteX64" fmla="*/ 6833743 w 10678681"/>
              <a:gd name="connsiteY64" fmla="*/ 1027960 h 1357700"/>
              <a:gd name="connsiteX65" fmla="*/ 6698313 w 10678681"/>
              <a:gd name="connsiteY65" fmla="*/ 1063249 h 1357700"/>
              <a:gd name="connsiteX66" fmla="*/ 6550218 w 10678681"/>
              <a:gd name="connsiteY66" fmla="*/ 1026825 h 1357700"/>
              <a:gd name="connsiteX67" fmla="*/ 6437450 w 10678681"/>
              <a:gd name="connsiteY67" fmla="*/ 1101075 h 1357700"/>
              <a:gd name="connsiteX68" fmla="*/ 6327795 w 10678681"/>
              <a:gd name="connsiteY68" fmla="*/ 1088142 h 1357700"/>
              <a:gd name="connsiteX69" fmla="*/ 6136549 w 10678681"/>
              <a:gd name="connsiteY69" fmla="*/ 1100268 h 1357700"/>
              <a:gd name="connsiteX70" fmla="*/ 6004655 w 10678681"/>
              <a:gd name="connsiteY70" fmla="*/ 1114946 h 1357700"/>
              <a:gd name="connsiteX71" fmla="*/ 5936643 w 10678681"/>
              <a:gd name="connsiteY71" fmla="*/ 1095428 h 1357700"/>
              <a:gd name="connsiteX72" fmla="*/ 5912484 w 10678681"/>
              <a:gd name="connsiteY72" fmla="*/ 1112624 h 1357700"/>
              <a:gd name="connsiteX73" fmla="*/ 5908387 w 10678681"/>
              <a:gd name="connsiteY73" fmla="*/ 1116018 h 1357700"/>
              <a:gd name="connsiteX74" fmla="*/ 5890495 w 10678681"/>
              <a:gd name="connsiteY74" fmla="*/ 1120268 h 1357700"/>
              <a:gd name="connsiteX75" fmla="*/ 5887318 w 10678681"/>
              <a:gd name="connsiteY75" fmla="*/ 1133134 h 1357700"/>
              <a:gd name="connsiteX76" fmla="*/ 5861726 w 10678681"/>
              <a:gd name="connsiteY76" fmla="*/ 1147891 h 1357700"/>
              <a:gd name="connsiteX77" fmla="*/ 5805823 w 10678681"/>
              <a:gd name="connsiteY77" fmla="*/ 1152457 h 1357700"/>
              <a:gd name="connsiteX78" fmla="*/ 5667391 w 10678681"/>
              <a:gd name="connsiteY78" fmla="*/ 1161093 h 1357700"/>
              <a:gd name="connsiteX79" fmla="*/ 5572219 w 10678681"/>
              <a:gd name="connsiteY79" fmla="*/ 1173708 h 1357700"/>
              <a:gd name="connsiteX80" fmla="*/ 5537768 w 10678681"/>
              <a:gd name="connsiteY80" fmla="*/ 1190202 h 1357700"/>
              <a:gd name="connsiteX81" fmla="*/ 5488513 w 10678681"/>
              <a:gd name="connsiteY81" fmla="*/ 1205367 h 1357700"/>
              <a:gd name="connsiteX82" fmla="*/ 5402905 w 10678681"/>
              <a:gd name="connsiteY82" fmla="*/ 1241191 h 1357700"/>
              <a:gd name="connsiteX83" fmla="*/ 5285593 w 10678681"/>
              <a:gd name="connsiteY83" fmla="*/ 1273569 h 1357700"/>
              <a:gd name="connsiteX84" fmla="*/ 5192893 w 10678681"/>
              <a:gd name="connsiteY84" fmla="*/ 1247188 h 1357700"/>
              <a:gd name="connsiteX85" fmla="*/ 5186475 w 10678681"/>
              <a:gd name="connsiteY85" fmla="*/ 1257028 h 1357700"/>
              <a:gd name="connsiteX86" fmla="*/ 5126038 w 10678681"/>
              <a:gd name="connsiteY86" fmla="*/ 1263189 h 1357700"/>
              <a:gd name="connsiteX87" fmla="*/ 4905913 w 10678681"/>
              <a:gd name="connsiteY87" fmla="*/ 1224477 h 1357700"/>
              <a:gd name="connsiteX88" fmla="*/ 4788036 w 10678681"/>
              <a:gd name="connsiteY88" fmla="*/ 1238182 h 1357700"/>
              <a:gd name="connsiteX89" fmla="*/ 4747555 w 10678681"/>
              <a:gd name="connsiteY89" fmla="*/ 1252768 h 1357700"/>
              <a:gd name="connsiteX90" fmla="*/ 4679644 w 10678681"/>
              <a:gd name="connsiteY90" fmla="*/ 1276603 h 1357700"/>
              <a:gd name="connsiteX91" fmla="*/ 4632222 w 10678681"/>
              <a:gd name="connsiteY91" fmla="*/ 1318360 h 1357700"/>
              <a:gd name="connsiteX92" fmla="*/ 4617358 w 10678681"/>
              <a:gd name="connsiteY92" fmla="*/ 1327690 h 1357700"/>
              <a:gd name="connsiteX93" fmla="*/ 4589102 w 10678681"/>
              <a:gd name="connsiteY93" fmla="*/ 1321223 h 1357700"/>
              <a:gd name="connsiteX94" fmla="*/ 4578184 w 10678681"/>
              <a:gd name="connsiteY94" fmla="*/ 1326745 h 1357700"/>
              <a:gd name="connsiteX95" fmla="*/ 4574270 w 10678681"/>
              <a:gd name="connsiteY95" fmla="*/ 1325878 h 1357700"/>
              <a:gd name="connsiteX96" fmla="*/ 4564919 w 10678681"/>
              <a:gd name="connsiteY96" fmla="*/ 1325507 h 1357700"/>
              <a:gd name="connsiteX97" fmla="*/ 4566586 w 10678681"/>
              <a:gd name="connsiteY97" fmla="*/ 1316963 h 1357700"/>
              <a:gd name="connsiteX98" fmla="*/ 4556303 w 10678681"/>
              <a:gd name="connsiteY98" fmla="*/ 1300262 h 1357700"/>
              <a:gd name="connsiteX99" fmla="*/ 4502358 w 10678681"/>
              <a:gd name="connsiteY99" fmla="*/ 1302558 h 1357700"/>
              <a:gd name="connsiteX100" fmla="*/ 4498919 w 10678681"/>
              <a:gd name="connsiteY100" fmla="*/ 1312115 h 1357700"/>
              <a:gd name="connsiteX101" fmla="*/ 4492075 w 10678681"/>
              <a:gd name="connsiteY101" fmla="*/ 1313357 h 1357700"/>
              <a:gd name="connsiteX102" fmla="*/ 4487466 w 10678681"/>
              <a:gd name="connsiteY102" fmla="*/ 1304102 h 1357700"/>
              <a:gd name="connsiteX103" fmla="*/ 4398292 w 10678681"/>
              <a:gd name="connsiteY103" fmla="*/ 1278410 h 1357700"/>
              <a:gd name="connsiteX104" fmla="*/ 4278026 w 10678681"/>
              <a:gd name="connsiteY104" fmla="*/ 1259803 h 1357700"/>
              <a:gd name="connsiteX105" fmla="*/ 4188995 w 10678681"/>
              <a:gd name="connsiteY105" fmla="*/ 1296718 h 1357700"/>
              <a:gd name="connsiteX106" fmla="*/ 4181483 w 10678681"/>
              <a:gd name="connsiteY106" fmla="*/ 1287686 h 1357700"/>
              <a:gd name="connsiteX107" fmla="*/ 4120739 w 10678681"/>
              <a:gd name="connsiteY107" fmla="*/ 1288549 h 1357700"/>
              <a:gd name="connsiteX108" fmla="*/ 3906561 w 10678681"/>
              <a:gd name="connsiteY108" fmla="*/ 1352435 h 1357700"/>
              <a:gd name="connsiteX109" fmla="*/ 3787890 w 10678681"/>
              <a:gd name="connsiteY109" fmla="*/ 1352442 h 1357700"/>
              <a:gd name="connsiteX110" fmla="*/ 3745993 w 10678681"/>
              <a:gd name="connsiteY110" fmla="*/ 1342630 h 1357700"/>
              <a:gd name="connsiteX111" fmla="*/ 3675785 w 10678681"/>
              <a:gd name="connsiteY111" fmla="*/ 1326802 h 1357700"/>
              <a:gd name="connsiteX112" fmla="*/ 3623856 w 10678681"/>
              <a:gd name="connsiteY112" fmla="*/ 1290804 h 1357700"/>
              <a:gd name="connsiteX113" fmla="*/ 3564933 w 10678681"/>
              <a:gd name="connsiteY113" fmla="*/ 1287147 h 1357700"/>
              <a:gd name="connsiteX114" fmla="*/ 3550537 w 10678681"/>
              <a:gd name="connsiteY114" fmla="*/ 1317552 h 1357700"/>
              <a:gd name="connsiteX115" fmla="*/ 3487736 w 10678681"/>
              <a:gd name="connsiteY115" fmla="*/ 1303493 h 1357700"/>
              <a:gd name="connsiteX116" fmla="*/ 3392548 w 10678681"/>
              <a:gd name="connsiteY116" fmla="*/ 1278741 h 1357700"/>
              <a:gd name="connsiteX117" fmla="*/ 3337466 w 10678681"/>
              <a:gd name="connsiteY117" fmla="*/ 1272537 h 1357700"/>
              <a:gd name="connsiteX118" fmla="*/ 3187206 w 10678681"/>
              <a:gd name="connsiteY118" fmla="*/ 1246821 h 1357700"/>
              <a:gd name="connsiteX119" fmla="*/ 3036856 w 10678681"/>
              <a:gd name="connsiteY119" fmla="*/ 1214383 h 1357700"/>
              <a:gd name="connsiteX120" fmla="*/ 2948654 w 10678681"/>
              <a:gd name="connsiteY120" fmla="*/ 1157455 h 1357700"/>
              <a:gd name="connsiteX121" fmla="*/ 2824973 w 10678681"/>
              <a:gd name="connsiteY121" fmla="*/ 1134864 h 1357700"/>
              <a:gd name="connsiteX122" fmla="*/ 2804398 w 10678681"/>
              <a:gd name="connsiteY122" fmla="*/ 1125556 h 1357700"/>
              <a:gd name="connsiteX123" fmla="*/ 2775396 w 10678681"/>
              <a:gd name="connsiteY123" fmla="*/ 1130148 h 1357700"/>
              <a:gd name="connsiteX124" fmla="*/ 2659096 w 10678681"/>
              <a:gd name="connsiteY124" fmla="*/ 1150294 h 1357700"/>
              <a:gd name="connsiteX125" fmla="*/ 2567088 w 10678681"/>
              <a:gd name="connsiteY125" fmla="*/ 1181781 h 1357700"/>
              <a:gd name="connsiteX126" fmla="*/ 2454501 w 10678681"/>
              <a:gd name="connsiteY126" fmla="*/ 1155455 h 1357700"/>
              <a:gd name="connsiteX127" fmla="*/ 2385161 w 10678681"/>
              <a:gd name="connsiteY127" fmla="*/ 1161312 h 1357700"/>
              <a:gd name="connsiteX128" fmla="*/ 2270528 w 10678681"/>
              <a:gd name="connsiteY128" fmla="*/ 1204338 h 1357700"/>
              <a:gd name="connsiteX129" fmla="*/ 2121820 w 10678681"/>
              <a:gd name="connsiteY129" fmla="*/ 1187078 h 1357700"/>
              <a:gd name="connsiteX130" fmla="*/ 2092716 w 10678681"/>
              <a:gd name="connsiteY130" fmla="*/ 1139224 h 1357700"/>
              <a:gd name="connsiteX131" fmla="*/ 2052449 w 10678681"/>
              <a:gd name="connsiteY131" fmla="*/ 1109687 h 1357700"/>
              <a:gd name="connsiteX132" fmla="*/ 2032607 w 10678681"/>
              <a:gd name="connsiteY132" fmla="*/ 1175477 h 1357700"/>
              <a:gd name="connsiteX133" fmla="*/ 1901837 w 10678681"/>
              <a:gd name="connsiteY133" fmla="*/ 1221762 h 1357700"/>
              <a:gd name="connsiteX134" fmla="*/ 1836762 w 10678681"/>
              <a:gd name="connsiteY134" fmla="*/ 1237387 h 1357700"/>
              <a:gd name="connsiteX135" fmla="*/ 1735877 w 10678681"/>
              <a:gd name="connsiteY135" fmla="*/ 1246527 h 1357700"/>
              <a:gd name="connsiteX136" fmla="*/ 1705069 w 10678681"/>
              <a:gd name="connsiteY136" fmla="*/ 1251989 h 1357700"/>
              <a:gd name="connsiteX137" fmla="*/ 1397689 w 10678681"/>
              <a:gd name="connsiteY137" fmla="*/ 1336144 h 1357700"/>
              <a:gd name="connsiteX138" fmla="*/ 1220734 w 10678681"/>
              <a:gd name="connsiteY138" fmla="*/ 1257811 h 1357700"/>
              <a:gd name="connsiteX139" fmla="*/ 1021737 w 10678681"/>
              <a:gd name="connsiteY139" fmla="*/ 1238739 h 1357700"/>
              <a:gd name="connsiteX140" fmla="*/ 959820 w 10678681"/>
              <a:gd name="connsiteY140" fmla="*/ 1275863 h 1357700"/>
              <a:gd name="connsiteX141" fmla="*/ 929137 w 10678681"/>
              <a:gd name="connsiteY141" fmla="*/ 1273957 h 1357700"/>
              <a:gd name="connsiteX142" fmla="*/ 878849 w 10678681"/>
              <a:gd name="connsiteY142" fmla="*/ 1266740 h 1357700"/>
              <a:gd name="connsiteX143" fmla="*/ 800667 w 10678681"/>
              <a:gd name="connsiteY143" fmla="*/ 1282041 h 1357700"/>
              <a:gd name="connsiteX144" fmla="*/ 644906 w 10678681"/>
              <a:gd name="connsiteY144" fmla="*/ 1273685 h 1357700"/>
              <a:gd name="connsiteX145" fmla="*/ 379869 w 10678681"/>
              <a:gd name="connsiteY145" fmla="*/ 1339165 h 1357700"/>
              <a:gd name="connsiteX146" fmla="*/ 137696 w 10678681"/>
              <a:gd name="connsiteY146" fmla="*/ 1319217 h 1357700"/>
              <a:gd name="connsiteX147" fmla="*/ 54250 w 10678681"/>
              <a:gd name="connsiteY147" fmla="*/ 1315838 h 1357700"/>
              <a:gd name="connsiteX148" fmla="*/ 28042 w 10678681"/>
              <a:gd name="connsiteY148" fmla="*/ 1297822 h 1357700"/>
              <a:gd name="connsiteX149" fmla="*/ 0 w 10678681"/>
              <a:gd name="connsiteY149" fmla="*/ 1294612 h 1357700"/>
              <a:gd name="connsiteX150" fmla="*/ 0 w 10678681"/>
              <a:gd name="connsiteY150" fmla="*/ 0 h 1357700"/>
              <a:gd name="connsiteX0" fmla="*/ 0 w 10678681"/>
              <a:gd name="connsiteY0" fmla="*/ 0 h 1357700"/>
              <a:gd name="connsiteX1" fmla="*/ 10678681 w 10678681"/>
              <a:gd name="connsiteY1" fmla="*/ 0 h 1357700"/>
              <a:gd name="connsiteX2" fmla="*/ 10666019 w 10678681"/>
              <a:gd name="connsiteY2" fmla="*/ 7876 h 1357700"/>
              <a:gd name="connsiteX3" fmla="*/ 10632825 w 10678681"/>
              <a:gd name="connsiteY3" fmla="*/ 32153 h 1357700"/>
              <a:gd name="connsiteX4" fmla="*/ 10510605 w 10678681"/>
              <a:gd name="connsiteY4" fmla="*/ 30449 h 1357700"/>
              <a:gd name="connsiteX5" fmla="*/ 10456989 w 10678681"/>
              <a:gd name="connsiteY5" fmla="*/ 979 h 1357700"/>
              <a:gd name="connsiteX6" fmla="*/ 10438642 w 10678681"/>
              <a:gd name="connsiteY6" fmla="*/ 1524 h 1357700"/>
              <a:gd name="connsiteX7" fmla="*/ 10407146 w 10678681"/>
              <a:gd name="connsiteY7" fmla="*/ 43659 h 1357700"/>
              <a:gd name="connsiteX8" fmla="*/ 10357996 w 10678681"/>
              <a:gd name="connsiteY8" fmla="*/ 50836 h 1357700"/>
              <a:gd name="connsiteX9" fmla="*/ 10306667 w 10678681"/>
              <a:gd name="connsiteY9" fmla="*/ 109739 h 1357700"/>
              <a:gd name="connsiteX10" fmla="*/ 10115334 w 10678681"/>
              <a:gd name="connsiteY10" fmla="*/ 155658 h 1357700"/>
              <a:gd name="connsiteX11" fmla="*/ 10068157 w 10678681"/>
              <a:gd name="connsiteY11" fmla="*/ 215673 h 1357700"/>
              <a:gd name="connsiteX12" fmla="*/ 10045431 w 10678681"/>
              <a:gd name="connsiteY12" fmla="*/ 229568 h 1357700"/>
              <a:gd name="connsiteX13" fmla="*/ 10013265 w 10678681"/>
              <a:gd name="connsiteY13" fmla="*/ 284757 h 1357700"/>
              <a:gd name="connsiteX14" fmla="*/ 9862496 w 10678681"/>
              <a:gd name="connsiteY14" fmla="*/ 223033 h 1357700"/>
              <a:gd name="connsiteX15" fmla="*/ 9679638 w 10678681"/>
              <a:gd name="connsiteY15" fmla="*/ 277462 h 1357700"/>
              <a:gd name="connsiteX16" fmla="*/ 9498347 w 10678681"/>
              <a:gd name="connsiteY16" fmla="*/ 244723 h 1357700"/>
              <a:gd name="connsiteX17" fmla="*/ 9399702 w 10678681"/>
              <a:gd name="connsiteY17" fmla="*/ 276316 h 1357700"/>
              <a:gd name="connsiteX18" fmla="*/ 9378439 w 10678681"/>
              <a:gd name="connsiteY18" fmla="*/ 326244 h 1357700"/>
              <a:gd name="connsiteX19" fmla="*/ 9121744 w 10678681"/>
              <a:gd name="connsiteY19" fmla="*/ 365177 h 1357700"/>
              <a:gd name="connsiteX20" fmla="*/ 9061654 w 10678681"/>
              <a:gd name="connsiteY20" fmla="*/ 393730 h 1357700"/>
              <a:gd name="connsiteX21" fmla="*/ 8997577 w 10678681"/>
              <a:gd name="connsiteY21" fmla="*/ 380865 h 1357700"/>
              <a:gd name="connsiteX22" fmla="*/ 8907968 w 10678681"/>
              <a:gd name="connsiteY22" fmla="*/ 447345 h 1357700"/>
              <a:gd name="connsiteX23" fmla="*/ 8764163 w 10678681"/>
              <a:gd name="connsiteY23" fmla="*/ 471000 h 1357700"/>
              <a:gd name="connsiteX24" fmla="*/ 8680155 w 10678681"/>
              <a:gd name="connsiteY24" fmla="*/ 492404 h 1357700"/>
              <a:gd name="connsiteX25" fmla="*/ 8651436 w 10678681"/>
              <a:gd name="connsiteY25" fmla="*/ 511923 h 1357700"/>
              <a:gd name="connsiteX26" fmla="*/ 8609185 w 10678681"/>
              <a:gd name="connsiteY26" fmla="*/ 531525 h 1357700"/>
              <a:gd name="connsiteX27" fmla="*/ 8537091 w 10678681"/>
              <a:gd name="connsiteY27" fmla="*/ 574933 h 1357700"/>
              <a:gd name="connsiteX28" fmla="*/ 8435931 w 10678681"/>
              <a:gd name="connsiteY28" fmla="*/ 617926 h 1357700"/>
              <a:gd name="connsiteX29" fmla="*/ 8348623 w 10678681"/>
              <a:gd name="connsiteY29" fmla="*/ 600607 h 1357700"/>
              <a:gd name="connsiteX30" fmla="*/ 8344233 w 10678681"/>
              <a:gd name="connsiteY30" fmla="*/ 610922 h 1357700"/>
              <a:gd name="connsiteX31" fmla="*/ 8290622 w 10678681"/>
              <a:gd name="connsiteY31" fmla="*/ 622687 h 1357700"/>
              <a:gd name="connsiteX32" fmla="*/ 8086698 w 10678681"/>
              <a:gd name="connsiteY32" fmla="*/ 605185 h 1357700"/>
              <a:gd name="connsiteX33" fmla="*/ 7982378 w 10678681"/>
              <a:gd name="connsiteY33" fmla="*/ 629799 h 1357700"/>
              <a:gd name="connsiteX34" fmla="*/ 7947952 w 10678681"/>
              <a:gd name="connsiteY34" fmla="*/ 648003 h 1357700"/>
              <a:gd name="connsiteX35" fmla="*/ 7890112 w 10678681"/>
              <a:gd name="connsiteY35" fmla="*/ 677915 h 1357700"/>
              <a:gd name="connsiteX36" fmla="*/ 7853284 w 10678681"/>
              <a:gd name="connsiteY36" fmla="*/ 723588 h 1357700"/>
              <a:gd name="connsiteX37" fmla="*/ 7802383 w 10678681"/>
              <a:gd name="connsiteY37" fmla="*/ 739359 h 1357700"/>
              <a:gd name="connsiteX38" fmla="*/ 7782280 w 10678681"/>
              <a:gd name="connsiteY38" fmla="*/ 712868 h 1357700"/>
              <a:gd name="connsiteX39" fmla="*/ 7730518 w 10678681"/>
              <a:gd name="connsiteY39" fmla="*/ 739526 h 1357700"/>
              <a:gd name="connsiteX40" fmla="*/ 7652907 w 10678681"/>
              <a:gd name="connsiteY40" fmla="*/ 783273 h 1357700"/>
              <a:gd name="connsiteX41" fmla="*/ 7606008 w 10678681"/>
              <a:gd name="connsiteY41" fmla="*/ 800717 h 1357700"/>
              <a:gd name="connsiteX42" fmla="*/ 7480223 w 10678681"/>
              <a:gd name="connsiteY42" fmla="*/ 856821 h 1357700"/>
              <a:gd name="connsiteX43" fmla="*/ 7356005 w 10678681"/>
              <a:gd name="connsiteY43" fmla="*/ 919462 h 1357700"/>
              <a:gd name="connsiteX44" fmla="*/ 7305396 w 10678681"/>
              <a:gd name="connsiteY44" fmla="*/ 986228 h 1357700"/>
              <a:gd name="connsiteX45" fmla="*/ 7298314 w 10678681"/>
              <a:gd name="connsiteY45" fmla="*/ 989899 h 1357700"/>
              <a:gd name="connsiteX46" fmla="*/ 7277477 w 10678681"/>
              <a:gd name="connsiteY46" fmla="*/ 990571 h 1357700"/>
              <a:gd name="connsiteX47" fmla="*/ 7269396 w 10678681"/>
              <a:gd name="connsiteY47" fmla="*/ 989282 h 1357700"/>
              <a:gd name="connsiteX48" fmla="*/ 7258094 w 10678681"/>
              <a:gd name="connsiteY48" fmla="*/ 990679 h 1357700"/>
              <a:gd name="connsiteX49" fmla="*/ 7257893 w 10678681"/>
              <a:gd name="connsiteY49" fmla="*/ 991204 h 1357700"/>
              <a:gd name="connsiteX50" fmla="*/ 7247153 w 10678681"/>
              <a:gd name="connsiteY50" fmla="*/ 991550 h 1357700"/>
              <a:gd name="connsiteX51" fmla="*/ 7193612 w 10678681"/>
              <a:gd name="connsiteY51" fmla="*/ 987042 h 1357700"/>
              <a:gd name="connsiteX52" fmla="*/ 7132632 w 10678681"/>
              <a:gd name="connsiteY52" fmla="*/ 1042036 h 1357700"/>
              <a:gd name="connsiteX53" fmla="*/ 7105610 w 10678681"/>
              <a:gd name="connsiteY53" fmla="*/ 1053537 h 1357700"/>
              <a:gd name="connsiteX54" fmla="*/ 7091599 w 10678681"/>
              <a:gd name="connsiteY54" fmla="*/ 1062302 h 1357700"/>
              <a:gd name="connsiteX55" fmla="*/ 7090998 w 10678681"/>
              <a:gd name="connsiteY55" fmla="*/ 1064540 h 1357700"/>
              <a:gd name="connsiteX56" fmla="*/ 7039634 w 10678681"/>
              <a:gd name="connsiteY56" fmla="*/ 1059971 h 1357700"/>
              <a:gd name="connsiteX57" fmla="*/ 7033445 w 10678681"/>
              <a:gd name="connsiteY57" fmla="*/ 1063314 h 1357700"/>
              <a:gd name="connsiteX58" fmla="*/ 6999157 w 10678681"/>
              <a:gd name="connsiteY58" fmla="*/ 1055282 h 1357700"/>
              <a:gd name="connsiteX59" fmla="*/ 6981874 w 10678681"/>
              <a:gd name="connsiteY59" fmla="*/ 1053827 h 1357700"/>
              <a:gd name="connsiteX60" fmla="*/ 6976102 w 10678681"/>
              <a:gd name="connsiteY60" fmla="*/ 1047854 h 1357700"/>
              <a:gd name="connsiteX61" fmla="*/ 6951040 w 10678681"/>
              <a:gd name="connsiteY61" fmla="*/ 1048531 h 1357700"/>
              <a:gd name="connsiteX62" fmla="*/ 6948497 w 10678681"/>
              <a:gd name="connsiteY62" fmla="*/ 1050706 h 1357700"/>
              <a:gd name="connsiteX63" fmla="*/ 6926582 w 10678681"/>
              <a:gd name="connsiteY63" fmla="*/ 1043462 h 1357700"/>
              <a:gd name="connsiteX64" fmla="*/ 6833743 w 10678681"/>
              <a:gd name="connsiteY64" fmla="*/ 1027960 h 1357700"/>
              <a:gd name="connsiteX65" fmla="*/ 6698313 w 10678681"/>
              <a:gd name="connsiteY65" fmla="*/ 1063249 h 1357700"/>
              <a:gd name="connsiteX66" fmla="*/ 6550218 w 10678681"/>
              <a:gd name="connsiteY66" fmla="*/ 1026825 h 1357700"/>
              <a:gd name="connsiteX67" fmla="*/ 6437450 w 10678681"/>
              <a:gd name="connsiteY67" fmla="*/ 1101075 h 1357700"/>
              <a:gd name="connsiteX68" fmla="*/ 6327795 w 10678681"/>
              <a:gd name="connsiteY68" fmla="*/ 1088142 h 1357700"/>
              <a:gd name="connsiteX69" fmla="*/ 6136549 w 10678681"/>
              <a:gd name="connsiteY69" fmla="*/ 1100268 h 1357700"/>
              <a:gd name="connsiteX70" fmla="*/ 6004655 w 10678681"/>
              <a:gd name="connsiteY70" fmla="*/ 1114946 h 1357700"/>
              <a:gd name="connsiteX71" fmla="*/ 5936643 w 10678681"/>
              <a:gd name="connsiteY71" fmla="*/ 1095428 h 1357700"/>
              <a:gd name="connsiteX72" fmla="*/ 5912484 w 10678681"/>
              <a:gd name="connsiteY72" fmla="*/ 1112624 h 1357700"/>
              <a:gd name="connsiteX73" fmla="*/ 5908387 w 10678681"/>
              <a:gd name="connsiteY73" fmla="*/ 1116018 h 1357700"/>
              <a:gd name="connsiteX74" fmla="*/ 5890495 w 10678681"/>
              <a:gd name="connsiteY74" fmla="*/ 1120268 h 1357700"/>
              <a:gd name="connsiteX75" fmla="*/ 5887318 w 10678681"/>
              <a:gd name="connsiteY75" fmla="*/ 1133134 h 1357700"/>
              <a:gd name="connsiteX76" fmla="*/ 5861726 w 10678681"/>
              <a:gd name="connsiteY76" fmla="*/ 1147891 h 1357700"/>
              <a:gd name="connsiteX77" fmla="*/ 5805823 w 10678681"/>
              <a:gd name="connsiteY77" fmla="*/ 1152457 h 1357700"/>
              <a:gd name="connsiteX78" fmla="*/ 5689841 w 10678681"/>
              <a:gd name="connsiteY78" fmla="*/ 1176232 h 1357700"/>
              <a:gd name="connsiteX79" fmla="*/ 5572219 w 10678681"/>
              <a:gd name="connsiteY79" fmla="*/ 1173708 h 1357700"/>
              <a:gd name="connsiteX80" fmla="*/ 5537768 w 10678681"/>
              <a:gd name="connsiteY80" fmla="*/ 1190202 h 1357700"/>
              <a:gd name="connsiteX81" fmla="*/ 5488513 w 10678681"/>
              <a:gd name="connsiteY81" fmla="*/ 1205367 h 1357700"/>
              <a:gd name="connsiteX82" fmla="*/ 5402905 w 10678681"/>
              <a:gd name="connsiteY82" fmla="*/ 1241191 h 1357700"/>
              <a:gd name="connsiteX83" fmla="*/ 5285593 w 10678681"/>
              <a:gd name="connsiteY83" fmla="*/ 1273569 h 1357700"/>
              <a:gd name="connsiteX84" fmla="*/ 5192893 w 10678681"/>
              <a:gd name="connsiteY84" fmla="*/ 1247188 h 1357700"/>
              <a:gd name="connsiteX85" fmla="*/ 5186475 w 10678681"/>
              <a:gd name="connsiteY85" fmla="*/ 1257028 h 1357700"/>
              <a:gd name="connsiteX86" fmla="*/ 5126038 w 10678681"/>
              <a:gd name="connsiteY86" fmla="*/ 1263189 h 1357700"/>
              <a:gd name="connsiteX87" fmla="*/ 4905913 w 10678681"/>
              <a:gd name="connsiteY87" fmla="*/ 1224477 h 1357700"/>
              <a:gd name="connsiteX88" fmla="*/ 4788036 w 10678681"/>
              <a:gd name="connsiteY88" fmla="*/ 1238182 h 1357700"/>
              <a:gd name="connsiteX89" fmla="*/ 4747555 w 10678681"/>
              <a:gd name="connsiteY89" fmla="*/ 1252768 h 1357700"/>
              <a:gd name="connsiteX90" fmla="*/ 4679644 w 10678681"/>
              <a:gd name="connsiteY90" fmla="*/ 1276603 h 1357700"/>
              <a:gd name="connsiteX91" fmla="*/ 4632222 w 10678681"/>
              <a:gd name="connsiteY91" fmla="*/ 1318360 h 1357700"/>
              <a:gd name="connsiteX92" fmla="*/ 4617358 w 10678681"/>
              <a:gd name="connsiteY92" fmla="*/ 1327690 h 1357700"/>
              <a:gd name="connsiteX93" fmla="*/ 4589102 w 10678681"/>
              <a:gd name="connsiteY93" fmla="*/ 1321223 h 1357700"/>
              <a:gd name="connsiteX94" fmla="*/ 4578184 w 10678681"/>
              <a:gd name="connsiteY94" fmla="*/ 1326745 h 1357700"/>
              <a:gd name="connsiteX95" fmla="*/ 4574270 w 10678681"/>
              <a:gd name="connsiteY95" fmla="*/ 1325878 h 1357700"/>
              <a:gd name="connsiteX96" fmla="*/ 4564919 w 10678681"/>
              <a:gd name="connsiteY96" fmla="*/ 1325507 h 1357700"/>
              <a:gd name="connsiteX97" fmla="*/ 4566586 w 10678681"/>
              <a:gd name="connsiteY97" fmla="*/ 1316963 h 1357700"/>
              <a:gd name="connsiteX98" fmla="*/ 4556303 w 10678681"/>
              <a:gd name="connsiteY98" fmla="*/ 1300262 h 1357700"/>
              <a:gd name="connsiteX99" fmla="*/ 4502358 w 10678681"/>
              <a:gd name="connsiteY99" fmla="*/ 1302558 h 1357700"/>
              <a:gd name="connsiteX100" fmla="*/ 4498919 w 10678681"/>
              <a:gd name="connsiteY100" fmla="*/ 1312115 h 1357700"/>
              <a:gd name="connsiteX101" fmla="*/ 4492075 w 10678681"/>
              <a:gd name="connsiteY101" fmla="*/ 1313357 h 1357700"/>
              <a:gd name="connsiteX102" fmla="*/ 4487466 w 10678681"/>
              <a:gd name="connsiteY102" fmla="*/ 1304102 h 1357700"/>
              <a:gd name="connsiteX103" fmla="*/ 4398292 w 10678681"/>
              <a:gd name="connsiteY103" fmla="*/ 1278410 h 1357700"/>
              <a:gd name="connsiteX104" fmla="*/ 4278026 w 10678681"/>
              <a:gd name="connsiteY104" fmla="*/ 1259803 h 1357700"/>
              <a:gd name="connsiteX105" fmla="*/ 4188995 w 10678681"/>
              <a:gd name="connsiteY105" fmla="*/ 1296718 h 1357700"/>
              <a:gd name="connsiteX106" fmla="*/ 4181483 w 10678681"/>
              <a:gd name="connsiteY106" fmla="*/ 1287686 h 1357700"/>
              <a:gd name="connsiteX107" fmla="*/ 4120739 w 10678681"/>
              <a:gd name="connsiteY107" fmla="*/ 1288549 h 1357700"/>
              <a:gd name="connsiteX108" fmla="*/ 3906561 w 10678681"/>
              <a:gd name="connsiteY108" fmla="*/ 1352435 h 1357700"/>
              <a:gd name="connsiteX109" fmla="*/ 3787890 w 10678681"/>
              <a:gd name="connsiteY109" fmla="*/ 1352442 h 1357700"/>
              <a:gd name="connsiteX110" fmla="*/ 3745993 w 10678681"/>
              <a:gd name="connsiteY110" fmla="*/ 1342630 h 1357700"/>
              <a:gd name="connsiteX111" fmla="*/ 3675785 w 10678681"/>
              <a:gd name="connsiteY111" fmla="*/ 1326802 h 1357700"/>
              <a:gd name="connsiteX112" fmla="*/ 3623856 w 10678681"/>
              <a:gd name="connsiteY112" fmla="*/ 1290804 h 1357700"/>
              <a:gd name="connsiteX113" fmla="*/ 3564933 w 10678681"/>
              <a:gd name="connsiteY113" fmla="*/ 1287147 h 1357700"/>
              <a:gd name="connsiteX114" fmla="*/ 3550537 w 10678681"/>
              <a:gd name="connsiteY114" fmla="*/ 1317552 h 1357700"/>
              <a:gd name="connsiteX115" fmla="*/ 3487736 w 10678681"/>
              <a:gd name="connsiteY115" fmla="*/ 1303493 h 1357700"/>
              <a:gd name="connsiteX116" fmla="*/ 3392548 w 10678681"/>
              <a:gd name="connsiteY116" fmla="*/ 1278741 h 1357700"/>
              <a:gd name="connsiteX117" fmla="*/ 3337466 w 10678681"/>
              <a:gd name="connsiteY117" fmla="*/ 1272537 h 1357700"/>
              <a:gd name="connsiteX118" fmla="*/ 3187206 w 10678681"/>
              <a:gd name="connsiteY118" fmla="*/ 1246821 h 1357700"/>
              <a:gd name="connsiteX119" fmla="*/ 3036856 w 10678681"/>
              <a:gd name="connsiteY119" fmla="*/ 1214383 h 1357700"/>
              <a:gd name="connsiteX120" fmla="*/ 2948654 w 10678681"/>
              <a:gd name="connsiteY120" fmla="*/ 1157455 h 1357700"/>
              <a:gd name="connsiteX121" fmla="*/ 2824973 w 10678681"/>
              <a:gd name="connsiteY121" fmla="*/ 1134864 h 1357700"/>
              <a:gd name="connsiteX122" fmla="*/ 2804398 w 10678681"/>
              <a:gd name="connsiteY122" fmla="*/ 1125556 h 1357700"/>
              <a:gd name="connsiteX123" fmla="*/ 2775396 w 10678681"/>
              <a:gd name="connsiteY123" fmla="*/ 1130148 h 1357700"/>
              <a:gd name="connsiteX124" fmla="*/ 2659096 w 10678681"/>
              <a:gd name="connsiteY124" fmla="*/ 1150294 h 1357700"/>
              <a:gd name="connsiteX125" fmla="*/ 2567088 w 10678681"/>
              <a:gd name="connsiteY125" fmla="*/ 1181781 h 1357700"/>
              <a:gd name="connsiteX126" fmla="*/ 2454501 w 10678681"/>
              <a:gd name="connsiteY126" fmla="*/ 1155455 h 1357700"/>
              <a:gd name="connsiteX127" fmla="*/ 2385161 w 10678681"/>
              <a:gd name="connsiteY127" fmla="*/ 1161312 h 1357700"/>
              <a:gd name="connsiteX128" fmla="*/ 2270528 w 10678681"/>
              <a:gd name="connsiteY128" fmla="*/ 1204338 h 1357700"/>
              <a:gd name="connsiteX129" fmla="*/ 2121820 w 10678681"/>
              <a:gd name="connsiteY129" fmla="*/ 1187078 h 1357700"/>
              <a:gd name="connsiteX130" fmla="*/ 2092716 w 10678681"/>
              <a:gd name="connsiteY130" fmla="*/ 1139224 h 1357700"/>
              <a:gd name="connsiteX131" fmla="*/ 2052449 w 10678681"/>
              <a:gd name="connsiteY131" fmla="*/ 1109687 h 1357700"/>
              <a:gd name="connsiteX132" fmla="*/ 2032607 w 10678681"/>
              <a:gd name="connsiteY132" fmla="*/ 1175477 h 1357700"/>
              <a:gd name="connsiteX133" fmla="*/ 1901837 w 10678681"/>
              <a:gd name="connsiteY133" fmla="*/ 1221762 h 1357700"/>
              <a:gd name="connsiteX134" fmla="*/ 1836762 w 10678681"/>
              <a:gd name="connsiteY134" fmla="*/ 1237387 h 1357700"/>
              <a:gd name="connsiteX135" fmla="*/ 1735877 w 10678681"/>
              <a:gd name="connsiteY135" fmla="*/ 1246527 h 1357700"/>
              <a:gd name="connsiteX136" fmla="*/ 1705069 w 10678681"/>
              <a:gd name="connsiteY136" fmla="*/ 1251989 h 1357700"/>
              <a:gd name="connsiteX137" fmla="*/ 1397689 w 10678681"/>
              <a:gd name="connsiteY137" fmla="*/ 1336144 h 1357700"/>
              <a:gd name="connsiteX138" fmla="*/ 1220734 w 10678681"/>
              <a:gd name="connsiteY138" fmla="*/ 1257811 h 1357700"/>
              <a:gd name="connsiteX139" fmla="*/ 1021737 w 10678681"/>
              <a:gd name="connsiteY139" fmla="*/ 1238739 h 1357700"/>
              <a:gd name="connsiteX140" fmla="*/ 959820 w 10678681"/>
              <a:gd name="connsiteY140" fmla="*/ 1275863 h 1357700"/>
              <a:gd name="connsiteX141" fmla="*/ 929137 w 10678681"/>
              <a:gd name="connsiteY141" fmla="*/ 1273957 h 1357700"/>
              <a:gd name="connsiteX142" fmla="*/ 878849 w 10678681"/>
              <a:gd name="connsiteY142" fmla="*/ 1266740 h 1357700"/>
              <a:gd name="connsiteX143" fmla="*/ 800667 w 10678681"/>
              <a:gd name="connsiteY143" fmla="*/ 1282041 h 1357700"/>
              <a:gd name="connsiteX144" fmla="*/ 644906 w 10678681"/>
              <a:gd name="connsiteY144" fmla="*/ 1273685 h 1357700"/>
              <a:gd name="connsiteX145" fmla="*/ 379869 w 10678681"/>
              <a:gd name="connsiteY145" fmla="*/ 1339165 h 1357700"/>
              <a:gd name="connsiteX146" fmla="*/ 137696 w 10678681"/>
              <a:gd name="connsiteY146" fmla="*/ 1319217 h 1357700"/>
              <a:gd name="connsiteX147" fmla="*/ 54250 w 10678681"/>
              <a:gd name="connsiteY147" fmla="*/ 1315838 h 1357700"/>
              <a:gd name="connsiteX148" fmla="*/ 28042 w 10678681"/>
              <a:gd name="connsiteY148" fmla="*/ 1297822 h 1357700"/>
              <a:gd name="connsiteX149" fmla="*/ 0 w 10678681"/>
              <a:gd name="connsiteY149" fmla="*/ 1294612 h 1357700"/>
              <a:gd name="connsiteX150" fmla="*/ 0 w 10678681"/>
              <a:gd name="connsiteY150" fmla="*/ 0 h 1357700"/>
              <a:gd name="connsiteX0" fmla="*/ 0 w 10678681"/>
              <a:gd name="connsiteY0" fmla="*/ 0 h 1357700"/>
              <a:gd name="connsiteX1" fmla="*/ 10678681 w 10678681"/>
              <a:gd name="connsiteY1" fmla="*/ 0 h 1357700"/>
              <a:gd name="connsiteX2" fmla="*/ 10666019 w 10678681"/>
              <a:gd name="connsiteY2" fmla="*/ 7876 h 1357700"/>
              <a:gd name="connsiteX3" fmla="*/ 10632825 w 10678681"/>
              <a:gd name="connsiteY3" fmla="*/ 32153 h 1357700"/>
              <a:gd name="connsiteX4" fmla="*/ 10510605 w 10678681"/>
              <a:gd name="connsiteY4" fmla="*/ 30449 h 1357700"/>
              <a:gd name="connsiteX5" fmla="*/ 10456989 w 10678681"/>
              <a:gd name="connsiteY5" fmla="*/ 979 h 1357700"/>
              <a:gd name="connsiteX6" fmla="*/ 10438642 w 10678681"/>
              <a:gd name="connsiteY6" fmla="*/ 1524 h 1357700"/>
              <a:gd name="connsiteX7" fmla="*/ 10407146 w 10678681"/>
              <a:gd name="connsiteY7" fmla="*/ 43659 h 1357700"/>
              <a:gd name="connsiteX8" fmla="*/ 10357996 w 10678681"/>
              <a:gd name="connsiteY8" fmla="*/ 50836 h 1357700"/>
              <a:gd name="connsiteX9" fmla="*/ 10306667 w 10678681"/>
              <a:gd name="connsiteY9" fmla="*/ 109739 h 1357700"/>
              <a:gd name="connsiteX10" fmla="*/ 10115334 w 10678681"/>
              <a:gd name="connsiteY10" fmla="*/ 155658 h 1357700"/>
              <a:gd name="connsiteX11" fmla="*/ 10068157 w 10678681"/>
              <a:gd name="connsiteY11" fmla="*/ 215673 h 1357700"/>
              <a:gd name="connsiteX12" fmla="*/ 10045431 w 10678681"/>
              <a:gd name="connsiteY12" fmla="*/ 229568 h 1357700"/>
              <a:gd name="connsiteX13" fmla="*/ 10013265 w 10678681"/>
              <a:gd name="connsiteY13" fmla="*/ 284757 h 1357700"/>
              <a:gd name="connsiteX14" fmla="*/ 9862496 w 10678681"/>
              <a:gd name="connsiteY14" fmla="*/ 223033 h 1357700"/>
              <a:gd name="connsiteX15" fmla="*/ 9679638 w 10678681"/>
              <a:gd name="connsiteY15" fmla="*/ 277462 h 1357700"/>
              <a:gd name="connsiteX16" fmla="*/ 9498347 w 10678681"/>
              <a:gd name="connsiteY16" fmla="*/ 244723 h 1357700"/>
              <a:gd name="connsiteX17" fmla="*/ 9399702 w 10678681"/>
              <a:gd name="connsiteY17" fmla="*/ 276316 h 1357700"/>
              <a:gd name="connsiteX18" fmla="*/ 9378439 w 10678681"/>
              <a:gd name="connsiteY18" fmla="*/ 326244 h 1357700"/>
              <a:gd name="connsiteX19" fmla="*/ 9121744 w 10678681"/>
              <a:gd name="connsiteY19" fmla="*/ 365177 h 1357700"/>
              <a:gd name="connsiteX20" fmla="*/ 9061654 w 10678681"/>
              <a:gd name="connsiteY20" fmla="*/ 393730 h 1357700"/>
              <a:gd name="connsiteX21" fmla="*/ 8997577 w 10678681"/>
              <a:gd name="connsiteY21" fmla="*/ 380865 h 1357700"/>
              <a:gd name="connsiteX22" fmla="*/ 8907968 w 10678681"/>
              <a:gd name="connsiteY22" fmla="*/ 447345 h 1357700"/>
              <a:gd name="connsiteX23" fmla="*/ 8764163 w 10678681"/>
              <a:gd name="connsiteY23" fmla="*/ 471000 h 1357700"/>
              <a:gd name="connsiteX24" fmla="*/ 8680155 w 10678681"/>
              <a:gd name="connsiteY24" fmla="*/ 492404 h 1357700"/>
              <a:gd name="connsiteX25" fmla="*/ 8651436 w 10678681"/>
              <a:gd name="connsiteY25" fmla="*/ 511923 h 1357700"/>
              <a:gd name="connsiteX26" fmla="*/ 8609185 w 10678681"/>
              <a:gd name="connsiteY26" fmla="*/ 531525 h 1357700"/>
              <a:gd name="connsiteX27" fmla="*/ 8537091 w 10678681"/>
              <a:gd name="connsiteY27" fmla="*/ 574933 h 1357700"/>
              <a:gd name="connsiteX28" fmla="*/ 8435931 w 10678681"/>
              <a:gd name="connsiteY28" fmla="*/ 617926 h 1357700"/>
              <a:gd name="connsiteX29" fmla="*/ 8348623 w 10678681"/>
              <a:gd name="connsiteY29" fmla="*/ 600607 h 1357700"/>
              <a:gd name="connsiteX30" fmla="*/ 8344233 w 10678681"/>
              <a:gd name="connsiteY30" fmla="*/ 610922 h 1357700"/>
              <a:gd name="connsiteX31" fmla="*/ 8290622 w 10678681"/>
              <a:gd name="connsiteY31" fmla="*/ 622687 h 1357700"/>
              <a:gd name="connsiteX32" fmla="*/ 8086698 w 10678681"/>
              <a:gd name="connsiteY32" fmla="*/ 605185 h 1357700"/>
              <a:gd name="connsiteX33" fmla="*/ 7982378 w 10678681"/>
              <a:gd name="connsiteY33" fmla="*/ 629799 h 1357700"/>
              <a:gd name="connsiteX34" fmla="*/ 7947952 w 10678681"/>
              <a:gd name="connsiteY34" fmla="*/ 648003 h 1357700"/>
              <a:gd name="connsiteX35" fmla="*/ 7890112 w 10678681"/>
              <a:gd name="connsiteY35" fmla="*/ 677915 h 1357700"/>
              <a:gd name="connsiteX36" fmla="*/ 7853284 w 10678681"/>
              <a:gd name="connsiteY36" fmla="*/ 723588 h 1357700"/>
              <a:gd name="connsiteX37" fmla="*/ 7802383 w 10678681"/>
              <a:gd name="connsiteY37" fmla="*/ 739359 h 1357700"/>
              <a:gd name="connsiteX38" fmla="*/ 7782280 w 10678681"/>
              <a:gd name="connsiteY38" fmla="*/ 712868 h 1357700"/>
              <a:gd name="connsiteX39" fmla="*/ 7730518 w 10678681"/>
              <a:gd name="connsiteY39" fmla="*/ 739526 h 1357700"/>
              <a:gd name="connsiteX40" fmla="*/ 7652907 w 10678681"/>
              <a:gd name="connsiteY40" fmla="*/ 783273 h 1357700"/>
              <a:gd name="connsiteX41" fmla="*/ 7606008 w 10678681"/>
              <a:gd name="connsiteY41" fmla="*/ 800717 h 1357700"/>
              <a:gd name="connsiteX42" fmla="*/ 7480223 w 10678681"/>
              <a:gd name="connsiteY42" fmla="*/ 856821 h 1357700"/>
              <a:gd name="connsiteX43" fmla="*/ 7356005 w 10678681"/>
              <a:gd name="connsiteY43" fmla="*/ 919462 h 1357700"/>
              <a:gd name="connsiteX44" fmla="*/ 7305396 w 10678681"/>
              <a:gd name="connsiteY44" fmla="*/ 986228 h 1357700"/>
              <a:gd name="connsiteX45" fmla="*/ 7298314 w 10678681"/>
              <a:gd name="connsiteY45" fmla="*/ 989899 h 1357700"/>
              <a:gd name="connsiteX46" fmla="*/ 7277477 w 10678681"/>
              <a:gd name="connsiteY46" fmla="*/ 990571 h 1357700"/>
              <a:gd name="connsiteX47" fmla="*/ 7269396 w 10678681"/>
              <a:gd name="connsiteY47" fmla="*/ 989282 h 1357700"/>
              <a:gd name="connsiteX48" fmla="*/ 7258094 w 10678681"/>
              <a:gd name="connsiteY48" fmla="*/ 990679 h 1357700"/>
              <a:gd name="connsiteX49" fmla="*/ 7257893 w 10678681"/>
              <a:gd name="connsiteY49" fmla="*/ 991204 h 1357700"/>
              <a:gd name="connsiteX50" fmla="*/ 7247153 w 10678681"/>
              <a:gd name="connsiteY50" fmla="*/ 991550 h 1357700"/>
              <a:gd name="connsiteX51" fmla="*/ 7193612 w 10678681"/>
              <a:gd name="connsiteY51" fmla="*/ 987042 h 1357700"/>
              <a:gd name="connsiteX52" fmla="*/ 7132632 w 10678681"/>
              <a:gd name="connsiteY52" fmla="*/ 1042036 h 1357700"/>
              <a:gd name="connsiteX53" fmla="*/ 7105610 w 10678681"/>
              <a:gd name="connsiteY53" fmla="*/ 1053537 h 1357700"/>
              <a:gd name="connsiteX54" fmla="*/ 7091599 w 10678681"/>
              <a:gd name="connsiteY54" fmla="*/ 1062302 h 1357700"/>
              <a:gd name="connsiteX55" fmla="*/ 7090998 w 10678681"/>
              <a:gd name="connsiteY55" fmla="*/ 1064540 h 1357700"/>
              <a:gd name="connsiteX56" fmla="*/ 7039634 w 10678681"/>
              <a:gd name="connsiteY56" fmla="*/ 1059971 h 1357700"/>
              <a:gd name="connsiteX57" fmla="*/ 7033445 w 10678681"/>
              <a:gd name="connsiteY57" fmla="*/ 1063314 h 1357700"/>
              <a:gd name="connsiteX58" fmla="*/ 6999157 w 10678681"/>
              <a:gd name="connsiteY58" fmla="*/ 1055282 h 1357700"/>
              <a:gd name="connsiteX59" fmla="*/ 6981874 w 10678681"/>
              <a:gd name="connsiteY59" fmla="*/ 1053827 h 1357700"/>
              <a:gd name="connsiteX60" fmla="*/ 6976102 w 10678681"/>
              <a:gd name="connsiteY60" fmla="*/ 1047854 h 1357700"/>
              <a:gd name="connsiteX61" fmla="*/ 6951040 w 10678681"/>
              <a:gd name="connsiteY61" fmla="*/ 1048531 h 1357700"/>
              <a:gd name="connsiteX62" fmla="*/ 6948497 w 10678681"/>
              <a:gd name="connsiteY62" fmla="*/ 1050706 h 1357700"/>
              <a:gd name="connsiteX63" fmla="*/ 6926582 w 10678681"/>
              <a:gd name="connsiteY63" fmla="*/ 1043462 h 1357700"/>
              <a:gd name="connsiteX64" fmla="*/ 6833743 w 10678681"/>
              <a:gd name="connsiteY64" fmla="*/ 1027960 h 1357700"/>
              <a:gd name="connsiteX65" fmla="*/ 6698313 w 10678681"/>
              <a:gd name="connsiteY65" fmla="*/ 1063249 h 1357700"/>
              <a:gd name="connsiteX66" fmla="*/ 6550218 w 10678681"/>
              <a:gd name="connsiteY66" fmla="*/ 1026825 h 1357700"/>
              <a:gd name="connsiteX67" fmla="*/ 6437450 w 10678681"/>
              <a:gd name="connsiteY67" fmla="*/ 1101075 h 1357700"/>
              <a:gd name="connsiteX68" fmla="*/ 6327795 w 10678681"/>
              <a:gd name="connsiteY68" fmla="*/ 1088142 h 1357700"/>
              <a:gd name="connsiteX69" fmla="*/ 6136549 w 10678681"/>
              <a:gd name="connsiteY69" fmla="*/ 1100268 h 1357700"/>
              <a:gd name="connsiteX70" fmla="*/ 6004655 w 10678681"/>
              <a:gd name="connsiteY70" fmla="*/ 1114946 h 1357700"/>
              <a:gd name="connsiteX71" fmla="*/ 5936643 w 10678681"/>
              <a:gd name="connsiteY71" fmla="*/ 1095428 h 1357700"/>
              <a:gd name="connsiteX72" fmla="*/ 5912484 w 10678681"/>
              <a:gd name="connsiteY72" fmla="*/ 1112624 h 1357700"/>
              <a:gd name="connsiteX73" fmla="*/ 5908387 w 10678681"/>
              <a:gd name="connsiteY73" fmla="*/ 1116018 h 1357700"/>
              <a:gd name="connsiteX74" fmla="*/ 5890495 w 10678681"/>
              <a:gd name="connsiteY74" fmla="*/ 1120268 h 1357700"/>
              <a:gd name="connsiteX75" fmla="*/ 5887318 w 10678681"/>
              <a:gd name="connsiteY75" fmla="*/ 1133134 h 1357700"/>
              <a:gd name="connsiteX76" fmla="*/ 5861726 w 10678681"/>
              <a:gd name="connsiteY76" fmla="*/ 1147891 h 1357700"/>
              <a:gd name="connsiteX77" fmla="*/ 5805823 w 10678681"/>
              <a:gd name="connsiteY77" fmla="*/ 1152457 h 1357700"/>
              <a:gd name="connsiteX78" fmla="*/ 5689841 w 10678681"/>
              <a:gd name="connsiteY78" fmla="*/ 1176232 h 1357700"/>
              <a:gd name="connsiteX79" fmla="*/ 5537768 w 10678681"/>
              <a:gd name="connsiteY79" fmla="*/ 1190202 h 1357700"/>
              <a:gd name="connsiteX80" fmla="*/ 5488513 w 10678681"/>
              <a:gd name="connsiteY80" fmla="*/ 1205367 h 1357700"/>
              <a:gd name="connsiteX81" fmla="*/ 5402905 w 10678681"/>
              <a:gd name="connsiteY81" fmla="*/ 1241191 h 1357700"/>
              <a:gd name="connsiteX82" fmla="*/ 5285593 w 10678681"/>
              <a:gd name="connsiteY82" fmla="*/ 1273569 h 1357700"/>
              <a:gd name="connsiteX83" fmla="*/ 5192893 w 10678681"/>
              <a:gd name="connsiteY83" fmla="*/ 1247188 h 1357700"/>
              <a:gd name="connsiteX84" fmla="*/ 5186475 w 10678681"/>
              <a:gd name="connsiteY84" fmla="*/ 1257028 h 1357700"/>
              <a:gd name="connsiteX85" fmla="*/ 5126038 w 10678681"/>
              <a:gd name="connsiteY85" fmla="*/ 1263189 h 1357700"/>
              <a:gd name="connsiteX86" fmla="*/ 4905913 w 10678681"/>
              <a:gd name="connsiteY86" fmla="*/ 1224477 h 1357700"/>
              <a:gd name="connsiteX87" fmla="*/ 4788036 w 10678681"/>
              <a:gd name="connsiteY87" fmla="*/ 1238182 h 1357700"/>
              <a:gd name="connsiteX88" fmla="*/ 4747555 w 10678681"/>
              <a:gd name="connsiteY88" fmla="*/ 1252768 h 1357700"/>
              <a:gd name="connsiteX89" fmla="*/ 4679644 w 10678681"/>
              <a:gd name="connsiteY89" fmla="*/ 1276603 h 1357700"/>
              <a:gd name="connsiteX90" fmla="*/ 4632222 w 10678681"/>
              <a:gd name="connsiteY90" fmla="*/ 1318360 h 1357700"/>
              <a:gd name="connsiteX91" fmla="*/ 4617358 w 10678681"/>
              <a:gd name="connsiteY91" fmla="*/ 1327690 h 1357700"/>
              <a:gd name="connsiteX92" fmla="*/ 4589102 w 10678681"/>
              <a:gd name="connsiteY92" fmla="*/ 1321223 h 1357700"/>
              <a:gd name="connsiteX93" fmla="*/ 4578184 w 10678681"/>
              <a:gd name="connsiteY93" fmla="*/ 1326745 h 1357700"/>
              <a:gd name="connsiteX94" fmla="*/ 4574270 w 10678681"/>
              <a:gd name="connsiteY94" fmla="*/ 1325878 h 1357700"/>
              <a:gd name="connsiteX95" fmla="*/ 4564919 w 10678681"/>
              <a:gd name="connsiteY95" fmla="*/ 1325507 h 1357700"/>
              <a:gd name="connsiteX96" fmla="*/ 4566586 w 10678681"/>
              <a:gd name="connsiteY96" fmla="*/ 1316963 h 1357700"/>
              <a:gd name="connsiteX97" fmla="*/ 4556303 w 10678681"/>
              <a:gd name="connsiteY97" fmla="*/ 1300262 h 1357700"/>
              <a:gd name="connsiteX98" fmla="*/ 4502358 w 10678681"/>
              <a:gd name="connsiteY98" fmla="*/ 1302558 h 1357700"/>
              <a:gd name="connsiteX99" fmla="*/ 4498919 w 10678681"/>
              <a:gd name="connsiteY99" fmla="*/ 1312115 h 1357700"/>
              <a:gd name="connsiteX100" fmla="*/ 4492075 w 10678681"/>
              <a:gd name="connsiteY100" fmla="*/ 1313357 h 1357700"/>
              <a:gd name="connsiteX101" fmla="*/ 4487466 w 10678681"/>
              <a:gd name="connsiteY101" fmla="*/ 1304102 h 1357700"/>
              <a:gd name="connsiteX102" fmla="*/ 4398292 w 10678681"/>
              <a:gd name="connsiteY102" fmla="*/ 1278410 h 1357700"/>
              <a:gd name="connsiteX103" fmla="*/ 4278026 w 10678681"/>
              <a:gd name="connsiteY103" fmla="*/ 1259803 h 1357700"/>
              <a:gd name="connsiteX104" fmla="*/ 4188995 w 10678681"/>
              <a:gd name="connsiteY104" fmla="*/ 1296718 h 1357700"/>
              <a:gd name="connsiteX105" fmla="*/ 4181483 w 10678681"/>
              <a:gd name="connsiteY105" fmla="*/ 1287686 h 1357700"/>
              <a:gd name="connsiteX106" fmla="*/ 4120739 w 10678681"/>
              <a:gd name="connsiteY106" fmla="*/ 1288549 h 1357700"/>
              <a:gd name="connsiteX107" fmla="*/ 3906561 w 10678681"/>
              <a:gd name="connsiteY107" fmla="*/ 1352435 h 1357700"/>
              <a:gd name="connsiteX108" fmla="*/ 3787890 w 10678681"/>
              <a:gd name="connsiteY108" fmla="*/ 1352442 h 1357700"/>
              <a:gd name="connsiteX109" fmla="*/ 3745993 w 10678681"/>
              <a:gd name="connsiteY109" fmla="*/ 1342630 h 1357700"/>
              <a:gd name="connsiteX110" fmla="*/ 3675785 w 10678681"/>
              <a:gd name="connsiteY110" fmla="*/ 1326802 h 1357700"/>
              <a:gd name="connsiteX111" fmla="*/ 3623856 w 10678681"/>
              <a:gd name="connsiteY111" fmla="*/ 1290804 h 1357700"/>
              <a:gd name="connsiteX112" fmla="*/ 3564933 w 10678681"/>
              <a:gd name="connsiteY112" fmla="*/ 1287147 h 1357700"/>
              <a:gd name="connsiteX113" fmla="*/ 3550537 w 10678681"/>
              <a:gd name="connsiteY113" fmla="*/ 1317552 h 1357700"/>
              <a:gd name="connsiteX114" fmla="*/ 3487736 w 10678681"/>
              <a:gd name="connsiteY114" fmla="*/ 1303493 h 1357700"/>
              <a:gd name="connsiteX115" fmla="*/ 3392548 w 10678681"/>
              <a:gd name="connsiteY115" fmla="*/ 1278741 h 1357700"/>
              <a:gd name="connsiteX116" fmla="*/ 3337466 w 10678681"/>
              <a:gd name="connsiteY116" fmla="*/ 1272537 h 1357700"/>
              <a:gd name="connsiteX117" fmla="*/ 3187206 w 10678681"/>
              <a:gd name="connsiteY117" fmla="*/ 1246821 h 1357700"/>
              <a:gd name="connsiteX118" fmla="*/ 3036856 w 10678681"/>
              <a:gd name="connsiteY118" fmla="*/ 1214383 h 1357700"/>
              <a:gd name="connsiteX119" fmla="*/ 2948654 w 10678681"/>
              <a:gd name="connsiteY119" fmla="*/ 1157455 h 1357700"/>
              <a:gd name="connsiteX120" fmla="*/ 2824973 w 10678681"/>
              <a:gd name="connsiteY120" fmla="*/ 1134864 h 1357700"/>
              <a:gd name="connsiteX121" fmla="*/ 2804398 w 10678681"/>
              <a:gd name="connsiteY121" fmla="*/ 1125556 h 1357700"/>
              <a:gd name="connsiteX122" fmla="*/ 2775396 w 10678681"/>
              <a:gd name="connsiteY122" fmla="*/ 1130148 h 1357700"/>
              <a:gd name="connsiteX123" fmla="*/ 2659096 w 10678681"/>
              <a:gd name="connsiteY123" fmla="*/ 1150294 h 1357700"/>
              <a:gd name="connsiteX124" fmla="*/ 2567088 w 10678681"/>
              <a:gd name="connsiteY124" fmla="*/ 1181781 h 1357700"/>
              <a:gd name="connsiteX125" fmla="*/ 2454501 w 10678681"/>
              <a:gd name="connsiteY125" fmla="*/ 1155455 h 1357700"/>
              <a:gd name="connsiteX126" fmla="*/ 2385161 w 10678681"/>
              <a:gd name="connsiteY126" fmla="*/ 1161312 h 1357700"/>
              <a:gd name="connsiteX127" fmla="*/ 2270528 w 10678681"/>
              <a:gd name="connsiteY127" fmla="*/ 1204338 h 1357700"/>
              <a:gd name="connsiteX128" fmla="*/ 2121820 w 10678681"/>
              <a:gd name="connsiteY128" fmla="*/ 1187078 h 1357700"/>
              <a:gd name="connsiteX129" fmla="*/ 2092716 w 10678681"/>
              <a:gd name="connsiteY129" fmla="*/ 1139224 h 1357700"/>
              <a:gd name="connsiteX130" fmla="*/ 2052449 w 10678681"/>
              <a:gd name="connsiteY130" fmla="*/ 1109687 h 1357700"/>
              <a:gd name="connsiteX131" fmla="*/ 2032607 w 10678681"/>
              <a:gd name="connsiteY131" fmla="*/ 1175477 h 1357700"/>
              <a:gd name="connsiteX132" fmla="*/ 1901837 w 10678681"/>
              <a:gd name="connsiteY132" fmla="*/ 1221762 h 1357700"/>
              <a:gd name="connsiteX133" fmla="*/ 1836762 w 10678681"/>
              <a:gd name="connsiteY133" fmla="*/ 1237387 h 1357700"/>
              <a:gd name="connsiteX134" fmla="*/ 1735877 w 10678681"/>
              <a:gd name="connsiteY134" fmla="*/ 1246527 h 1357700"/>
              <a:gd name="connsiteX135" fmla="*/ 1705069 w 10678681"/>
              <a:gd name="connsiteY135" fmla="*/ 1251989 h 1357700"/>
              <a:gd name="connsiteX136" fmla="*/ 1397689 w 10678681"/>
              <a:gd name="connsiteY136" fmla="*/ 1336144 h 1357700"/>
              <a:gd name="connsiteX137" fmla="*/ 1220734 w 10678681"/>
              <a:gd name="connsiteY137" fmla="*/ 1257811 h 1357700"/>
              <a:gd name="connsiteX138" fmla="*/ 1021737 w 10678681"/>
              <a:gd name="connsiteY138" fmla="*/ 1238739 h 1357700"/>
              <a:gd name="connsiteX139" fmla="*/ 959820 w 10678681"/>
              <a:gd name="connsiteY139" fmla="*/ 1275863 h 1357700"/>
              <a:gd name="connsiteX140" fmla="*/ 929137 w 10678681"/>
              <a:gd name="connsiteY140" fmla="*/ 1273957 h 1357700"/>
              <a:gd name="connsiteX141" fmla="*/ 878849 w 10678681"/>
              <a:gd name="connsiteY141" fmla="*/ 1266740 h 1357700"/>
              <a:gd name="connsiteX142" fmla="*/ 800667 w 10678681"/>
              <a:gd name="connsiteY142" fmla="*/ 1282041 h 1357700"/>
              <a:gd name="connsiteX143" fmla="*/ 644906 w 10678681"/>
              <a:gd name="connsiteY143" fmla="*/ 1273685 h 1357700"/>
              <a:gd name="connsiteX144" fmla="*/ 379869 w 10678681"/>
              <a:gd name="connsiteY144" fmla="*/ 1339165 h 1357700"/>
              <a:gd name="connsiteX145" fmla="*/ 137696 w 10678681"/>
              <a:gd name="connsiteY145" fmla="*/ 1319217 h 1357700"/>
              <a:gd name="connsiteX146" fmla="*/ 54250 w 10678681"/>
              <a:gd name="connsiteY146" fmla="*/ 1315838 h 1357700"/>
              <a:gd name="connsiteX147" fmla="*/ 28042 w 10678681"/>
              <a:gd name="connsiteY147" fmla="*/ 1297822 h 1357700"/>
              <a:gd name="connsiteX148" fmla="*/ 0 w 10678681"/>
              <a:gd name="connsiteY148" fmla="*/ 1294612 h 1357700"/>
              <a:gd name="connsiteX149" fmla="*/ 0 w 10678681"/>
              <a:gd name="connsiteY149" fmla="*/ 0 h 1357700"/>
              <a:gd name="connsiteX0" fmla="*/ 0 w 10678681"/>
              <a:gd name="connsiteY0" fmla="*/ 0 h 1357700"/>
              <a:gd name="connsiteX1" fmla="*/ 10678681 w 10678681"/>
              <a:gd name="connsiteY1" fmla="*/ 0 h 1357700"/>
              <a:gd name="connsiteX2" fmla="*/ 10666019 w 10678681"/>
              <a:gd name="connsiteY2" fmla="*/ 7876 h 1357700"/>
              <a:gd name="connsiteX3" fmla="*/ 10632825 w 10678681"/>
              <a:gd name="connsiteY3" fmla="*/ 32153 h 1357700"/>
              <a:gd name="connsiteX4" fmla="*/ 10510605 w 10678681"/>
              <a:gd name="connsiteY4" fmla="*/ 30449 h 1357700"/>
              <a:gd name="connsiteX5" fmla="*/ 10456989 w 10678681"/>
              <a:gd name="connsiteY5" fmla="*/ 979 h 1357700"/>
              <a:gd name="connsiteX6" fmla="*/ 10438642 w 10678681"/>
              <a:gd name="connsiteY6" fmla="*/ 1524 h 1357700"/>
              <a:gd name="connsiteX7" fmla="*/ 10407146 w 10678681"/>
              <a:gd name="connsiteY7" fmla="*/ 43659 h 1357700"/>
              <a:gd name="connsiteX8" fmla="*/ 10357996 w 10678681"/>
              <a:gd name="connsiteY8" fmla="*/ 50836 h 1357700"/>
              <a:gd name="connsiteX9" fmla="*/ 10306667 w 10678681"/>
              <a:gd name="connsiteY9" fmla="*/ 109739 h 1357700"/>
              <a:gd name="connsiteX10" fmla="*/ 10115334 w 10678681"/>
              <a:gd name="connsiteY10" fmla="*/ 155658 h 1357700"/>
              <a:gd name="connsiteX11" fmla="*/ 10068157 w 10678681"/>
              <a:gd name="connsiteY11" fmla="*/ 215673 h 1357700"/>
              <a:gd name="connsiteX12" fmla="*/ 10045431 w 10678681"/>
              <a:gd name="connsiteY12" fmla="*/ 229568 h 1357700"/>
              <a:gd name="connsiteX13" fmla="*/ 10013265 w 10678681"/>
              <a:gd name="connsiteY13" fmla="*/ 284757 h 1357700"/>
              <a:gd name="connsiteX14" fmla="*/ 9862496 w 10678681"/>
              <a:gd name="connsiteY14" fmla="*/ 223033 h 1357700"/>
              <a:gd name="connsiteX15" fmla="*/ 9679638 w 10678681"/>
              <a:gd name="connsiteY15" fmla="*/ 277462 h 1357700"/>
              <a:gd name="connsiteX16" fmla="*/ 9498347 w 10678681"/>
              <a:gd name="connsiteY16" fmla="*/ 244723 h 1357700"/>
              <a:gd name="connsiteX17" fmla="*/ 9399702 w 10678681"/>
              <a:gd name="connsiteY17" fmla="*/ 276316 h 1357700"/>
              <a:gd name="connsiteX18" fmla="*/ 9378439 w 10678681"/>
              <a:gd name="connsiteY18" fmla="*/ 326244 h 1357700"/>
              <a:gd name="connsiteX19" fmla="*/ 9121744 w 10678681"/>
              <a:gd name="connsiteY19" fmla="*/ 365177 h 1357700"/>
              <a:gd name="connsiteX20" fmla="*/ 9061654 w 10678681"/>
              <a:gd name="connsiteY20" fmla="*/ 393730 h 1357700"/>
              <a:gd name="connsiteX21" fmla="*/ 8997577 w 10678681"/>
              <a:gd name="connsiteY21" fmla="*/ 380865 h 1357700"/>
              <a:gd name="connsiteX22" fmla="*/ 8907968 w 10678681"/>
              <a:gd name="connsiteY22" fmla="*/ 447345 h 1357700"/>
              <a:gd name="connsiteX23" fmla="*/ 8764163 w 10678681"/>
              <a:gd name="connsiteY23" fmla="*/ 471000 h 1357700"/>
              <a:gd name="connsiteX24" fmla="*/ 8680155 w 10678681"/>
              <a:gd name="connsiteY24" fmla="*/ 492404 h 1357700"/>
              <a:gd name="connsiteX25" fmla="*/ 8651436 w 10678681"/>
              <a:gd name="connsiteY25" fmla="*/ 511923 h 1357700"/>
              <a:gd name="connsiteX26" fmla="*/ 8609185 w 10678681"/>
              <a:gd name="connsiteY26" fmla="*/ 531525 h 1357700"/>
              <a:gd name="connsiteX27" fmla="*/ 8537091 w 10678681"/>
              <a:gd name="connsiteY27" fmla="*/ 574933 h 1357700"/>
              <a:gd name="connsiteX28" fmla="*/ 8435931 w 10678681"/>
              <a:gd name="connsiteY28" fmla="*/ 617926 h 1357700"/>
              <a:gd name="connsiteX29" fmla="*/ 8348623 w 10678681"/>
              <a:gd name="connsiteY29" fmla="*/ 600607 h 1357700"/>
              <a:gd name="connsiteX30" fmla="*/ 8344233 w 10678681"/>
              <a:gd name="connsiteY30" fmla="*/ 610922 h 1357700"/>
              <a:gd name="connsiteX31" fmla="*/ 8290622 w 10678681"/>
              <a:gd name="connsiteY31" fmla="*/ 622687 h 1357700"/>
              <a:gd name="connsiteX32" fmla="*/ 8086698 w 10678681"/>
              <a:gd name="connsiteY32" fmla="*/ 605185 h 1357700"/>
              <a:gd name="connsiteX33" fmla="*/ 7982378 w 10678681"/>
              <a:gd name="connsiteY33" fmla="*/ 629799 h 1357700"/>
              <a:gd name="connsiteX34" fmla="*/ 7947952 w 10678681"/>
              <a:gd name="connsiteY34" fmla="*/ 648003 h 1357700"/>
              <a:gd name="connsiteX35" fmla="*/ 7890112 w 10678681"/>
              <a:gd name="connsiteY35" fmla="*/ 677915 h 1357700"/>
              <a:gd name="connsiteX36" fmla="*/ 7853284 w 10678681"/>
              <a:gd name="connsiteY36" fmla="*/ 723588 h 1357700"/>
              <a:gd name="connsiteX37" fmla="*/ 7802383 w 10678681"/>
              <a:gd name="connsiteY37" fmla="*/ 739359 h 1357700"/>
              <a:gd name="connsiteX38" fmla="*/ 7782280 w 10678681"/>
              <a:gd name="connsiteY38" fmla="*/ 712868 h 1357700"/>
              <a:gd name="connsiteX39" fmla="*/ 7730518 w 10678681"/>
              <a:gd name="connsiteY39" fmla="*/ 739526 h 1357700"/>
              <a:gd name="connsiteX40" fmla="*/ 7652907 w 10678681"/>
              <a:gd name="connsiteY40" fmla="*/ 783273 h 1357700"/>
              <a:gd name="connsiteX41" fmla="*/ 7606008 w 10678681"/>
              <a:gd name="connsiteY41" fmla="*/ 800717 h 1357700"/>
              <a:gd name="connsiteX42" fmla="*/ 7480223 w 10678681"/>
              <a:gd name="connsiteY42" fmla="*/ 856821 h 1357700"/>
              <a:gd name="connsiteX43" fmla="*/ 7356005 w 10678681"/>
              <a:gd name="connsiteY43" fmla="*/ 919462 h 1357700"/>
              <a:gd name="connsiteX44" fmla="*/ 7305396 w 10678681"/>
              <a:gd name="connsiteY44" fmla="*/ 986228 h 1357700"/>
              <a:gd name="connsiteX45" fmla="*/ 7298314 w 10678681"/>
              <a:gd name="connsiteY45" fmla="*/ 989899 h 1357700"/>
              <a:gd name="connsiteX46" fmla="*/ 7277477 w 10678681"/>
              <a:gd name="connsiteY46" fmla="*/ 990571 h 1357700"/>
              <a:gd name="connsiteX47" fmla="*/ 7269396 w 10678681"/>
              <a:gd name="connsiteY47" fmla="*/ 989282 h 1357700"/>
              <a:gd name="connsiteX48" fmla="*/ 7258094 w 10678681"/>
              <a:gd name="connsiteY48" fmla="*/ 990679 h 1357700"/>
              <a:gd name="connsiteX49" fmla="*/ 7257893 w 10678681"/>
              <a:gd name="connsiteY49" fmla="*/ 991204 h 1357700"/>
              <a:gd name="connsiteX50" fmla="*/ 7247153 w 10678681"/>
              <a:gd name="connsiteY50" fmla="*/ 991550 h 1357700"/>
              <a:gd name="connsiteX51" fmla="*/ 7193612 w 10678681"/>
              <a:gd name="connsiteY51" fmla="*/ 987042 h 1357700"/>
              <a:gd name="connsiteX52" fmla="*/ 7132632 w 10678681"/>
              <a:gd name="connsiteY52" fmla="*/ 1042036 h 1357700"/>
              <a:gd name="connsiteX53" fmla="*/ 7105610 w 10678681"/>
              <a:gd name="connsiteY53" fmla="*/ 1053537 h 1357700"/>
              <a:gd name="connsiteX54" fmla="*/ 7091599 w 10678681"/>
              <a:gd name="connsiteY54" fmla="*/ 1062302 h 1357700"/>
              <a:gd name="connsiteX55" fmla="*/ 7090998 w 10678681"/>
              <a:gd name="connsiteY55" fmla="*/ 1064540 h 1357700"/>
              <a:gd name="connsiteX56" fmla="*/ 7039634 w 10678681"/>
              <a:gd name="connsiteY56" fmla="*/ 1059971 h 1357700"/>
              <a:gd name="connsiteX57" fmla="*/ 7033445 w 10678681"/>
              <a:gd name="connsiteY57" fmla="*/ 1063314 h 1357700"/>
              <a:gd name="connsiteX58" fmla="*/ 6999157 w 10678681"/>
              <a:gd name="connsiteY58" fmla="*/ 1055282 h 1357700"/>
              <a:gd name="connsiteX59" fmla="*/ 6981874 w 10678681"/>
              <a:gd name="connsiteY59" fmla="*/ 1053827 h 1357700"/>
              <a:gd name="connsiteX60" fmla="*/ 6976102 w 10678681"/>
              <a:gd name="connsiteY60" fmla="*/ 1047854 h 1357700"/>
              <a:gd name="connsiteX61" fmla="*/ 6951040 w 10678681"/>
              <a:gd name="connsiteY61" fmla="*/ 1048531 h 1357700"/>
              <a:gd name="connsiteX62" fmla="*/ 6948497 w 10678681"/>
              <a:gd name="connsiteY62" fmla="*/ 1050706 h 1357700"/>
              <a:gd name="connsiteX63" fmla="*/ 6926582 w 10678681"/>
              <a:gd name="connsiteY63" fmla="*/ 1043462 h 1357700"/>
              <a:gd name="connsiteX64" fmla="*/ 6833743 w 10678681"/>
              <a:gd name="connsiteY64" fmla="*/ 1027960 h 1357700"/>
              <a:gd name="connsiteX65" fmla="*/ 6698313 w 10678681"/>
              <a:gd name="connsiteY65" fmla="*/ 1063249 h 1357700"/>
              <a:gd name="connsiteX66" fmla="*/ 6550218 w 10678681"/>
              <a:gd name="connsiteY66" fmla="*/ 1026825 h 1357700"/>
              <a:gd name="connsiteX67" fmla="*/ 6437450 w 10678681"/>
              <a:gd name="connsiteY67" fmla="*/ 1101075 h 1357700"/>
              <a:gd name="connsiteX68" fmla="*/ 6327795 w 10678681"/>
              <a:gd name="connsiteY68" fmla="*/ 1088142 h 1357700"/>
              <a:gd name="connsiteX69" fmla="*/ 6136549 w 10678681"/>
              <a:gd name="connsiteY69" fmla="*/ 1100268 h 1357700"/>
              <a:gd name="connsiteX70" fmla="*/ 6004655 w 10678681"/>
              <a:gd name="connsiteY70" fmla="*/ 1114946 h 1357700"/>
              <a:gd name="connsiteX71" fmla="*/ 5936643 w 10678681"/>
              <a:gd name="connsiteY71" fmla="*/ 1095428 h 1357700"/>
              <a:gd name="connsiteX72" fmla="*/ 5912484 w 10678681"/>
              <a:gd name="connsiteY72" fmla="*/ 1112624 h 1357700"/>
              <a:gd name="connsiteX73" fmla="*/ 5908387 w 10678681"/>
              <a:gd name="connsiteY73" fmla="*/ 1116018 h 1357700"/>
              <a:gd name="connsiteX74" fmla="*/ 5890495 w 10678681"/>
              <a:gd name="connsiteY74" fmla="*/ 1120268 h 1357700"/>
              <a:gd name="connsiteX75" fmla="*/ 5887318 w 10678681"/>
              <a:gd name="connsiteY75" fmla="*/ 1133134 h 1357700"/>
              <a:gd name="connsiteX76" fmla="*/ 5861726 w 10678681"/>
              <a:gd name="connsiteY76" fmla="*/ 1147891 h 1357700"/>
              <a:gd name="connsiteX77" fmla="*/ 5805823 w 10678681"/>
              <a:gd name="connsiteY77" fmla="*/ 1152457 h 1357700"/>
              <a:gd name="connsiteX78" fmla="*/ 5689841 w 10678681"/>
              <a:gd name="connsiteY78" fmla="*/ 1176232 h 1357700"/>
              <a:gd name="connsiteX79" fmla="*/ 5605119 w 10678681"/>
              <a:gd name="connsiteY79" fmla="*/ 1190202 h 1357700"/>
              <a:gd name="connsiteX80" fmla="*/ 5488513 w 10678681"/>
              <a:gd name="connsiteY80" fmla="*/ 1205367 h 1357700"/>
              <a:gd name="connsiteX81" fmla="*/ 5402905 w 10678681"/>
              <a:gd name="connsiteY81" fmla="*/ 1241191 h 1357700"/>
              <a:gd name="connsiteX82" fmla="*/ 5285593 w 10678681"/>
              <a:gd name="connsiteY82" fmla="*/ 1273569 h 1357700"/>
              <a:gd name="connsiteX83" fmla="*/ 5192893 w 10678681"/>
              <a:gd name="connsiteY83" fmla="*/ 1247188 h 1357700"/>
              <a:gd name="connsiteX84" fmla="*/ 5186475 w 10678681"/>
              <a:gd name="connsiteY84" fmla="*/ 1257028 h 1357700"/>
              <a:gd name="connsiteX85" fmla="*/ 5126038 w 10678681"/>
              <a:gd name="connsiteY85" fmla="*/ 1263189 h 1357700"/>
              <a:gd name="connsiteX86" fmla="*/ 4905913 w 10678681"/>
              <a:gd name="connsiteY86" fmla="*/ 1224477 h 1357700"/>
              <a:gd name="connsiteX87" fmla="*/ 4788036 w 10678681"/>
              <a:gd name="connsiteY87" fmla="*/ 1238182 h 1357700"/>
              <a:gd name="connsiteX88" fmla="*/ 4747555 w 10678681"/>
              <a:gd name="connsiteY88" fmla="*/ 1252768 h 1357700"/>
              <a:gd name="connsiteX89" fmla="*/ 4679644 w 10678681"/>
              <a:gd name="connsiteY89" fmla="*/ 1276603 h 1357700"/>
              <a:gd name="connsiteX90" fmla="*/ 4632222 w 10678681"/>
              <a:gd name="connsiteY90" fmla="*/ 1318360 h 1357700"/>
              <a:gd name="connsiteX91" fmla="*/ 4617358 w 10678681"/>
              <a:gd name="connsiteY91" fmla="*/ 1327690 h 1357700"/>
              <a:gd name="connsiteX92" fmla="*/ 4589102 w 10678681"/>
              <a:gd name="connsiteY92" fmla="*/ 1321223 h 1357700"/>
              <a:gd name="connsiteX93" fmla="*/ 4578184 w 10678681"/>
              <a:gd name="connsiteY93" fmla="*/ 1326745 h 1357700"/>
              <a:gd name="connsiteX94" fmla="*/ 4574270 w 10678681"/>
              <a:gd name="connsiteY94" fmla="*/ 1325878 h 1357700"/>
              <a:gd name="connsiteX95" fmla="*/ 4564919 w 10678681"/>
              <a:gd name="connsiteY95" fmla="*/ 1325507 h 1357700"/>
              <a:gd name="connsiteX96" fmla="*/ 4566586 w 10678681"/>
              <a:gd name="connsiteY96" fmla="*/ 1316963 h 1357700"/>
              <a:gd name="connsiteX97" fmla="*/ 4556303 w 10678681"/>
              <a:gd name="connsiteY97" fmla="*/ 1300262 h 1357700"/>
              <a:gd name="connsiteX98" fmla="*/ 4502358 w 10678681"/>
              <a:gd name="connsiteY98" fmla="*/ 1302558 h 1357700"/>
              <a:gd name="connsiteX99" fmla="*/ 4498919 w 10678681"/>
              <a:gd name="connsiteY99" fmla="*/ 1312115 h 1357700"/>
              <a:gd name="connsiteX100" fmla="*/ 4492075 w 10678681"/>
              <a:gd name="connsiteY100" fmla="*/ 1313357 h 1357700"/>
              <a:gd name="connsiteX101" fmla="*/ 4487466 w 10678681"/>
              <a:gd name="connsiteY101" fmla="*/ 1304102 h 1357700"/>
              <a:gd name="connsiteX102" fmla="*/ 4398292 w 10678681"/>
              <a:gd name="connsiteY102" fmla="*/ 1278410 h 1357700"/>
              <a:gd name="connsiteX103" fmla="*/ 4278026 w 10678681"/>
              <a:gd name="connsiteY103" fmla="*/ 1259803 h 1357700"/>
              <a:gd name="connsiteX104" fmla="*/ 4188995 w 10678681"/>
              <a:gd name="connsiteY104" fmla="*/ 1296718 h 1357700"/>
              <a:gd name="connsiteX105" fmla="*/ 4181483 w 10678681"/>
              <a:gd name="connsiteY105" fmla="*/ 1287686 h 1357700"/>
              <a:gd name="connsiteX106" fmla="*/ 4120739 w 10678681"/>
              <a:gd name="connsiteY106" fmla="*/ 1288549 h 1357700"/>
              <a:gd name="connsiteX107" fmla="*/ 3906561 w 10678681"/>
              <a:gd name="connsiteY107" fmla="*/ 1352435 h 1357700"/>
              <a:gd name="connsiteX108" fmla="*/ 3787890 w 10678681"/>
              <a:gd name="connsiteY108" fmla="*/ 1352442 h 1357700"/>
              <a:gd name="connsiteX109" fmla="*/ 3745993 w 10678681"/>
              <a:gd name="connsiteY109" fmla="*/ 1342630 h 1357700"/>
              <a:gd name="connsiteX110" fmla="*/ 3675785 w 10678681"/>
              <a:gd name="connsiteY110" fmla="*/ 1326802 h 1357700"/>
              <a:gd name="connsiteX111" fmla="*/ 3623856 w 10678681"/>
              <a:gd name="connsiteY111" fmla="*/ 1290804 h 1357700"/>
              <a:gd name="connsiteX112" fmla="*/ 3564933 w 10678681"/>
              <a:gd name="connsiteY112" fmla="*/ 1287147 h 1357700"/>
              <a:gd name="connsiteX113" fmla="*/ 3550537 w 10678681"/>
              <a:gd name="connsiteY113" fmla="*/ 1317552 h 1357700"/>
              <a:gd name="connsiteX114" fmla="*/ 3487736 w 10678681"/>
              <a:gd name="connsiteY114" fmla="*/ 1303493 h 1357700"/>
              <a:gd name="connsiteX115" fmla="*/ 3392548 w 10678681"/>
              <a:gd name="connsiteY115" fmla="*/ 1278741 h 1357700"/>
              <a:gd name="connsiteX116" fmla="*/ 3337466 w 10678681"/>
              <a:gd name="connsiteY116" fmla="*/ 1272537 h 1357700"/>
              <a:gd name="connsiteX117" fmla="*/ 3187206 w 10678681"/>
              <a:gd name="connsiteY117" fmla="*/ 1246821 h 1357700"/>
              <a:gd name="connsiteX118" fmla="*/ 3036856 w 10678681"/>
              <a:gd name="connsiteY118" fmla="*/ 1214383 h 1357700"/>
              <a:gd name="connsiteX119" fmla="*/ 2948654 w 10678681"/>
              <a:gd name="connsiteY119" fmla="*/ 1157455 h 1357700"/>
              <a:gd name="connsiteX120" fmla="*/ 2824973 w 10678681"/>
              <a:gd name="connsiteY120" fmla="*/ 1134864 h 1357700"/>
              <a:gd name="connsiteX121" fmla="*/ 2804398 w 10678681"/>
              <a:gd name="connsiteY121" fmla="*/ 1125556 h 1357700"/>
              <a:gd name="connsiteX122" fmla="*/ 2775396 w 10678681"/>
              <a:gd name="connsiteY122" fmla="*/ 1130148 h 1357700"/>
              <a:gd name="connsiteX123" fmla="*/ 2659096 w 10678681"/>
              <a:gd name="connsiteY123" fmla="*/ 1150294 h 1357700"/>
              <a:gd name="connsiteX124" fmla="*/ 2567088 w 10678681"/>
              <a:gd name="connsiteY124" fmla="*/ 1181781 h 1357700"/>
              <a:gd name="connsiteX125" fmla="*/ 2454501 w 10678681"/>
              <a:gd name="connsiteY125" fmla="*/ 1155455 h 1357700"/>
              <a:gd name="connsiteX126" fmla="*/ 2385161 w 10678681"/>
              <a:gd name="connsiteY126" fmla="*/ 1161312 h 1357700"/>
              <a:gd name="connsiteX127" fmla="*/ 2270528 w 10678681"/>
              <a:gd name="connsiteY127" fmla="*/ 1204338 h 1357700"/>
              <a:gd name="connsiteX128" fmla="*/ 2121820 w 10678681"/>
              <a:gd name="connsiteY128" fmla="*/ 1187078 h 1357700"/>
              <a:gd name="connsiteX129" fmla="*/ 2092716 w 10678681"/>
              <a:gd name="connsiteY129" fmla="*/ 1139224 h 1357700"/>
              <a:gd name="connsiteX130" fmla="*/ 2052449 w 10678681"/>
              <a:gd name="connsiteY130" fmla="*/ 1109687 h 1357700"/>
              <a:gd name="connsiteX131" fmla="*/ 2032607 w 10678681"/>
              <a:gd name="connsiteY131" fmla="*/ 1175477 h 1357700"/>
              <a:gd name="connsiteX132" fmla="*/ 1901837 w 10678681"/>
              <a:gd name="connsiteY132" fmla="*/ 1221762 h 1357700"/>
              <a:gd name="connsiteX133" fmla="*/ 1836762 w 10678681"/>
              <a:gd name="connsiteY133" fmla="*/ 1237387 h 1357700"/>
              <a:gd name="connsiteX134" fmla="*/ 1735877 w 10678681"/>
              <a:gd name="connsiteY134" fmla="*/ 1246527 h 1357700"/>
              <a:gd name="connsiteX135" fmla="*/ 1705069 w 10678681"/>
              <a:gd name="connsiteY135" fmla="*/ 1251989 h 1357700"/>
              <a:gd name="connsiteX136" fmla="*/ 1397689 w 10678681"/>
              <a:gd name="connsiteY136" fmla="*/ 1336144 h 1357700"/>
              <a:gd name="connsiteX137" fmla="*/ 1220734 w 10678681"/>
              <a:gd name="connsiteY137" fmla="*/ 1257811 h 1357700"/>
              <a:gd name="connsiteX138" fmla="*/ 1021737 w 10678681"/>
              <a:gd name="connsiteY138" fmla="*/ 1238739 h 1357700"/>
              <a:gd name="connsiteX139" fmla="*/ 959820 w 10678681"/>
              <a:gd name="connsiteY139" fmla="*/ 1275863 h 1357700"/>
              <a:gd name="connsiteX140" fmla="*/ 929137 w 10678681"/>
              <a:gd name="connsiteY140" fmla="*/ 1273957 h 1357700"/>
              <a:gd name="connsiteX141" fmla="*/ 878849 w 10678681"/>
              <a:gd name="connsiteY141" fmla="*/ 1266740 h 1357700"/>
              <a:gd name="connsiteX142" fmla="*/ 800667 w 10678681"/>
              <a:gd name="connsiteY142" fmla="*/ 1282041 h 1357700"/>
              <a:gd name="connsiteX143" fmla="*/ 644906 w 10678681"/>
              <a:gd name="connsiteY143" fmla="*/ 1273685 h 1357700"/>
              <a:gd name="connsiteX144" fmla="*/ 379869 w 10678681"/>
              <a:gd name="connsiteY144" fmla="*/ 1339165 h 1357700"/>
              <a:gd name="connsiteX145" fmla="*/ 137696 w 10678681"/>
              <a:gd name="connsiteY145" fmla="*/ 1319217 h 1357700"/>
              <a:gd name="connsiteX146" fmla="*/ 54250 w 10678681"/>
              <a:gd name="connsiteY146" fmla="*/ 1315838 h 1357700"/>
              <a:gd name="connsiteX147" fmla="*/ 28042 w 10678681"/>
              <a:gd name="connsiteY147" fmla="*/ 1297822 h 1357700"/>
              <a:gd name="connsiteX148" fmla="*/ 0 w 10678681"/>
              <a:gd name="connsiteY148" fmla="*/ 1294612 h 1357700"/>
              <a:gd name="connsiteX149" fmla="*/ 0 w 10678681"/>
              <a:gd name="connsiteY149" fmla="*/ 0 h 1357700"/>
              <a:gd name="connsiteX0" fmla="*/ 0 w 10678681"/>
              <a:gd name="connsiteY0" fmla="*/ 0 h 1357700"/>
              <a:gd name="connsiteX1" fmla="*/ 10678681 w 10678681"/>
              <a:gd name="connsiteY1" fmla="*/ 0 h 1357700"/>
              <a:gd name="connsiteX2" fmla="*/ 10666019 w 10678681"/>
              <a:gd name="connsiteY2" fmla="*/ 7876 h 1357700"/>
              <a:gd name="connsiteX3" fmla="*/ 10632825 w 10678681"/>
              <a:gd name="connsiteY3" fmla="*/ 32153 h 1357700"/>
              <a:gd name="connsiteX4" fmla="*/ 10510605 w 10678681"/>
              <a:gd name="connsiteY4" fmla="*/ 30449 h 1357700"/>
              <a:gd name="connsiteX5" fmla="*/ 10456989 w 10678681"/>
              <a:gd name="connsiteY5" fmla="*/ 979 h 1357700"/>
              <a:gd name="connsiteX6" fmla="*/ 10438642 w 10678681"/>
              <a:gd name="connsiteY6" fmla="*/ 1524 h 1357700"/>
              <a:gd name="connsiteX7" fmla="*/ 10407146 w 10678681"/>
              <a:gd name="connsiteY7" fmla="*/ 43659 h 1357700"/>
              <a:gd name="connsiteX8" fmla="*/ 10357996 w 10678681"/>
              <a:gd name="connsiteY8" fmla="*/ 50836 h 1357700"/>
              <a:gd name="connsiteX9" fmla="*/ 10306667 w 10678681"/>
              <a:gd name="connsiteY9" fmla="*/ 109739 h 1357700"/>
              <a:gd name="connsiteX10" fmla="*/ 10115334 w 10678681"/>
              <a:gd name="connsiteY10" fmla="*/ 155658 h 1357700"/>
              <a:gd name="connsiteX11" fmla="*/ 10068157 w 10678681"/>
              <a:gd name="connsiteY11" fmla="*/ 215673 h 1357700"/>
              <a:gd name="connsiteX12" fmla="*/ 10045431 w 10678681"/>
              <a:gd name="connsiteY12" fmla="*/ 229568 h 1357700"/>
              <a:gd name="connsiteX13" fmla="*/ 10013265 w 10678681"/>
              <a:gd name="connsiteY13" fmla="*/ 284757 h 1357700"/>
              <a:gd name="connsiteX14" fmla="*/ 9862496 w 10678681"/>
              <a:gd name="connsiteY14" fmla="*/ 223033 h 1357700"/>
              <a:gd name="connsiteX15" fmla="*/ 9679638 w 10678681"/>
              <a:gd name="connsiteY15" fmla="*/ 277462 h 1357700"/>
              <a:gd name="connsiteX16" fmla="*/ 9498347 w 10678681"/>
              <a:gd name="connsiteY16" fmla="*/ 244723 h 1357700"/>
              <a:gd name="connsiteX17" fmla="*/ 9399702 w 10678681"/>
              <a:gd name="connsiteY17" fmla="*/ 276316 h 1357700"/>
              <a:gd name="connsiteX18" fmla="*/ 9378439 w 10678681"/>
              <a:gd name="connsiteY18" fmla="*/ 326244 h 1357700"/>
              <a:gd name="connsiteX19" fmla="*/ 9121744 w 10678681"/>
              <a:gd name="connsiteY19" fmla="*/ 365177 h 1357700"/>
              <a:gd name="connsiteX20" fmla="*/ 9061654 w 10678681"/>
              <a:gd name="connsiteY20" fmla="*/ 393730 h 1357700"/>
              <a:gd name="connsiteX21" fmla="*/ 8997577 w 10678681"/>
              <a:gd name="connsiteY21" fmla="*/ 380865 h 1357700"/>
              <a:gd name="connsiteX22" fmla="*/ 8907968 w 10678681"/>
              <a:gd name="connsiteY22" fmla="*/ 447345 h 1357700"/>
              <a:gd name="connsiteX23" fmla="*/ 8764163 w 10678681"/>
              <a:gd name="connsiteY23" fmla="*/ 471000 h 1357700"/>
              <a:gd name="connsiteX24" fmla="*/ 8680155 w 10678681"/>
              <a:gd name="connsiteY24" fmla="*/ 492404 h 1357700"/>
              <a:gd name="connsiteX25" fmla="*/ 8651436 w 10678681"/>
              <a:gd name="connsiteY25" fmla="*/ 511923 h 1357700"/>
              <a:gd name="connsiteX26" fmla="*/ 8609185 w 10678681"/>
              <a:gd name="connsiteY26" fmla="*/ 531525 h 1357700"/>
              <a:gd name="connsiteX27" fmla="*/ 8537091 w 10678681"/>
              <a:gd name="connsiteY27" fmla="*/ 574933 h 1357700"/>
              <a:gd name="connsiteX28" fmla="*/ 8435931 w 10678681"/>
              <a:gd name="connsiteY28" fmla="*/ 617926 h 1357700"/>
              <a:gd name="connsiteX29" fmla="*/ 8348623 w 10678681"/>
              <a:gd name="connsiteY29" fmla="*/ 600607 h 1357700"/>
              <a:gd name="connsiteX30" fmla="*/ 8344233 w 10678681"/>
              <a:gd name="connsiteY30" fmla="*/ 610922 h 1357700"/>
              <a:gd name="connsiteX31" fmla="*/ 8290622 w 10678681"/>
              <a:gd name="connsiteY31" fmla="*/ 622687 h 1357700"/>
              <a:gd name="connsiteX32" fmla="*/ 8086698 w 10678681"/>
              <a:gd name="connsiteY32" fmla="*/ 605185 h 1357700"/>
              <a:gd name="connsiteX33" fmla="*/ 7982378 w 10678681"/>
              <a:gd name="connsiteY33" fmla="*/ 629799 h 1357700"/>
              <a:gd name="connsiteX34" fmla="*/ 7947952 w 10678681"/>
              <a:gd name="connsiteY34" fmla="*/ 648003 h 1357700"/>
              <a:gd name="connsiteX35" fmla="*/ 7890112 w 10678681"/>
              <a:gd name="connsiteY35" fmla="*/ 677915 h 1357700"/>
              <a:gd name="connsiteX36" fmla="*/ 7853284 w 10678681"/>
              <a:gd name="connsiteY36" fmla="*/ 723588 h 1357700"/>
              <a:gd name="connsiteX37" fmla="*/ 7802383 w 10678681"/>
              <a:gd name="connsiteY37" fmla="*/ 739359 h 1357700"/>
              <a:gd name="connsiteX38" fmla="*/ 7782280 w 10678681"/>
              <a:gd name="connsiteY38" fmla="*/ 712868 h 1357700"/>
              <a:gd name="connsiteX39" fmla="*/ 7730518 w 10678681"/>
              <a:gd name="connsiteY39" fmla="*/ 739526 h 1357700"/>
              <a:gd name="connsiteX40" fmla="*/ 7652907 w 10678681"/>
              <a:gd name="connsiteY40" fmla="*/ 783273 h 1357700"/>
              <a:gd name="connsiteX41" fmla="*/ 7606008 w 10678681"/>
              <a:gd name="connsiteY41" fmla="*/ 800717 h 1357700"/>
              <a:gd name="connsiteX42" fmla="*/ 7480223 w 10678681"/>
              <a:gd name="connsiteY42" fmla="*/ 856821 h 1357700"/>
              <a:gd name="connsiteX43" fmla="*/ 7356005 w 10678681"/>
              <a:gd name="connsiteY43" fmla="*/ 919462 h 1357700"/>
              <a:gd name="connsiteX44" fmla="*/ 7305396 w 10678681"/>
              <a:gd name="connsiteY44" fmla="*/ 986228 h 1357700"/>
              <a:gd name="connsiteX45" fmla="*/ 7298314 w 10678681"/>
              <a:gd name="connsiteY45" fmla="*/ 989899 h 1357700"/>
              <a:gd name="connsiteX46" fmla="*/ 7277477 w 10678681"/>
              <a:gd name="connsiteY46" fmla="*/ 990571 h 1357700"/>
              <a:gd name="connsiteX47" fmla="*/ 7269396 w 10678681"/>
              <a:gd name="connsiteY47" fmla="*/ 989282 h 1357700"/>
              <a:gd name="connsiteX48" fmla="*/ 7258094 w 10678681"/>
              <a:gd name="connsiteY48" fmla="*/ 990679 h 1357700"/>
              <a:gd name="connsiteX49" fmla="*/ 7257893 w 10678681"/>
              <a:gd name="connsiteY49" fmla="*/ 991204 h 1357700"/>
              <a:gd name="connsiteX50" fmla="*/ 7247153 w 10678681"/>
              <a:gd name="connsiteY50" fmla="*/ 991550 h 1357700"/>
              <a:gd name="connsiteX51" fmla="*/ 7193612 w 10678681"/>
              <a:gd name="connsiteY51" fmla="*/ 987042 h 1357700"/>
              <a:gd name="connsiteX52" fmla="*/ 7132632 w 10678681"/>
              <a:gd name="connsiteY52" fmla="*/ 1042036 h 1357700"/>
              <a:gd name="connsiteX53" fmla="*/ 7105610 w 10678681"/>
              <a:gd name="connsiteY53" fmla="*/ 1053537 h 1357700"/>
              <a:gd name="connsiteX54" fmla="*/ 7091599 w 10678681"/>
              <a:gd name="connsiteY54" fmla="*/ 1062302 h 1357700"/>
              <a:gd name="connsiteX55" fmla="*/ 7090998 w 10678681"/>
              <a:gd name="connsiteY55" fmla="*/ 1064540 h 1357700"/>
              <a:gd name="connsiteX56" fmla="*/ 7039634 w 10678681"/>
              <a:gd name="connsiteY56" fmla="*/ 1059971 h 1357700"/>
              <a:gd name="connsiteX57" fmla="*/ 7033445 w 10678681"/>
              <a:gd name="connsiteY57" fmla="*/ 1063314 h 1357700"/>
              <a:gd name="connsiteX58" fmla="*/ 6999157 w 10678681"/>
              <a:gd name="connsiteY58" fmla="*/ 1055282 h 1357700"/>
              <a:gd name="connsiteX59" fmla="*/ 6981874 w 10678681"/>
              <a:gd name="connsiteY59" fmla="*/ 1053827 h 1357700"/>
              <a:gd name="connsiteX60" fmla="*/ 6976102 w 10678681"/>
              <a:gd name="connsiteY60" fmla="*/ 1047854 h 1357700"/>
              <a:gd name="connsiteX61" fmla="*/ 6951040 w 10678681"/>
              <a:gd name="connsiteY61" fmla="*/ 1048531 h 1357700"/>
              <a:gd name="connsiteX62" fmla="*/ 6948497 w 10678681"/>
              <a:gd name="connsiteY62" fmla="*/ 1050706 h 1357700"/>
              <a:gd name="connsiteX63" fmla="*/ 6926582 w 10678681"/>
              <a:gd name="connsiteY63" fmla="*/ 1043462 h 1357700"/>
              <a:gd name="connsiteX64" fmla="*/ 6833743 w 10678681"/>
              <a:gd name="connsiteY64" fmla="*/ 1027960 h 1357700"/>
              <a:gd name="connsiteX65" fmla="*/ 6698313 w 10678681"/>
              <a:gd name="connsiteY65" fmla="*/ 1063249 h 1357700"/>
              <a:gd name="connsiteX66" fmla="*/ 6550218 w 10678681"/>
              <a:gd name="connsiteY66" fmla="*/ 1026825 h 1357700"/>
              <a:gd name="connsiteX67" fmla="*/ 6437450 w 10678681"/>
              <a:gd name="connsiteY67" fmla="*/ 1101075 h 1357700"/>
              <a:gd name="connsiteX68" fmla="*/ 6327795 w 10678681"/>
              <a:gd name="connsiteY68" fmla="*/ 1088142 h 1357700"/>
              <a:gd name="connsiteX69" fmla="*/ 6136549 w 10678681"/>
              <a:gd name="connsiteY69" fmla="*/ 1100268 h 1357700"/>
              <a:gd name="connsiteX70" fmla="*/ 6004655 w 10678681"/>
              <a:gd name="connsiteY70" fmla="*/ 1114946 h 1357700"/>
              <a:gd name="connsiteX71" fmla="*/ 5936643 w 10678681"/>
              <a:gd name="connsiteY71" fmla="*/ 1095428 h 1357700"/>
              <a:gd name="connsiteX72" fmla="*/ 5912484 w 10678681"/>
              <a:gd name="connsiteY72" fmla="*/ 1112624 h 1357700"/>
              <a:gd name="connsiteX73" fmla="*/ 5908387 w 10678681"/>
              <a:gd name="connsiteY73" fmla="*/ 1116018 h 1357700"/>
              <a:gd name="connsiteX74" fmla="*/ 5890495 w 10678681"/>
              <a:gd name="connsiteY74" fmla="*/ 1120268 h 1357700"/>
              <a:gd name="connsiteX75" fmla="*/ 5887318 w 10678681"/>
              <a:gd name="connsiteY75" fmla="*/ 1133134 h 1357700"/>
              <a:gd name="connsiteX76" fmla="*/ 5861726 w 10678681"/>
              <a:gd name="connsiteY76" fmla="*/ 1147891 h 1357700"/>
              <a:gd name="connsiteX77" fmla="*/ 5805823 w 10678681"/>
              <a:gd name="connsiteY77" fmla="*/ 1152457 h 1357700"/>
              <a:gd name="connsiteX78" fmla="*/ 5689841 w 10678681"/>
              <a:gd name="connsiteY78" fmla="*/ 1176232 h 1357700"/>
              <a:gd name="connsiteX79" fmla="*/ 5605119 w 10678681"/>
              <a:gd name="connsiteY79" fmla="*/ 1190202 h 1357700"/>
              <a:gd name="connsiteX80" fmla="*/ 5488513 w 10678681"/>
              <a:gd name="connsiteY80" fmla="*/ 1205367 h 1357700"/>
              <a:gd name="connsiteX81" fmla="*/ 5402905 w 10678681"/>
              <a:gd name="connsiteY81" fmla="*/ 1241191 h 1357700"/>
              <a:gd name="connsiteX82" fmla="*/ 5285593 w 10678681"/>
              <a:gd name="connsiteY82" fmla="*/ 1273569 h 1357700"/>
              <a:gd name="connsiteX83" fmla="*/ 5192893 w 10678681"/>
              <a:gd name="connsiteY83" fmla="*/ 1247188 h 1357700"/>
              <a:gd name="connsiteX84" fmla="*/ 5186475 w 10678681"/>
              <a:gd name="connsiteY84" fmla="*/ 1257028 h 1357700"/>
              <a:gd name="connsiteX85" fmla="*/ 5126038 w 10678681"/>
              <a:gd name="connsiteY85" fmla="*/ 1263189 h 1357700"/>
              <a:gd name="connsiteX86" fmla="*/ 4894688 w 10678681"/>
              <a:gd name="connsiteY86" fmla="*/ 1247184 h 1357700"/>
              <a:gd name="connsiteX87" fmla="*/ 4788036 w 10678681"/>
              <a:gd name="connsiteY87" fmla="*/ 1238182 h 1357700"/>
              <a:gd name="connsiteX88" fmla="*/ 4747555 w 10678681"/>
              <a:gd name="connsiteY88" fmla="*/ 1252768 h 1357700"/>
              <a:gd name="connsiteX89" fmla="*/ 4679644 w 10678681"/>
              <a:gd name="connsiteY89" fmla="*/ 1276603 h 1357700"/>
              <a:gd name="connsiteX90" fmla="*/ 4632222 w 10678681"/>
              <a:gd name="connsiteY90" fmla="*/ 1318360 h 1357700"/>
              <a:gd name="connsiteX91" fmla="*/ 4617358 w 10678681"/>
              <a:gd name="connsiteY91" fmla="*/ 1327690 h 1357700"/>
              <a:gd name="connsiteX92" fmla="*/ 4589102 w 10678681"/>
              <a:gd name="connsiteY92" fmla="*/ 1321223 h 1357700"/>
              <a:gd name="connsiteX93" fmla="*/ 4578184 w 10678681"/>
              <a:gd name="connsiteY93" fmla="*/ 1326745 h 1357700"/>
              <a:gd name="connsiteX94" fmla="*/ 4574270 w 10678681"/>
              <a:gd name="connsiteY94" fmla="*/ 1325878 h 1357700"/>
              <a:gd name="connsiteX95" fmla="*/ 4564919 w 10678681"/>
              <a:gd name="connsiteY95" fmla="*/ 1325507 h 1357700"/>
              <a:gd name="connsiteX96" fmla="*/ 4566586 w 10678681"/>
              <a:gd name="connsiteY96" fmla="*/ 1316963 h 1357700"/>
              <a:gd name="connsiteX97" fmla="*/ 4556303 w 10678681"/>
              <a:gd name="connsiteY97" fmla="*/ 1300262 h 1357700"/>
              <a:gd name="connsiteX98" fmla="*/ 4502358 w 10678681"/>
              <a:gd name="connsiteY98" fmla="*/ 1302558 h 1357700"/>
              <a:gd name="connsiteX99" fmla="*/ 4498919 w 10678681"/>
              <a:gd name="connsiteY99" fmla="*/ 1312115 h 1357700"/>
              <a:gd name="connsiteX100" fmla="*/ 4492075 w 10678681"/>
              <a:gd name="connsiteY100" fmla="*/ 1313357 h 1357700"/>
              <a:gd name="connsiteX101" fmla="*/ 4487466 w 10678681"/>
              <a:gd name="connsiteY101" fmla="*/ 1304102 h 1357700"/>
              <a:gd name="connsiteX102" fmla="*/ 4398292 w 10678681"/>
              <a:gd name="connsiteY102" fmla="*/ 1278410 h 1357700"/>
              <a:gd name="connsiteX103" fmla="*/ 4278026 w 10678681"/>
              <a:gd name="connsiteY103" fmla="*/ 1259803 h 1357700"/>
              <a:gd name="connsiteX104" fmla="*/ 4188995 w 10678681"/>
              <a:gd name="connsiteY104" fmla="*/ 1296718 h 1357700"/>
              <a:gd name="connsiteX105" fmla="*/ 4181483 w 10678681"/>
              <a:gd name="connsiteY105" fmla="*/ 1287686 h 1357700"/>
              <a:gd name="connsiteX106" fmla="*/ 4120739 w 10678681"/>
              <a:gd name="connsiteY106" fmla="*/ 1288549 h 1357700"/>
              <a:gd name="connsiteX107" fmla="*/ 3906561 w 10678681"/>
              <a:gd name="connsiteY107" fmla="*/ 1352435 h 1357700"/>
              <a:gd name="connsiteX108" fmla="*/ 3787890 w 10678681"/>
              <a:gd name="connsiteY108" fmla="*/ 1352442 h 1357700"/>
              <a:gd name="connsiteX109" fmla="*/ 3745993 w 10678681"/>
              <a:gd name="connsiteY109" fmla="*/ 1342630 h 1357700"/>
              <a:gd name="connsiteX110" fmla="*/ 3675785 w 10678681"/>
              <a:gd name="connsiteY110" fmla="*/ 1326802 h 1357700"/>
              <a:gd name="connsiteX111" fmla="*/ 3623856 w 10678681"/>
              <a:gd name="connsiteY111" fmla="*/ 1290804 h 1357700"/>
              <a:gd name="connsiteX112" fmla="*/ 3564933 w 10678681"/>
              <a:gd name="connsiteY112" fmla="*/ 1287147 h 1357700"/>
              <a:gd name="connsiteX113" fmla="*/ 3550537 w 10678681"/>
              <a:gd name="connsiteY113" fmla="*/ 1317552 h 1357700"/>
              <a:gd name="connsiteX114" fmla="*/ 3487736 w 10678681"/>
              <a:gd name="connsiteY114" fmla="*/ 1303493 h 1357700"/>
              <a:gd name="connsiteX115" fmla="*/ 3392548 w 10678681"/>
              <a:gd name="connsiteY115" fmla="*/ 1278741 h 1357700"/>
              <a:gd name="connsiteX116" fmla="*/ 3337466 w 10678681"/>
              <a:gd name="connsiteY116" fmla="*/ 1272537 h 1357700"/>
              <a:gd name="connsiteX117" fmla="*/ 3187206 w 10678681"/>
              <a:gd name="connsiteY117" fmla="*/ 1246821 h 1357700"/>
              <a:gd name="connsiteX118" fmla="*/ 3036856 w 10678681"/>
              <a:gd name="connsiteY118" fmla="*/ 1214383 h 1357700"/>
              <a:gd name="connsiteX119" fmla="*/ 2948654 w 10678681"/>
              <a:gd name="connsiteY119" fmla="*/ 1157455 h 1357700"/>
              <a:gd name="connsiteX120" fmla="*/ 2824973 w 10678681"/>
              <a:gd name="connsiteY120" fmla="*/ 1134864 h 1357700"/>
              <a:gd name="connsiteX121" fmla="*/ 2804398 w 10678681"/>
              <a:gd name="connsiteY121" fmla="*/ 1125556 h 1357700"/>
              <a:gd name="connsiteX122" fmla="*/ 2775396 w 10678681"/>
              <a:gd name="connsiteY122" fmla="*/ 1130148 h 1357700"/>
              <a:gd name="connsiteX123" fmla="*/ 2659096 w 10678681"/>
              <a:gd name="connsiteY123" fmla="*/ 1150294 h 1357700"/>
              <a:gd name="connsiteX124" fmla="*/ 2567088 w 10678681"/>
              <a:gd name="connsiteY124" fmla="*/ 1181781 h 1357700"/>
              <a:gd name="connsiteX125" fmla="*/ 2454501 w 10678681"/>
              <a:gd name="connsiteY125" fmla="*/ 1155455 h 1357700"/>
              <a:gd name="connsiteX126" fmla="*/ 2385161 w 10678681"/>
              <a:gd name="connsiteY126" fmla="*/ 1161312 h 1357700"/>
              <a:gd name="connsiteX127" fmla="*/ 2270528 w 10678681"/>
              <a:gd name="connsiteY127" fmla="*/ 1204338 h 1357700"/>
              <a:gd name="connsiteX128" fmla="*/ 2121820 w 10678681"/>
              <a:gd name="connsiteY128" fmla="*/ 1187078 h 1357700"/>
              <a:gd name="connsiteX129" fmla="*/ 2092716 w 10678681"/>
              <a:gd name="connsiteY129" fmla="*/ 1139224 h 1357700"/>
              <a:gd name="connsiteX130" fmla="*/ 2052449 w 10678681"/>
              <a:gd name="connsiteY130" fmla="*/ 1109687 h 1357700"/>
              <a:gd name="connsiteX131" fmla="*/ 2032607 w 10678681"/>
              <a:gd name="connsiteY131" fmla="*/ 1175477 h 1357700"/>
              <a:gd name="connsiteX132" fmla="*/ 1901837 w 10678681"/>
              <a:gd name="connsiteY132" fmla="*/ 1221762 h 1357700"/>
              <a:gd name="connsiteX133" fmla="*/ 1836762 w 10678681"/>
              <a:gd name="connsiteY133" fmla="*/ 1237387 h 1357700"/>
              <a:gd name="connsiteX134" fmla="*/ 1735877 w 10678681"/>
              <a:gd name="connsiteY134" fmla="*/ 1246527 h 1357700"/>
              <a:gd name="connsiteX135" fmla="*/ 1705069 w 10678681"/>
              <a:gd name="connsiteY135" fmla="*/ 1251989 h 1357700"/>
              <a:gd name="connsiteX136" fmla="*/ 1397689 w 10678681"/>
              <a:gd name="connsiteY136" fmla="*/ 1336144 h 1357700"/>
              <a:gd name="connsiteX137" fmla="*/ 1220734 w 10678681"/>
              <a:gd name="connsiteY137" fmla="*/ 1257811 h 1357700"/>
              <a:gd name="connsiteX138" fmla="*/ 1021737 w 10678681"/>
              <a:gd name="connsiteY138" fmla="*/ 1238739 h 1357700"/>
              <a:gd name="connsiteX139" fmla="*/ 959820 w 10678681"/>
              <a:gd name="connsiteY139" fmla="*/ 1275863 h 1357700"/>
              <a:gd name="connsiteX140" fmla="*/ 929137 w 10678681"/>
              <a:gd name="connsiteY140" fmla="*/ 1273957 h 1357700"/>
              <a:gd name="connsiteX141" fmla="*/ 878849 w 10678681"/>
              <a:gd name="connsiteY141" fmla="*/ 1266740 h 1357700"/>
              <a:gd name="connsiteX142" fmla="*/ 800667 w 10678681"/>
              <a:gd name="connsiteY142" fmla="*/ 1282041 h 1357700"/>
              <a:gd name="connsiteX143" fmla="*/ 644906 w 10678681"/>
              <a:gd name="connsiteY143" fmla="*/ 1273685 h 1357700"/>
              <a:gd name="connsiteX144" fmla="*/ 379869 w 10678681"/>
              <a:gd name="connsiteY144" fmla="*/ 1339165 h 1357700"/>
              <a:gd name="connsiteX145" fmla="*/ 137696 w 10678681"/>
              <a:gd name="connsiteY145" fmla="*/ 1319217 h 1357700"/>
              <a:gd name="connsiteX146" fmla="*/ 54250 w 10678681"/>
              <a:gd name="connsiteY146" fmla="*/ 1315838 h 1357700"/>
              <a:gd name="connsiteX147" fmla="*/ 28042 w 10678681"/>
              <a:gd name="connsiteY147" fmla="*/ 1297822 h 1357700"/>
              <a:gd name="connsiteX148" fmla="*/ 0 w 10678681"/>
              <a:gd name="connsiteY148" fmla="*/ 1294612 h 1357700"/>
              <a:gd name="connsiteX149" fmla="*/ 0 w 10678681"/>
              <a:gd name="connsiteY149" fmla="*/ 0 h 1357700"/>
              <a:gd name="connsiteX0" fmla="*/ 0 w 10678681"/>
              <a:gd name="connsiteY0" fmla="*/ 0 h 1357700"/>
              <a:gd name="connsiteX1" fmla="*/ 10678681 w 10678681"/>
              <a:gd name="connsiteY1" fmla="*/ 0 h 1357700"/>
              <a:gd name="connsiteX2" fmla="*/ 10666019 w 10678681"/>
              <a:gd name="connsiteY2" fmla="*/ 7876 h 1357700"/>
              <a:gd name="connsiteX3" fmla="*/ 10632825 w 10678681"/>
              <a:gd name="connsiteY3" fmla="*/ 32153 h 1357700"/>
              <a:gd name="connsiteX4" fmla="*/ 10510605 w 10678681"/>
              <a:gd name="connsiteY4" fmla="*/ 30449 h 1357700"/>
              <a:gd name="connsiteX5" fmla="*/ 10456989 w 10678681"/>
              <a:gd name="connsiteY5" fmla="*/ 979 h 1357700"/>
              <a:gd name="connsiteX6" fmla="*/ 10438642 w 10678681"/>
              <a:gd name="connsiteY6" fmla="*/ 1524 h 1357700"/>
              <a:gd name="connsiteX7" fmla="*/ 10407146 w 10678681"/>
              <a:gd name="connsiteY7" fmla="*/ 43659 h 1357700"/>
              <a:gd name="connsiteX8" fmla="*/ 10357996 w 10678681"/>
              <a:gd name="connsiteY8" fmla="*/ 50836 h 1357700"/>
              <a:gd name="connsiteX9" fmla="*/ 10306667 w 10678681"/>
              <a:gd name="connsiteY9" fmla="*/ 109739 h 1357700"/>
              <a:gd name="connsiteX10" fmla="*/ 10115334 w 10678681"/>
              <a:gd name="connsiteY10" fmla="*/ 155658 h 1357700"/>
              <a:gd name="connsiteX11" fmla="*/ 10068157 w 10678681"/>
              <a:gd name="connsiteY11" fmla="*/ 215673 h 1357700"/>
              <a:gd name="connsiteX12" fmla="*/ 10045431 w 10678681"/>
              <a:gd name="connsiteY12" fmla="*/ 229568 h 1357700"/>
              <a:gd name="connsiteX13" fmla="*/ 10013265 w 10678681"/>
              <a:gd name="connsiteY13" fmla="*/ 284757 h 1357700"/>
              <a:gd name="connsiteX14" fmla="*/ 9862496 w 10678681"/>
              <a:gd name="connsiteY14" fmla="*/ 223033 h 1357700"/>
              <a:gd name="connsiteX15" fmla="*/ 9679638 w 10678681"/>
              <a:gd name="connsiteY15" fmla="*/ 277462 h 1357700"/>
              <a:gd name="connsiteX16" fmla="*/ 9498347 w 10678681"/>
              <a:gd name="connsiteY16" fmla="*/ 244723 h 1357700"/>
              <a:gd name="connsiteX17" fmla="*/ 9399702 w 10678681"/>
              <a:gd name="connsiteY17" fmla="*/ 276316 h 1357700"/>
              <a:gd name="connsiteX18" fmla="*/ 9378439 w 10678681"/>
              <a:gd name="connsiteY18" fmla="*/ 326244 h 1357700"/>
              <a:gd name="connsiteX19" fmla="*/ 9121744 w 10678681"/>
              <a:gd name="connsiteY19" fmla="*/ 365177 h 1357700"/>
              <a:gd name="connsiteX20" fmla="*/ 9061654 w 10678681"/>
              <a:gd name="connsiteY20" fmla="*/ 393730 h 1357700"/>
              <a:gd name="connsiteX21" fmla="*/ 8997577 w 10678681"/>
              <a:gd name="connsiteY21" fmla="*/ 380865 h 1357700"/>
              <a:gd name="connsiteX22" fmla="*/ 8907968 w 10678681"/>
              <a:gd name="connsiteY22" fmla="*/ 447345 h 1357700"/>
              <a:gd name="connsiteX23" fmla="*/ 8764163 w 10678681"/>
              <a:gd name="connsiteY23" fmla="*/ 471000 h 1357700"/>
              <a:gd name="connsiteX24" fmla="*/ 8680155 w 10678681"/>
              <a:gd name="connsiteY24" fmla="*/ 492404 h 1357700"/>
              <a:gd name="connsiteX25" fmla="*/ 8651436 w 10678681"/>
              <a:gd name="connsiteY25" fmla="*/ 511923 h 1357700"/>
              <a:gd name="connsiteX26" fmla="*/ 8609185 w 10678681"/>
              <a:gd name="connsiteY26" fmla="*/ 531525 h 1357700"/>
              <a:gd name="connsiteX27" fmla="*/ 8537091 w 10678681"/>
              <a:gd name="connsiteY27" fmla="*/ 574933 h 1357700"/>
              <a:gd name="connsiteX28" fmla="*/ 8435931 w 10678681"/>
              <a:gd name="connsiteY28" fmla="*/ 617926 h 1357700"/>
              <a:gd name="connsiteX29" fmla="*/ 8348623 w 10678681"/>
              <a:gd name="connsiteY29" fmla="*/ 600607 h 1357700"/>
              <a:gd name="connsiteX30" fmla="*/ 8344233 w 10678681"/>
              <a:gd name="connsiteY30" fmla="*/ 610922 h 1357700"/>
              <a:gd name="connsiteX31" fmla="*/ 8290622 w 10678681"/>
              <a:gd name="connsiteY31" fmla="*/ 622687 h 1357700"/>
              <a:gd name="connsiteX32" fmla="*/ 8086698 w 10678681"/>
              <a:gd name="connsiteY32" fmla="*/ 605185 h 1357700"/>
              <a:gd name="connsiteX33" fmla="*/ 7982378 w 10678681"/>
              <a:gd name="connsiteY33" fmla="*/ 629799 h 1357700"/>
              <a:gd name="connsiteX34" fmla="*/ 7947952 w 10678681"/>
              <a:gd name="connsiteY34" fmla="*/ 648003 h 1357700"/>
              <a:gd name="connsiteX35" fmla="*/ 7890112 w 10678681"/>
              <a:gd name="connsiteY35" fmla="*/ 677915 h 1357700"/>
              <a:gd name="connsiteX36" fmla="*/ 7853284 w 10678681"/>
              <a:gd name="connsiteY36" fmla="*/ 723588 h 1357700"/>
              <a:gd name="connsiteX37" fmla="*/ 7802383 w 10678681"/>
              <a:gd name="connsiteY37" fmla="*/ 739359 h 1357700"/>
              <a:gd name="connsiteX38" fmla="*/ 7782280 w 10678681"/>
              <a:gd name="connsiteY38" fmla="*/ 712868 h 1357700"/>
              <a:gd name="connsiteX39" fmla="*/ 7730518 w 10678681"/>
              <a:gd name="connsiteY39" fmla="*/ 739526 h 1357700"/>
              <a:gd name="connsiteX40" fmla="*/ 7652907 w 10678681"/>
              <a:gd name="connsiteY40" fmla="*/ 783273 h 1357700"/>
              <a:gd name="connsiteX41" fmla="*/ 7606008 w 10678681"/>
              <a:gd name="connsiteY41" fmla="*/ 800717 h 1357700"/>
              <a:gd name="connsiteX42" fmla="*/ 7480223 w 10678681"/>
              <a:gd name="connsiteY42" fmla="*/ 856821 h 1357700"/>
              <a:gd name="connsiteX43" fmla="*/ 7356005 w 10678681"/>
              <a:gd name="connsiteY43" fmla="*/ 919462 h 1357700"/>
              <a:gd name="connsiteX44" fmla="*/ 7305396 w 10678681"/>
              <a:gd name="connsiteY44" fmla="*/ 986228 h 1357700"/>
              <a:gd name="connsiteX45" fmla="*/ 7298314 w 10678681"/>
              <a:gd name="connsiteY45" fmla="*/ 989899 h 1357700"/>
              <a:gd name="connsiteX46" fmla="*/ 7277477 w 10678681"/>
              <a:gd name="connsiteY46" fmla="*/ 990571 h 1357700"/>
              <a:gd name="connsiteX47" fmla="*/ 7269396 w 10678681"/>
              <a:gd name="connsiteY47" fmla="*/ 989282 h 1357700"/>
              <a:gd name="connsiteX48" fmla="*/ 7258094 w 10678681"/>
              <a:gd name="connsiteY48" fmla="*/ 990679 h 1357700"/>
              <a:gd name="connsiteX49" fmla="*/ 7257893 w 10678681"/>
              <a:gd name="connsiteY49" fmla="*/ 991204 h 1357700"/>
              <a:gd name="connsiteX50" fmla="*/ 7247153 w 10678681"/>
              <a:gd name="connsiteY50" fmla="*/ 991550 h 1357700"/>
              <a:gd name="connsiteX51" fmla="*/ 7193612 w 10678681"/>
              <a:gd name="connsiteY51" fmla="*/ 987042 h 1357700"/>
              <a:gd name="connsiteX52" fmla="*/ 7132632 w 10678681"/>
              <a:gd name="connsiteY52" fmla="*/ 1042036 h 1357700"/>
              <a:gd name="connsiteX53" fmla="*/ 7105610 w 10678681"/>
              <a:gd name="connsiteY53" fmla="*/ 1053537 h 1357700"/>
              <a:gd name="connsiteX54" fmla="*/ 7091599 w 10678681"/>
              <a:gd name="connsiteY54" fmla="*/ 1062302 h 1357700"/>
              <a:gd name="connsiteX55" fmla="*/ 7090998 w 10678681"/>
              <a:gd name="connsiteY55" fmla="*/ 1064540 h 1357700"/>
              <a:gd name="connsiteX56" fmla="*/ 7039634 w 10678681"/>
              <a:gd name="connsiteY56" fmla="*/ 1059971 h 1357700"/>
              <a:gd name="connsiteX57" fmla="*/ 7033445 w 10678681"/>
              <a:gd name="connsiteY57" fmla="*/ 1063314 h 1357700"/>
              <a:gd name="connsiteX58" fmla="*/ 6999157 w 10678681"/>
              <a:gd name="connsiteY58" fmla="*/ 1055282 h 1357700"/>
              <a:gd name="connsiteX59" fmla="*/ 6981874 w 10678681"/>
              <a:gd name="connsiteY59" fmla="*/ 1053827 h 1357700"/>
              <a:gd name="connsiteX60" fmla="*/ 6976102 w 10678681"/>
              <a:gd name="connsiteY60" fmla="*/ 1047854 h 1357700"/>
              <a:gd name="connsiteX61" fmla="*/ 6951040 w 10678681"/>
              <a:gd name="connsiteY61" fmla="*/ 1048531 h 1357700"/>
              <a:gd name="connsiteX62" fmla="*/ 6948497 w 10678681"/>
              <a:gd name="connsiteY62" fmla="*/ 1050706 h 1357700"/>
              <a:gd name="connsiteX63" fmla="*/ 6926582 w 10678681"/>
              <a:gd name="connsiteY63" fmla="*/ 1043462 h 1357700"/>
              <a:gd name="connsiteX64" fmla="*/ 6833743 w 10678681"/>
              <a:gd name="connsiteY64" fmla="*/ 1027960 h 1357700"/>
              <a:gd name="connsiteX65" fmla="*/ 6698313 w 10678681"/>
              <a:gd name="connsiteY65" fmla="*/ 1063249 h 1357700"/>
              <a:gd name="connsiteX66" fmla="*/ 6550218 w 10678681"/>
              <a:gd name="connsiteY66" fmla="*/ 1026825 h 1357700"/>
              <a:gd name="connsiteX67" fmla="*/ 6437450 w 10678681"/>
              <a:gd name="connsiteY67" fmla="*/ 1101075 h 1357700"/>
              <a:gd name="connsiteX68" fmla="*/ 6327795 w 10678681"/>
              <a:gd name="connsiteY68" fmla="*/ 1088142 h 1357700"/>
              <a:gd name="connsiteX69" fmla="*/ 6136549 w 10678681"/>
              <a:gd name="connsiteY69" fmla="*/ 1100268 h 1357700"/>
              <a:gd name="connsiteX70" fmla="*/ 6004655 w 10678681"/>
              <a:gd name="connsiteY70" fmla="*/ 1114946 h 1357700"/>
              <a:gd name="connsiteX71" fmla="*/ 5936643 w 10678681"/>
              <a:gd name="connsiteY71" fmla="*/ 1095428 h 1357700"/>
              <a:gd name="connsiteX72" fmla="*/ 5912484 w 10678681"/>
              <a:gd name="connsiteY72" fmla="*/ 1112624 h 1357700"/>
              <a:gd name="connsiteX73" fmla="*/ 5908387 w 10678681"/>
              <a:gd name="connsiteY73" fmla="*/ 1116018 h 1357700"/>
              <a:gd name="connsiteX74" fmla="*/ 5890495 w 10678681"/>
              <a:gd name="connsiteY74" fmla="*/ 1120268 h 1357700"/>
              <a:gd name="connsiteX75" fmla="*/ 5887318 w 10678681"/>
              <a:gd name="connsiteY75" fmla="*/ 1133134 h 1357700"/>
              <a:gd name="connsiteX76" fmla="*/ 5861726 w 10678681"/>
              <a:gd name="connsiteY76" fmla="*/ 1147891 h 1357700"/>
              <a:gd name="connsiteX77" fmla="*/ 5805823 w 10678681"/>
              <a:gd name="connsiteY77" fmla="*/ 1152457 h 1357700"/>
              <a:gd name="connsiteX78" fmla="*/ 5689841 w 10678681"/>
              <a:gd name="connsiteY78" fmla="*/ 1176232 h 1357700"/>
              <a:gd name="connsiteX79" fmla="*/ 5605119 w 10678681"/>
              <a:gd name="connsiteY79" fmla="*/ 1190202 h 1357700"/>
              <a:gd name="connsiteX80" fmla="*/ 5488513 w 10678681"/>
              <a:gd name="connsiteY80" fmla="*/ 1205367 h 1357700"/>
              <a:gd name="connsiteX81" fmla="*/ 5402905 w 10678681"/>
              <a:gd name="connsiteY81" fmla="*/ 1241191 h 1357700"/>
              <a:gd name="connsiteX82" fmla="*/ 5285593 w 10678681"/>
              <a:gd name="connsiteY82" fmla="*/ 1273569 h 1357700"/>
              <a:gd name="connsiteX83" fmla="*/ 5192893 w 10678681"/>
              <a:gd name="connsiteY83" fmla="*/ 1247188 h 1357700"/>
              <a:gd name="connsiteX84" fmla="*/ 5186475 w 10678681"/>
              <a:gd name="connsiteY84" fmla="*/ 1257028 h 1357700"/>
              <a:gd name="connsiteX85" fmla="*/ 5126038 w 10678681"/>
              <a:gd name="connsiteY85" fmla="*/ 1263189 h 1357700"/>
              <a:gd name="connsiteX86" fmla="*/ 4894688 w 10678681"/>
              <a:gd name="connsiteY86" fmla="*/ 1247184 h 1357700"/>
              <a:gd name="connsiteX87" fmla="*/ 4788036 w 10678681"/>
              <a:gd name="connsiteY87" fmla="*/ 1238182 h 1357700"/>
              <a:gd name="connsiteX88" fmla="*/ 4747555 w 10678681"/>
              <a:gd name="connsiteY88" fmla="*/ 1252768 h 1357700"/>
              <a:gd name="connsiteX89" fmla="*/ 4679644 w 10678681"/>
              <a:gd name="connsiteY89" fmla="*/ 1276603 h 1357700"/>
              <a:gd name="connsiteX90" fmla="*/ 4632222 w 10678681"/>
              <a:gd name="connsiteY90" fmla="*/ 1318360 h 1357700"/>
              <a:gd name="connsiteX91" fmla="*/ 4617358 w 10678681"/>
              <a:gd name="connsiteY91" fmla="*/ 1327690 h 1357700"/>
              <a:gd name="connsiteX92" fmla="*/ 4589102 w 10678681"/>
              <a:gd name="connsiteY92" fmla="*/ 1321223 h 1357700"/>
              <a:gd name="connsiteX93" fmla="*/ 4578184 w 10678681"/>
              <a:gd name="connsiteY93" fmla="*/ 1326745 h 1357700"/>
              <a:gd name="connsiteX94" fmla="*/ 4574270 w 10678681"/>
              <a:gd name="connsiteY94" fmla="*/ 1325878 h 1357700"/>
              <a:gd name="connsiteX95" fmla="*/ 4564919 w 10678681"/>
              <a:gd name="connsiteY95" fmla="*/ 1325507 h 1357700"/>
              <a:gd name="connsiteX96" fmla="*/ 4566586 w 10678681"/>
              <a:gd name="connsiteY96" fmla="*/ 1316963 h 1357700"/>
              <a:gd name="connsiteX97" fmla="*/ 4556303 w 10678681"/>
              <a:gd name="connsiteY97" fmla="*/ 1300262 h 1357700"/>
              <a:gd name="connsiteX98" fmla="*/ 4502358 w 10678681"/>
              <a:gd name="connsiteY98" fmla="*/ 1302558 h 1357700"/>
              <a:gd name="connsiteX99" fmla="*/ 4498919 w 10678681"/>
              <a:gd name="connsiteY99" fmla="*/ 1312115 h 1357700"/>
              <a:gd name="connsiteX100" fmla="*/ 4492075 w 10678681"/>
              <a:gd name="connsiteY100" fmla="*/ 1313357 h 1357700"/>
              <a:gd name="connsiteX101" fmla="*/ 4487466 w 10678681"/>
              <a:gd name="connsiteY101" fmla="*/ 1304102 h 1357700"/>
              <a:gd name="connsiteX102" fmla="*/ 4398292 w 10678681"/>
              <a:gd name="connsiteY102" fmla="*/ 1278410 h 1357700"/>
              <a:gd name="connsiteX103" fmla="*/ 4306088 w 10678681"/>
              <a:gd name="connsiteY103" fmla="*/ 1282512 h 1357700"/>
              <a:gd name="connsiteX104" fmla="*/ 4188995 w 10678681"/>
              <a:gd name="connsiteY104" fmla="*/ 1296718 h 1357700"/>
              <a:gd name="connsiteX105" fmla="*/ 4181483 w 10678681"/>
              <a:gd name="connsiteY105" fmla="*/ 1287686 h 1357700"/>
              <a:gd name="connsiteX106" fmla="*/ 4120739 w 10678681"/>
              <a:gd name="connsiteY106" fmla="*/ 1288549 h 1357700"/>
              <a:gd name="connsiteX107" fmla="*/ 3906561 w 10678681"/>
              <a:gd name="connsiteY107" fmla="*/ 1352435 h 1357700"/>
              <a:gd name="connsiteX108" fmla="*/ 3787890 w 10678681"/>
              <a:gd name="connsiteY108" fmla="*/ 1352442 h 1357700"/>
              <a:gd name="connsiteX109" fmla="*/ 3745993 w 10678681"/>
              <a:gd name="connsiteY109" fmla="*/ 1342630 h 1357700"/>
              <a:gd name="connsiteX110" fmla="*/ 3675785 w 10678681"/>
              <a:gd name="connsiteY110" fmla="*/ 1326802 h 1357700"/>
              <a:gd name="connsiteX111" fmla="*/ 3623856 w 10678681"/>
              <a:gd name="connsiteY111" fmla="*/ 1290804 h 1357700"/>
              <a:gd name="connsiteX112" fmla="*/ 3564933 w 10678681"/>
              <a:gd name="connsiteY112" fmla="*/ 1287147 h 1357700"/>
              <a:gd name="connsiteX113" fmla="*/ 3550537 w 10678681"/>
              <a:gd name="connsiteY113" fmla="*/ 1317552 h 1357700"/>
              <a:gd name="connsiteX114" fmla="*/ 3487736 w 10678681"/>
              <a:gd name="connsiteY114" fmla="*/ 1303493 h 1357700"/>
              <a:gd name="connsiteX115" fmla="*/ 3392548 w 10678681"/>
              <a:gd name="connsiteY115" fmla="*/ 1278741 h 1357700"/>
              <a:gd name="connsiteX116" fmla="*/ 3337466 w 10678681"/>
              <a:gd name="connsiteY116" fmla="*/ 1272537 h 1357700"/>
              <a:gd name="connsiteX117" fmla="*/ 3187206 w 10678681"/>
              <a:gd name="connsiteY117" fmla="*/ 1246821 h 1357700"/>
              <a:gd name="connsiteX118" fmla="*/ 3036856 w 10678681"/>
              <a:gd name="connsiteY118" fmla="*/ 1214383 h 1357700"/>
              <a:gd name="connsiteX119" fmla="*/ 2948654 w 10678681"/>
              <a:gd name="connsiteY119" fmla="*/ 1157455 h 1357700"/>
              <a:gd name="connsiteX120" fmla="*/ 2824973 w 10678681"/>
              <a:gd name="connsiteY120" fmla="*/ 1134864 h 1357700"/>
              <a:gd name="connsiteX121" fmla="*/ 2804398 w 10678681"/>
              <a:gd name="connsiteY121" fmla="*/ 1125556 h 1357700"/>
              <a:gd name="connsiteX122" fmla="*/ 2775396 w 10678681"/>
              <a:gd name="connsiteY122" fmla="*/ 1130148 h 1357700"/>
              <a:gd name="connsiteX123" fmla="*/ 2659096 w 10678681"/>
              <a:gd name="connsiteY123" fmla="*/ 1150294 h 1357700"/>
              <a:gd name="connsiteX124" fmla="*/ 2567088 w 10678681"/>
              <a:gd name="connsiteY124" fmla="*/ 1181781 h 1357700"/>
              <a:gd name="connsiteX125" fmla="*/ 2454501 w 10678681"/>
              <a:gd name="connsiteY125" fmla="*/ 1155455 h 1357700"/>
              <a:gd name="connsiteX126" fmla="*/ 2385161 w 10678681"/>
              <a:gd name="connsiteY126" fmla="*/ 1161312 h 1357700"/>
              <a:gd name="connsiteX127" fmla="*/ 2270528 w 10678681"/>
              <a:gd name="connsiteY127" fmla="*/ 1204338 h 1357700"/>
              <a:gd name="connsiteX128" fmla="*/ 2121820 w 10678681"/>
              <a:gd name="connsiteY128" fmla="*/ 1187078 h 1357700"/>
              <a:gd name="connsiteX129" fmla="*/ 2092716 w 10678681"/>
              <a:gd name="connsiteY129" fmla="*/ 1139224 h 1357700"/>
              <a:gd name="connsiteX130" fmla="*/ 2052449 w 10678681"/>
              <a:gd name="connsiteY130" fmla="*/ 1109687 h 1357700"/>
              <a:gd name="connsiteX131" fmla="*/ 2032607 w 10678681"/>
              <a:gd name="connsiteY131" fmla="*/ 1175477 h 1357700"/>
              <a:gd name="connsiteX132" fmla="*/ 1901837 w 10678681"/>
              <a:gd name="connsiteY132" fmla="*/ 1221762 h 1357700"/>
              <a:gd name="connsiteX133" fmla="*/ 1836762 w 10678681"/>
              <a:gd name="connsiteY133" fmla="*/ 1237387 h 1357700"/>
              <a:gd name="connsiteX134" fmla="*/ 1735877 w 10678681"/>
              <a:gd name="connsiteY134" fmla="*/ 1246527 h 1357700"/>
              <a:gd name="connsiteX135" fmla="*/ 1705069 w 10678681"/>
              <a:gd name="connsiteY135" fmla="*/ 1251989 h 1357700"/>
              <a:gd name="connsiteX136" fmla="*/ 1397689 w 10678681"/>
              <a:gd name="connsiteY136" fmla="*/ 1336144 h 1357700"/>
              <a:gd name="connsiteX137" fmla="*/ 1220734 w 10678681"/>
              <a:gd name="connsiteY137" fmla="*/ 1257811 h 1357700"/>
              <a:gd name="connsiteX138" fmla="*/ 1021737 w 10678681"/>
              <a:gd name="connsiteY138" fmla="*/ 1238739 h 1357700"/>
              <a:gd name="connsiteX139" fmla="*/ 959820 w 10678681"/>
              <a:gd name="connsiteY139" fmla="*/ 1275863 h 1357700"/>
              <a:gd name="connsiteX140" fmla="*/ 929137 w 10678681"/>
              <a:gd name="connsiteY140" fmla="*/ 1273957 h 1357700"/>
              <a:gd name="connsiteX141" fmla="*/ 878849 w 10678681"/>
              <a:gd name="connsiteY141" fmla="*/ 1266740 h 1357700"/>
              <a:gd name="connsiteX142" fmla="*/ 800667 w 10678681"/>
              <a:gd name="connsiteY142" fmla="*/ 1282041 h 1357700"/>
              <a:gd name="connsiteX143" fmla="*/ 644906 w 10678681"/>
              <a:gd name="connsiteY143" fmla="*/ 1273685 h 1357700"/>
              <a:gd name="connsiteX144" fmla="*/ 379869 w 10678681"/>
              <a:gd name="connsiteY144" fmla="*/ 1339165 h 1357700"/>
              <a:gd name="connsiteX145" fmla="*/ 137696 w 10678681"/>
              <a:gd name="connsiteY145" fmla="*/ 1319217 h 1357700"/>
              <a:gd name="connsiteX146" fmla="*/ 54250 w 10678681"/>
              <a:gd name="connsiteY146" fmla="*/ 1315838 h 1357700"/>
              <a:gd name="connsiteX147" fmla="*/ 28042 w 10678681"/>
              <a:gd name="connsiteY147" fmla="*/ 1297822 h 1357700"/>
              <a:gd name="connsiteX148" fmla="*/ 0 w 10678681"/>
              <a:gd name="connsiteY148" fmla="*/ 1294612 h 1357700"/>
              <a:gd name="connsiteX149" fmla="*/ 0 w 10678681"/>
              <a:gd name="connsiteY149" fmla="*/ 0 h 1357700"/>
              <a:gd name="connsiteX0" fmla="*/ 0 w 10678681"/>
              <a:gd name="connsiteY0" fmla="*/ 0 h 1357700"/>
              <a:gd name="connsiteX1" fmla="*/ 10678681 w 10678681"/>
              <a:gd name="connsiteY1" fmla="*/ 0 h 1357700"/>
              <a:gd name="connsiteX2" fmla="*/ 10666019 w 10678681"/>
              <a:gd name="connsiteY2" fmla="*/ 7876 h 1357700"/>
              <a:gd name="connsiteX3" fmla="*/ 10632825 w 10678681"/>
              <a:gd name="connsiteY3" fmla="*/ 32153 h 1357700"/>
              <a:gd name="connsiteX4" fmla="*/ 10510605 w 10678681"/>
              <a:gd name="connsiteY4" fmla="*/ 30449 h 1357700"/>
              <a:gd name="connsiteX5" fmla="*/ 10456989 w 10678681"/>
              <a:gd name="connsiteY5" fmla="*/ 979 h 1357700"/>
              <a:gd name="connsiteX6" fmla="*/ 10438642 w 10678681"/>
              <a:gd name="connsiteY6" fmla="*/ 1524 h 1357700"/>
              <a:gd name="connsiteX7" fmla="*/ 10407146 w 10678681"/>
              <a:gd name="connsiteY7" fmla="*/ 43659 h 1357700"/>
              <a:gd name="connsiteX8" fmla="*/ 10357996 w 10678681"/>
              <a:gd name="connsiteY8" fmla="*/ 50836 h 1357700"/>
              <a:gd name="connsiteX9" fmla="*/ 10306667 w 10678681"/>
              <a:gd name="connsiteY9" fmla="*/ 109739 h 1357700"/>
              <a:gd name="connsiteX10" fmla="*/ 10115334 w 10678681"/>
              <a:gd name="connsiteY10" fmla="*/ 155658 h 1357700"/>
              <a:gd name="connsiteX11" fmla="*/ 10068157 w 10678681"/>
              <a:gd name="connsiteY11" fmla="*/ 215673 h 1357700"/>
              <a:gd name="connsiteX12" fmla="*/ 10045431 w 10678681"/>
              <a:gd name="connsiteY12" fmla="*/ 229568 h 1357700"/>
              <a:gd name="connsiteX13" fmla="*/ 10013265 w 10678681"/>
              <a:gd name="connsiteY13" fmla="*/ 284757 h 1357700"/>
              <a:gd name="connsiteX14" fmla="*/ 9862496 w 10678681"/>
              <a:gd name="connsiteY14" fmla="*/ 223033 h 1357700"/>
              <a:gd name="connsiteX15" fmla="*/ 9679638 w 10678681"/>
              <a:gd name="connsiteY15" fmla="*/ 277462 h 1357700"/>
              <a:gd name="connsiteX16" fmla="*/ 9498347 w 10678681"/>
              <a:gd name="connsiteY16" fmla="*/ 244723 h 1357700"/>
              <a:gd name="connsiteX17" fmla="*/ 9399702 w 10678681"/>
              <a:gd name="connsiteY17" fmla="*/ 276316 h 1357700"/>
              <a:gd name="connsiteX18" fmla="*/ 9378439 w 10678681"/>
              <a:gd name="connsiteY18" fmla="*/ 326244 h 1357700"/>
              <a:gd name="connsiteX19" fmla="*/ 9121744 w 10678681"/>
              <a:gd name="connsiteY19" fmla="*/ 365177 h 1357700"/>
              <a:gd name="connsiteX20" fmla="*/ 9061654 w 10678681"/>
              <a:gd name="connsiteY20" fmla="*/ 393730 h 1357700"/>
              <a:gd name="connsiteX21" fmla="*/ 8997577 w 10678681"/>
              <a:gd name="connsiteY21" fmla="*/ 380865 h 1357700"/>
              <a:gd name="connsiteX22" fmla="*/ 8907968 w 10678681"/>
              <a:gd name="connsiteY22" fmla="*/ 447345 h 1357700"/>
              <a:gd name="connsiteX23" fmla="*/ 8764163 w 10678681"/>
              <a:gd name="connsiteY23" fmla="*/ 471000 h 1357700"/>
              <a:gd name="connsiteX24" fmla="*/ 8680155 w 10678681"/>
              <a:gd name="connsiteY24" fmla="*/ 492404 h 1357700"/>
              <a:gd name="connsiteX25" fmla="*/ 8651436 w 10678681"/>
              <a:gd name="connsiteY25" fmla="*/ 511923 h 1357700"/>
              <a:gd name="connsiteX26" fmla="*/ 8609185 w 10678681"/>
              <a:gd name="connsiteY26" fmla="*/ 531525 h 1357700"/>
              <a:gd name="connsiteX27" fmla="*/ 8537091 w 10678681"/>
              <a:gd name="connsiteY27" fmla="*/ 574933 h 1357700"/>
              <a:gd name="connsiteX28" fmla="*/ 8435931 w 10678681"/>
              <a:gd name="connsiteY28" fmla="*/ 617926 h 1357700"/>
              <a:gd name="connsiteX29" fmla="*/ 8348623 w 10678681"/>
              <a:gd name="connsiteY29" fmla="*/ 600607 h 1357700"/>
              <a:gd name="connsiteX30" fmla="*/ 8344233 w 10678681"/>
              <a:gd name="connsiteY30" fmla="*/ 610922 h 1357700"/>
              <a:gd name="connsiteX31" fmla="*/ 8290622 w 10678681"/>
              <a:gd name="connsiteY31" fmla="*/ 622687 h 1357700"/>
              <a:gd name="connsiteX32" fmla="*/ 8086698 w 10678681"/>
              <a:gd name="connsiteY32" fmla="*/ 605185 h 1357700"/>
              <a:gd name="connsiteX33" fmla="*/ 7982378 w 10678681"/>
              <a:gd name="connsiteY33" fmla="*/ 629799 h 1357700"/>
              <a:gd name="connsiteX34" fmla="*/ 7947952 w 10678681"/>
              <a:gd name="connsiteY34" fmla="*/ 648003 h 1357700"/>
              <a:gd name="connsiteX35" fmla="*/ 7890112 w 10678681"/>
              <a:gd name="connsiteY35" fmla="*/ 677915 h 1357700"/>
              <a:gd name="connsiteX36" fmla="*/ 7853284 w 10678681"/>
              <a:gd name="connsiteY36" fmla="*/ 723588 h 1357700"/>
              <a:gd name="connsiteX37" fmla="*/ 7802383 w 10678681"/>
              <a:gd name="connsiteY37" fmla="*/ 739359 h 1357700"/>
              <a:gd name="connsiteX38" fmla="*/ 7782280 w 10678681"/>
              <a:gd name="connsiteY38" fmla="*/ 712868 h 1357700"/>
              <a:gd name="connsiteX39" fmla="*/ 7730518 w 10678681"/>
              <a:gd name="connsiteY39" fmla="*/ 739526 h 1357700"/>
              <a:gd name="connsiteX40" fmla="*/ 7652907 w 10678681"/>
              <a:gd name="connsiteY40" fmla="*/ 783273 h 1357700"/>
              <a:gd name="connsiteX41" fmla="*/ 7606008 w 10678681"/>
              <a:gd name="connsiteY41" fmla="*/ 800717 h 1357700"/>
              <a:gd name="connsiteX42" fmla="*/ 7480223 w 10678681"/>
              <a:gd name="connsiteY42" fmla="*/ 856821 h 1357700"/>
              <a:gd name="connsiteX43" fmla="*/ 7356005 w 10678681"/>
              <a:gd name="connsiteY43" fmla="*/ 919462 h 1357700"/>
              <a:gd name="connsiteX44" fmla="*/ 7305396 w 10678681"/>
              <a:gd name="connsiteY44" fmla="*/ 986228 h 1357700"/>
              <a:gd name="connsiteX45" fmla="*/ 7298314 w 10678681"/>
              <a:gd name="connsiteY45" fmla="*/ 989899 h 1357700"/>
              <a:gd name="connsiteX46" fmla="*/ 7277477 w 10678681"/>
              <a:gd name="connsiteY46" fmla="*/ 990571 h 1357700"/>
              <a:gd name="connsiteX47" fmla="*/ 7269396 w 10678681"/>
              <a:gd name="connsiteY47" fmla="*/ 989282 h 1357700"/>
              <a:gd name="connsiteX48" fmla="*/ 7258094 w 10678681"/>
              <a:gd name="connsiteY48" fmla="*/ 990679 h 1357700"/>
              <a:gd name="connsiteX49" fmla="*/ 7257893 w 10678681"/>
              <a:gd name="connsiteY49" fmla="*/ 991204 h 1357700"/>
              <a:gd name="connsiteX50" fmla="*/ 7247153 w 10678681"/>
              <a:gd name="connsiteY50" fmla="*/ 991550 h 1357700"/>
              <a:gd name="connsiteX51" fmla="*/ 7193612 w 10678681"/>
              <a:gd name="connsiteY51" fmla="*/ 987042 h 1357700"/>
              <a:gd name="connsiteX52" fmla="*/ 7132632 w 10678681"/>
              <a:gd name="connsiteY52" fmla="*/ 1042036 h 1357700"/>
              <a:gd name="connsiteX53" fmla="*/ 7105610 w 10678681"/>
              <a:gd name="connsiteY53" fmla="*/ 1053537 h 1357700"/>
              <a:gd name="connsiteX54" fmla="*/ 7091599 w 10678681"/>
              <a:gd name="connsiteY54" fmla="*/ 1062302 h 1357700"/>
              <a:gd name="connsiteX55" fmla="*/ 7090998 w 10678681"/>
              <a:gd name="connsiteY55" fmla="*/ 1064540 h 1357700"/>
              <a:gd name="connsiteX56" fmla="*/ 7039634 w 10678681"/>
              <a:gd name="connsiteY56" fmla="*/ 1059971 h 1357700"/>
              <a:gd name="connsiteX57" fmla="*/ 7033445 w 10678681"/>
              <a:gd name="connsiteY57" fmla="*/ 1063314 h 1357700"/>
              <a:gd name="connsiteX58" fmla="*/ 6999157 w 10678681"/>
              <a:gd name="connsiteY58" fmla="*/ 1055282 h 1357700"/>
              <a:gd name="connsiteX59" fmla="*/ 6981874 w 10678681"/>
              <a:gd name="connsiteY59" fmla="*/ 1053827 h 1357700"/>
              <a:gd name="connsiteX60" fmla="*/ 6976102 w 10678681"/>
              <a:gd name="connsiteY60" fmla="*/ 1047854 h 1357700"/>
              <a:gd name="connsiteX61" fmla="*/ 6951040 w 10678681"/>
              <a:gd name="connsiteY61" fmla="*/ 1048531 h 1357700"/>
              <a:gd name="connsiteX62" fmla="*/ 6948497 w 10678681"/>
              <a:gd name="connsiteY62" fmla="*/ 1050706 h 1357700"/>
              <a:gd name="connsiteX63" fmla="*/ 6926582 w 10678681"/>
              <a:gd name="connsiteY63" fmla="*/ 1043462 h 1357700"/>
              <a:gd name="connsiteX64" fmla="*/ 6833743 w 10678681"/>
              <a:gd name="connsiteY64" fmla="*/ 1027960 h 1357700"/>
              <a:gd name="connsiteX65" fmla="*/ 6698313 w 10678681"/>
              <a:gd name="connsiteY65" fmla="*/ 1063249 h 1357700"/>
              <a:gd name="connsiteX66" fmla="*/ 6550218 w 10678681"/>
              <a:gd name="connsiteY66" fmla="*/ 1026825 h 1357700"/>
              <a:gd name="connsiteX67" fmla="*/ 6437450 w 10678681"/>
              <a:gd name="connsiteY67" fmla="*/ 1101075 h 1357700"/>
              <a:gd name="connsiteX68" fmla="*/ 6327795 w 10678681"/>
              <a:gd name="connsiteY68" fmla="*/ 1088142 h 1357700"/>
              <a:gd name="connsiteX69" fmla="*/ 6136549 w 10678681"/>
              <a:gd name="connsiteY69" fmla="*/ 1100268 h 1357700"/>
              <a:gd name="connsiteX70" fmla="*/ 6004655 w 10678681"/>
              <a:gd name="connsiteY70" fmla="*/ 1114946 h 1357700"/>
              <a:gd name="connsiteX71" fmla="*/ 5936643 w 10678681"/>
              <a:gd name="connsiteY71" fmla="*/ 1095428 h 1357700"/>
              <a:gd name="connsiteX72" fmla="*/ 5912484 w 10678681"/>
              <a:gd name="connsiteY72" fmla="*/ 1112624 h 1357700"/>
              <a:gd name="connsiteX73" fmla="*/ 5908387 w 10678681"/>
              <a:gd name="connsiteY73" fmla="*/ 1116018 h 1357700"/>
              <a:gd name="connsiteX74" fmla="*/ 5890495 w 10678681"/>
              <a:gd name="connsiteY74" fmla="*/ 1120268 h 1357700"/>
              <a:gd name="connsiteX75" fmla="*/ 5887318 w 10678681"/>
              <a:gd name="connsiteY75" fmla="*/ 1133134 h 1357700"/>
              <a:gd name="connsiteX76" fmla="*/ 5861726 w 10678681"/>
              <a:gd name="connsiteY76" fmla="*/ 1147891 h 1357700"/>
              <a:gd name="connsiteX77" fmla="*/ 5805823 w 10678681"/>
              <a:gd name="connsiteY77" fmla="*/ 1152457 h 1357700"/>
              <a:gd name="connsiteX78" fmla="*/ 5689841 w 10678681"/>
              <a:gd name="connsiteY78" fmla="*/ 1176232 h 1357700"/>
              <a:gd name="connsiteX79" fmla="*/ 5605119 w 10678681"/>
              <a:gd name="connsiteY79" fmla="*/ 1190202 h 1357700"/>
              <a:gd name="connsiteX80" fmla="*/ 5488513 w 10678681"/>
              <a:gd name="connsiteY80" fmla="*/ 1205367 h 1357700"/>
              <a:gd name="connsiteX81" fmla="*/ 5402905 w 10678681"/>
              <a:gd name="connsiteY81" fmla="*/ 1241191 h 1357700"/>
              <a:gd name="connsiteX82" fmla="*/ 5285593 w 10678681"/>
              <a:gd name="connsiteY82" fmla="*/ 1273569 h 1357700"/>
              <a:gd name="connsiteX83" fmla="*/ 5192893 w 10678681"/>
              <a:gd name="connsiteY83" fmla="*/ 1247188 h 1357700"/>
              <a:gd name="connsiteX84" fmla="*/ 5186475 w 10678681"/>
              <a:gd name="connsiteY84" fmla="*/ 1257028 h 1357700"/>
              <a:gd name="connsiteX85" fmla="*/ 5126038 w 10678681"/>
              <a:gd name="connsiteY85" fmla="*/ 1263189 h 1357700"/>
              <a:gd name="connsiteX86" fmla="*/ 4894688 w 10678681"/>
              <a:gd name="connsiteY86" fmla="*/ 1247184 h 1357700"/>
              <a:gd name="connsiteX87" fmla="*/ 4788036 w 10678681"/>
              <a:gd name="connsiteY87" fmla="*/ 1238182 h 1357700"/>
              <a:gd name="connsiteX88" fmla="*/ 4747555 w 10678681"/>
              <a:gd name="connsiteY88" fmla="*/ 1252768 h 1357700"/>
              <a:gd name="connsiteX89" fmla="*/ 4679644 w 10678681"/>
              <a:gd name="connsiteY89" fmla="*/ 1276603 h 1357700"/>
              <a:gd name="connsiteX90" fmla="*/ 4632222 w 10678681"/>
              <a:gd name="connsiteY90" fmla="*/ 1318360 h 1357700"/>
              <a:gd name="connsiteX91" fmla="*/ 4617358 w 10678681"/>
              <a:gd name="connsiteY91" fmla="*/ 1327690 h 1357700"/>
              <a:gd name="connsiteX92" fmla="*/ 4589102 w 10678681"/>
              <a:gd name="connsiteY92" fmla="*/ 1321223 h 1357700"/>
              <a:gd name="connsiteX93" fmla="*/ 4578184 w 10678681"/>
              <a:gd name="connsiteY93" fmla="*/ 1326745 h 1357700"/>
              <a:gd name="connsiteX94" fmla="*/ 4574270 w 10678681"/>
              <a:gd name="connsiteY94" fmla="*/ 1325878 h 1357700"/>
              <a:gd name="connsiteX95" fmla="*/ 4564919 w 10678681"/>
              <a:gd name="connsiteY95" fmla="*/ 1325507 h 1357700"/>
              <a:gd name="connsiteX96" fmla="*/ 4566586 w 10678681"/>
              <a:gd name="connsiteY96" fmla="*/ 1316963 h 1357700"/>
              <a:gd name="connsiteX97" fmla="*/ 4556303 w 10678681"/>
              <a:gd name="connsiteY97" fmla="*/ 1300262 h 1357700"/>
              <a:gd name="connsiteX98" fmla="*/ 4502358 w 10678681"/>
              <a:gd name="connsiteY98" fmla="*/ 1302558 h 1357700"/>
              <a:gd name="connsiteX99" fmla="*/ 4498919 w 10678681"/>
              <a:gd name="connsiteY99" fmla="*/ 1312115 h 1357700"/>
              <a:gd name="connsiteX100" fmla="*/ 4492075 w 10678681"/>
              <a:gd name="connsiteY100" fmla="*/ 1313357 h 1357700"/>
              <a:gd name="connsiteX101" fmla="*/ 4487466 w 10678681"/>
              <a:gd name="connsiteY101" fmla="*/ 1304102 h 1357700"/>
              <a:gd name="connsiteX102" fmla="*/ 4398292 w 10678681"/>
              <a:gd name="connsiteY102" fmla="*/ 1278410 h 1357700"/>
              <a:gd name="connsiteX103" fmla="*/ 4306088 w 10678681"/>
              <a:gd name="connsiteY103" fmla="*/ 1282512 h 1357700"/>
              <a:gd name="connsiteX104" fmla="*/ 4188995 w 10678681"/>
              <a:gd name="connsiteY104" fmla="*/ 1296718 h 1357700"/>
              <a:gd name="connsiteX105" fmla="*/ 4181483 w 10678681"/>
              <a:gd name="connsiteY105" fmla="*/ 1287686 h 1357700"/>
              <a:gd name="connsiteX106" fmla="*/ 4064614 w 10678681"/>
              <a:gd name="connsiteY106" fmla="*/ 1296118 h 1357700"/>
              <a:gd name="connsiteX107" fmla="*/ 3906561 w 10678681"/>
              <a:gd name="connsiteY107" fmla="*/ 1352435 h 1357700"/>
              <a:gd name="connsiteX108" fmla="*/ 3787890 w 10678681"/>
              <a:gd name="connsiteY108" fmla="*/ 1352442 h 1357700"/>
              <a:gd name="connsiteX109" fmla="*/ 3745993 w 10678681"/>
              <a:gd name="connsiteY109" fmla="*/ 1342630 h 1357700"/>
              <a:gd name="connsiteX110" fmla="*/ 3675785 w 10678681"/>
              <a:gd name="connsiteY110" fmla="*/ 1326802 h 1357700"/>
              <a:gd name="connsiteX111" fmla="*/ 3623856 w 10678681"/>
              <a:gd name="connsiteY111" fmla="*/ 1290804 h 1357700"/>
              <a:gd name="connsiteX112" fmla="*/ 3564933 w 10678681"/>
              <a:gd name="connsiteY112" fmla="*/ 1287147 h 1357700"/>
              <a:gd name="connsiteX113" fmla="*/ 3550537 w 10678681"/>
              <a:gd name="connsiteY113" fmla="*/ 1317552 h 1357700"/>
              <a:gd name="connsiteX114" fmla="*/ 3487736 w 10678681"/>
              <a:gd name="connsiteY114" fmla="*/ 1303493 h 1357700"/>
              <a:gd name="connsiteX115" fmla="*/ 3392548 w 10678681"/>
              <a:gd name="connsiteY115" fmla="*/ 1278741 h 1357700"/>
              <a:gd name="connsiteX116" fmla="*/ 3337466 w 10678681"/>
              <a:gd name="connsiteY116" fmla="*/ 1272537 h 1357700"/>
              <a:gd name="connsiteX117" fmla="*/ 3187206 w 10678681"/>
              <a:gd name="connsiteY117" fmla="*/ 1246821 h 1357700"/>
              <a:gd name="connsiteX118" fmla="*/ 3036856 w 10678681"/>
              <a:gd name="connsiteY118" fmla="*/ 1214383 h 1357700"/>
              <a:gd name="connsiteX119" fmla="*/ 2948654 w 10678681"/>
              <a:gd name="connsiteY119" fmla="*/ 1157455 h 1357700"/>
              <a:gd name="connsiteX120" fmla="*/ 2824973 w 10678681"/>
              <a:gd name="connsiteY120" fmla="*/ 1134864 h 1357700"/>
              <a:gd name="connsiteX121" fmla="*/ 2804398 w 10678681"/>
              <a:gd name="connsiteY121" fmla="*/ 1125556 h 1357700"/>
              <a:gd name="connsiteX122" fmla="*/ 2775396 w 10678681"/>
              <a:gd name="connsiteY122" fmla="*/ 1130148 h 1357700"/>
              <a:gd name="connsiteX123" fmla="*/ 2659096 w 10678681"/>
              <a:gd name="connsiteY123" fmla="*/ 1150294 h 1357700"/>
              <a:gd name="connsiteX124" fmla="*/ 2567088 w 10678681"/>
              <a:gd name="connsiteY124" fmla="*/ 1181781 h 1357700"/>
              <a:gd name="connsiteX125" fmla="*/ 2454501 w 10678681"/>
              <a:gd name="connsiteY125" fmla="*/ 1155455 h 1357700"/>
              <a:gd name="connsiteX126" fmla="*/ 2385161 w 10678681"/>
              <a:gd name="connsiteY126" fmla="*/ 1161312 h 1357700"/>
              <a:gd name="connsiteX127" fmla="*/ 2270528 w 10678681"/>
              <a:gd name="connsiteY127" fmla="*/ 1204338 h 1357700"/>
              <a:gd name="connsiteX128" fmla="*/ 2121820 w 10678681"/>
              <a:gd name="connsiteY128" fmla="*/ 1187078 h 1357700"/>
              <a:gd name="connsiteX129" fmla="*/ 2092716 w 10678681"/>
              <a:gd name="connsiteY129" fmla="*/ 1139224 h 1357700"/>
              <a:gd name="connsiteX130" fmla="*/ 2052449 w 10678681"/>
              <a:gd name="connsiteY130" fmla="*/ 1109687 h 1357700"/>
              <a:gd name="connsiteX131" fmla="*/ 2032607 w 10678681"/>
              <a:gd name="connsiteY131" fmla="*/ 1175477 h 1357700"/>
              <a:gd name="connsiteX132" fmla="*/ 1901837 w 10678681"/>
              <a:gd name="connsiteY132" fmla="*/ 1221762 h 1357700"/>
              <a:gd name="connsiteX133" fmla="*/ 1836762 w 10678681"/>
              <a:gd name="connsiteY133" fmla="*/ 1237387 h 1357700"/>
              <a:gd name="connsiteX134" fmla="*/ 1735877 w 10678681"/>
              <a:gd name="connsiteY134" fmla="*/ 1246527 h 1357700"/>
              <a:gd name="connsiteX135" fmla="*/ 1705069 w 10678681"/>
              <a:gd name="connsiteY135" fmla="*/ 1251989 h 1357700"/>
              <a:gd name="connsiteX136" fmla="*/ 1397689 w 10678681"/>
              <a:gd name="connsiteY136" fmla="*/ 1336144 h 1357700"/>
              <a:gd name="connsiteX137" fmla="*/ 1220734 w 10678681"/>
              <a:gd name="connsiteY137" fmla="*/ 1257811 h 1357700"/>
              <a:gd name="connsiteX138" fmla="*/ 1021737 w 10678681"/>
              <a:gd name="connsiteY138" fmla="*/ 1238739 h 1357700"/>
              <a:gd name="connsiteX139" fmla="*/ 959820 w 10678681"/>
              <a:gd name="connsiteY139" fmla="*/ 1275863 h 1357700"/>
              <a:gd name="connsiteX140" fmla="*/ 929137 w 10678681"/>
              <a:gd name="connsiteY140" fmla="*/ 1273957 h 1357700"/>
              <a:gd name="connsiteX141" fmla="*/ 878849 w 10678681"/>
              <a:gd name="connsiteY141" fmla="*/ 1266740 h 1357700"/>
              <a:gd name="connsiteX142" fmla="*/ 800667 w 10678681"/>
              <a:gd name="connsiteY142" fmla="*/ 1282041 h 1357700"/>
              <a:gd name="connsiteX143" fmla="*/ 644906 w 10678681"/>
              <a:gd name="connsiteY143" fmla="*/ 1273685 h 1357700"/>
              <a:gd name="connsiteX144" fmla="*/ 379869 w 10678681"/>
              <a:gd name="connsiteY144" fmla="*/ 1339165 h 1357700"/>
              <a:gd name="connsiteX145" fmla="*/ 137696 w 10678681"/>
              <a:gd name="connsiteY145" fmla="*/ 1319217 h 1357700"/>
              <a:gd name="connsiteX146" fmla="*/ 54250 w 10678681"/>
              <a:gd name="connsiteY146" fmla="*/ 1315838 h 1357700"/>
              <a:gd name="connsiteX147" fmla="*/ 28042 w 10678681"/>
              <a:gd name="connsiteY147" fmla="*/ 1297822 h 1357700"/>
              <a:gd name="connsiteX148" fmla="*/ 0 w 10678681"/>
              <a:gd name="connsiteY148" fmla="*/ 1294612 h 1357700"/>
              <a:gd name="connsiteX149" fmla="*/ 0 w 10678681"/>
              <a:gd name="connsiteY149" fmla="*/ 0 h 1357700"/>
              <a:gd name="connsiteX0" fmla="*/ 0 w 10678681"/>
              <a:gd name="connsiteY0" fmla="*/ 0 h 1357700"/>
              <a:gd name="connsiteX1" fmla="*/ 10678681 w 10678681"/>
              <a:gd name="connsiteY1" fmla="*/ 0 h 1357700"/>
              <a:gd name="connsiteX2" fmla="*/ 10666019 w 10678681"/>
              <a:gd name="connsiteY2" fmla="*/ 7876 h 1357700"/>
              <a:gd name="connsiteX3" fmla="*/ 10632825 w 10678681"/>
              <a:gd name="connsiteY3" fmla="*/ 32153 h 1357700"/>
              <a:gd name="connsiteX4" fmla="*/ 10510605 w 10678681"/>
              <a:gd name="connsiteY4" fmla="*/ 30449 h 1357700"/>
              <a:gd name="connsiteX5" fmla="*/ 10456989 w 10678681"/>
              <a:gd name="connsiteY5" fmla="*/ 979 h 1357700"/>
              <a:gd name="connsiteX6" fmla="*/ 10438642 w 10678681"/>
              <a:gd name="connsiteY6" fmla="*/ 1524 h 1357700"/>
              <a:gd name="connsiteX7" fmla="*/ 10407146 w 10678681"/>
              <a:gd name="connsiteY7" fmla="*/ 43659 h 1357700"/>
              <a:gd name="connsiteX8" fmla="*/ 10357996 w 10678681"/>
              <a:gd name="connsiteY8" fmla="*/ 50836 h 1357700"/>
              <a:gd name="connsiteX9" fmla="*/ 10306667 w 10678681"/>
              <a:gd name="connsiteY9" fmla="*/ 109739 h 1357700"/>
              <a:gd name="connsiteX10" fmla="*/ 10115334 w 10678681"/>
              <a:gd name="connsiteY10" fmla="*/ 155658 h 1357700"/>
              <a:gd name="connsiteX11" fmla="*/ 10068157 w 10678681"/>
              <a:gd name="connsiteY11" fmla="*/ 215673 h 1357700"/>
              <a:gd name="connsiteX12" fmla="*/ 10045431 w 10678681"/>
              <a:gd name="connsiteY12" fmla="*/ 229568 h 1357700"/>
              <a:gd name="connsiteX13" fmla="*/ 10013265 w 10678681"/>
              <a:gd name="connsiteY13" fmla="*/ 284757 h 1357700"/>
              <a:gd name="connsiteX14" fmla="*/ 9862496 w 10678681"/>
              <a:gd name="connsiteY14" fmla="*/ 223033 h 1357700"/>
              <a:gd name="connsiteX15" fmla="*/ 9679638 w 10678681"/>
              <a:gd name="connsiteY15" fmla="*/ 277462 h 1357700"/>
              <a:gd name="connsiteX16" fmla="*/ 9498347 w 10678681"/>
              <a:gd name="connsiteY16" fmla="*/ 244723 h 1357700"/>
              <a:gd name="connsiteX17" fmla="*/ 9399702 w 10678681"/>
              <a:gd name="connsiteY17" fmla="*/ 276316 h 1357700"/>
              <a:gd name="connsiteX18" fmla="*/ 9378439 w 10678681"/>
              <a:gd name="connsiteY18" fmla="*/ 326244 h 1357700"/>
              <a:gd name="connsiteX19" fmla="*/ 9121744 w 10678681"/>
              <a:gd name="connsiteY19" fmla="*/ 365177 h 1357700"/>
              <a:gd name="connsiteX20" fmla="*/ 9061654 w 10678681"/>
              <a:gd name="connsiteY20" fmla="*/ 393730 h 1357700"/>
              <a:gd name="connsiteX21" fmla="*/ 8997577 w 10678681"/>
              <a:gd name="connsiteY21" fmla="*/ 380865 h 1357700"/>
              <a:gd name="connsiteX22" fmla="*/ 8907968 w 10678681"/>
              <a:gd name="connsiteY22" fmla="*/ 447345 h 1357700"/>
              <a:gd name="connsiteX23" fmla="*/ 8764163 w 10678681"/>
              <a:gd name="connsiteY23" fmla="*/ 471000 h 1357700"/>
              <a:gd name="connsiteX24" fmla="*/ 8680155 w 10678681"/>
              <a:gd name="connsiteY24" fmla="*/ 492404 h 1357700"/>
              <a:gd name="connsiteX25" fmla="*/ 8651436 w 10678681"/>
              <a:gd name="connsiteY25" fmla="*/ 511923 h 1357700"/>
              <a:gd name="connsiteX26" fmla="*/ 8609185 w 10678681"/>
              <a:gd name="connsiteY26" fmla="*/ 531525 h 1357700"/>
              <a:gd name="connsiteX27" fmla="*/ 8537091 w 10678681"/>
              <a:gd name="connsiteY27" fmla="*/ 574933 h 1357700"/>
              <a:gd name="connsiteX28" fmla="*/ 8435931 w 10678681"/>
              <a:gd name="connsiteY28" fmla="*/ 617926 h 1357700"/>
              <a:gd name="connsiteX29" fmla="*/ 8348623 w 10678681"/>
              <a:gd name="connsiteY29" fmla="*/ 600607 h 1357700"/>
              <a:gd name="connsiteX30" fmla="*/ 8344233 w 10678681"/>
              <a:gd name="connsiteY30" fmla="*/ 610922 h 1357700"/>
              <a:gd name="connsiteX31" fmla="*/ 8290622 w 10678681"/>
              <a:gd name="connsiteY31" fmla="*/ 622687 h 1357700"/>
              <a:gd name="connsiteX32" fmla="*/ 8086698 w 10678681"/>
              <a:gd name="connsiteY32" fmla="*/ 605185 h 1357700"/>
              <a:gd name="connsiteX33" fmla="*/ 7982378 w 10678681"/>
              <a:gd name="connsiteY33" fmla="*/ 629799 h 1357700"/>
              <a:gd name="connsiteX34" fmla="*/ 7947952 w 10678681"/>
              <a:gd name="connsiteY34" fmla="*/ 648003 h 1357700"/>
              <a:gd name="connsiteX35" fmla="*/ 7890112 w 10678681"/>
              <a:gd name="connsiteY35" fmla="*/ 677915 h 1357700"/>
              <a:gd name="connsiteX36" fmla="*/ 7853284 w 10678681"/>
              <a:gd name="connsiteY36" fmla="*/ 723588 h 1357700"/>
              <a:gd name="connsiteX37" fmla="*/ 7802383 w 10678681"/>
              <a:gd name="connsiteY37" fmla="*/ 739359 h 1357700"/>
              <a:gd name="connsiteX38" fmla="*/ 7782280 w 10678681"/>
              <a:gd name="connsiteY38" fmla="*/ 712868 h 1357700"/>
              <a:gd name="connsiteX39" fmla="*/ 7730518 w 10678681"/>
              <a:gd name="connsiteY39" fmla="*/ 739526 h 1357700"/>
              <a:gd name="connsiteX40" fmla="*/ 7652907 w 10678681"/>
              <a:gd name="connsiteY40" fmla="*/ 783273 h 1357700"/>
              <a:gd name="connsiteX41" fmla="*/ 7606008 w 10678681"/>
              <a:gd name="connsiteY41" fmla="*/ 800717 h 1357700"/>
              <a:gd name="connsiteX42" fmla="*/ 7480223 w 10678681"/>
              <a:gd name="connsiteY42" fmla="*/ 856821 h 1357700"/>
              <a:gd name="connsiteX43" fmla="*/ 7356005 w 10678681"/>
              <a:gd name="connsiteY43" fmla="*/ 919462 h 1357700"/>
              <a:gd name="connsiteX44" fmla="*/ 7305396 w 10678681"/>
              <a:gd name="connsiteY44" fmla="*/ 986228 h 1357700"/>
              <a:gd name="connsiteX45" fmla="*/ 7298314 w 10678681"/>
              <a:gd name="connsiteY45" fmla="*/ 989899 h 1357700"/>
              <a:gd name="connsiteX46" fmla="*/ 7277477 w 10678681"/>
              <a:gd name="connsiteY46" fmla="*/ 990571 h 1357700"/>
              <a:gd name="connsiteX47" fmla="*/ 7269396 w 10678681"/>
              <a:gd name="connsiteY47" fmla="*/ 989282 h 1357700"/>
              <a:gd name="connsiteX48" fmla="*/ 7258094 w 10678681"/>
              <a:gd name="connsiteY48" fmla="*/ 990679 h 1357700"/>
              <a:gd name="connsiteX49" fmla="*/ 7257893 w 10678681"/>
              <a:gd name="connsiteY49" fmla="*/ 991204 h 1357700"/>
              <a:gd name="connsiteX50" fmla="*/ 7247153 w 10678681"/>
              <a:gd name="connsiteY50" fmla="*/ 991550 h 1357700"/>
              <a:gd name="connsiteX51" fmla="*/ 7193612 w 10678681"/>
              <a:gd name="connsiteY51" fmla="*/ 987042 h 1357700"/>
              <a:gd name="connsiteX52" fmla="*/ 7132632 w 10678681"/>
              <a:gd name="connsiteY52" fmla="*/ 1042036 h 1357700"/>
              <a:gd name="connsiteX53" fmla="*/ 7105610 w 10678681"/>
              <a:gd name="connsiteY53" fmla="*/ 1053537 h 1357700"/>
              <a:gd name="connsiteX54" fmla="*/ 7091599 w 10678681"/>
              <a:gd name="connsiteY54" fmla="*/ 1062302 h 1357700"/>
              <a:gd name="connsiteX55" fmla="*/ 7090998 w 10678681"/>
              <a:gd name="connsiteY55" fmla="*/ 1064540 h 1357700"/>
              <a:gd name="connsiteX56" fmla="*/ 7039634 w 10678681"/>
              <a:gd name="connsiteY56" fmla="*/ 1059971 h 1357700"/>
              <a:gd name="connsiteX57" fmla="*/ 7033445 w 10678681"/>
              <a:gd name="connsiteY57" fmla="*/ 1063314 h 1357700"/>
              <a:gd name="connsiteX58" fmla="*/ 6999157 w 10678681"/>
              <a:gd name="connsiteY58" fmla="*/ 1055282 h 1357700"/>
              <a:gd name="connsiteX59" fmla="*/ 6981874 w 10678681"/>
              <a:gd name="connsiteY59" fmla="*/ 1053827 h 1357700"/>
              <a:gd name="connsiteX60" fmla="*/ 6976102 w 10678681"/>
              <a:gd name="connsiteY60" fmla="*/ 1047854 h 1357700"/>
              <a:gd name="connsiteX61" fmla="*/ 6951040 w 10678681"/>
              <a:gd name="connsiteY61" fmla="*/ 1048531 h 1357700"/>
              <a:gd name="connsiteX62" fmla="*/ 6948497 w 10678681"/>
              <a:gd name="connsiteY62" fmla="*/ 1050706 h 1357700"/>
              <a:gd name="connsiteX63" fmla="*/ 6926582 w 10678681"/>
              <a:gd name="connsiteY63" fmla="*/ 1043462 h 1357700"/>
              <a:gd name="connsiteX64" fmla="*/ 6833743 w 10678681"/>
              <a:gd name="connsiteY64" fmla="*/ 1027960 h 1357700"/>
              <a:gd name="connsiteX65" fmla="*/ 6698313 w 10678681"/>
              <a:gd name="connsiteY65" fmla="*/ 1063249 h 1357700"/>
              <a:gd name="connsiteX66" fmla="*/ 6550218 w 10678681"/>
              <a:gd name="connsiteY66" fmla="*/ 1026825 h 1357700"/>
              <a:gd name="connsiteX67" fmla="*/ 6437450 w 10678681"/>
              <a:gd name="connsiteY67" fmla="*/ 1101075 h 1357700"/>
              <a:gd name="connsiteX68" fmla="*/ 6327795 w 10678681"/>
              <a:gd name="connsiteY68" fmla="*/ 1088142 h 1357700"/>
              <a:gd name="connsiteX69" fmla="*/ 6136549 w 10678681"/>
              <a:gd name="connsiteY69" fmla="*/ 1100268 h 1357700"/>
              <a:gd name="connsiteX70" fmla="*/ 6004655 w 10678681"/>
              <a:gd name="connsiteY70" fmla="*/ 1114946 h 1357700"/>
              <a:gd name="connsiteX71" fmla="*/ 5936643 w 10678681"/>
              <a:gd name="connsiteY71" fmla="*/ 1095428 h 1357700"/>
              <a:gd name="connsiteX72" fmla="*/ 5912484 w 10678681"/>
              <a:gd name="connsiteY72" fmla="*/ 1112624 h 1357700"/>
              <a:gd name="connsiteX73" fmla="*/ 5908387 w 10678681"/>
              <a:gd name="connsiteY73" fmla="*/ 1116018 h 1357700"/>
              <a:gd name="connsiteX74" fmla="*/ 5890495 w 10678681"/>
              <a:gd name="connsiteY74" fmla="*/ 1120268 h 1357700"/>
              <a:gd name="connsiteX75" fmla="*/ 5887318 w 10678681"/>
              <a:gd name="connsiteY75" fmla="*/ 1133134 h 1357700"/>
              <a:gd name="connsiteX76" fmla="*/ 5861726 w 10678681"/>
              <a:gd name="connsiteY76" fmla="*/ 1147891 h 1357700"/>
              <a:gd name="connsiteX77" fmla="*/ 5805823 w 10678681"/>
              <a:gd name="connsiteY77" fmla="*/ 1152457 h 1357700"/>
              <a:gd name="connsiteX78" fmla="*/ 5689841 w 10678681"/>
              <a:gd name="connsiteY78" fmla="*/ 1176232 h 1357700"/>
              <a:gd name="connsiteX79" fmla="*/ 5605119 w 10678681"/>
              <a:gd name="connsiteY79" fmla="*/ 1190202 h 1357700"/>
              <a:gd name="connsiteX80" fmla="*/ 5488513 w 10678681"/>
              <a:gd name="connsiteY80" fmla="*/ 1205367 h 1357700"/>
              <a:gd name="connsiteX81" fmla="*/ 5402905 w 10678681"/>
              <a:gd name="connsiteY81" fmla="*/ 1241191 h 1357700"/>
              <a:gd name="connsiteX82" fmla="*/ 5285593 w 10678681"/>
              <a:gd name="connsiteY82" fmla="*/ 1273569 h 1357700"/>
              <a:gd name="connsiteX83" fmla="*/ 5192893 w 10678681"/>
              <a:gd name="connsiteY83" fmla="*/ 1247188 h 1357700"/>
              <a:gd name="connsiteX84" fmla="*/ 5186475 w 10678681"/>
              <a:gd name="connsiteY84" fmla="*/ 1257028 h 1357700"/>
              <a:gd name="connsiteX85" fmla="*/ 5126038 w 10678681"/>
              <a:gd name="connsiteY85" fmla="*/ 1263189 h 1357700"/>
              <a:gd name="connsiteX86" fmla="*/ 4894688 w 10678681"/>
              <a:gd name="connsiteY86" fmla="*/ 1247184 h 1357700"/>
              <a:gd name="connsiteX87" fmla="*/ 4788036 w 10678681"/>
              <a:gd name="connsiteY87" fmla="*/ 1238182 h 1357700"/>
              <a:gd name="connsiteX88" fmla="*/ 4747555 w 10678681"/>
              <a:gd name="connsiteY88" fmla="*/ 1252768 h 1357700"/>
              <a:gd name="connsiteX89" fmla="*/ 4679644 w 10678681"/>
              <a:gd name="connsiteY89" fmla="*/ 1276603 h 1357700"/>
              <a:gd name="connsiteX90" fmla="*/ 4632222 w 10678681"/>
              <a:gd name="connsiteY90" fmla="*/ 1318360 h 1357700"/>
              <a:gd name="connsiteX91" fmla="*/ 4617358 w 10678681"/>
              <a:gd name="connsiteY91" fmla="*/ 1327690 h 1357700"/>
              <a:gd name="connsiteX92" fmla="*/ 4589102 w 10678681"/>
              <a:gd name="connsiteY92" fmla="*/ 1321223 h 1357700"/>
              <a:gd name="connsiteX93" fmla="*/ 4578184 w 10678681"/>
              <a:gd name="connsiteY93" fmla="*/ 1326745 h 1357700"/>
              <a:gd name="connsiteX94" fmla="*/ 4574270 w 10678681"/>
              <a:gd name="connsiteY94" fmla="*/ 1325878 h 1357700"/>
              <a:gd name="connsiteX95" fmla="*/ 4564919 w 10678681"/>
              <a:gd name="connsiteY95" fmla="*/ 1325507 h 1357700"/>
              <a:gd name="connsiteX96" fmla="*/ 4566586 w 10678681"/>
              <a:gd name="connsiteY96" fmla="*/ 1316963 h 1357700"/>
              <a:gd name="connsiteX97" fmla="*/ 4556303 w 10678681"/>
              <a:gd name="connsiteY97" fmla="*/ 1300262 h 1357700"/>
              <a:gd name="connsiteX98" fmla="*/ 4502358 w 10678681"/>
              <a:gd name="connsiteY98" fmla="*/ 1302558 h 1357700"/>
              <a:gd name="connsiteX99" fmla="*/ 4498919 w 10678681"/>
              <a:gd name="connsiteY99" fmla="*/ 1312115 h 1357700"/>
              <a:gd name="connsiteX100" fmla="*/ 4492075 w 10678681"/>
              <a:gd name="connsiteY100" fmla="*/ 1313357 h 1357700"/>
              <a:gd name="connsiteX101" fmla="*/ 4487466 w 10678681"/>
              <a:gd name="connsiteY101" fmla="*/ 1304102 h 1357700"/>
              <a:gd name="connsiteX102" fmla="*/ 4398292 w 10678681"/>
              <a:gd name="connsiteY102" fmla="*/ 1278410 h 1357700"/>
              <a:gd name="connsiteX103" fmla="*/ 4306088 w 10678681"/>
              <a:gd name="connsiteY103" fmla="*/ 1282512 h 1357700"/>
              <a:gd name="connsiteX104" fmla="*/ 4188995 w 10678681"/>
              <a:gd name="connsiteY104" fmla="*/ 1296718 h 1357700"/>
              <a:gd name="connsiteX105" fmla="*/ 4136582 w 10678681"/>
              <a:gd name="connsiteY105" fmla="*/ 1287687 h 1357700"/>
              <a:gd name="connsiteX106" fmla="*/ 4064614 w 10678681"/>
              <a:gd name="connsiteY106" fmla="*/ 1296118 h 1357700"/>
              <a:gd name="connsiteX107" fmla="*/ 3906561 w 10678681"/>
              <a:gd name="connsiteY107" fmla="*/ 1352435 h 1357700"/>
              <a:gd name="connsiteX108" fmla="*/ 3787890 w 10678681"/>
              <a:gd name="connsiteY108" fmla="*/ 1352442 h 1357700"/>
              <a:gd name="connsiteX109" fmla="*/ 3745993 w 10678681"/>
              <a:gd name="connsiteY109" fmla="*/ 1342630 h 1357700"/>
              <a:gd name="connsiteX110" fmla="*/ 3675785 w 10678681"/>
              <a:gd name="connsiteY110" fmla="*/ 1326802 h 1357700"/>
              <a:gd name="connsiteX111" fmla="*/ 3623856 w 10678681"/>
              <a:gd name="connsiteY111" fmla="*/ 1290804 h 1357700"/>
              <a:gd name="connsiteX112" fmla="*/ 3564933 w 10678681"/>
              <a:gd name="connsiteY112" fmla="*/ 1287147 h 1357700"/>
              <a:gd name="connsiteX113" fmla="*/ 3550537 w 10678681"/>
              <a:gd name="connsiteY113" fmla="*/ 1317552 h 1357700"/>
              <a:gd name="connsiteX114" fmla="*/ 3487736 w 10678681"/>
              <a:gd name="connsiteY114" fmla="*/ 1303493 h 1357700"/>
              <a:gd name="connsiteX115" fmla="*/ 3392548 w 10678681"/>
              <a:gd name="connsiteY115" fmla="*/ 1278741 h 1357700"/>
              <a:gd name="connsiteX116" fmla="*/ 3337466 w 10678681"/>
              <a:gd name="connsiteY116" fmla="*/ 1272537 h 1357700"/>
              <a:gd name="connsiteX117" fmla="*/ 3187206 w 10678681"/>
              <a:gd name="connsiteY117" fmla="*/ 1246821 h 1357700"/>
              <a:gd name="connsiteX118" fmla="*/ 3036856 w 10678681"/>
              <a:gd name="connsiteY118" fmla="*/ 1214383 h 1357700"/>
              <a:gd name="connsiteX119" fmla="*/ 2948654 w 10678681"/>
              <a:gd name="connsiteY119" fmla="*/ 1157455 h 1357700"/>
              <a:gd name="connsiteX120" fmla="*/ 2824973 w 10678681"/>
              <a:gd name="connsiteY120" fmla="*/ 1134864 h 1357700"/>
              <a:gd name="connsiteX121" fmla="*/ 2804398 w 10678681"/>
              <a:gd name="connsiteY121" fmla="*/ 1125556 h 1357700"/>
              <a:gd name="connsiteX122" fmla="*/ 2775396 w 10678681"/>
              <a:gd name="connsiteY122" fmla="*/ 1130148 h 1357700"/>
              <a:gd name="connsiteX123" fmla="*/ 2659096 w 10678681"/>
              <a:gd name="connsiteY123" fmla="*/ 1150294 h 1357700"/>
              <a:gd name="connsiteX124" fmla="*/ 2567088 w 10678681"/>
              <a:gd name="connsiteY124" fmla="*/ 1181781 h 1357700"/>
              <a:gd name="connsiteX125" fmla="*/ 2454501 w 10678681"/>
              <a:gd name="connsiteY125" fmla="*/ 1155455 h 1357700"/>
              <a:gd name="connsiteX126" fmla="*/ 2385161 w 10678681"/>
              <a:gd name="connsiteY126" fmla="*/ 1161312 h 1357700"/>
              <a:gd name="connsiteX127" fmla="*/ 2270528 w 10678681"/>
              <a:gd name="connsiteY127" fmla="*/ 1204338 h 1357700"/>
              <a:gd name="connsiteX128" fmla="*/ 2121820 w 10678681"/>
              <a:gd name="connsiteY128" fmla="*/ 1187078 h 1357700"/>
              <a:gd name="connsiteX129" fmla="*/ 2092716 w 10678681"/>
              <a:gd name="connsiteY129" fmla="*/ 1139224 h 1357700"/>
              <a:gd name="connsiteX130" fmla="*/ 2052449 w 10678681"/>
              <a:gd name="connsiteY130" fmla="*/ 1109687 h 1357700"/>
              <a:gd name="connsiteX131" fmla="*/ 2032607 w 10678681"/>
              <a:gd name="connsiteY131" fmla="*/ 1175477 h 1357700"/>
              <a:gd name="connsiteX132" fmla="*/ 1901837 w 10678681"/>
              <a:gd name="connsiteY132" fmla="*/ 1221762 h 1357700"/>
              <a:gd name="connsiteX133" fmla="*/ 1836762 w 10678681"/>
              <a:gd name="connsiteY133" fmla="*/ 1237387 h 1357700"/>
              <a:gd name="connsiteX134" fmla="*/ 1735877 w 10678681"/>
              <a:gd name="connsiteY134" fmla="*/ 1246527 h 1357700"/>
              <a:gd name="connsiteX135" fmla="*/ 1705069 w 10678681"/>
              <a:gd name="connsiteY135" fmla="*/ 1251989 h 1357700"/>
              <a:gd name="connsiteX136" fmla="*/ 1397689 w 10678681"/>
              <a:gd name="connsiteY136" fmla="*/ 1336144 h 1357700"/>
              <a:gd name="connsiteX137" fmla="*/ 1220734 w 10678681"/>
              <a:gd name="connsiteY137" fmla="*/ 1257811 h 1357700"/>
              <a:gd name="connsiteX138" fmla="*/ 1021737 w 10678681"/>
              <a:gd name="connsiteY138" fmla="*/ 1238739 h 1357700"/>
              <a:gd name="connsiteX139" fmla="*/ 959820 w 10678681"/>
              <a:gd name="connsiteY139" fmla="*/ 1275863 h 1357700"/>
              <a:gd name="connsiteX140" fmla="*/ 929137 w 10678681"/>
              <a:gd name="connsiteY140" fmla="*/ 1273957 h 1357700"/>
              <a:gd name="connsiteX141" fmla="*/ 878849 w 10678681"/>
              <a:gd name="connsiteY141" fmla="*/ 1266740 h 1357700"/>
              <a:gd name="connsiteX142" fmla="*/ 800667 w 10678681"/>
              <a:gd name="connsiteY142" fmla="*/ 1282041 h 1357700"/>
              <a:gd name="connsiteX143" fmla="*/ 644906 w 10678681"/>
              <a:gd name="connsiteY143" fmla="*/ 1273685 h 1357700"/>
              <a:gd name="connsiteX144" fmla="*/ 379869 w 10678681"/>
              <a:gd name="connsiteY144" fmla="*/ 1339165 h 1357700"/>
              <a:gd name="connsiteX145" fmla="*/ 137696 w 10678681"/>
              <a:gd name="connsiteY145" fmla="*/ 1319217 h 1357700"/>
              <a:gd name="connsiteX146" fmla="*/ 54250 w 10678681"/>
              <a:gd name="connsiteY146" fmla="*/ 1315838 h 1357700"/>
              <a:gd name="connsiteX147" fmla="*/ 28042 w 10678681"/>
              <a:gd name="connsiteY147" fmla="*/ 1297822 h 1357700"/>
              <a:gd name="connsiteX148" fmla="*/ 0 w 10678681"/>
              <a:gd name="connsiteY148" fmla="*/ 1294612 h 1357700"/>
              <a:gd name="connsiteX149" fmla="*/ 0 w 10678681"/>
              <a:gd name="connsiteY149" fmla="*/ 0 h 1357700"/>
              <a:gd name="connsiteX0" fmla="*/ 0 w 10678681"/>
              <a:gd name="connsiteY0" fmla="*/ 0 h 1357700"/>
              <a:gd name="connsiteX1" fmla="*/ 10678681 w 10678681"/>
              <a:gd name="connsiteY1" fmla="*/ 0 h 1357700"/>
              <a:gd name="connsiteX2" fmla="*/ 10666019 w 10678681"/>
              <a:gd name="connsiteY2" fmla="*/ 7876 h 1357700"/>
              <a:gd name="connsiteX3" fmla="*/ 10632825 w 10678681"/>
              <a:gd name="connsiteY3" fmla="*/ 32153 h 1357700"/>
              <a:gd name="connsiteX4" fmla="*/ 10510605 w 10678681"/>
              <a:gd name="connsiteY4" fmla="*/ 30449 h 1357700"/>
              <a:gd name="connsiteX5" fmla="*/ 10456989 w 10678681"/>
              <a:gd name="connsiteY5" fmla="*/ 979 h 1357700"/>
              <a:gd name="connsiteX6" fmla="*/ 10438642 w 10678681"/>
              <a:gd name="connsiteY6" fmla="*/ 1524 h 1357700"/>
              <a:gd name="connsiteX7" fmla="*/ 10407146 w 10678681"/>
              <a:gd name="connsiteY7" fmla="*/ 43659 h 1357700"/>
              <a:gd name="connsiteX8" fmla="*/ 10357996 w 10678681"/>
              <a:gd name="connsiteY8" fmla="*/ 50836 h 1357700"/>
              <a:gd name="connsiteX9" fmla="*/ 10306667 w 10678681"/>
              <a:gd name="connsiteY9" fmla="*/ 109739 h 1357700"/>
              <a:gd name="connsiteX10" fmla="*/ 10115334 w 10678681"/>
              <a:gd name="connsiteY10" fmla="*/ 155658 h 1357700"/>
              <a:gd name="connsiteX11" fmla="*/ 10068157 w 10678681"/>
              <a:gd name="connsiteY11" fmla="*/ 215673 h 1357700"/>
              <a:gd name="connsiteX12" fmla="*/ 10045431 w 10678681"/>
              <a:gd name="connsiteY12" fmla="*/ 229568 h 1357700"/>
              <a:gd name="connsiteX13" fmla="*/ 10013265 w 10678681"/>
              <a:gd name="connsiteY13" fmla="*/ 284757 h 1357700"/>
              <a:gd name="connsiteX14" fmla="*/ 9862496 w 10678681"/>
              <a:gd name="connsiteY14" fmla="*/ 223033 h 1357700"/>
              <a:gd name="connsiteX15" fmla="*/ 9679638 w 10678681"/>
              <a:gd name="connsiteY15" fmla="*/ 277462 h 1357700"/>
              <a:gd name="connsiteX16" fmla="*/ 9498347 w 10678681"/>
              <a:gd name="connsiteY16" fmla="*/ 244723 h 1357700"/>
              <a:gd name="connsiteX17" fmla="*/ 9399702 w 10678681"/>
              <a:gd name="connsiteY17" fmla="*/ 276316 h 1357700"/>
              <a:gd name="connsiteX18" fmla="*/ 9378439 w 10678681"/>
              <a:gd name="connsiteY18" fmla="*/ 326244 h 1357700"/>
              <a:gd name="connsiteX19" fmla="*/ 9121744 w 10678681"/>
              <a:gd name="connsiteY19" fmla="*/ 365177 h 1357700"/>
              <a:gd name="connsiteX20" fmla="*/ 9061654 w 10678681"/>
              <a:gd name="connsiteY20" fmla="*/ 393730 h 1357700"/>
              <a:gd name="connsiteX21" fmla="*/ 8997577 w 10678681"/>
              <a:gd name="connsiteY21" fmla="*/ 380865 h 1357700"/>
              <a:gd name="connsiteX22" fmla="*/ 8907968 w 10678681"/>
              <a:gd name="connsiteY22" fmla="*/ 447345 h 1357700"/>
              <a:gd name="connsiteX23" fmla="*/ 8764163 w 10678681"/>
              <a:gd name="connsiteY23" fmla="*/ 471000 h 1357700"/>
              <a:gd name="connsiteX24" fmla="*/ 8680155 w 10678681"/>
              <a:gd name="connsiteY24" fmla="*/ 492404 h 1357700"/>
              <a:gd name="connsiteX25" fmla="*/ 8651436 w 10678681"/>
              <a:gd name="connsiteY25" fmla="*/ 511923 h 1357700"/>
              <a:gd name="connsiteX26" fmla="*/ 8609185 w 10678681"/>
              <a:gd name="connsiteY26" fmla="*/ 531525 h 1357700"/>
              <a:gd name="connsiteX27" fmla="*/ 8537091 w 10678681"/>
              <a:gd name="connsiteY27" fmla="*/ 574933 h 1357700"/>
              <a:gd name="connsiteX28" fmla="*/ 8435931 w 10678681"/>
              <a:gd name="connsiteY28" fmla="*/ 617926 h 1357700"/>
              <a:gd name="connsiteX29" fmla="*/ 8348623 w 10678681"/>
              <a:gd name="connsiteY29" fmla="*/ 600607 h 1357700"/>
              <a:gd name="connsiteX30" fmla="*/ 8344233 w 10678681"/>
              <a:gd name="connsiteY30" fmla="*/ 610922 h 1357700"/>
              <a:gd name="connsiteX31" fmla="*/ 8290622 w 10678681"/>
              <a:gd name="connsiteY31" fmla="*/ 622687 h 1357700"/>
              <a:gd name="connsiteX32" fmla="*/ 8086698 w 10678681"/>
              <a:gd name="connsiteY32" fmla="*/ 605185 h 1357700"/>
              <a:gd name="connsiteX33" fmla="*/ 7982378 w 10678681"/>
              <a:gd name="connsiteY33" fmla="*/ 629799 h 1357700"/>
              <a:gd name="connsiteX34" fmla="*/ 7947952 w 10678681"/>
              <a:gd name="connsiteY34" fmla="*/ 648003 h 1357700"/>
              <a:gd name="connsiteX35" fmla="*/ 7890112 w 10678681"/>
              <a:gd name="connsiteY35" fmla="*/ 677915 h 1357700"/>
              <a:gd name="connsiteX36" fmla="*/ 7853284 w 10678681"/>
              <a:gd name="connsiteY36" fmla="*/ 723588 h 1357700"/>
              <a:gd name="connsiteX37" fmla="*/ 7802383 w 10678681"/>
              <a:gd name="connsiteY37" fmla="*/ 739359 h 1357700"/>
              <a:gd name="connsiteX38" fmla="*/ 7782280 w 10678681"/>
              <a:gd name="connsiteY38" fmla="*/ 712868 h 1357700"/>
              <a:gd name="connsiteX39" fmla="*/ 7730518 w 10678681"/>
              <a:gd name="connsiteY39" fmla="*/ 739526 h 1357700"/>
              <a:gd name="connsiteX40" fmla="*/ 7652907 w 10678681"/>
              <a:gd name="connsiteY40" fmla="*/ 783273 h 1357700"/>
              <a:gd name="connsiteX41" fmla="*/ 7606008 w 10678681"/>
              <a:gd name="connsiteY41" fmla="*/ 800717 h 1357700"/>
              <a:gd name="connsiteX42" fmla="*/ 7480223 w 10678681"/>
              <a:gd name="connsiteY42" fmla="*/ 856821 h 1357700"/>
              <a:gd name="connsiteX43" fmla="*/ 7356005 w 10678681"/>
              <a:gd name="connsiteY43" fmla="*/ 919462 h 1357700"/>
              <a:gd name="connsiteX44" fmla="*/ 7305396 w 10678681"/>
              <a:gd name="connsiteY44" fmla="*/ 986228 h 1357700"/>
              <a:gd name="connsiteX45" fmla="*/ 7298314 w 10678681"/>
              <a:gd name="connsiteY45" fmla="*/ 989899 h 1357700"/>
              <a:gd name="connsiteX46" fmla="*/ 7277477 w 10678681"/>
              <a:gd name="connsiteY46" fmla="*/ 990571 h 1357700"/>
              <a:gd name="connsiteX47" fmla="*/ 7269396 w 10678681"/>
              <a:gd name="connsiteY47" fmla="*/ 989282 h 1357700"/>
              <a:gd name="connsiteX48" fmla="*/ 7258094 w 10678681"/>
              <a:gd name="connsiteY48" fmla="*/ 990679 h 1357700"/>
              <a:gd name="connsiteX49" fmla="*/ 7257893 w 10678681"/>
              <a:gd name="connsiteY49" fmla="*/ 991204 h 1357700"/>
              <a:gd name="connsiteX50" fmla="*/ 7247153 w 10678681"/>
              <a:gd name="connsiteY50" fmla="*/ 991550 h 1357700"/>
              <a:gd name="connsiteX51" fmla="*/ 7193612 w 10678681"/>
              <a:gd name="connsiteY51" fmla="*/ 987042 h 1357700"/>
              <a:gd name="connsiteX52" fmla="*/ 7132632 w 10678681"/>
              <a:gd name="connsiteY52" fmla="*/ 1042036 h 1357700"/>
              <a:gd name="connsiteX53" fmla="*/ 7105610 w 10678681"/>
              <a:gd name="connsiteY53" fmla="*/ 1053537 h 1357700"/>
              <a:gd name="connsiteX54" fmla="*/ 7091599 w 10678681"/>
              <a:gd name="connsiteY54" fmla="*/ 1062302 h 1357700"/>
              <a:gd name="connsiteX55" fmla="*/ 7090998 w 10678681"/>
              <a:gd name="connsiteY55" fmla="*/ 1064540 h 1357700"/>
              <a:gd name="connsiteX56" fmla="*/ 7039634 w 10678681"/>
              <a:gd name="connsiteY56" fmla="*/ 1059971 h 1357700"/>
              <a:gd name="connsiteX57" fmla="*/ 7033445 w 10678681"/>
              <a:gd name="connsiteY57" fmla="*/ 1063314 h 1357700"/>
              <a:gd name="connsiteX58" fmla="*/ 6999157 w 10678681"/>
              <a:gd name="connsiteY58" fmla="*/ 1055282 h 1357700"/>
              <a:gd name="connsiteX59" fmla="*/ 6981874 w 10678681"/>
              <a:gd name="connsiteY59" fmla="*/ 1053827 h 1357700"/>
              <a:gd name="connsiteX60" fmla="*/ 6976102 w 10678681"/>
              <a:gd name="connsiteY60" fmla="*/ 1047854 h 1357700"/>
              <a:gd name="connsiteX61" fmla="*/ 6951040 w 10678681"/>
              <a:gd name="connsiteY61" fmla="*/ 1048531 h 1357700"/>
              <a:gd name="connsiteX62" fmla="*/ 6948497 w 10678681"/>
              <a:gd name="connsiteY62" fmla="*/ 1050706 h 1357700"/>
              <a:gd name="connsiteX63" fmla="*/ 6926582 w 10678681"/>
              <a:gd name="connsiteY63" fmla="*/ 1043462 h 1357700"/>
              <a:gd name="connsiteX64" fmla="*/ 6833743 w 10678681"/>
              <a:gd name="connsiteY64" fmla="*/ 1027960 h 1357700"/>
              <a:gd name="connsiteX65" fmla="*/ 6698313 w 10678681"/>
              <a:gd name="connsiteY65" fmla="*/ 1063249 h 1357700"/>
              <a:gd name="connsiteX66" fmla="*/ 6437450 w 10678681"/>
              <a:gd name="connsiteY66" fmla="*/ 1101075 h 1357700"/>
              <a:gd name="connsiteX67" fmla="*/ 6327795 w 10678681"/>
              <a:gd name="connsiteY67" fmla="*/ 1088142 h 1357700"/>
              <a:gd name="connsiteX68" fmla="*/ 6136549 w 10678681"/>
              <a:gd name="connsiteY68" fmla="*/ 1100268 h 1357700"/>
              <a:gd name="connsiteX69" fmla="*/ 6004655 w 10678681"/>
              <a:gd name="connsiteY69" fmla="*/ 1114946 h 1357700"/>
              <a:gd name="connsiteX70" fmla="*/ 5936643 w 10678681"/>
              <a:gd name="connsiteY70" fmla="*/ 1095428 h 1357700"/>
              <a:gd name="connsiteX71" fmla="*/ 5912484 w 10678681"/>
              <a:gd name="connsiteY71" fmla="*/ 1112624 h 1357700"/>
              <a:gd name="connsiteX72" fmla="*/ 5908387 w 10678681"/>
              <a:gd name="connsiteY72" fmla="*/ 1116018 h 1357700"/>
              <a:gd name="connsiteX73" fmla="*/ 5890495 w 10678681"/>
              <a:gd name="connsiteY73" fmla="*/ 1120268 h 1357700"/>
              <a:gd name="connsiteX74" fmla="*/ 5887318 w 10678681"/>
              <a:gd name="connsiteY74" fmla="*/ 1133134 h 1357700"/>
              <a:gd name="connsiteX75" fmla="*/ 5861726 w 10678681"/>
              <a:gd name="connsiteY75" fmla="*/ 1147891 h 1357700"/>
              <a:gd name="connsiteX76" fmla="*/ 5805823 w 10678681"/>
              <a:gd name="connsiteY76" fmla="*/ 1152457 h 1357700"/>
              <a:gd name="connsiteX77" fmla="*/ 5689841 w 10678681"/>
              <a:gd name="connsiteY77" fmla="*/ 1176232 h 1357700"/>
              <a:gd name="connsiteX78" fmla="*/ 5605119 w 10678681"/>
              <a:gd name="connsiteY78" fmla="*/ 1190202 h 1357700"/>
              <a:gd name="connsiteX79" fmla="*/ 5488513 w 10678681"/>
              <a:gd name="connsiteY79" fmla="*/ 1205367 h 1357700"/>
              <a:gd name="connsiteX80" fmla="*/ 5402905 w 10678681"/>
              <a:gd name="connsiteY80" fmla="*/ 1241191 h 1357700"/>
              <a:gd name="connsiteX81" fmla="*/ 5285593 w 10678681"/>
              <a:gd name="connsiteY81" fmla="*/ 1273569 h 1357700"/>
              <a:gd name="connsiteX82" fmla="*/ 5192893 w 10678681"/>
              <a:gd name="connsiteY82" fmla="*/ 1247188 h 1357700"/>
              <a:gd name="connsiteX83" fmla="*/ 5186475 w 10678681"/>
              <a:gd name="connsiteY83" fmla="*/ 1257028 h 1357700"/>
              <a:gd name="connsiteX84" fmla="*/ 5126038 w 10678681"/>
              <a:gd name="connsiteY84" fmla="*/ 1263189 h 1357700"/>
              <a:gd name="connsiteX85" fmla="*/ 4894688 w 10678681"/>
              <a:gd name="connsiteY85" fmla="*/ 1247184 h 1357700"/>
              <a:gd name="connsiteX86" fmla="*/ 4788036 w 10678681"/>
              <a:gd name="connsiteY86" fmla="*/ 1238182 h 1357700"/>
              <a:gd name="connsiteX87" fmla="*/ 4747555 w 10678681"/>
              <a:gd name="connsiteY87" fmla="*/ 1252768 h 1357700"/>
              <a:gd name="connsiteX88" fmla="*/ 4679644 w 10678681"/>
              <a:gd name="connsiteY88" fmla="*/ 1276603 h 1357700"/>
              <a:gd name="connsiteX89" fmla="*/ 4632222 w 10678681"/>
              <a:gd name="connsiteY89" fmla="*/ 1318360 h 1357700"/>
              <a:gd name="connsiteX90" fmla="*/ 4617358 w 10678681"/>
              <a:gd name="connsiteY90" fmla="*/ 1327690 h 1357700"/>
              <a:gd name="connsiteX91" fmla="*/ 4589102 w 10678681"/>
              <a:gd name="connsiteY91" fmla="*/ 1321223 h 1357700"/>
              <a:gd name="connsiteX92" fmla="*/ 4578184 w 10678681"/>
              <a:gd name="connsiteY92" fmla="*/ 1326745 h 1357700"/>
              <a:gd name="connsiteX93" fmla="*/ 4574270 w 10678681"/>
              <a:gd name="connsiteY93" fmla="*/ 1325878 h 1357700"/>
              <a:gd name="connsiteX94" fmla="*/ 4564919 w 10678681"/>
              <a:gd name="connsiteY94" fmla="*/ 1325507 h 1357700"/>
              <a:gd name="connsiteX95" fmla="*/ 4566586 w 10678681"/>
              <a:gd name="connsiteY95" fmla="*/ 1316963 h 1357700"/>
              <a:gd name="connsiteX96" fmla="*/ 4556303 w 10678681"/>
              <a:gd name="connsiteY96" fmla="*/ 1300262 h 1357700"/>
              <a:gd name="connsiteX97" fmla="*/ 4502358 w 10678681"/>
              <a:gd name="connsiteY97" fmla="*/ 1302558 h 1357700"/>
              <a:gd name="connsiteX98" fmla="*/ 4498919 w 10678681"/>
              <a:gd name="connsiteY98" fmla="*/ 1312115 h 1357700"/>
              <a:gd name="connsiteX99" fmla="*/ 4492075 w 10678681"/>
              <a:gd name="connsiteY99" fmla="*/ 1313357 h 1357700"/>
              <a:gd name="connsiteX100" fmla="*/ 4487466 w 10678681"/>
              <a:gd name="connsiteY100" fmla="*/ 1304102 h 1357700"/>
              <a:gd name="connsiteX101" fmla="*/ 4398292 w 10678681"/>
              <a:gd name="connsiteY101" fmla="*/ 1278410 h 1357700"/>
              <a:gd name="connsiteX102" fmla="*/ 4306088 w 10678681"/>
              <a:gd name="connsiteY102" fmla="*/ 1282512 h 1357700"/>
              <a:gd name="connsiteX103" fmla="*/ 4188995 w 10678681"/>
              <a:gd name="connsiteY103" fmla="*/ 1296718 h 1357700"/>
              <a:gd name="connsiteX104" fmla="*/ 4136582 w 10678681"/>
              <a:gd name="connsiteY104" fmla="*/ 1287687 h 1357700"/>
              <a:gd name="connsiteX105" fmla="*/ 4064614 w 10678681"/>
              <a:gd name="connsiteY105" fmla="*/ 1296118 h 1357700"/>
              <a:gd name="connsiteX106" fmla="*/ 3906561 w 10678681"/>
              <a:gd name="connsiteY106" fmla="*/ 1352435 h 1357700"/>
              <a:gd name="connsiteX107" fmla="*/ 3787890 w 10678681"/>
              <a:gd name="connsiteY107" fmla="*/ 1352442 h 1357700"/>
              <a:gd name="connsiteX108" fmla="*/ 3745993 w 10678681"/>
              <a:gd name="connsiteY108" fmla="*/ 1342630 h 1357700"/>
              <a:gd name="connsiteX109" fmla="*/ 3675785 w 10678681"/>
              <a:gd name="connsiteY109" fmla="*/ 1326802 h 1357700"/>
              <a:gd name="connsiteX110" fmla="*/ 3623856 w 10678681"/>
              <a:gd name="connsiteY110" fmla="*/ 1290804 h 1357700"/>
              <a:gd name="connsiteX111" fmla="*/ 3564933 w 10678681"/>
              <a:gd name="connsiteY111" fmla="*/ 1287147 h 1357700"/>
              <a:gd name="connsiteX112" fmla="*/ 3550537 w 10678681"/>
              <a:gd name="connsiteY112" fmla="*/ 1317552 h 1357700"/>
              <a:gd name="connsiteX113" fmla="*/ 3487736 w 10678681"/>
              <a:gd name="connsiteY113" fmla="*/ 1303493 h 1357700"/>
              <a:gd name="connsiteX114" fmla="*/ 3392548 w 10678681"/>
              <a:gd name="connsiteY114" fmla="*/ 1278741 h 1357700"/>
              <a:gd name="connsiteX115" fmla="*/ 3337466 w 10678681"/>
              <a:gd name="connsiteY115" fmla="*/ 1272537 h 1357700"/>
              <a:gd name="connsiteX116" fmla="*/ 3187206 w 10678681"/>
              <a:gd name="connsiteY116" fmla="*/ 1246821 h 1357700"/>
              <a:gd name="connsiteX117" fmla="*/ 3036856 w 10678681"/>
              <a:gd name="connsiteY117" fmla="*/ 1214383 h 1357700"/>
              <a:gd name="connsiteX118" fmla="*/ 2948654 w 10678681"/>
              <a:gd name="connsiteY118" fmla="*/ 1157455 h 1357700"/>
              <a:gd name="connsiteX119" fmla="*/ 2824973 w 10678681"/>
              <a:gd name="connsiteY119" fmla="*/ 1134864 h 1357700"/>
              <a:gd name="connsiteX120" fmla="*/ 2804398 w 10678681"/>
              <a:gd name="connsiteY120" fmla="*/ 1125556 h 1357700"/>
              <a:gd name="connsiteX121" fmla="*/ 2775396 w 10678681"/>
              <a:gd name="connsiteY121" fmla="*/ 1130148 h 1357700"/>
              <a:gd name="connsiteX122" fmla="*/ 2659096 w 10678681"/>
              <a:gd name="connsiteY122" fmla="*/ 1150294 h 1357700"/>
              <a:gd name="connsiteX123" fmla="*/ 2567088 w 10678681"/>
              <a:gd name="connsiteY123" fmla="*/ 1181781 h 1357700"/>
              <a:gd name="connsiteX124" fmla="*/ 2454501 w 10678681"/>
              <a:gd name="connsiteY124" fmla="*/ 1155455 h 1357700"/>
              <a:gd name="connsiteX125" fmla="*/ 2385161 w 10678681"/>
              <a:gd name="connsiteY125" fmla="*/ 1161312 h 1357700"/>
              <a:gd name="connsiteX126" fmla="*/ 2270528 w 10678681"/>
              <a:gd name="connsiteY126" fmla="*/ 1204338 h 1357700"/>
              <a:gd name="connsiteX127" fmla="*/ 2121820 w 10678681"/>
              <a:gd name="connsiteY127" fmla="*/ 1187078 h 1357700"/>
              <a:gd name="connsiteX128" fmla="*/ 2092716 w 10678681"/>
              <a:gd name="connsiteY128" fmla="*/ 1139224 h 1357700"/>
              <a:gd name="connsiteX129" fmla="*/ 2052449 w 10678681"/>
              <a:gd name="connsiteY129" fmla="*/ 1109687 h 1357700"/>
              <a:gd name="connsiteX130" fmla="*/ 2032607 w 10678681"/>
              <a:gd name="connsiteY130" fmla="*/ 1175477 h 1357700"/>
              <a:gd name="connsiteX131" fmla="*/ 1901837 w 10678681"/>
              <a:gd name="connsiteY131" fmla="*/ 1221762 h 1357700"/>
              <a:gd name="connsiteX132" fmla="*/ 1836762 w 10678681"/>
              <a:gd name="connsiteY132" fmla="*/ 1237387 h 1357700"/>
              <a:gd name="connsiteX133" fmla="*/ 1735877 w 10678681"/>
              <a:gd name="connsiteY133" fmla="*/ 1246527 h 1357700"/>
              <a:gd name="connsiteX134" fmla="*/ 1705069 w 10678681"/>
              <a:gd name="connsiteY134" fmla="*/ 1251989 h 1357700"/>
              <a:gd name="connsiteX135" fmla="*/ 1397689 w 10678681"/>
              <a:gd name="connsiteY135" fmla="*/ 1336144 h 1357700"/>
              <a:gd name="connsiteX136" fmla="*/ 1220734 w 10678681"/>
              <a:gd name="connsiteY136" fmla="*/ 1257811 h 1357700"/>
              <a:gd name="connsiteX137" fmla="*/ 1021737 w 10678681"/>
              <a:gd name="connsiteY137" fmla="*/ 1238739 h 1357700"/>
              <a:gd name="connsiteX138" fmla="*/ 959820 w 10678681"/>
              <a:gd name="connsiteY138" fmla="*/ 1275863 h 1357700"/>
              <a:gd name="connsiteX139" fmla="*/ 929137 w 10678681"/>
              <a:gd name="connsiteY139" fmla="*/ 1273957 h 1357700"/>
              <a:gd name="connsiteX140" fmla="*/ 878849 w 10678681"/>
              <a:gd name="connsiteY140" fmla="*/ 1266740 h 1357700"/>
              <a:gd name="connsiteX141" fmla="*/ 800667 w 10678681"/>
              <a:gd name="connsiteY141" fmla="*/ 1282041 h 1357700"/>
              <a:gd name="connsiteX142" fmla="*/ 644906 w 10678681"/>
              <a:gd name="connsiteY142" fmla="*/ 1273685 h 1357700"/>
              <a:gd name="connsiteX143" fmla="*/ 379869 w 10678681"/>
              <a:gd name="connsiteY143" fmla="*/ 1339165 h 1357700"/>
              <a:gd name="connsiteX144" fmla="*/ 137696 w 10678681"/>
              <a:gd name="connsiteY144" fmla="*/ 1319217 h 1357700"/>
              <a:gd name="connsiteX145" fmla="*/ 54250 w 10678681"/>
              <a:gd name="connsiteY145" fmla="*/ 1315838 h 1357700"/>
              <a:gd name="connsiteX146" fmla="*/ 28042 w 10678681"/>
              <a:gd name="connsiteY146" fmla="*/ 1297822 h 1357700"/>
              <a:gd name="connsiteX147" fmla="*/ 0 w 10678681"/>
              <a:gd name="connsiteY147" fmla="*/ 1294612 h 1357700"/>
              <a:gd name="connsiteX148" fmla="*/ 0 w 10678681"/>
              <a:gd name="connsiteY148" fmla="*/ 0 h 1357700"/>
              <a:gd name="connsiteX0" fmla="*/ 0 w 10678681"/>
              <a:gd name="connsiteY0" fmla="*/ 0 h 1357700"/>
              <a:gd name="connsiteX1" fmla="*/ 10678681 w 10678681"/>
              <a:gd name="connsiteY1" fmla="*/ 0 h 1357700"/>
              <a:gd name="connsiteX2" fmla="*/ 10666019 w 10678681"/>
              <a:gd name="connsiteY2" fmla="*/ 7876 h 1357700"/>
              <a:gd name="connsiteX3" fmla="*/ 10632825 w 10678681"/>
              <a:gd name="connsiteY3" fmla="*/ 32153 h 1357700"/>
              <a:gd name="connsiteX4" fmla="*/ 10510605 w 10678681"/>
              <a:gd name="connsiteY4" fmla="*/ 30449 h 1357700"/>
              <a:gd name="connsiteX5" fmla="*/ 10456989 w 10678681"/>
              <a:gd name="connsiteY5" fmla="*/ 979 h 1357700"/>
              <a:gd name="connsiteX6" fmla="*/ 10438642 w 10678681"/>
              <a:gd name="connsiteY6" fmla="*/ 1524 h 1357700"/>
              <a:gd name="connsiteX7" fmla="*/ 10407146 w 10678681"/>
              <a:gd name="connsiteY7" fmla="*/ 43659 h 1357700"/>
              <a:gd name="connsiteX8" fmla="*/ 10357996 w 10678681"/>
              <a:gd name="connsiteY8" fmla="*/ 50836 h 1357700"/>
              <a:gd name="connsiteX9" fmla="*/ 10306667 w 10678681"/>
              <a:gd name="connsiteY9" fmla="*/ 109739 h 1357700"/>
              <a:gd name="connsiteX10" fmla="*/ 10115334 w 10678681"/>
              <a:gd name="connsiteY10" fmla="*/ 155658 h 1357700"/>
              <a:gd name="connsiteX11" fmla="*/ 10068157 w 10678681"/>
              <a:gd name="connsiteY11" fmla="*/ 215673 h 1357700"/>
              <a:gd name="connsiteX12" fmla="*/ 10045431 w 10678681"/>
              <a:gd name="connsiteY12" fmla="*/ 229568 h 1357700"/>
              <a:gd name="connsiteX13" fmla="*/ 10013265 w 10678681"/>
              <a:gd name="connsiteY13" fmla="*/ 284757 h 1357700"/>
              <a:gd name="connsiteX14" fmla="*/ 9862496 w 10678681"/>
              <a:gd name="connsiteY14" fmla="*/ 223033 h 1357700"/>
              <a:gd name="connsiteX15" fmla="*/ 9679638 w 10678681"/>
              <a:gd name="connsiteY15" fmla="*/ 277462 h 1357700"/>
              <a:gd name="connsiteX16" fmla="*/ 9498347 w 10678681"/>
              <a:gd name="connsiteY16" fmla="*/ 244723 h 1357700"/>
              <a:gd name="connsiteX17" fmla="*/ 9399702 w 10678681"/>
              <a:gd name="connsiteY17" fmla="*/ 276316 h 1357700"/>
              <a:gd name="connsiteX18" fmla="*/ 9378439 w 10678681"/>
              <a:gd name="connsiteY18" fmla="*/ 326244 h 1357700"/>
              <a:gd name="connsiteX19" fmla="*/ 9121744 w 10678681"/>
              <a:gd name="connsiteY19" fmla="*/ 365177 h 1357700"/>
              <a:gd name="connsiteX20" fmla="*/ 9061654 w 10678681"/>
              <a:gd name="connsiteY20" fmla="*/ 393730 h 1357700"/>
              <a:gd name="connsiteX21" fmla="*/ 8997577 w 10678681"/>
              <a:gd name="connsiteY21" fmla="*/ 380865 h 1357700"/>
              <a:gd name="connsiteX22" fmla="*/ 8907968 w 10678681"/>
              <a:gd name="connsiteY22" fmla="*/ 447345 h 1357700"/>
              <a:gd name="connsiteX23" fmla="*/ 8764163 w 10678681"/>
              <a:gd name="connsiteY23" fmla="*/ 471000 h 1357700"/>
              <a:gd name="connsiteX24" fmla="*/ 8680155 w 10678681"/>
              <a:gd name="connsiteY24" fmla="*/ 492404 h 1357700"/>
              <a:gd name="connsiteX25" fmla="*/ 8651436 w 10678681"/>
              <a:gd name="connsiteY25" fmla="*/ 511923 h 1357700"/>
              <a:gd name="connsiteX26" fmla="*/ 8609185 w 10678681"/>
              <a:gd name="connsiteY26" fmla="*/ 531525 h 1357700"/>
              <a:gd name="connsiteX27" fmla="*/ 8537091 w 10678681"/>
              <a:gd name="connsiteY27" fmla="*/ 574933 h 1357700"/>
              <a:gd name="connsiteX28" fmla="*/ 8435931 w 10678681"/>
              <a:gd name="connsiteY28" fmla="*/ 617926 h 1357700"/>
              <a:gd name="connsiteX29" fmla="*/ 8348623 w 10678681"/>
              <a:gd name="connsiteY29" fmla="*/ 600607 h 1357700"/>
              <a:gd name="connsiteX30" fmla="*/ 8344233 w 10678681"/>
              <a:gd name="connsiteY30" fmla="*/ 610922 h 1357700"/>
              <a:gd name="connsiteX31" fmla="*/ 8290622 w 10678681"/>
              <a:gd name="connsiteY31" fmla="*/ 622687 h 1357700"/>
              <a:gd name="connsiteX32" fmla="*/ 8086698 w 10678681"/>
              <a:gd name="connsiteY32" fmla="*/ 605185 h 1357700"/>
              <a:gd name="connsiteX33" fmla="*/ 7982378 w 10678681"/>
              <a:gd name="connsiteY33" fmla="*/ 629799 h 1357700"/>
              <a:gd name="connsiteX34" fmla="*/ 7947952 w 10678681"/>
              <a:gd name="connsiteY34" fmla="*/ 648003 h 1357700"/>
              <a:gd name="connsiteX35" fmla="*/ 7890112 w 10678681"/>
              <a:gd name="connsiteY35" fmla="*/ 677915 h 1357700"/>
              <a:gd name="connsiteX36" fmla="*/ 7853284 w 10678681"/>
              <a:gd name="connsiteY36" fmla="*/ 723588 h 1357700"/>
              <a:gd name="connsiteX37" fmla="*/ 7802383 w 10678681"/>
              <a:gd name="connsiteY37" fmla="*/ 739359 h 1357700"/>
              <a:gd name="connsiteX38" fmla="*/ 7782280 w 10678681"/>
              <a:gd name="connsiteY38" fmla="*/ 712868 h 1357700"/>
              <a:gd name="connsiteX39" fmla="*/ 7730518 w 10678681"/>
              <a:gd name="connsiteY39" fmla="*/ 739526 h 1357700"/>
              <a:gd name="connsiteX40" fmla="*/ 7652907 w 10678681"/>
              <a:gd name="connsiteY40" fmla="*/ 783273 h 1357700"/>
              <a:gd name="connsiteX41" fmla="*/ 7606008 w 10678681"/>
              <a:gd name="connsiteY41" fmla="*/ 800717 h 1357700"/>
              <a:gd name="connsiteX42" fmla="*/ 7480223 w 10678681"/>
              <a:gd name="connsiteY42" fmla="*/ 856821 h 1357700"/>
              <a:gd name="connsiteX43" fmla="*/ 7356005 w 10678681"/>
              <a:gd name="connsiteY43" fmla="*/ 919462 h 1357700"/>
              <a:gd name="connsiteX44" fmla="*/ 7305396 w 10678681"/>
              <a:gd name="connsiteY44" fmla="*/ 986228 h 1357700"/>
              <a:gd name="connsiteX45" fmla="*/ 7298314 w 10678681"/>
              <a:gd name="connsiteY45" fmla="*/ 989899 h 1357700"/>
              <a:gd name="connsiteX46" fmla="*/ 7277477 w 10678681"/>
              <a:gd name="connsiteY46" fmla="*/ 990571 h 1357700"/>
              <a:gd name="connsiteX47" fmla="*/ 7269396 w 10678681"/>
              <a:gd name="connsiteY47" fmla="*/ 989282 h 1357700"/>
              <a:gd name="connsiteX48" fmla="*/ 7258094 w 10678681"/>
              <a:gd name="connsiteY48" fmla="*/ 990679 h 1357700"/>
              <a:gd name="connsiteX49" fmla="*/ 7257893 w 10678681"/>
              <a:gd name="connsiteY49" fmla="*/ 991204 h 1357700"/>
              <a:gd name="connsiteX50" fmla="*/ 7247153 w 10678681"/>
              <a:gd name="connsiteY50" fmla="*/ 991550 h 1357700"/>
              <a:gd name="connsiteX51" fmla="*/ 7193612 w 10678681"/>
              <a:gd name="connsiteY51" fmla="*/ 987042 h 1357700"/>
              <a:gd name="connsiteX52" fmla="*/ 7132632 w 10678681"/>
              <a:gd name="connsiteY52" fmla="*/ 1042036 h 1357700"/>
              <a:gd name="connsiteX53" fmla="*/ 7105610 w 10678681"/>
              <a:gd name="connsiteY53" fmla="*/ 1053537 h 1357700"/>
              <a:gd name="connsiteX54" fmla="*/ 7091599 w 10678681"/>
              <a:gd name="connsiteY54" fmla="*/ 1062302 h 1357700"/>
              <a:gd name="connsiteX55" fmla="*/ 7090998 w 10678681"/>
              <a:gd name="connsiteY55" fmla="*/ 1064540 h 1357700"/>
              <a:gd name="connsiteX56" fmla="*/ 7039634 w 10678681"/>
              <a:gd name="connsiteY56" fmla="*/ 1059971 h 1357700"/>
              <a:gd name="connsiteX57" fmla="*/ 7033445 w 10678681"/>
              <a:gd name="connsiteY57" fmla="*/ 1063314 h 1357700"/>
              <a:gd name="connsiteX58" fmla="*/ 6999157 w 10678681"/>
              <a:gd name="connsiteY58" fmla="*/ 1055282 h 1357700"/>
              <a:gd name="connsiteX59" fmla="*/ 6981874 w 10678681"/>
              <a:gd name="connsiteY59" fmla="*/ 1053827 h 1357700"/>
              <a:gd name="connsiteX60" fmla="*/ 6976102 w 10678681"/>
              <a:gd name="connsiteY60" fmla="*/ 1047854 h 1357700"/>
              <a:gd name="connsiteX61" fmla="*/ 6951040 w 10678681"/>
              <a:gd name="connsiteY61" fmla="*/ 1048531 h 1357700"/>
              <a:gd name="connsiteX62" fmla="*/ 6948497 w 10678681"/>
              <a:gd name="connsiteY62" fmla="*/ 1050706 h 1357700"/>
              <a:gd name="connsiteX63" fmla="*/ 6926582 w 10678681"/>
              <a:gd name="connsiteY63" fmla="*/ 1043462 h 1357700"/>
              <a:gd name="connsiteX64" fmla="*/ 6833743 w 10678681"/>
              <a:gd name="connsiteY64" fmla="*/ 1027960 h 1357700"/>
              <a:gd name="connsiteX65" fmla="*/ 6664639 w 10678681"/>
              <a:gd name="connsiteY65" fmla="*/ 1017831 h 1357700"/>
              <a:gd name="connsiteX66" fmla="*/ 6437450 w 10678681"/>
              <a:gd name="connsiteY66" fmla="*/ 1101075 h 1357700"/>
              <a:gd name="connsiteX67" fmla="*/ 6327795 w 10678681"/>
              <a:gd name="connsiteY67" fmla="*/ 1088142 h 1357700"/>
              <a:gd name="connsiteX68" fmla="*/ 6136549 w 10678681"/>
              <a:gd name="connsiteY68" fmla="*/ 1100268 h 1357700"/>
              <a:gd name="connsiteX69" fmla="*/ 6004655 w 10678681"/>
              <a:gd name="connsiteY69" fmla="*/ 1114946 h 1357700"/>
              <a:gd name="connsiteX70" fmla="*/ 5936643 w 10678681"/>
              <a:gd name="connsiteY70" fmla="*/ 1095428 h 1357700"/>
              <a:gd name="connsiteX71" fmla="*/ 5912484 w 10678681"/>
              <a:gd name="connsiteY71" fmla="*/ 1112624 h 1357700"/>
              <a:gd name="connsiteX72" fmla="*/ 5908387 w 10678681"/>
              <a:gd name="connsiteY72" fmla="*/ 1116018 h 1357700"/>
              <a:gd name="connsiteX73" fmla="*/ 5890495 w 10678681"/>
              <a:gd name="connsiteY73" fmla="*/ 1120268 h 1357700"/>
              <a:gd name="connsiteX74" fmla="*/ 5887318 w 10678681"/>
              <a:gd name="connsiteY74" fmla="*/ 1133134 h 1357700"/>
              <a:gd name="connsiteX75" fmla="*/ 5861726 w 10678681"/>
              <a:gd name="connsiteY75" fmla="*/ 1147891 h 1357700"/>
              <a:gd name="connsiteX76" fmla="*/ 5805823 w 10678681"/>
              <a:gd name="connsiteY76" fmla="*/ 1152457 h 1357700"/>
              <a:gd name="connsiteX77" fmla="*/ 5689841 w 10678681"/>
              <a:gd name="connsiteY77" fmla="*/ 1176232 h 1357700"/>
              <a:gd name="connsiteX78" fmla="*/ 5605119 w 10678681"/>
              <a:gd name="connsiteY78" fmla="*/ 1190202 h 1357700"/>
              <a:gd name="connsiteX79" fmla="*/ 5488513 w 10678681"/>
              <a:gd name="connsiteY79" fmla="*/ 1205367 h 1357700"/>
              <a:gd name="connsiteX80" fmla="*/ 5402905 w 10678681"/>
              <a:gd name="connsiteY80" fmla="*/ 1241191 h 1357700"/>
              <a:gd name="connsiteX81" fmla="*/ 5285593 w 10678681"/>
              <a:gd name="connsiteY81" fmla="*/ 1273569 h 1357700"/>
              <a:gd name="connsiteX82" fmla="*/ 5192893 w 10678681"/>
              <a:gd name="connsiteY82" fmla="*/ 1247188 h 1357700"/>
              <a:gd name="connsiteX83" fmla="*/ 5186475 w 10678681"/>
              <a:gd name="connsiteY83" fmla="*/ 1257028 h 1357700"/>
              <a:gd name="connsiteX84" fmla="*/ 5126038 w 10678681"/>
              <a:gd name="connsiteY84" fmla="*/ 1263189 h 1357700"/>
              <a:gd name="connsiteX85" fmla="*/ 4894688 w 10678681"/>
              <a:gd name="connsiteY85" fmla="*/ 1247184 h 1357700"/>
              <a:gd name="connsiteX86" fmla="*/ 4788036 w 10678681"/>
              <a:gd name="connsiteY86" fmla="*/ 1238182 h 1357700"/>
              <a:gd name="connsiteX87" fmla="*/ 4747555 w 10678681"/>
              <a:gd name="connsiteY87" fmla="*/ 1252768 h 1357700"/>
              <a:gd name="connsiteX88" fmla="*/ 4679644 w 10678681"/>
              <a:gd name="connsiteY88" fmla="*/ 1276603 h 1357700"/>
              <a:gd name="connsiteX89" fmla="*/ 4632222 w 10678681"/>
              <a:gd name="connsiteY89" fmla="*/ 1318360 h 1357700"/>
              <a:gd name="connsiteX90" fmla="*/ 4617358 w 10678681"/>
              <a:gd name="connsiteY90" fmla="*/ 1327690 h 1357700"/>
              <a:gd name="connsiteX91" fmla="*/ 4589102 w 10678681"/>
              <a:gd name="connsiteY91" fmla="*/ 1321223 h 1357700"/>
              <a:gd name="connsiteX92" fmla="*/ 4578184 w 10678681"/>
              <a:gd name="connsiteY92" fmla="*/ 1326745 h 1357700"/>
              <a:gd name="connsiteX93" fmla="*/ 4574270 w 10678681"/>
              <a:gd name="connsiteY93" fmla="*/ 1325878 h 1357700"/>
              <a:gd name="connsiteX94" fmla="*/ 4564919 w 10678681"/>
              <a:gd name="connsiteY94" fmla="*/ 1325507 h 1357700"/>
              <a:gd name="connsiteX95" fmla="*/ 4566586 w 10678681"/>
              <a:gd name="connsiteY95" fmla="*/ 1316963 h 1357700"/>
              <a:gd name="connsiteX96" fmla="*/ 4556303 w 10678681"/>
              <a:gd name="connsiteY96" fmla="*/ 1300262 h 1357700"/>
              <a:gd name="connsiteX97" fmla="*/ 4502358 w 10678681"/>
              <a:gd name="connsiteY97" fmla="*/ 1302558 h 1357700"/>
              <a:gd name="connsiteX98" fmla="*/ 4498919 w 10678681"/>
              <a:gd name="connsiteY98" fmla="*/ 1312115 h 1357700"/>
              <a:gd name="connsiteX99" fmla="*/ 4492075 w 10678681"/>
              <a:gd name="connsiteY99" fmla="*/ 1313357 h 1357700"/>
              <a:gd name="connsiteX100" fmla="*/ 4487466 w 10678681"/>
              <a:gd name="connsiteY100" fmla="*/ 1304102 h 1357700"/>
              <a:gd name="connsiteX101" fmla="*/ 4398292 w 10678681"/>
              <a:gd name="connsiteY101" fmla="*/ 1278410 h 1357700"/>
              <a:gd name="connsiteX102" fmla="*/ 4306088 w 10678681"/>
              <a:gd name="connsiteY102" fmla="*/ 1282512 h 1357700"/>
              <a:gd name="connsiteX103" fmla="*/ 4188995 w 10678681"/>
              <a:gd name="connsiteY103" fmla="*/ 1296718 h 1357700"/>
              <a:gd name="connsiteX104" fmla="*/ 4136582 w 10678681"/>
              <a:gd name="connsiteY104" fmla="*/ 1287687 h 1357700"/>
              <a:gd name="connsiteX105" fmla="*/ 4064614 w 10678681"/>
              <a:gd name="connsiteY105" fmla="*/ 1296118 h 1357700"/>
              <a:gd name="connsiteX106" fmla="*/ 3906561 w 10678681"/>
              <a:gd name="connsiteY106" fmla="*/ 1352435 h 1357700"/>
              <a:gd name="connsiteX107" fmla="*/ 3787890 w 10678681"/>
              <a:gd name="connsiteY107" fmla="*/ 1352442 h 1357700"/>
              <a:gd name="connsiteX108" fmla="*/ 3745993 w 10678681"/>
              <a:gd name="connsiteY108" fmla="*/ 1342630 h 1357700"/>
              <a:gd name="connsiteX109" fmla="*/ 3675785 w 10678681"/>
              <a:gd name="connsiteY109" fmla="*/ 1326802 h 1357700"/>
              <a:gd name="connsiteX110" fmla="*/ 3623856 w 10678681"/>
              <a:gd name="connsiteY110" fmla="*/ 1290804 h 1357700"/>
              <a:gd name="connsiteX111" fmla="*/ 3564933 w 10678681"/>
              <a:gd name="connsiteY111" fmla="*/ 1287147 h 1357700"/>
              <a:gd name="connsiteX112" fmla="*/ 3550537 w 10678681"/>
              <a:gd name="connsiteY112" fmla="*/ 1317552 h 1357700"/>
              <a:gd name="connsiteX113" fmla="*/ 3487736 w 10678681"/>
              <a:gd name="connsiteY113" fmla="*/ 1303493 h 1357700"/>
              <a:gd name="connsiteX114" fmla="*/ 3392548 w 10678681"/>
              <a:gd name="connsiteY114" fmla="*/ 1278741 h 1357700"/>
              <a:gd name="connsiteX115" fmla="*/ 3337466 w 10678681"/>
              <a:gd name="connsiteY115" fmla="*/ 1272537 h 1357700"/>
              <a:gd name="connsiteX116" fmla="*/ 3187206 w 10678681"/>
              <a:gd name="connsiteY116" fmla="*/ 1246821 h 1357700"/>
              <a:gd name="connsiteX117" fmla="*/ 3036856 w 10678681"/>
              <a:gd name="connsiteY117" fmla="*/ 1214383 h 1357700"/>
              <a:gd name="connsiteX118" fmla="*/ 2948654 w 10678681"/>
              <a:gd name="connsiteY118" fmla="*/ 1157455 h 1357700"/>
              <a:gd name="connsiteX119" fmla="*/ 2824973 w 10678681"/>
              <a:gd name="connsiteY119" fmla="*/ 1134864 h 1357700"/>
              <a:gd name="connsiteX120" fmla="*/ 2804398 w 10678681"/>
              <a:gd name="connsiteY120" fmla="*/ 1125556 h 1357700"/>
              <a:gd name="connsiteX121" fmla="*/ 2775396 w 10678681"/>
              <a:gd name="connsiteY121" fmla="*/ 1130148 h 1357700"/>
              <a:gd name="connsiteX122" fmla="*/ 2659096 w 10678681"/>
              <a:gd name="connsiteY122" fmla="*/ 1150294 h 1357700"/>
              <a:gd name="connsiteX123" fmla="*/ 2567088 w 10678681"/>
              <a:gd name="connsiteY123" fmla="*/ 1181781 h 1357700"/>
              <a:gd name="connsiteX124" fmla="*/ 2454501 w 10678681"/>
              <a:gd name="connsiteY124" fmla="*/ 1155455 h 1357700"/>
              <a:gd name="connsiteX125" fmla="*/ 2385161 w 10678681"/>
              <a:gd name="connsiteY125" fmla="*/ 1161312 h 1357700"/>
              <a:gd name="connsiteX126" fmla="*/ 2270528 w 10678681"/>
              <a:gd name="connsiteY126" fmla="*/ 1204338 h 1357700"/>
              <a:gd name="connsiteX127" fmla="*/ 2121820 w 10678681"/>
              <a:gd name="connsiteY127" fmla="*/ 1187078 h 1357700"/>
              <a:gd name="connsiteX128" fmla="*/ 2092716 w 10678681"/>
              <a:gd name="connsiteY128" fmla="*/ 1139224 h 1357700"/>
              <a:gd name="connsiteX129" fmla="*/ 2052449 w 10678681"/>
              <a:gd name="connsiteY129" fmla="*/ 1109687 h 1357700"/>
              <a:gd name="connsiteX130" fmla="*/ 2032607 w 10678681"/>
              <a:gd name="connsiteY130" fmla="*/ 1175477 h 1357700"/>
              <a:gd name="connsiteX131" fmla="*/ 1901837 w 10678681"/>
              <a:gd name="connsiteY131" fmla="*/ 1221762 h 1357700"/>
              <a:gd name="connsiteX132" fmla="*/ 1836762 w 10678681"/>
              <a:gd name="connsiteY132" fmla="*/ 1237387 h 1357700"/>
              <a:gd name="connsiteX133" fmla="*/ 1735877 w 10678681"/>
              <a:gd name="connsiteY133" fmla="*/ 1246527 h 1357700"/>
              <a:gd name="connsiteX134" fmla="*/ 1705069 w 10678681"/>
              <a:gd name="connsiteY134" fmla="*/ 1251989 h 1357700"/>
              <a:gd name="connsiteX135" fmla="*/ 1397689 w 10678681"/>
              <a:gd name="connsiteY135" fmla="*/ 1336144 h 1357700"/>
              <a:gd name="connsiteX136" fmla="*/ 1220734 w 10678681"/>
              <a:gd name="connsiteY136" fmla="*/ 1257811 h 1357700"/>
              <a:gd name="connsiteX137" fmla="*/ 1021737 w 10678681"/>
              <a:gd name="connsiteY137" fmla="*/ 1238739 h 1357700"/>
              <a:gd name="connsiteX138" fmla="*/ 959820 w 10678681"/>
              <a:gd name="connsiteY138" fmla="*/ 1275863 h 1357700"/>
              <a:gd name="connsiteX139" fmla="*/ 929137 w 10678681"/>
              <a:gd name="connsiteY139" fmla="*/ 1273957 h 1357700"/>
              <a:gd name="connsiteX140" fmla="*/ 878849 w 10678681"/>
              <a:gd name="connsiteY140" fmla="*/ 1266740 h 1357700"/>
              <a:gd name="connsiteX141" fmla="*/ 800667 w 10678681"/>
              <a:gd name="connsiteY141" fmla="*/ 1282041 h 1357700"/>
              <a:gd name="connsiteX142" fmla="*/ 644906 w 10678681"/>
              <a:gd name="connsiteY142" fmla="*/ 1273685 h 1357700"/>
              <a:gd name="connsiteX143" fmla="*/ 379869 w 10678681"/>
              <a:gd name="connsiteY143" fmla="*/ 1339165 h 1357700"/>
              <a:gd name="connsiteX144" fmla="*/ 137696 w 10678681"/>
              <a:gd name="connsiteY144" fmla="*/ 1319217 h 1357700"/>
              <a:gd name="connsiteX145" fmla="*/ 54250 w 10678681"/>
              <a:gd name="connsiteY145" fmla="*/ 1315838 h 1357700"/>
              <a:gd name="connsiteX146" fmla="*/ 28042 w 10678681"/>
              <a:gd name="connsiteY146" fmla="*/ 1297822 h 1357700"/>
              <a:gd name="connsiteX147" fmla="*/ 0 w 10678681"/>
              <a:gd name="connsiteY147" fmla="*/ 1294612 h 1357700"/>
              <a:gd name="connsiteX148" fmla="*/ 0 w 10678681"/>
              <a:gd name="connsiteY148" fmla="*/ 0 h 1357700"/>
              <a:gd name="connsiteX0" fmla="*/ 0 w 10678681"/>
              <a:gd name="connsiteY0" fmla="*/ 0 h 1357700"/>
              <a:gd name="connsiteX1" fmla="*/ 10678681 w 10678681"/>
              <a:gd name="connsiteY1" fmla="*/ 0 h 1357700"/>
              <a:gd name="connsiteX2" fmla="*/ 10666019 w 10678681"/>
              <a:gd name="connsiteY2" fmla="*/ 7876 h 1357700"/>
              <a:gd name="connsiteX3" fmla="*/ 10632825 w 10678681"/>
              <a:gd name="connsiteY3" fmla="*/ 32153 h 1357700"/>
              <a:gd name="connsiteX4" fmla="*/ 10510605 w 10678681"/>
              <a:gd name="connsiteY4" fmla="*/ 30449 h 1357700"/>
              <a:gd name="connsiteX5" fmla="*/ 10456989 w 10678681"/>
              <a:gd name="connsiteY5" fmla="*/ 979 h 1357700"/>
              <a:gd name="connsiteX6" fmla="*/ 10438642 w 10678681"/>
              <a:gd name="connsiteY6" fmla="*/ 1524 h 1357700"/>
              <a:gd name="connsiteX7" fmla="*/ 10407146 w 10678681"/>
              <a:gd name="connsiteY7" fmla="*/ 43659 h 1357700"/>
              <a:gd name="connsiteX8" fmla="*/ 10357996 w 10678681"/>
              <a:gd name="connsiteY8" fmla="*/ 50836 h 1357700"/>
              <a:gd name="connsiteX9" fmla="*/ 10306667 w 10678681"/>
              <a:gd name="connsiteY9" fmla="*/ 109739 h 1357700"/>
              <a:gd name="connsiteX10" fmla="*/ 10115334 w 10678681"/>
              <a:gd name="connsiteY10" fmla="*/ 155658 h 1357700"/>
              <a:gd name="connsiteX11" fmla="*/ 10068157 w 10678681"/>
              <a:gd name="connsiteY11" fmla="*/ 215673 h 1357700"/>
              <a:gd name="connsiteX12" fmla="*/ 10045431 w 10678681"/>
              <a:gd name="connsiteY12" fmla="*/ 229568 h 1357700"/>
              <a:gd name="connsiteX13" fmla="*/ 10013265 w 10678681"/>
              <a:gd name="connsiteY13" fmla="*/ 284757 h 1357700"/>
              <a:gd name="connsiteX14" fmla="*/ 9862496 w 10678681"/>
              <a:gd name="connsiteY14" fmla="*/ 223033 h 1357700"/>
              <a:gd name="connsiteX15" fmla="*/ 9679638 w 10678681"/>
              <a:gd name="connsiteY15" fmla="*/ 277462 h 1357700"/>
              <a:gd name="connsiteX16" fmla="*/ 9498347 w 10678681"/>
              <a:gd name="connsiteY16" fmla="*/ 244723 h 1357700"/>
              <a:gd name="connsiteX17" fmla="*/ 9399702 w 10678681"/>
              <a:gd name="connsiteY17" fmla="*/ 276316 h 1357700"/>
              <a:gd name="connsiteX18" fmla="*/ 9378439 w 10678681"/>
              <a:gd name="connsiteY18" fmla="*/ 326244 h 1357700"/>
              <a:gd name="connsiteX19" fmla="*/ 9121744 w 10678681"/>
              <a:gd name="connsiteY19" fmla="*/ 365177 h 1357700"/>
              <a:gd name="connsiteX20" fmla="*/ 9061654 w 10678681"/>
              <a:gd name="connsiteY20" fmla="*/ 393730 h 1357700"/>
              <a:gd name="connsiteX21" fmla="*/ 8997577 w 10678681"/>
              <a:gd name="connsiteY21" fmla="*/ 380865 h 1357700"/>
              <a:gd name="connsiteX22" fmla="*/ 8907968 w 10678681"/>
              <a:gd name="connsiteY22" fmla="*/ 447345 h 1357700"/>
              <a:gd name="connsiteX23" fmla="*/ 8764163 w 10678681"/>
              <a:gd name="connsiteY23" fmla="*/ 471000 h 1357700"/>
              <a:gd name="connsiteX24" fmla="*/ 8680155 w 10678681"/>
              <a:gd name="connsiteY24" fmla="*/ 492404 h 1357700"/>
              <a:gd name="connsiteX25" fmla="*/ 8651436 w 10678681"/>
              <a:gd name="connsiteY25" fmla="*/ 511923 h 1357700"/>
              <a:gd name="connsiteX26" fmla="*/ 8609185 w 10678681"/>
              <a:gd name="connsiteY26" fmla="*/ 531525 h 1357700"/>
              <a:gd name="connsiteX27" fmla="*/ 8537091 w 10678681"/>
              <a:gd name="connsiteY27" fmla="*/ 574933 h 1357700"/>
              <a:gd name="connsiteX28" fmla="*/ 8435931 w 10678681"/>
              <a:gd name="connsiteY28" fmla="*/ 617926 h 1357700"/>
              <a:gd name="connsiteX29" fmla="*/ 8348623 w 10678681"/>
              <a:gd name="connsiteY29" fmla="*/ 600607 h 1357700"/>
              <a:gd name="connsiteX30" fmla="*/ 8344233 w 10678681"/>
              <a:gd name="connsiteY30" fmla="*/ 610922 h 1357700"/>
              <a:gd name="connsiteX31" fmla="*/ 8290622 w 10678681"/>
              <a:gd name="connsiteY31" fmla="*/ 622687 h 1357700"/>
              <a:gd name="connsiteX32" fmla="*/ 8086698 w 10678681"/>
              <a:gd name="connsiteY32" fmla="*/ 605185 h 1357700"/>
              <a:gd name="connsiteX33" fmla="*/ 7982378 w 10678681"/>
              <a:gd name="connsiteY33" fmla="*/ 629799 h 1357700"/>
              <a:gd name="connsiteX34" fmla="*/ 7947952 w 10678681"/>
              <a:gd name="connsiteY34" fmla="*/ 648003 h 1357700"/>
              <a:gd name="connsiteX35" fmla="*/ 7890112 w 10678681"/>
              <a:gd name="connsiteY35" fmla="*/ 677915 h 1357700"/>
              <a:gd name="connsiteX36" fmla="*/ 7853284 w 10678681"/>
              <a:gd name="connsiteY36" fmla="*/ 723588 h 1357700"/>
              <a:gd name="connsiteX37" fmla="*/ 7802383 w 10678681"/>
              <a:gd name="connsiteY37" fmla="*/ 739359 h 1357700"/>
              <a:gd name="connsiteX38" fmla="*/ 7782280 w 10678681"/>
              <a:gd name="connsiteY38" fmla="*/ 712868 h 1357700"/>
              <a:gd name="connsiteX39" fmla="*/ 7730518 w 10678681"/>
              <a:gd name="connsiteY39" fmla="*/ 739526 h 1357700"/>
              <a:gd name="connsiteX40" fmla="*/ 7652907 w 10678681"/>
              <a:gd name="connsiteY40" fmla="*/ 783273 h 1357700"/>
              <a:gd name="connsiteX41" fmla="*/ 7606008 w 10678681"/>
              <a:gd name="connsiteY41" fmla="*/ 800717 h 1357700"/>
              <a:gd name="connsiteX42" fmla="*/ 7480223 w 10678681"/>
              <a:gd name="connsiteY42" fmla="*/ 856821 h 1357700"/>
              <a:gd name="connsiteX43" fmla="*/ 7356005 w 10678681"/>
              <a:gd name="connsiteY43" fmla="*/ 919462 h 1357700"/>
              <a:gd name="connsiteX44" fmla="*/ 7305396 w 10678681"/>
              <a:gd name="connsiteY44" fmla="*/ 986228 h 1357700"/>
              <a:gd name="connsiteX45" fmla="*/ 7298314 w 10678681"/>
              <a:gd name="connsiteY45" fmla="*/ 989899 h 1357700"/>
              <a:gd name="connsiteX46" fmla="*/ 7277477 w 10678681"/>
              <a:gd name="connsiteY46" fmla="*/ 990571 h 1357700"/>
              <a:gd name="connsiteX47" fmla="*/ 7269396 w 10678681"/>
              <a:gd name="connsiteY47" fmla="*/ 989282 h 1357700"/>
              <a:gd name="connsiteX48" fmla="*/ 7258094 w 10678681"/>
              <a:gd name="connsiteY48" fmla="*/ 990679 h 1357700"/>
              <a:gd name="connsiteX49" fmla="*/ 7257893 w 10678681"/>
              <a:gd name="connsiteY49" fmla="*/ 991204 h 1357700"/>
              <a:gd name="connsiteX50" fmla="*/ 7247153 w 10678681"/>
              <a:gd name="connsiteY50" fmla="*/ 991550 h 1357700"/>
              <a:gd name="connsiteX51" fmla="*/ 7193612 w 10678681"/>
              <a:gd name="connsiteY51" fmla="*/ 987042 h 1357700"/>
              <a:gd name="connsiteX52" fmla="*/ 7132632 w 10678681"/>
              <a:gd name="connsiteY52" fmla="*/ 1042036 h 1357700"/>
              <a:gd name="connsiteX53" fmla="*/ 7105610 w 10678681"/>
              <a:gd name="connsiteY53" fmla="*/ 1053537 h 1357700"/>
              <a:gd name="connsiteX54" fmla="*/ 7091599 w 10678681"/>
              <a:gd name="connsiteY54" fmla="*/ 1062302 h 1357700"/>
              <a:gd name="connsiteX55" fmla="*/ 7090998 w 10678681"/>
              <a:gd name="connsiteY55" fmla="*/ 1064540 h 1357700"/>
              <a:gd name="connsiteX56" fmla="*/ 7039634 w 10678681"/>
              <a:gd name="connsiteY56" fmla="*/ 1059971 h 1357700"/>
              <a:gd name="connsiteX57" fmla="*/ 7033445 w 10678681"/>
              <a:gd name="connsiteY57" fmla="*/ 1063314 h 1357700"/>
              <a:gd name="connsiteX58" fmla="*/ 6999157 w 10678681"/>
              <a:gd name="connsiteY58" fmla="*/ 1055282 h 1357700"/>
              <a:gd name="connsiteX59" fmla="*/ 6981874 w 10678681"/>
              <a:gd name="connsiteY59" fmla="*/ 1053827 h 1357700"/>
              <a:gd name="connsiteX60" fmla="*/ 6976102 w 10678681"/>
              <a:gd name="connsiteY60" fmla="*/ 1047854 h 1357700"/>
              <a:gd name="connsiteX61" fmla="*/ 6951040 w 10678681"/>
              <a:gd name="connsiteY61" fmla="*/ 1048531 h 1357700"/>
              <a:gd name="connsiteX62" fmla="*/ 6948497 w 10678681"/>
              <a:gd name="connsiteY62" fmla="*/ 1050706 h 1357700"/>
              <a:gd name="connsiteX63" fmla="*/ 6926582 w 10678681"/>
              <a:gd name="connsiteY63" fmla="*/ 1043462 h 1357700"/>
              <a:gd name="connsiteX64" fmla="*/ 6833743 w 10678681"/>
              <a:gd name="connsiteY64" fmla="*/ 1027960 h 1357700"/>
              <a:gd name="connsiteX65" fmla="*/ 6664639 w 10678681"/>
              <a:gd name="connsiteY65" fmla="*/ 1017831 h 1357700"/>
              <a:gd name="connsiteX66" fmla="*/ 6437450 w 10678681"/>
              <a:gd name="connsiteY66" fmla="*/ 1101075 h 1357700"/>
              <a:gd name="connsiteX67" fmla="*/ 6327795 w 10678681"/>
              <a:gd name="connsiteY67" fmla="*/ 1088142 h 1357700"/>
              <a:gd name="connsiteX68" fmla="*/ 6136549 w 10678681"/>
              <a:gd name="connsiteY68" fmla="*/ 1100268 h 1357700"/>
              <a:gd name="connsiteX69" fmla="*/ 6004655 w 10678681"/>
              <a:gd name="connsiteY69" fmla="*/ 1114946 h 1357700"/>
              <a:gd name="connsiteX70" fmla="*/ 5936643 w 10678681"/>
              <a:gd name="connsiteY70" fmla="*/ 1095428 h 1357700"/>
              <a:gd name="connsiteX71" fmla="*/ 5912484 w 10678681"/>
              <a:gd name="connsiteY71" fmla="*/ 1112624 h 1357700"/>
              <a:gd name="connsiteX72" fmla="*/ 5908387 w 10678681"/>
              <a:gd name="connsiteY72" fmla="*/ 1116018 h 1357700"/>
              <a:gd name="connsiteX73" fmla="*/ 5890495 w 10678681"/>
              <a:gd name="connsiteY73" fmla="*/ 1120268 h 1357700"/>
              <a:gd name="connsiteX74" fmla="*/ 5887318 w 10678681"/>
              <a:gd name="connsiteY74" fmla="*/ 1133134 h 1357700"/>
              <a:gd name="connsiteX75" fmla="*/ 5861726 w 10678681"/>
              <a:gd name="connsiteY75" fmla="*/ 1147891 h 1357700"/>
              <a:gd name="connsiteX76" fmla="*/ 5805823 w 10678681"/>
              <a:gd name="connsiteY76" fmla="*/ 1152457 h 1357700"/>
              <a:gd name="connsiteX77" fmla="*/ 5689841 w 10678681"/>
              <a:gd name="connsiteY77" fmla="*/ 1176232 h 1357700"/>
              <a:gd name="connsiteX78" fmla="*/ 5605119 w 10678681"/>
              <a:gd name="connsiteY78" fmla="*/ 1190202 h 1357700"/>
              <a:gd name="connsiteX79" fmla="*/ 5488513 w 10678681"/>
              <a:gd name="connsiteY79" fmla="*/ 1205367 h 1357700"/>
              <a:gd name="connsiteX80" fmla="*/ 5402905 w 10678681"/>
              <a:gd name="connsiteY80" fmla="*/ 1241191 h 1357700"/>
              <a:gd name="connsiteX81" fmla="*/ 5285593 w 10678681"/>
              <a:gd name="connsiteY81" fmla="*/ 1273569 h 1357700"/>
              <a:gd name="connsiteX82" fmla="*/ 5192893 w 10678681"/>
              <a:gd name="connsiteY82" fmla="*/ 1247188 h 1357700"/>
              <a:gd name="connsiteX83" fmla="*/ 5186475 w 10678681"/>
              <a:gd name="connsiteY83" fmla="*/ 1257028 h 1357700"/>
              <a:gd name="connsiteX84" fmla="*/ 5126038 w 10678681"/>
              <a:gd name="connsiteY84" fmla="*/ 1263189 h 1357700"/>
              <a:gd name="connsiteX85" fmla="*/ 4894688 w 10678681"/>
              <a:gd name="connsiteY85" fmla="*/ 1247184 h 1357700"/>
              <a:gd name="connsiteX86" fmla="*/ 4788036 w 10678681"/>
              <a:gd name="connsiteY86" fmla="*/ 1238182 h 1357700"/>
              <a:gd name="connsiteX87" fmla="*/ 4747555 w 10678681"/>
              <a:gd name="connsiteY87" fmla="*/ 1252768 h 1357700"/>
              <a:gd name="connsiteX88" fmla="*/ 4679644 w 10678681"/>
              <a:gd name="connsiteY88" fmla="*/ 1276603 h 1357700"/>
              <a:gd name="connsiteX89" fmla="*/ 4632222 w 10678681"/>
              <a:gd name="connsiteY89" fmla="*/ 1318360 h 1357700"/>
              <a:gd name="connsiteX90" fmla="*/ 4617358 w 10678681"/>
              <a:gd name="connsiteY90" fmla="*/ 1327690 h 1357700"/>
              <a:gd name="connsiteX91" fmla="*/ 4589102 w 10678681"/>
              <a:gd name="connsiteY91" fmla="*/ 1321223 h 1357700"/>
              <a:gd name="connsiteX92" fmla="*/ 4578184 w 10678681"/>
              <a:gd name="connsiteY92" fmla="*/ 1326745 h 1357700"/>
              <a:gd name="connsiteX93" fmla="*/ 4574270 w 10678681"/>
              <a:gd name="connsiteY93" fmla="*/ 1325878 h 1357700"/>
              <a:gd name="connsiteX94" fmla="*/ 4564919 w 10678681"/>
              <a:gd name="connsiteY94" fmla="*/ 1325507 h 1357700"/>
              <a:gd name="connsiteX95" fmla="*/ 4566586 w 10678681"/>
              <a:gd name="connsiteY95" fmla="*/ 1316963 h 1357700"/>
              <a:gd name="connsiteX96" fmla="*/ 4556303 w 10678681"/>
              <a:gd name="connsiteY96" fmla="*/ 1300262 h 1357700"/>
              <a:gd name="connsiteX97" fmla="*/ 4502358 w 10678681"/>
              <a:gd name="connsiteY97" fmla="*/ 1302558 h 1357700"/>
              <a:gd name="connsiteX98" fmla="*/ 4498919 w 10678681"/>
              <a:gd name="connsiteY98" fmla="*/ 1312115 h 1357700"/>
              <a:gd name="connsiteX99" fmla="*/ 4492075 w 10678681"/>
              <a:gd name="connsiteY99" fmla="*/ 1313357 h 1357700"/>
              <a:gd name="connsiteX100" fmla="*/ 4487466 w 10678681"/>
              <a:gd name="connsiteY100" fmla="*/ 1304102 h 1357700"/>
              <a:gd name="connsiteX101" fmla="*/ 4398292 w 10678681"/>
              <a:gd name="connsiteY101" fmla="*/ 1278410 h 1357700"/>
              <a:gd name="connsiteX102" fmla="*/ 4306088 w 10678681"/>
              <a:gd name="connsiteY102" fmla="*/ 1282512 h 1357700"/>
              <a:gd name="connsiteX103" fmla="*/ 4188995 w 10678681"/>
              <a:gd name="connsiteY103" fmla="*/ 1296718 h 1357700"/>
              <a:gd name="connsiteX104" fmla="*/ 4136582 w 10678681"/>
              <a:gd name="connsiteY104" fmla="*/ 1287687 h 1357700"/>
              <a:gd name="connsiteX105" fmla="*/ 4064614 w 10678681"/>
              <a:gd name="connsiteY105" fmla="*/ 1296118 h 1357700"/>
              <a:gd name="connsiteX106" fmla="*/ 3906561 w 10678681"/>
              <a:gd name="connsiteY106" fmla="*/ 1352435 h 1357700"/>
              <a:gd name="connsiteX107" fmla="*/ 3787890 w 10678681"/>
              <a:gd name="connsiteY107" fmla="*/ 1352442 h 1357700"/>
              <a:gd name="connsiteX108" fmla="*/ 3745993 w 10678681"/>
              <a:gd name="connsiteY108" fmla="*/ 1342630 h 1357700"/>
              <a:gd name="connsiteX109" fmla="*/ 3675785 w 10678681"/>
              <a:gd name="connsiteY109" fmla="*/ 1326802 h 1357700"/>
              <a:gd name="connsiteX110" fmla="*/ 3623856 w 10678681"/>
              <a:gd name="connsiteY110" fmla="*/ 1290804 h 1357700"/>
              <a:gd name="connsiteX111" fmla="*/ 3564933 w 10678681"/>
              <a:gd name="connsiteY111" fmla="*/ 1287147 h 1357700"/>
              <a:gd name="connsiteX112" fmla="*/ 3550537 w 10678681"/>
              <a:gd name="connsiteY112" fmla="*/ 1317552 h 1357700"/>
              <a:gd name="connsiteX113" fmla="*/ 3487736 w 10678681"/>
              <a:gd name="connsiteY113" fmla="*/ 1303493 h 1357700"/>
              <a:gd name="connsiteX114" fmla="*/ 3392548 w 10678681"/>
              <a:gd name="connsiteY114" fmla="*/ 1278741 h 1357700"/>
              <a:gd name="connsiteX115" fmla="*/ 3337466 w 10678681"/>
              <a:gd name="connsiteY115" fmla="*/ 1272537 h 1357700"/>
              <a:gd name="connsiteX116" fmla="*/ 3187206 w 10678681"/>
              <a:gd name="connsiteY116" fmla="*/ 1246821 h 1357700"/>
              <a:gd name="connsiteX117" fmla="*/ 3036856 w 10678681"/>
              <a:gd name="connsiteY117" fmla="*/ 1214383 h 1357700"/>
              <a:gd name="connsiteX118" fmla="*/ 2948654 w 10678681"/>
              <a:gd name="connsiteY118" fmla="*/ 1157455 h 1357700"/>
              <a:gd name="connsiteX119" fmla="*/ 2824973 w 10678681"/>
              <a:gd name="connsiteY119" fmla="*/ 1134864 h 1357700"/>
              <a:gd name="connsiteX120" fmla="*/ 2804398 w 10678681"/>
              <a:gd name="connsiteY120" fmla="*/ 1125556 h 1357700"/>
              <a:gd name="connsiteX121" fmla="*/ 2775396 w 10678681"/>
              <a:gd name="connsiteY121" fmla="*/ 1130148 h 1357700"/>
              <a:gd name="connsiteX122" fmla="*/ 2659096 w 10678681"/>
              <a:gd name="connsiteY122" fmla="*/ 1150294 h 1357700"/>
              <a:gd name="connsiteX123" fmla="*/ 2567088 w 10678681"/>
              <a:gd name="connsiteY123" fmla="*/ 1181781 h 1357700"/>
              <a:gd name="connsiteX124" fmla="*/ 2454501 w 10678681"/>
              <a:gd name="connsiteY124" fmla="*/ 1155455 h 1357700"/>
              <a:gd name="connsiteX125" fmla="*/ 2385161 w 10678681"/>
              <a:gd name="connsiteY125" fmla="*/ 1161312 h 1357700"/>
              <a:gd name="connsiteX126" fmla="*/ 2270528 w 10678681"/>
              <a:gd name="connsiteY126" fmla="*/ 1204338 h 1357700"/>
              <a:gd name="connsiteX127" fmla="*/ 2121820 w 10678681"/>
              <a:gd name="connsiteY127" fmla="*/ 1187078 h 1357700"/>
              <a:gd name="connsiteX128" fmla="*/ 2092716 w 10678681"/>
              <a:gd name="connsiteY128" fmla="*/ 1139224 h 1357700"/>
              <a:gd name="connsiteX129" fmla="*/ 2052449 w 10678681"/>
              <a:gd name="connsiteY129" fmla="*/ 1109687 h 1357700"/>
              <a:gd name="connsiteX130" fmla="*/ 2032607 w 10678681"/>
              <a:gd name="connsiteY130" fmla="*/ 1175477 h 1357700"/>
              <a:gd name="connsiteX131" fmla="*/ 1901837 w 10678681"/>
              <a:gd name="connsiteY131" fmla="*/ 1221762 h 1357700"/>
              <a:gd name="connsiteX132" fmla="*/ 1836762 w 10678681"/>
              <a:gd name="connsiteY132" fmla="*/ 1237387 h 1357700"/>
              <a:gd name="connsiteX133" fmla="*/ 1735877 w 10678681"/>
              <a:gd name="connsiteY133" fmla="*/ 1246527 h 1357700"/>
              <a:gd name="connsiteX134" fmla="*/ 1705069 w 10678681"/>
              <a:gd name="connsiteY134" fmla="*/ 1251989 h 1357700"/>
              <a:gd name="connsiteX135" fmla="*/ 1397689 w 10678681"/>
              <a:gd name="connsiteY135" fmla="*/ 1336144 h 1357700"/>
              <a:gd name="connsiteX136" fmla="*/ 1220734 w 10678681"/>
              <a:gd name="connsiteY136" fmla="*/ 1257811 h 1357700"/>
              <a:gd name="connsiteX137" fmla="*/ 1021737 w 10678681"/>
              <a:gd name="connsiteY137" fmla="*/ 1238739 h 1357700"/>
              <a:gd name="connsiteX138" fmla="*/ 959820 w 10678681"/>
              <a:gd name="connsiteY138" fmla="*/ 1275863 h 1357700"/>
              <a:gd name="connsiteX139" fmla="*/ 929137 w 10678681"/>
              <a:gd name="connsiteY139" fmla="*/ 1273957 h 1357700"/>
              <a:gd name="connsiteX140" fmla="*/ 878849 w 10678681"/>
              <a:gd name="connsiteY140" fmla="*/ 1266740 h 1357700"/>
              <a:gd name="connsiteX141" fmla="*/ 800667 w 10678681"/>
              <a:gd name="connsiteY141" fmla="*/ 1282041 h 1357700"/>
              <a:gd name="connsiteX142" fmla="*/ 644906 w 10678681"/>
              <a:gd name="connsiteY142" fmla="*/ 1273685 h 1357700"/>
              <a:gd name="connsiteX143" fmla="*/ 379869 w 10678681"/>
              <a:gd name="connsiteY143" fmla="*/ 1339165 h 1357700"/>
              <a:gd name="connsiteX144" fmla="*/ 137696 w 10678681"/>
              <a:gd name="connsiteY144" fmla="*/ 1319217 h 1357700"/>
              <a:gd name="connsiteX145" fmla="*/ 54250 w 10678681"/>
              <a:gd name="connsiteY145" fmla="*/ 1315838 h 1357700"/>
              <a:gd name="connsiteX146" fmla="*/ 28042 w 10678681"/>
              <a:gd name="connsiteY146" fmla="*/ 1297822 h 1357700"/>
              <a:gd name="connsiteX147" fmla="*/ 0 w 10678681"/>
              <a:gd name="connsiteY147" fmla="*/ 1294612 h 1357700"/>
              <a:gd name="connsiteX148" fmla="*/ 0 w 10678681"/>
              <a:gd name="connsiteY148" fmla="*/ 0 h 1357700"/>
              <a:gd name="connsiteX0" fmla="*/ 0 w 10678681"/>
              <a:gd name="connsiteY0" fmla="*/ 0 h 1357700"/>
              <a:gd name="connsiteX1" fmla="*/ 10678681 w 10678681"/>
              <a:gd name="connsiteY1" fmla="*/ 0 h 1357700"/>
              <a:gd name="connsiteX2" fmla="*/ 10666019 w 10678681"/>
              <a:gd name="connsiteY2" fmla="*/ 7876 h 1357700"/>
              <a:gd name="connsiteX3" fmla="*/ 10632825 w 10678681"/>
              <a:gd name="connsiteY3" fmla="*/ 32153 h 1357700"/>
              <a:gd name="connsiteX4" fmla="*/ 10510605 w 10678681"/>
              <a:gd name="connsiteY4" fmla="*/ 30449 h 1357700"/>
              <a:gd name="connsiteX5" fmla="*/ 10456989 w 10678681"/>
              <a:gd name="connsiteY5" fmla="*/ 979 h 1357700"/>
              <a:gd name="connsiteX6" fmla="*/ 10438642 w 10678681"/>
              <a:gd name="connsiteY6" fmla="*/ 1524 h 1357700"/>
              <a:gd name="connsiteX7" fmla="*/ 10407146 w 10678681"/>
              <a:gd name="connsiteY7" fmla="*/ 43659 h 1357700"/>
              <a:gd name="connsiteX8" fmla="*/ 10357996 w 10678681"/>
              <a:gd name="connsiteY8" fmla="*/ 50836 h 1357700"/>
              <a:gd name="connsiteX9" fmla="*/ 10306667 w 10678681"/>
              <a:gd name="connsiteY9" fmla="*/ 109739 h 1357700"/>
              <a:gd name="connsiteX10" fmla="*/ 10115334 w 10678681"/>
              <a:gd name="connsiteY10" fmla="*/ 155658 h 1357700"/>
              <a:gd name="connsiteX11" fmla="*/ 10068157 w 10678681"/>
              <a:gd name="connsiteY11" fmla="*/ 215673 h 1357700"/>
              <a:gd name="connsiteX12" fmla="*/ 10045431 w 10678681"/>
              <a:gd name="connsiteY12" fmla="*/ 229568 h 1357700"/>
              <a:gd name="connsiteX13" fmla="*/ 10013265 w 10678681"/>
              <a:gd name="connsiteY13" fmla="*/ 284757 h 1357700"/>
              <a:gd name="connsiteX14" fmla="*/ 9862496 w 10678681"/>
              <a:gd name="connsiteY14" fmla="*/ 223033 h 1357700"/>
              <a:gd name="connsiteX15" fmla="*/ 9679638 w 10678681"/>
              <a:gd name="connsiteY15" fmla="*/ 277462 h 1357700"/>
              <a:gd name="connsiteX16" fmla="*/ 9498347 w 10678681"/>
              <a:gd name="connsiteY16" fmla="*/ 244723 h 1357700"/>
              <a:gd name="connsiteX17" fmla="*/ 9399702 w 10678681"/>
              <a:gd name="connsiteY17" fmla="*/ 276316 h 1357700"/>
              <a:gd name="connsiteX18" fmla="*/ 9378439 w 10678681"/>
              <a:gd name="connsiteY18" fmla="*/ 326244 h 1357700"/>
              <a:gd name="connsiteX19" fmla="*/ 9121744 w 10678681"/>
              <a:gd name="connsiteY19" fmla="*/ 365177 h 1357700"/>
              <a:gd name="connsiteX20" fmla="*/ 9061654 w 10678681"/>
              <a:gd name="connsiteY20" fmla="*/ 393730 h 1357700"/>
              <a:gd name="connsiteX21" fmla="*/ 8997577 w 10678681"/>
              <a:gd name="connsiteY21" fmla="*/ 380865 h 1357700"/>
              <a:gd name="connsiteX22" fmla="*/ 8907968 w 10678681"/>
              <a:gd name="connsiteY22" fmla="*/ 447345 h 1357700"/>
              <a:gd name="connsiteX23" fmla="*/ 8764163 w 10678681"/>
              <a:gd name="connsiteY23" fmla="*/ 471000 h 1357700"/>
              <a:gd name="connsiteX24" fmla="*/ 8680155 w 10678681"/>
              <a:gd name="connsiteY24" fmla="*/ 492404 h 1357700"/>
              <a:gd name="connsiteX25" fmla="*/ 8651436 w 10678681"/>
              <a:gd name="connsiteY25" fmla="*/ 511923 h 1357700"/>
              <a:gd name="connsiteX26" fmla="*/ 8609185 w 10678681"/>
              <a:gd name="connsiteY26" fmla="*/ 531525 h 1357700"/>
              <a:gd name="connsiteX27" fmla="*/ 8537091 w 10678681"/>
              <a:gd name="connsiteY27" fmla="*/ 574933 h 1357700"/>
              <a:gd name="connsiteX28" fmla="*/ 8435931 w 10678681"/>
              <a:gd name="connsiteY28" fmla="*/ 617926 h 1357700"/>
              <a:gd name="connsiteX29" fmla="*/ 8348623 w 10678681"/>
              <a:gd name="connsiteY29" fmla="*/ 600607 h 1357700"/>
              <a:gd name="connsiteX30" fmla="*/ 8344233 w 10678681"/>
              <a:gd name="connsiteY30" fmla="*/ 610922 h 1357700"/>
              <a:gd name="connsiteX31" fmla="*/ 8290622 w 10678681"/>
              <a:gd name="connsiteY31" fmla="*/ 622687 h 1357700"/>
              <a:gd name="connsiteX32" fmla="*/ 8086698 w 10678681"/>
              <a:gd name="connsiteY32" fmla="*/ 605185 h 1357700"/>
              <a:gd name="connsiteX33" fmla="*/ 7982378 w 10678681"/>
              <a:gd name="connsiteY33" fmla="*/ 629799 h 1357700"/>
              <a:gd name="connsiteX34" fmla="*/ 7947952 w 10678681"/>
              <a:gd name="connsiteY34" fmla="*/ 648003 h 1357700"/>
              <a:gd name="connsiteX35" fmla="*/ 7890112 w 10678681"/>
              <a:gd name="connsiteY35" fmla="*/ 677915 h 1357700"/>
              <a:gd name="connsiteX36" fmla="*/ 7853284 w 10678681"/>
              <a:gd name="connsiteY36" fmla="*/ 723588 h 1357700"/>
              <a:gd name="connsiteX37" fmla="*/ 7802383 w 10678681"/>
              <a:gd name="connsiteY37" fmla="*/ 739359 h 1357700"/>
              <a:gd name="connsiteX38" fmla="*/ 7782280 w 10678681"/>
              <a:gd name="connsiteY38" fmla="*/ 712868 h 1357700"/>
              <a:gd name="connsiteX39" fmla="*/ 7730518 w 10678681"/>
              <a:gd name="connsiteY39" fmla="*/ 739526 h 1357700"/>
              <a:gd name="connsiteX40" fmla="*/ 7652907 w 10678681"/>
              <a:gd name="connsiteY40" fmla="*/ 783273 h 1357700"/>
              <a:gd name="connsiteX41" fmla="*/ 7606008 w 10678681"/>
              <a:gd name="connsiteY41" fmla="*/ 800717 h 1357700"/>
              <a:gd name="connsiteX42" fmla="*/ 7480223 w 10678681"/>
              <a:gd name="connsiteY42" fmla="*/ 856821 h 1357700"/>
              <a:gd name="connsiteX43" fmla="*/ 7356005 w 10678681"/>
              <a:gd name="connsiteY43" fmla="*/ 919462 h 1357700"/>
              <a:gd name="connsiteX44" fmla="*/ 7305396 w 10678681"/>
              <a:gd name="connsiteY44" fmla="*/ 986228 h 1357700"/>
              <a:gd name="connsiteX45" fmla="*/ 7298314 w 10678681"/>
              <a:gd name="connsiteY45" fmla="*/ 989899 h 1357700"/>
              <a:gd name="connsiteX46" fmla="*/ 7277477 w 10678681"/>
              <a:gd name="connsiteY46" fmla="*/ 990571 h 1357700"/>
              <a:gd name="connsiteX47" fmla="*/ 7269396 w 10678681"/>
              <a:gd name="connsiteY47" fmla="*/ 989282 h 1357700"/>
              <a:gd name="connsiteX48" fmla="*/ 7258094 w 10678681"/>
              <a:gd name="connsiteY48" fmla="*/ 990679 h 1357700"/>
              <a:gd name="connsiteX49" fmla="*/ 7257893 w 10678681"/>
              <a:gd name="connsiteY49" fmla="*/ 991204 h 1357700"/>
              <a:gd name="connsiteX50" fmla="*/ 7247153 w 10678681"/>
              <a:gd name="connsiteY50" fmla="*/ 991550 h 1357700"/>
              <a:gd name="connsiteX51" fmla="*/ 7193612 w 10678681"/>
              <a:gd name="connsiteY51" fmla="*/ 987042 h 1357700"/>
              <a:gd name="connsiteX52" fmla="*/ 7132632 w 10678681"/>
              <a:gd name="connsiteY52" fmla="*/ 1042036 h 1357700"/>
              <a:gd name="connsiteX53" fmla="*/ 7105610 w 10678681"/>
              <a:gd name="connsiteY53" fmla="*/ 1053537 h 1357700"/>
              <a:gd name="connsiteX54" fmla="*/ 7091599 w 10678681"/>
              <a:gd name="connsiteY54" fmla="*/ 1062302 h 1357700"/>
              <a:gd name="connsiteX55" fmla="*/ 7090998 w 10678681"/>
              <a:gd name="connsiteY55" fmla="*/ 1064540 h 1357700"/>
              <a:gd name="connsiteX56" fmla="*/ 7039634 w 10678681"/>
              <a:gd name="connsiteY56" fmla="*/ 1059971 h 1357700"/>
              <a:gd name="connsiteX57" fmla="*/ 7033445 w 10678681"/>
              <a:gd name="connsiteY57" fmla="*/ 1063314 h 1357700"/>
              <a:gd name="connsiteX58" fmla="*/ 6999157 w 10678681"/>
              <a:gd name="connsiteY58" fmla="*/ 1055282 h 1357700"/>
              <a:gd name="connsiteX59" fmla="*/ 6981874 w 10678681"/>
              <a:gd name="connsiteY59" fmla="*/ 1053827 h 1357700"/>
              <a:gd name="connsiteX60" fmla="*/ 6976102 w 10678681"/>
              <a:gd name="connsiteY60" fmla="*/ 1047854 h 1357700"/>
              <a:gd name="connsiteX61" fmla="*/ 6951040 w 10678681"/>
              <a:gd name="connsiteY61" fmla="*/ 1048531 h 1357700"/>
              <a:gd name="connsiteX62" fmla="*/ 6948497 w 10678681"/>
              <a:gd name="connsiteY62" fmla="*/ 1050706 h 1357700"/>
              <a:gd name="connsiteX63" fmla="*/ 6926582 w 10678681"/>
              <a:gd name="connsiteY63" fmla="*/ 1043462 h 1357700"/>
              <a:gd name="connsiteX64" fmla="*/ 6833743 w 10678681"/>
              <a:gd name="connsiteY64" fmla="*/ 1027960 h 1357700"/>
              <a:gd name="connsiteX65" fmla="*/ 6687090 w 10678681"/>
              <a:gd name="connsiteY65" fmla="*/ 1063250 h 1357700"/>
              <a:gd name="connsiteX66" fmla="*/ 6437450 w 10678681"/>
              <a:gd name="connsiteY66" fmla="*/ 1101075 h 1357700"/>
              <a:gd name="connsiteX67" fmla="*/ 6327795 w 10678681"/>
              <a:gd name="connsiteY67" fmla="*/ 1088142 h 1357700"/>
              <a:gd name="connsiteX68" fmla="*/ 6136549 w 10678681"/>
              <a:gd name="connsiteY68" fmla="*/ 1100268 h 1357700"/>
              <a:gd name="connsiteX69" fmla="*/ 6004655 w 10678681"/>
              <a:gd name="connsiteY69" fmla="*/ 1114946 h 1357700"/>
              <a:gd name="connsiteX70" fmla="*/ 5936643 w 10678681"/>
              <a:gd name="connsiteY70" fmla="*/ 1095428 h 1357700"/>
              <a:gd name="connsiteX71" fmla="*/ 5912484 w 10678681"/>
              <a:gd name="connsiteY71" fmla="*/ 1112624 h 1357700"/>
              <a:gd name="connsiteX72" fmla="*/ 5908387 w 10678681"/>
              <a:gd name="connsiteY72" fmla="*/ 1116018 h 1357700"/>
              <a:gd name="connsiteX73" fmla="*/ 5890495 w 10678681"/>
              <a:gd name="connsiteY73" fmla="*/ 1120268 h 1357700"/>
              <a:gd name="connsiteX74" fmla="*/ 5887318 w 10678681"/>
              <a:gd name="connsiteY74" fmla="*/ 1133134 h 1357700"/>
              <a:gd name="connsiteX75" fmla="*/ 5861726 w 10678681"/>
              <a:gd name="connsiteY75" fmla="*/ 1147891 h 1357700"/>
              <a:gd name="connsiteX76" fmla="*/ 5805823 w 10678681"/>
              <a:gd name="connsiteY76" fmla="*/ 1152457 h 1357700"/>
              <a:gd name="connsiteX77" fmla="*/ 5689841 w 10678681"/>
              <a:gd name="connsiteY77" fmla="*/ 1176232 h 1357700"/>
              <a:gd name="connsiteX78" fmla="*/ 5605119 w 10678681"/>
              <a:gd name="connsiteY78" fmla="*/ 1190202 h 1357700"/>
              <a:gd name="connsiteX79" fmla="*/ 5488513 w 10678681"/>
              <a:gd name="connsiteY79" fmla="*/ 1205367 h 1357700"/>
              <a:gd name="connsiteX80" fmla="*/ 5402905 w 10678681"/>
              <a:gd name="connsiteY80" fmla="*/ 1241191 h 1357700"/>
              <a:gd name="connsiteX81" fmla="*/ 5285593 w 10678681"/>
              <a:gd name="connsiteY81" fmla="*/ 1273569 h 1357700"/>
              <a:gd name="connsiteX82" fmla="*/ 5192893 w 10678681"/>
              <a:gd name="connsiteY82" fmla="*/ 1247188 h 1357700"/>
              <a:gd name="connsiteX83" fmla="*/ 5186475 w 10678681"/>
              <a:gd name="connsiteY83" fmla="*/ 1257028 h 1357700"/>
              <a:gd name="connsiteX84" fmla="*/ 5126038 w 10678681"/>
              <a:gd name="connsiteY84" fmla="*/ 1263189 h 1357700"/>
              <a:gd name="connsiteX85" fmla="*/ 4894688 w 10678681"/>
              <a:gd name="connsiteY85" fmla="*/ 1247184 h 1357700"/>
              <a:gd name="connsiteX86" fmla="*/ 4788036 w 10678681"/>
              <a:gd name="connsiteY86" fmla="*/ 1238182 h 1357700"/>
              <a:gd name="connsiteX87" fmla="*/ 4747555 w 10678681"/>
              <a:gd name="connsiteY87" fmla="*/ 1252768 h 1357700"/>
              <a:gd name="connsiteX88" fmla="*/ 4679644 w 10678681"/>
              <a:gd name="connsiteY88" fmla="*/ 1276603 h 1357700"/>
              <a:gd name="connsiteX89" fmla="*/ 4632222 w 10678681"/>
              <a:gd name="connsiteY89" fmla="*/ 1318360 h 1357700"/>
              <a:gd name="connsiteX90" fmla="*/ 4617358 w 10678681"/>
              <a:gd name="connsiteY90" fmla="*/ 1327690 h 1357700"/>
              <a:gd name="connsiteX91" fmla="*/ 4589102 w 10678681"/>
              <a:gd name="connsiteY91" fmla="*/ 1321223 h 1357700"/>
              <a:gd name="connsiteX92" fmla="*/ 4578184 w 10678681"/>
              <a:gd name="connsiteY92" fmla="*/ 1326745 h 1357700"/>
              <a:gd name="connsiteX93" fmla="*/ 4574270 w 10678681"/>
              <a:gd name="connsiteY93" fmla="*/ 1325878 h 1357700"/>
              <a:gd name="connsiteX94" fmla="*/ 4564919 w 10678681"/>
              <a:gd name="connsiteY94" fmla="*/ 1325507 h 1357700"/>
              <a:gd name="connsiteX95" fmla="*/ 4566586 w 10678681"/>
              <a:gd name="connsiteY95" fmla="*/ 1316963 h 1357700"/>
              <a:gd name="connsiteX96" fmla="*/ 4556303 w 10678681"/>
              <a:gd name="connsiteY96" fmla="*/ 1300262 h 1357700"/>
              <a:gd name="connsiteX97" fmla="*/ 4502358 w 10678681"/>
              <a:gd name="connsiteY97" fmla="*/ 1302558 h 1357700"/>
              <a:gd name="connsiteX98" fmla="*/ 4498919 w 10678681"/>
              <a:gd name="connsiteY98" fmla="*/ 1312115 h 1357700"/>
              <a:gd name="connsiteX99" fmla="*/ 4492075 w 10678681"/>
              <a:gd name="connsiteY99" fmla="*/ 1313357 h 1357700"/>
              <a:gd name="connsiteX100" fmla="*/ 4487466 w 10678681"/>
              <a:gd name="connsiteY100" fmla="*/ 1304102 h 1357700"/>
              <a:gd name="connsiteX101" fmla="*/ 4398292 w 10678681"/>
              <a:gd name="connsiteY101" fmla="*/ 1278410 h 1357700"/>
              <a:gd name="connsiteX102" fmla="*/ 4306088 w 10678681"/>
              <a:gd name="connsiteY102" fmla="*/ 1282512 h 1357700"/>
              <a:gd name="connsiteX103" fmla="*/ 4188995 w 10678681"/>
              <a:gd name="connsiteY103" fmla="*/ 1296718 h 1357700"/>
              <a:gd name="connsiteX104" fmla="*/ 4136582 w 10678681"/>
              <a:gd name="connsiteY104" fmla="*/ 1287687 h 1357700"/>
              <a:gd name="connsiteX105" fmla="*/ 4064614 w 10678681"/>
              <a:gd name="connsiteY105" fmla="*/ 1296118 h 1357700"/>
              <a:gd name="connsiteX106" fmla="*/ 3906561 w 10678681"/>
              <a:gd name="connsiteY106" fmla="*/ 1352435 h 1357700"/>
              <a:gd name="connsiteX107" fmla="*/ 3787890 w 10678681"/>
              <a:gd name="connsiteY107" fmla="*/ 1352442 h 1357700"/>
              <a:gd name="connsiteX108" fmla="*/ 3745993 w 10678681"/>
              <a:gd name="connsiteY108" fmla="*/ 1342630 h 1357700"/>
              <a:gd name="connsiteX109" fmla="*/ 3675785 w 10678681"/>
              <a:gd name="connsiteY109" fmla="*/ 1326802 h 1357700"/>
              <a:gd name="connsiteX110" fmla="*/ 3623856 w 10678681"/>
              <a:gd name="connsiteY110" fmla="*/ 1290804 h 1357700"/>
              <a:gd name="connsiteX111" fmla="*/ 3564933 w 10678681"/>
              <a:gd name="connsiteY111" fmla="*/ 1287147 h 1357700"/>
              <a:gd name="connsiteX112" fmla="*/ 3550537 w 10678681"/>
              <a:gd name="connsiteY112" fmla="*/ 1317552 h 1357700"/>
              <a:gd name="connsiteX113" fmla="*/ 3487736 w 10678681"/>
              <a:gd name="connsiteY113" fmla="*/ 1303493 h 1357700"/>
              <a:gd name="connsiteX114" fmla="*/ 3392548 w 10678681"/>
              <a:gd name="connsiteY114" fmla="*/ 1278741 h 1357700"/>
              <a:gd name="connsiteX115" fmla="*/ 3337466 w 10678681"/>
              <a:gd name="connsiteY115" fmla="*/ 1272537 h 1357700"/>
              <a:gd name="connsiteX116" fmla="*/ 3187206 w 10678681"/>
              <a:gd name="connsiteY116" fmla="*/ 1246821 h 1357700"/>
              <a:gd name="connsiteX117" fmla="*/ 3036856 w 10678681"/>
              <a:gd name="connsiteY117" fmla="*/ 1214383 h 1357700"/>
              <a:gd name="connsiteX118" fmla="*/ 2948654 w 10678681"/>
              <a:gd name="connsiteY118" fmla="*/ 1157455 h 1357700"/>
              <a:gd name="connsiteX119" fmla="*/ 2824973 w 10678681"/>
              <a:gd name="connsiteY119" fmla="*/ 1134864 h 1357700"/>
              <a:gd name="connsiteX120" fmla="*/ 2804398 w 10678681"/>
              <a:gd name="connsiteY120" fmla="*/ 1125556 h 1357700"/>
              <a:gd name="connsiteX121" fmla="*/ 2775396 w 10678681"/>
              <a:gd name="connsiteY121" fmla="*/ 1130148 h 1357700"/>
              <a:gd name="connsiteX122" fmla="*/ 2659096 w 10678681"/>
              <a:gd name="connsiteY122" fmla="*/ 1150294 h 1357700"/>
              <a:gd name="connsiteX123" fmla="*/ 2567088 w 10678681"/>
              <a:gd name="connsiteY123" fmla="*/ 1181781 h 1357700"/>
              <a:gd name="connsiteX124" fmla="*/ 2454501 w 10678681"/>
              <a:gd name="connsiteY124" fmla="*/ 1155455 h 1357700"/>
              <a:gd name="connsiteX125" fmla="*/ 2385161 w 10678681"/>
              <a:gd name="connsiteY125" fmla="*/ 1161312 h 1357700"/>
              <a:gd name="connsiteX126" fmla="*/ 2270528 w 10678681"/>
              <a:gd name="connsiteY126" fmla="*/ 1204338 h 1357700"/>
              <a:gd name="connsiteX127" fmla="*/ 2121820 w 10678681"/>
              <a:gd name="connsiteY127" fmla="*/ 1187078 h 1357700"/>
              <a:gd name="connsiteX128" fmla="*/ 2092716 w 10678681"/>
              <a:gd name="connsiteY128" fmla="*/ 1139224 h 1357700"/>
              <a:gd name="connsiteX129" fmla="*/ 2052449 w 10678681"/>
              <a:gd name="connsiteY129" fmla="*/ 1109687 h 1357700"/>
              <a:gd name="connsiteX130" fmla="*/ 2032607 w 10678681"/>
              <a:gd name="connsiteY130" fmla="*/ 1175477 h 1357700"/>
              <a:gd name="connsiteX131" fmla="*/ 1901837 w 10678681"/>
              <a:gd name="connsiteY131" fmla="*/ 1221762 h 1357700"/>
              <a:gd name="connsiteX132" fmla="*/ 1836762 w 10678681"/>
              <a:gd name="connsiteY132" fmla="*/ 1237387 h 1357700"/>
              <a:gd name="connsiteX133" fmla="*/ 1735877 w 10678681"/>
              <a:gd name="connsiteY133" fmla="*/ 1246527 h 1357700"/>
              <a:gd name="connsiteX134" fmla="*/ 1705069 w 10678681"/>
              <a:gd name="connsiteY134" fmla="*/ 1251989 h 1357700"/>
              <a:gd name="connsiteX135" fmla="*/ 1397689 w 10678681"/>
              <a:gd name="connsiteY135" fmla="*/ 1336144 h 1357700"/>
              <a:gd name="connsiteX136" fmla="*/ 1220734 w 10678681"/>
              <a:gd name="connsiteY136" fmla="*/ 1257811 h 1357700"/>
              <a:gd name="connsiteX137" fmla="*/ 1021737 w 10678681"/>
              <a:gd name="connsiteY137" fmla="*/ 1238739 h 1357700"/>
              <a:gd name="connsiteX138" fmla="*/ 959820 w 10678681"/>
              <a:gd name="connsiteY138" fmla="*/ 1275863 h 1357700"/>
              <a:gd name="connsiteX139" fmla="*/ 929137 w 10678681"/>
              <a:gd name="connsiteY139" fmla="*/ 1273957 h 1357700"/>
              <a:gd name="connsiteX140" fmla="*/ 878849 w 10678681"/>
              <a:gd name="connsiteY140" fmla="*/ 1266740 h 1357700"/>
              <a:gd name="connsiteX141" fmla="*/ 800667 w 10678681"/>
              <a:gd name="connsiteY141" fmla="*/ 1282041 h 1357700"/>
              <a:gd name="connsiteX142" fmla="*/ 644906 w 10678681"/>
              <a:gd name="connsiteY142" fmla="*/ 1273685 h 1357700"/>
              <a:gd name="connsiteX143" fmla="*/ 379869 w 10678681"/>
              <a:gd name="connsiteY143" fmla="*/ 1339165 h 1357700"/>
              <a:gd name="connsiteX144" fmla="*/ 137696 w 10678681"/>
              <a:gd name="connsiteY144" fmla="*/ 1319217 h 1357700"/>
              <a:gd name="connsiteX145" fmla="*/ 54250 w 10678681"/>
              <a:gd name="connsiteY145" fmla="*/ 1315838 h 1357700"/>
              <a:gd name="connsiteX146" fmla="*/ 28042 w 10678681"/>
              <a:gd name="connsiteY146" fmla="*/ 1297822 h 1357700"/>
              <a:gd name="connsiteX147" fmla="*/ 0 w 10678681"/>
              <a:gd name="connsiteY147" fmla="*/ 1294612 h 1357700"/>
              <a:gd name="connsiteX148" fmla="*/ 0 w 10678681"/>
              <a:gd name="connsiteY148" fmla="*/ 0 h 1357700"/>
              <a:gd name="connsiteX0" fmla="*/ 0 w 10678681"/>
              <a:gd name="connsiteY0" fmla="*/ 0 h 1357700"/>
              <a:gd name="connsiteX1" fmla="*/ 10678681 w 10678681"/>
              <a:gd name="connsiteY1" fmla="*/ 0 h 1357700"/>
              <a:gd name="connsiteX2" fmla="*/ 10666019 w 10678681"/>
              <a:gd name="connsiteY2" fmla="*/ 7876 h 1357700"/>
              <a:gd name="connsiteX3" fmla="*/ 10632825 w 10678681"/>
              <a:gd name="connsiteY3" fmla="*/ 32153 h 1357700"/>
              <a:gd name="connsiteX4" fmla="*/ 10510605 w 10678681"/>
              <a:gd name="connsiteY4" fmla="*/ 30449 h 1357700"/>
              <a:gd name="connsiteX5" fmla="*/ 10456989 w 10678681"/>
              <a:gd name="connsiteY5" fmla="*/ 979 h 1357700"/>
              <a:gd name="connsiteX6" fmla="*/ 10438642 w 10678681"/>
              <a:gd name="connsiteY6" fmla="*/ 1524 h 1357700"/>
              <a:gd name="connsiteX7" fmla="*/ 10407146 w 10678681"/>
              <a:gd name="connsiteY7" fmla="*/ 43659 h 1357700"/>
              <a:gd name="connsiteX8" fmla="*/ 10357996 w 10678681"/>
              <a:gd name="connsiteY8" fmla="*/ 50836 h 1357700"/>
              <a:gd name="connsiteX9" fmla="*/ 10306667 w 10678681"/>
              <a:gd name="connsiteY9" fmla="*/ 109739 h 1357700"/>
              <a:gd name="connsiteX10" fmla="*/ 10115334 w 10678681"/>
              <a:gd name="connsiteY10" fmla="*/ 155658 h 1357700"/>
              <a:gd name="connsiteX11" fmla="*/ 10068157 w 10678681"/>
              <a:gd name="connsiteY11" fmla="*/ 215673 h 1357700"/>
              <a:gd name="connsiteX12" fmla="*/ 10045431 w 10678681"/>
              <a:gd name="connsiteY12" fmla="*/ 229568 h 1357700"/>
              <a:gd name="connsiteX13" fmla="*/ 10013265 w 10678681"/>
              <a:gd name="connsiteY13" fmla="*/ 284757 h 1357700"/>
              <a:gd name="connsiteX14" fmla="*/ 9862496 w 10678681"/>
              <a:gd name="connsiteY14" fmla="*/ 223033 h 1357700"/>
              <a:gd name="connsiteX15" fmla="*/ 9679638 w 10678681"/>
              <a:gd name="connsiteY15" fmla="*/ 277462 h 1357700"/>
              <a:gd name="connsiteX16" fmla="*/ 9498347 w 10678681"/>
              <a:gd name="connsiteY16" fmla="*/ 244723 h 1357700"/>
              <a:gd name="connsiteX17" fmla="*/ 9399702 w 10678681"/>
              <a:gd name="connsiteY17" fmla="*/ 276316 h 1357700"/>
              <a:gd name="connsiteX18" fmla="*/ 9378439 w 10678681"/>
              <a:gd name="connsiteY18" fmla="*/ 326244 h 1357700"/>
              <a:gd name="connsiteX19" fmla="*/ 9121744 w 10678681"/>
              <a:gd name="connsiteY19" fmla="*/ 365177 h 1357700"/>
              <a:gd name="connsiteX20" fmla="*/ 9061654 w 10678681"/>
              <a:gd name="connsiteY20" fmla="*/ 393730 h 1357700"/>
              <a:gd name="connsiteX21" fmla="*/ 8997577 w 10678681"/>
              <a:gd name="connsiteY21" fmla="*/ 380865 h 1357700"/>
              <a:gd name="connsiteX22" fmla="*/ 8907968 w 10678681"/>
              <a:gd name="connsiteY22" fmla="*/ 447345 h 1357700"/>
              <a:gd name="connsiteX23" fmla="*/ 8764163 w 10678681"/>
              <a:gd name="connsiteY23" fmla="*/ 471000 h 1357700"/>
              <a:gd name="connsiteX24" fmla="*/ 8680155 w 10678681"/>
              <a:gd name="connsiteY24" fmla="*/ 492404 h 1357700"/>
              <a:gd name="connsiteX25" fmla="*/ 8651436 w 10678681"/>
              <a:gd name="connsiteY25" fmla="*/ 511923 h 1357700"/>
              <a:gd name="connsiteX26" fmla="*/ 8609185 w 10678681"/>
              <a:gd name="connsiteY26" fmla="*/ 531525 h 1357700"/>
              <a:gd name="connsiteX27" fmla="*/ 8537091 w 10678681"/>
              <a:gd name="connsiteY27" fmla="*/ 574933 h 1357700"/>
              <a:gd name="connsiteX28" fmla="*/ 8435931 w 10678681"/>
              <a:gd name="connsiteY28" fmla="*/ 617926 h 1357700"/>
              <a:gd name="connsiteX29" fmla="*/ 8348623 w 10678681"/>
              <a:gd name="connsiteY29" fmla="*/ 600607 h 1357700"/>
              <a:gd name="connsiteX30" fmla="*/ 8344233 w 10678681"/>
              <a:gd name="connsiteY30" fmla="*/ 610922 h 1357700"/>
              <a:gd name="connsiteX31" fmla="*/ 8290622 w 10678681"/>
              <a:gd name="connsiteY31" fmla="*/ 622687 h 1357700"/>
              <a:gd name="connsiteX32" fmla="*/ 8086698 w 10678681"/>
              <a:gd name="connsiteY32" fmla="*/ 605185 h 1357700"/>
              <a:gd name="connsiteX33" fmla="*/ 7982378 w 10678681"/>
              <a:gd name="connsiteY33" fmla="*/ 629799 h 1357700"/>
              <a:gd name="connsiteX34" fmla="*/ 7947952 w 10678681"/>
              <a:gd name="connsiteY34" fmla="*/ 648003 h 1357700"/>
              <a:gd name="connsiteX35" fmla="*/ 7890112 w 10678681"/>
              <a:gd name="connsiteY35" fmla="*/ 677915 h 1357700"/>
              <a:gd name="connsiteX36" fmla="*/ 7853284 w 10678681"/>
              <a:gd name="connsiteY36" fmla="*/ 723588 h 1357700"/>
              <a:gd name="connsiteX37" fmla="*/ 7802383 w 10678681"/>
              <a:gd name="connsiteY37" fmla="*/ 739359 h 1357700"/>
              <a:gd name="connsiteX38" fmla="*/ 7730518 w 10678681"/>
              <a:gd name="connsiteY38" fmla="*/ 739526 h 1357700"/>
              <a:gd name="connsiteX39" fmla="*/ 7652907 w 10678681"/>
              <a:gd name="connsiteY39" fmla="*/ 783273 h 1357700"/>
              <a:gd name="connsiteX40" fmla="*/ 7606008 w 10678681"/>
              <a:gd name="connsiteY40" fmla="*/ 800717 h 1357700"/>
              <a:gd name="connsiteX41" fmla="*/ 7480223 w 10678681"/>
              <a:gd name="connsiteY41" fmla="*/ 856821 h 1357700"/>
              <a:gd name="connsiteX42" fmla="*/ 7356005 w 10678681"/>
              <a:gd name="connsiteY42" fmla="*/ 919462 h 1357700"/>
              <a:gd name="connsiteX43" fmla="*/ 7305396 w 10678681"/>
              <a:gd name="connsiteY43" fmla="*/ 986228 h 1357700"/>
              <a:gd name="connsiteX44" fmla="*/ 7298314 w 10678681"/>
              <a:gd name="connsiteY44" fmla="*/ 989899 h 1357700"/>
              <a:gd name="connsiteX45" fmla="*/ 7277477 w 10678681"/>
              <a:gd name="connsiteY45" fmla="*/ 990571 h 1357700"/>
              <a:gd name="connsiteX46" fmla="*/ 7269396 w 10678681"/>
              <a:gd name="connsiteY46" fmla="*/ 989282 h 1357700"/>
              <a:gd name="connsiteX47" fmla="*/ 7258094 w 10678681"/>
              <a:gd name="connsiteY47" fmla="*/ 990679 h 1357700"/>
              <a:gd name="connsiteX48" fmla="*/ 7257893 w 10678681"/>
              <a:gd name="connsiteY48" fmla="*/ 991204 h 1357700"/>
              <a:gd name="connsiteX49" fmla="*/ 7247153 w 10678681"/>
              <a:gd name="connsiteY49" fmla="*/ 991550 h 1357700"/>
              <a:gd name="connsiteX50" fmla="*/ 7193612 w 10678681"/>
              <a:gd name="connsiteY50" fmla="*/ 987042 h 1357700"/>
              <a:gd name="connsiteX51" fmla="*/ 7132632 w 10678681"/>
              <a:gd name="connsiteY51" fmla="*/ 1042036 h 1357700"/>
              <a:gd name="connsiteX52" fmla="*/ 7105610 w 10678681"/>
              <a:gd name="connsiteY52" fmla="*/ 1053537 h 1357700"/>
              <a:gd name="connsiteX53" fmla="*/ 7091599 w 10678681"/>
              <a:gd name="connsiteY53" fmla="*/ 1062302 h 1357700"/>
              <a:gd name="connsiteX54" fmla="*/ 7090998 w 10678681"/>
              <a:gd name="connsiteY54" fmla="*/ 1064540 h 1357700"/>
              <a:gd name="connsiteX55" fmla="*/ 7039634 w 10678681"/>
              <a:gd name="connsiteY55" fmla="*/ 1059971 h 1357700"/>
              <a:gd name="connsiteX56" fmla="*/ 7033445 w 10678681"/>
              <a:gd name="connsiteY56" fmla="*/ 1063314 h 1357700"/>
              <a:gd name="connsiteX57" fmla="*/ 6999157 w 10678681"/>
              <a:gd name="connsiteY57" fmla="*/ 1055282 h 1357700"/>
              <a:gd name="connsiteX58" fmla="*/ 6981874 w 10678681"/>
              <a:gd name="connsiteY58" fmla="*/ 1053827 h 1357700"/>
              <a:gd name="connsiteX59" fmla="*/ 6976102 w 10678681"/>
              <a:gd name="connsiteY59" fmla="*/ 1047854 h 1357700"/>
              <a:gd name="connsiteX60" fmla="*/ 6951040 w 10678681"/>
              <a:gd name="connsiteY60" fmla="*/ 1048531 h 1357700"/>
              <a:gd name="connsiteX61" fmla="*/ 6948497 w 10678681"/>
              <a:gd name="connsiteY61" fmla="*/ 1050706 h 1357700"/>
              <a:gd name="connsiteX62" fmla="*/ 6926582 w 10678681"/>
              <a:gd name="connsiteY62" fmla="*/ 1043462 h 1357700"/>
              <a:gd name="connsiteX63" fmla="*/ 6833743 w 10678681"/>
              <a:gd name="connsiteY63" fmla="*/ 1027960 h 1357700"/>
              <a:gd name="connsiteX64" fmla="*/ 6687090 w 10678681"/>
              <a:gd name="connsiteY64" fmla="*/ 1063250 h 1357700"/>
              <a:gd name="connsiteX65" fmla="*/ 6437450 w 10678681"/>
              <a:gd name="connsiteY65" fmla="*/ 1101075 h 1357700"/>
              <a:gd name="connsiteX66" fmla="*/ 6327795 w 10678681"/>
              <a:gd name="connsiteY66" fmla="*/ 1088142 h 1357700"/>
              <a:gd name="connsiteX67" fmla="*/ 6136549 w 10678681"/>
              <a:gd name="connsiteY67" fmla="*/ 1100268 h 1357700"/>
              <a:gd name="connsiteX68" fmla="*/ 6004655 w 10678681"/>
              <a:gd name="connsiteY68" fmla="*/ 1114946 h 1357700"/>
              <a:gd name="connsiteX69" fmla="*/ 5936643 w 10678681"/>
              <a:gd name="connsiteY69" fmla="*/ 1095428 h 1357700"/>
              <a:gd name="connsiteX70" fmla="*/ 5912484 w 10678681"/>
              <a:gd name="connsiteY70" fmla="*/ 1112624 h 1357700"/>
              <a:gd name="connsiteX71" fmla="*/ 5908387 w 10678681"/>
              <a:gd name="connsiteY71" fmla="*/ 1116018 h 1357700"/>
              <a:gd name="connsiteX72" fmla="*/ 5890495 w 10678681"/>
              <a:gd name="connsiteY72" fmla="*/ 1120268 h 1357700"/>
              <a:gd name="connsiteX73" fmla="*/ 5887318 w 10678681"/>
              <a:gd name="connsiteY73" fmla="*/ 1133134 h 1357700"/>
              <a:gd name="connsiteX74" fmla="*/ 5861726 w 10678681"/>
              <a:gd name="connsiteY74" fmla="*/ 1147891 h 1357700"/>
              <a:gd name="connsiteX75" fmla="*/ 5805823 w 10678681"/>
              <a:gd name="connsiteY75" fmla="*/ 1152457 h 1357700"/>
              <a:gd name="connsiteX76" fmla="*/ 5689841 w 10678681"/>
              <a:gd name="connsiteY76" fmla="*/ 1176232 h 1357700"/>
              <a:gd name="connsiteX77" fmla="*/ 5605119 w 10678681"/>
              <a:gd name="connsiteY77" fmla="*/ 1190202 h 1357700"/>
              <a:gd name="connsiteX78" fmla="*/ 5488513 w 10678681"/>
              <a:gd name="connsiteY78" fmla="*/ 1205367 h 1357700"/>
              <a:gd name="connsiteX79" fmla="*/ 5402905 w 10678681"/>
              <a:gd name="connsiteY79" fmla="*/ 1241191 h 1357700"/>
              <a:gd name="connsiteX80" fmla="*/ 5285593 w 10678681"/>
              <a:gd name="connsiteY80" fmla="*/ 1273569 h 1357700"/>
              <a:gd name="connsiteX81" fmla="*/ 5192893 w 10678681"/>
              <a:gd name="connsiteY81" fmla="*/ 1247188 h 1357700"/>
              <a:gd name="connsiteX82" fmla="*/ 5186475 w 10678681"/>
              <a:gd name="connsiteY82" fmla="*/ 1257028 h 1357700"/>
              <a:gd name="connsiteX83" fmla="*/ 5126038 w 10678681"/>
              <a:gd name="connsiteY83" fmla="*/ 1263189 h 1357700"/>
              <a:gd name="connsiteX84" fmla="*/ 4894688 w 10678681"/>
              <a:gd name="connsiteY84" fmla="*/ 1247184 h 1357700"/>
              <a:gd name="connsiteX85" fmla="*/ 4788036 w 10678681"/>
              <a:gd name="connsiteY85" fmla="*/ 1238182 h 1357700"/>
              <a:gd name="connsiteX86" fmla="*/ 4747555 w 10678681"/>
              <a:gd name="connsiteY86" fmla="*/ 1252768 h 1357700"/>
              <a:gd name="connsiteX87" fmla="*/ 4679644 w 10678681"/>
              <a:gd name="connsiteY87" fmla="*/ 1276603 h 1357700"/>
              <a:gd name="connsiteX88" fmla="*/ 4632222 w 10678681"/>
              <a:gd name="connsiteY88" fmla="*/ 1318360 h 1357700"/>
              <a:gd name="connsiteX89" fmla="*/ 4617358 w 10678681"/>
              <a:gd name="connsiteY89" fmla="*/ 1327690 h 1357700"/>
              <a:gd name="connsiteX90" fmla="*/ 4589102 w 10678681"/>
              <a:gd name="connsiteY90" fmla="*/ 1321223 h 1357700"/>
              <a:gd name="connsiteX91" fmla="*/ 4578184 w 10678681"/>
              <a:gd name="connsiteY91" fmla="*/ 1326745 h 1357700"/>
              <a:gd name="connsiteX92" fmla="*/ 4574270 w 10678681"/>
              <a:gd name="connsiteY92" fmla="*/ 1325878 h 1357700"/>
              <a:gd name="connsiteX93" fmla="*/ 4564919 w 10678681"/>
              <a:gd name="connsiteY93" fmla="*/ 1325507 h 1357700"/>
              <a:gd name="connsiteX94" fmla="*/ 4566586 w 10678681"/>
              <a:gd name="connsiteY94" fmla="*/ 1316963 h 1357700"/>
              <a:gd name="connsiteX95" fmla="*/ 4556303 w 10678681"/>
              <a:gd name="connsiteY95" fmla="*/ 1300262 h 1357700"/>
              <a:gd name="connsiteX96" fmla="*/ 4502358 w 10678681"/>
              <a:gd name="connsiteY96" fmla="*/ 1302558 h 1357700"/>
              <a:gd name="connsiteX97" fmla="*/ 4498919 w 10678681"/>
              <a:gd name="connsiteY97" fmla="*/ 1312115 h 1357700"/>
              <a:gd name="connsiteX98" fmla="*/ 4492075 w 10678681"/>
              <a:gd name="connsiteY98" fmla="*/ 1313357 h 1357700"/>
              <a:gd name="connsiteX99" fmla="*/ 4487466 w 10678681"/>
              <a:gd name="connsiteY99" fmla="*/ 1304102 h 1357700"/>
              <a:gd name="connsiteX100" fmla="*/ 4398292 w 10678681"/>
              <a:gd name="connsiteY100" fmla="*/ 1278410 h 1357700"/>
              <a:gd name="connsiteX101" fmla="*/ 4306088 w 10678681"/>
              <a:gd name="connsiteY101" fmla="*/ 1282512 h 1357700"/>
              <a:gd name="connsiteX102" fmla="*/ 4188995 w 10678681"/>
              <a:gd name="connsiteY102" fmla="*/ 1296718 h 1357700"/>
              <a:gd name="connsiteX103" fmla="*/ 4136582 w 10678681"/>
              <a:gd name="connsiteY103" fmla="*/ 1287687 h 1357700"/>
              <a:gd name="connsiteX104" fmla="*/ 4064614 w 10678681"/>
              <a:gd name="connsiteY104" fmla="*/ 1296118 h 1357700"/>
              <a:gd name="connsiteX105" fmla="*/ 3906561 w 10678681"/>
              <a:gd name="connsiteY105" fmla="*/ 1352435 h 1357700"/>
              <a:gd name="connsiteX106" fmla="*/ 3787890 w 10678681"/>
              <a:gd name="connsiteY106" fmla="*/ 1352442 h 1357700"/>
              <a:gd name="connsiteX107" fmla="*/ 3745993 w 10678681"/>
              <a:gd name="connsiteY107" fmla="*/ 1342630 h 1357700"/>
              <a:gd name="connsiteX108" fmla="*/ 3675785 w 10678681"/>
              <a:gd name="connsiteY108" fmla="*/ 1326802 h 1357700"/>
              <a:gd name="connsiteX109" fmla="*/ 3623856 w 10678681"/>
              <a:gd name="connsiteY109" fmla="*/ 1290804 h 1357700"/>
              <a:gd name="connsiteX110" fmla="*/ 3564933 w 10678681"/>
              <a:gd name="connsiteY110" fmla="*/ 1287147 h 1357700"/>
              <a:gd name="connsiteX111" fmla="*/ 3550537 w 10678681"/>
              <a:gd name="connsiteY111" fmla="*/ 1317552 h 1357700"/>
              <a:gd name="connsiteX112" fmla="*/ 3487736 w 10678681"/>
              <a:gd name="connsiteY112" fmla="*/ 1303493 h 1357700"/>
              <a:gd name="connsiteX113" fmla="*/ 3392548 w 10678681"/>
              <a:gd name="connsiteY113" fmla="*/ 1278741 h 1357700"/>
              <a:gd name="connsiteX114" fmla="*/ 3337466 w 10678681"/>
              <a:gd name="connsiteY114" fmla="*/ 1272537 h 1357700"/>
              <a:gd name="connsiteX115" fmla="*/ 3187206 w 10678681"/>
              <a:gd name="connsiteY115" fmla="*/ 1246821 h 1357700"/>
              <a:gd name="connsiteX116" fmla="*/ 3036856 w 10678681"/>
              <a:gd name="connsiteY116" fmla="*/ 1214383 h 1357700"/>
              <a:gd name="connsiteX117" fmla="*/ 2948654 w 10678681"/>
              <a:gd name="connsiteY117" fmla="*/ 1157455 h 1357700"/>
              <a:gd name="connsiteX118" fmla="*/ 2824973 w 10678681"/>
              <a:gd name="connsiteY118" fmla="*/ 1134864 h 1357700"/>
              <a:gd name="connsiteX119" fmla="*/ 2804398 w 10678681"/>
              <a:gd name="connsiteY119" fmla="*/ 1125556 h 1357700"/>
              <a:gd name="connsiteX120" fmla="*/ 2775396 w 10678681"/>
              <a:gd name="connsiteY120" fmla="*/ 1130148 h 1357700"/>
              <a:gd name="connsiteX121" fmla="*/ 2659096 w 10678681"/>
              <a:gd name="connsiteY121" fmla="*/ 1150294 h 1357700"/>
              <a:gd name="connsiteX122" fmla="*/ 2567088 w 10678681"/>
              <a:gd name="connsiteY122" fmla="*/ 1181781 h 1357700"/>
              <a:gd name="connsiteX123" fmla="*/ 2454501 w 10678681"/>
              <a:gd name="connsiteY123" fmla="*/ 1155455 h 1357700"/>
              <a:gd name="connsiteX124" fmla="*/ 2385161 w 10678681"/>
              <a:gd name="connsiteY124" fmla="*/ 1161312 h 1357700"/>
              <a:gd name="connsiteX125" fmla="*/ 2270528 w 10678681"/>
              <a:gd name="connsiteY125" fmla="*/ 1204338 h 1357700"/>
              <a:gd name="connsiteX126" fmla="*/ 2121820 w 10678681"/>
              <a:gd name="connsiteY126" fmla="*/ 1187078 h 1357700"/>
              <a:gd name="connsiteX127" fmla="*/ 2092716 w 10678681"/>
              <a:gd name="connsiteY127" fmla="*/ 1139224 h 1357700"/>
              <a:gd name="connsiteX128" fmla="*/ 2052449 w 10678681"/>
              <a:gd name="connsiteY128" fmla="*/ 1109687 h 1357700"/>
              <a:gd name="connsiteX129" fmla="*/ 2032607 w 10678681"/>
              <a:gd name="connsiteY129" fmla="*/ 1175477 h 1357700"/>
              <a:gd name="connsiteX130" fmla="*/ 1901837 w 10678681"/>
              <a:gd name="connsiteY130" fmla="*/ 1221762 h 1357700"/>
              <a:gd name="connsiteX131" fmla="*/ 1836762 w 10678681"/>
              <a:gd name="connsiteY131" fmla="*/ 1237387 h 1357700"/>
              <a:gd name="connsiteX132" fmla="*/ 1735877 w 10678681"/>
              <a:gd name="connsiteY132" fmla="*/ 1246527 h 1357700"/>
              <a:gd name="connsiteX133" fmla="*/ 1705069 w 10678681"/>
              <a:gd name="connsiteY133" fmla="*/ 1251989 h 1357700"/>
              <a:gd name="connsiteX134" fmla="*/ 1397689 w 10678681"/>
              <a:gd name="connsiteY134" fmla="*/ 1336144 h 1357700"/>
              <a:gd name="connsiteX135" fmla="*/ 1220734 w 10678681"/>
              <a:gd name="connsiteY135" fmla="*/ 1257811 h 1357700"/>
              <a:gd name="connsiteX136" fmla="*/ 1021737 w 10678681"/>
              <a:gd name="connsiteY136" fmla="*/ 1238739 h 1357700"/>
              <a:gd name="connsiteX137" fmla="*/ 959820 w 10678681"/>
              <a:gd name="connsiteY137" fmla="*/ 1275863 h 1357700"/>
              <a:gd name="connsiteX138" fmla="*/ 929137 w 10678681"/>
              <a:gd name="connsiteY138" fmla="*/ 1273957 h 1357700"/>
              <a:gd name="connsiteX139" fmla="*/ 878849 w 10678681"/>
              <a:gd name="connsiteY139" fmla="*/ 1266740 h 1357700"/>
              <a:gd name="connsiteX140" fmla="*/ 800667 w 10678681"/>
              <a:gd name="connsiteY140" fmla="*/ 1282041 h 1357700"/>
              <a:gd name="connsiteX141" fmla="*/ 644906 w 10678681"/>
              <a:gd name="connsiteY141" fmla="*/ 1273685 h 1357700"/>
              <a:gd name="connsiteX142" fmla="*/ 379869 w 10678681"/>
              <a:gd name="connsiteY142" fmla="*/ 1339165 h 1357700"/>
              <a:gd name="connsiteX143" fmla="*/ 137696 w 10678681"/>
              <a:gd name="connsiteY143" fmla="*/ 1319217 h 1357700"/>
              <a:gd name="connsiteX144" fmla="*/ 54250 w 10678681"/>
              <a:gd name="connsiteY144" fmla="*/ 1315838 h 1357700"/>
              <a:gd name="connsiteX145" fmla="*/ 28042 w 10678681"/>
              <a:gd name="connsiteY145" fmla="*/ 1297822 h 1357700"/>
              <a:gd name="connsiteX146" fmla="*/ 0 w 10678681"/>
              <a:gd name="connsiteY146" fmla="*/ 1294612 h 1357700"/>
              <a:gd name="connsiteX147" fmla="*/ 0 w 10678681"/>
              <a:gd name="connsiteY147" fmla="*/ 0 h 1357700"/>
              <a:gd name="connsiteX0" fmla="*/ 0 w 10678681"/>
              <a:gd name="connsiteY0" fmla="*/ 0 h 1357700"/>
              <a:gd name="connsiteX1" fmla="*/ 10678681 w 10678681"/>
              <a:gd name="connsiteY1" fmla="*/ 0 h 1357700"/>
              <a:gd name="connsiteX2" fmla="*/ 10666019 w 10678681"/>
              <a:gd name="connsiteY2" fmla="*/ 7876 h 1357700"/>
              <a:gd name="connsiteX3" fmla="*/ 10632825 w 10678681"/>
              <a:gd name="connsiteY3" fmla="*/ 32153 h 1357700"/>
              <a:gd name="connsiteX4" fmla="*/ 10510605 w 10678681"/>
              <a:gd name="connsiteY4" fmla="*/ 30449 h 1357700"/>
              <a:gd name="connsiteX5" fmla="*/ 10456989 w 10678681"/>
              <a:gd name="connsiteY5" fmla="*/ 979 h 1357700"/>
              <a:gd name="connsiteX6" fmla="*/ 10438642 w 10678681"/>
              <a:gd name="connsiteY6" fmla="*/ 1524 h 1357700"/>
              <a:gd name="connsiteX7" fmla="*/ 10407146 w 10678681"/>
              <a:gd name="connsiteY7" fmla="*/ 43659 h 1357700"/>
              <a:gd name="connsiteX8" fmla="*/ 10357996 w 10678681"/>
              <a:gd name="connsiteY8" fmla="*/ 50836 h 1357700"/>
              <a:gd name="connsiteX9" fmla="*/ 10306667 w 10678681"/>
              <a:gd name="connsiteY9" fmla="*/ 109739 h 1357700"/>
              <a:gd name="connsiteX10" fmla="*/ 10115334 w 10678681"/>
              <a:gd name="connsiteY10" fmla="*/ 155658 h 1357700"/>
              <a:gd name="connsiteX11" fmla="*/ 10068157 w 10678681"/>
              <a:gd name="connsiteY11" fmla="*/ 215673 h 1357700"/>
              <a:gd name="connsiteX12" fmla="*/ 10045431 w 10678681"/>
              <a:gd name="connsiteY12" fmla="*/ 229568 h 1357700"/>
              <a:gd name="connsiteX13" fmla="*/ 10013265 w 10678681"/>
              <a:gd name="connsiteY13" fmla="*/ 284757 h 1357700"/>
              <a:gd name="connsiteX14" fmla="*/ 9862496 w 10678681"/>
              <a:gd name="connsiteY14" fmla="*/ 223033 h 1357700"/>
              <a:gd name="connsiteX15" fmla="*/ 9679638 w 10678681"/>
              <a:gd name="connsiteY15" fmla="*/ 277462 h 1357700"/>
              <a:gd name="connsiteX16" fmla="*/ 9498347 w 10678681"/>
              <a:gd name="connsiteY16" fmla="*/ 244723 h 1357700"/>
              <a:gd name="connsiteX17" fmla="*/ 9399702 w 10678681"/>
              <a:gd name="connsiteY17" fmla="*/ 276316 h 1357700"/>
              <a:gd name="connsiteX18" fmla="*/ 9378439 w 10678681"/>
              <a:gd name="connsiteY18" fmla="*/ 326244 h 1357700"/>
              <a:gd name="connsiteX19" fmla="*/ 9121744 w 10678681"/>
              <a:gd name="connsiteY19" fmla="*/ 365177 h 1357700"/>
              <a:gd name="connsiteX20" fmla="*/ 9061654 w 10678681"/>
              <a:gd name="connsiteY20" fmla="*/ 393730 h 1357700"/>
              <a:gd name="connsiteX21" fmla="*/ 8997577 w 10678681"/>
              <a:gd name="connsiteY21" fmla="*/ 380865 h 1357700"/>
              <a:gd name="connsiteX22" fmla="*/ 8907968 w 10678681"/>
              <a:gd name="connsiteY22" fmla="*/ 447345 h 1357700"/>
              <a:gd name="connsiteX23" fmla="*/ 8764163 w 10678681"/>
              <a:gd name="connsiteY23" fmla="*/ 471000 h 1357700"/>
              <a:gd name="connsiteX24" fmla="*/ 8680155 w 10678681"/>
              <a:gd name="connsiteY24" fmla="*/ 492404 h 1357700"/>
              <a:gd name="connsiteX25" fmla="*/ 8651436 w 10678681"/>
              <a:gd name="connsiteY25" fmla="*/ 511923 h 1357700"/>
              <a:gd name="connsiteX26" fmla="*/ 8609185 w 10678681"/>
              <a:gd name="connsiteY26" fmla="*/ 531525 h 1357700"/>
              <a:gd name="connsiteX27" fmla="*/ 8537091 w 10678681"/>
              <a:gd name="connsiteY27" fmla="*/ 574933 h 1357700"/>
              <a:gd name="connsiteX28" fmla="*/ 8435931 w 10678681"/>
              <a:gd name="connsiteY28" fmla="*/ 617926 h 1357700"/>
              <a:gd name="connsiteX29" fmla="*/ 8348623 w 10678681"/>
              <a:gd name="connsiteY29" fmla="*/ 600607 h 1357700"/>
              <a:gd name="connsiteX30" fmla="*/ 8344233 w 10678681"/>
              <a:gd name="connsiteY30" fmla="*/ 610922 h 1357700"/>
              <a:gd name="connsiteX31" fmla="*/ 8290622 w 10678681"/>
              <a:gd name="connsiteY31" fmla="*/ 622687 h 1357700"/>
              <a:gd name="connsiteX32" fmla="*/ 8086698 w 10678681"/>
              <a:gd name="connsiteY32" fmla="*/ 605185 h 1357700"/>
              <a:gd name="connsiteX33" fmla="*/ 7982378 w 10678681"/>
              <a:gd name="connsiteY33" fmla="*/ 629799 h 1357700"/>
              <a:gd name="connsiteX34" fmla="*/ 7947952 w 10678681"/>
              <a:gd name="connsiteY34" fmla="*/ 648003 h 1357700"/>
              <a:gd name="connsiteX35" fmla="*/ 7890112 w 10678681"/>
              <a:gd name="connsiteY35" fmla="*/ 677915 h 1357700"/>
              <a:gd name="connsiteX36" fmla="*/ 7853284 w 10678681"/>
              <a:gd name="connsiteY36" fmla="*/ 723588 h 1357700"/>
              <a:gd name="connsiteX37" fmla="*/ 7802383 w 10678681"/>
              <a:gd name="connsiteY37" fmla="*/ 739359 h 1357700"/>
              <a:gd name="connsiteX38" fmla="*/ 7730518 w 10678681"/>
              <a:gd name="connsiteY38" fmla="*/ 739526 h 1357700"/>
              <a:gd name="connsiteX39" fmla="*/ 7652907 w 10678681"/>
              <a:gd name="connsiteY39" fmla="*/ 783273 h 1357700"/>
              <a:gd name="connsiteX40" fmla="*/ 7606008 w 10678681"/>
              <a:gd name="connsiteY40" fmla="*/ 800717 h 1357700"/>
              <a:gd name="connsiteX41" fmla="*/ 7480223 w 10678681"/>
              <a:gd name="connsiteY41" fmla="*/ 856821 h 1357700"/>
              <a:gd name="connsiteX42" fmla="*/ 7356005 w 10678681"/>
              <a:gd name="connsiteY42" fmla="*/ 919462 h 1357700"/>
              <a:gd name="connsiteX43" fmla="*/ 7305396 w 10678681"/>
              <a:gd name="connsiteY43" fmla="*/ 986228 h 1357700"/>
              <a:gd name="connsiteX44" fmla="*/ 7277477 w 10678681"/>
              <a:gd name="connsiteY44" fmla="*/ 990571 h 1357700"/>
              <a:gd name="connsiteX45" fmla="*/ 7269396 w 10678681"/>
              <a:gd name="connsiteY45" fmla="*/ 989282 h 1357700"/>
              <a:gd name="connsiteX46" fmla="*/ 7258094 w 10678681"/>
              <a:gd name="connsiteY46" fmla="*/ 990679 h 1357700"/>
              <a:gd name="connsiteX47" fmla="*/ 7257893 w 10678681"/>
              <a:gd name="connsiteY47" fmla="*/ 991204 h 1357700"/>
              <a:gd name="connsiteX48" fmla="*/ 7247153 w 10678681"/>
              <a:gd name="connsiteY48" fmla="*/ 991550 h 1357700"/>
              <a:gd name="connsiteX49" fmla="*/ 7193612 w 10678681"/>
              <a:gd name="connsiteY49" fmla="*/ 987042 h 1357700"/>
              <a:gd name="connsiteX50" fmla="*/ 7132632 w 10678681"/>
              <a:gd name="connsiteY50" fmla="*/ 1042036 h 1357700"/>
              <a:gd name="connsiteX51" fmla="*/ 7105610 w 10678681"/>
              <a:gd name="connsiteY51" fmla="*/ 1053537 h 1357700"/>
              <a:gd name="connsiteX52" fmla="*/ 7091599 w 10678681"/>
              <a:gd name="connsiteY52" fmla="*/ 1062302 h 1357700"/>
              <a:gd name="connsiteX53" fmla="*/ 7090998 w 10678681"/>
              <a:gd name="connsiteY53" fmla="*/ 1064540 h 1357700"/>
              <a:gd name="connsiteX54" fmla="*/ 7039634 w 10678681"/>
              <a:gd name="connsiteY54" fmla="*/ 1059971 h 1357700"/>
              <a:gd name="connsiteX55" fmla="*/ 7033445 w 10678681"/>
              <a:gd name="connsiteY55" fmla="*/ 1063314 h 1357700"/>
              <a:gd name="connsiteX56" fmla="*/ 6999157 w 10678681"/>
              <a:gd name="connsiteY56" fmla="*/ 1055282 h 1357700"/>
              <a:gd name="connsiteX57" fmla="*/ 6981874 w 10678681"/>
              <a:gd name="connsiteY57" fmla="*/ 1053827 h 1357700"/>
              <a:gd name="connsiteX58" fmla="*/ 6976102 w 10678681"/>
              <a:gd name="connsiteY58" fmla="*/ 1047854 h 1357700"/>
              <a:gd name="connsiteX59" fmla="*/ 6951040 w 10678681"/>
              <a:gd name="connsiteY59" fmla="*/ 1048531 h 1357700"/>
              <a:gd name="connsiteX60" fmla="*/ 6948497 w 10678681"/>
              <a:gd name="connsiteY60" fmla="*/ 1050706 h 1357700"/>
              <a:gd name="connsiteX61" fmla="*/ 6926582 w 10678681"/>
              <a:gd name="connsiteY61" fmla="*/ 1043462 h 1357700"/>
              <a:gd name="connsiteX62" fmla="*/ 6833743 w 10678681"/>
              <a:gd name="connsiteY62" fmla="*/ 1027960 h 1357700"/>
              <a:gd name="connsiteX63" fmla="*/ 6687090 w 10678681"/>
              <a:gd name="connsiteY63" fmla="*/ 1063250 h 1357700"/>
              <a:gd name="connsiteX64" fmla="*/ 6437450 w 10678681"/>
              <a:gd name="connsiteY64" fmla="*/ 1101075 h 1357700"/>
              <a:gd name="connsiteX65" fmla="*/ 6327795 w 10678681"/>
              <a:gd name="connsiteY65" fmla="*/ 1088142 h 1357700"/>
              <a:gd name="connsiteX66" fmla="*/ 6136549 w 10678681"/>
              <a:gd name="connsiteY66" fmla="*/ 1100268 h 1357700"/>
              <a:gd name="connsiteX67" fmla="*/ 6004655 w 10678681"/>
              <a:gd name="connsiteY67" fmla="*/ 1114946 h 1357700"/>
              <a:gd name="connsiteX68" fmla="*/ 5936643 w 10678681"/>
              <a:gd name="connsiteY68" fmla="*/ 1095428 h 1357700"/>
              <a:gd name="connsiteX69" fmla="*/ 5912484 w 10678681"/>
              <a:gd name="connsiteY69" fmla="*/ 1112624 h 1357700"/>
              <a:gd name="connsiteX70" fmla="*/ 5908387 w 10678681"/>
              <a:gd name="connsiteY70" fmla="*/ 1116018 h 1357700"/>
              <a:gd name="connsiteX71" fmla="*/ 5890495 w 10678681"/>
              <a:gd name="connsiteY71" fmla="*/ 1120268 h 1357700"/>
              <a:gd name="connsiteX72" fmla="*/ 5887318 w 10678681"/>
              <a:gd name="connsiteY72" fmla="*/ 1133134 h 1357700"/>
              <a:gd name="connsiteX73" fmla="*/ 5861726 w 10678681"/>
              <a:gd name="connsiteY73" fmla="*/ 1147891 h 1357700"/>
              <a:gd name="connsiteX74" fmla="*/ 5805823 w 10678681"/>
              <a:gd name="connsiteY74" fmla="*/ 1152457 h 1357700"/>
              <a:gd name="connsiteX75" fmla="*/ 5689841 w 10678681"/>
              <a:gd name="connsiteY75" fmla="*/ 1176232 h 1357700"/>
              <a:gd name="connsiteX76" fmla="*/ 5605119 w 10678681"/>
              <a:gd name="connsiteY76" fmla="*/ 1190202 h 1357700"/>
              <a:gd name="connsiteX77" fmla="*/ 5488513 w 10678681"/>
              <a:gd name="connsiteY77" fmla="*/ 1205367 h 1357700"/>
              <a:gd name="connsiteX78" fmla="*/ 5402905 w 10678681"/>
              <a:gd name="connsiteY78" fmla="*/ 1241191 h 1357700"/>
              <a:gd name="connsiteX79" fmla="*/ 5285593 w 10678681"/>
              <a:gd name="connsiteY79" fmla="*/ 1273569 h 1357700"/>
              <a:gd name="connsiteX80" fmla="*/ 5192893 w 10678681"/>
              <a:gd name="connsiteY80" fmla="*/ 1247188 h 1357700"/>
              <a:gd name="connsiteX81" fmla="*/ 5186475 w 10678681"/>
              <a:gd name="connsiteY81" fmla="*/ 1257028 h 1357700"/>
              <a:gd name="connsiteX82" fmla="*/ 5126038 w 10678681"/>
              <a:gd name="connsiteY82" fmla="*/ 1263189 h 1357700"/>
              <a:gd name="connsiteX83" fmla="*/ 4894688 w 10678681"/>
              <a:gd name="connsiteY83" fmla="*/ 1247184 h 1357700"/>
              <a:gd name="connsiteX84" fmla="*/ 4788036 w 10678681"/>
              <a:gd name="connsiteY84" fmla="*/ 1238182 h 1357700"/>
              <a:gd name="connsiteX85" fmla="*/ 4747555 w 10678681"/>
              <a:gd name="connsiteY85" fmla="*/ 1252768 h 1357700"/>
              <a:gd name="connsiteX86" fmla="*/ 4679644 w 10678681"/>
              <a:gd name="connsiteY86" fmla="*/ 1276603 h 1357700"/>
              <a:gd name="connsiteX87" fmla="*/ 4632222 w 10678681"/>
              <a:gd name="connsiteY87" fmla="*/ 1318360 h 1357700"/>
              <a:gd name="connsiteX88" fmla="*/ 4617358 w 10678681"/>
              <a:gd name="connsiteY88" fmla="*/ 1327690 h 1357700"/>
              <a:gd name="connsiteX89" fmla="*/ 4589102 w 10678681"/>
              <a:gd name="connsiteY89" fmla="*/ 1321223 h 1357700"/>
              <a:gd name="connsiteX90" fmla="*/ 4578184 w 10678681"/>
              <a:gd name="connsiteY90" fmla="*/ 1326745 h 1357700"/>
              <a:gd name="connsiteX91" fmla="*/ 4574270 w 10678681"/>
              <a:gd name="connsiteY91" fmla="*/ 1325878 h 1357700"/>
              <a:gd name="connsiteX92" fmla="*/ 4564919 w 10678681"/>
              <a:gd name="connsiteY92" fmla="*/ 1325507 h 1357700"/>
              <a:gd name="connsiteX93" fmla="*/ 4566586 w 10678681"/>
              <a:gd name="connsiteY93" fmla="*/ 1316963 h 1357700"/>
              <a:gd name="connsiteX94" fmla="*/ 4556303 w 10678681"/>
              <a:gd name="connsiteY94" fmla="*/ 1300262 h 1357700"/>
              <a:gd name="connsiteX95" fmla="*/ 4502358 w 10678681"/>
              <a:gd name="connsiteY95" fmla="*/ 1302558 h 1357700"/>
              <a:gd name="connsiteX96" fmla="*/ 4498919 w 10678681"/>
              <a:gd name="connsiteY96" fmla="*/ 1312115 h 1357700"/>
              <a:gd name="connsiteX97" fmla="*/ 4492075 w 10678681"/>
              <a:gd name="connsiteY97" fmla="*/ 1313357 h 1357700"/>
              <a:gd name="connsiteX98" fmla="*/ 4487466 w 10678681"/>
              <a:gd name="connsiteY98" fmla="*/ 1304102 h 1357700"/>
              <a:gd name="connsiteX99" fmla="*/ 4398292 w 10678681"/>
              <a:gd name="connsiteY99" fmla="*/ 1278410 h 1357700"/>
              <a:gd name="connsiteX100" fmla="*/ 4306088 w 10678681"/>
              <a:gd name="connsiteY100" fmla="*/ 1282512 h 1357700"/>
              <a:gd name="connsiteX101" fmla="*/ 4188995 w 10678681"/>
              <a:gd name="connsiteY101" fmla="*/ 1296718 h 1357700"/>
              <a:gd name="connsiteX102" fmla="*/ 4136582 w 10678681"/>
              <a:gd name="connsiteY102" fmla="*/ 1287687 h 1357700"/>
              <a:gd name="connsiteX103" fmla="*/ 4064614 w 10678681"/>
              <a:gd name="connsiteY103" fmla="*/ 1296118 h 1357700"/>
              <a:gd name="connsiteX104" fmla="*/ 3906561 w 10678681"/>
              <a:gd name="connsiteY104" fmla="*/ 1352435 h 1357700"/>
              <a:gd name="connsiteX105" fmla="*/ 3787890 w 10678681"/>
              <a:gd name="connsiteY105" fmla="*/ 1352442 h 1357700"/>
              <a:gd name="connsiteX106" fmla="*/ 3745993 w 10678681"/>
              <a:gd name="connsiteY106" fmla="*/ 1342630 h 1357700"/>
              <a:gd name="connsiteX107" fmla="*/ 3675785 w 10678681"/>
              <a:gd name="connsiteY107" fmla="*/ 1326802 h 1357700"/>
              <a:gd name="connsiteX108" fmla="*/ 3623856 w 10678681"/>
              <a:gd name="connsiteY108" fmla="*/ 1290804 h 1357700"/>
              <a:gd name="connsiteX109" fmla="*/ 3564933 w 10678681"/>
              <a:gd name="connsiteY109" fmla="*/ 1287147 h 1357700"/>
              <a:gd name="connsiteX110" fmla="*/ 3550537 w 10678681"/>
              <a:gd name="connsiteY110" fmla="*/ 1317552 h 1357700"/>
              <a:gd name="connsiteX111" fmla="*/ 3487736 w 10678681"/>
              <a:gd name="connsiteY111" fmla="*/ 1303493 h 1357700"/>
              <a:gd name="connsiteX112" fmla="*/ 3392548 w 10678681"/>
              <a:gd name="connsiteY112" fmla="*/ 1278741 h 1357700"/>
              <a:gd name="connsiteX113" fmla="*/ 3337466 w 10678681"/>
              <a:gd name="connsiteY113" fmla="*/ 1272537 h 1357700"/>
              <a:gd name="connsiteX114" fmla="*/ 3187206 w 10678681"/>
              <a:gd name="connsiteY114" fmla="*/ 1246821 h 1357700"/>
              <a:gd name="connsiteX115" fmla="*/ 3036856 w 10678681"/>
              <a:gd name="connsiteY115" fmla="*/ 1214383 h 1357700"/>
              <a:gd name="connsiteX116" fmla="*/ 2948654 w 10678681"/>
              <a:gd name="connsiteY116" fmla="*/ 1157455 h 1357700"/>
              <a:gd name="connsiteX117" fmla="*/ 2824973 w 10678681"/>
              <a:gd name="connsiteY117" fmla="*/ 1134864 h 1357700"/>
              <a:gd name="connsiteX118" fmla="*/ 2804398 w 10678681"/>
              <a:gd name="connsiteY118" fmla="*/ 1125556 h 1357700"/>
              <a:gd name="connsiteX119" fmla="*/ 2775396 w 10678681"/>
              <a:gd name="connsiteY119" fmla="*/ 1130148 h 1357700"/>
              <a:gd name="connsiteX120" fmla="*/ 2659096 w 10678681"/>
              <a:gd name="connsiteY120" fmla="*/ 1150294 h 1357700"/>
              <a:gd name="connsiteX121" fmla="*/ 2567088 w 10678681"/>
              <a:gd name="connsiteY121" fmla="*/ 1181781 h 1357700"/>
              <a:gd name="connsiteX122" fmla="*/ 2454501 w 10678681"/>
              <a:gd name="connsiteY122" fmla="*/ 1155455 h 1357700"/>
              <a:gd name="connsiteX123" fmla="*/ 2385161 w 10678681"/>
              <a:gd name="connsiteY123" fmla="*/ 1161312 h 1357700"/>
              <a:gd name="connsiteX124" fmla="*/ 2270528 w 10678681"/>
              <a:gd name="connsiteY124" fmla="*/ 1204338 h 1357700"/>
              <a:gd name="connsiteX125" fmla="*/ 2121820 w 10678681"/>
              <a:gd name="connsiteY125" fmla="*/ 1187078 h 1357700"/>
              <a:gd name="connsiteX126" fmla="*/ 2092716 w 10678681"/>
              <a:gd name="connsiteY126" fmla="*/ 1139224 h 1357700"/>
              <a:gd name="connsiteX127" fmla="*/ 2052449 w 10678681"/>
              <a:gd name="connsiteY127" fmla="*/ 1109687 h 1357700"/>
              <a:gd name="connsiteX128" fmla="*/ 2032607 w 10678681"/>
              <a:gd name="connsiteY128" fmla="*/ 1175477 h 1357700"/>
              <a:gd name="connsiteX129" fmla="*/ 1901837 w 10678681"/>
              <a:gd name="connsiteY129" fmla="*/ 1221762 h 1357700"/>
              <a:gd name="connsiteX130" fmla="*/ 1836762 w 10678681"/>
              <a:gd name="connsiteY130" fmla="*/ 1237387 h 1357700"/>
              <a:gd name="connsiteX131" fmla="*/ 1735877 w 10678681"/>
              <a:gd name="connsiteY131" fmla="*/ 1246527 h 1357700"/>
              <a:gd name="connsiteX132" fmla="*/ 1705069 w 10678681"/>
              <a:gd name="connsiteY132" fmla="*/ 1251989 h 1357700"/>
              <a:gd name="connsiteX133" fmla="*/ 1397689 w 10678681"/>
              <a:gd name="connsiteY133" fmla="*/ 1336144 h 1357700"/>
              <a:gd name="connsiteX134" fmla="*/ 1220734 w 10678681"/>
              <a:gd name="connsiteY134" fmla="*/ 1257811 h 1357700"/>
              <a:gd name="connsiteX135" fmla="*/ 1021737 w 10678681"/>
              <a:gd name="connsiteY135" fmla="*/ 1238739 h 1357700"/>
              <a:gd name="connsiteX136" fmla="*/ 959820 w 10678681"/>
              <a:gd name="connsiteY136" fmla="*/ 1275863 h 1357700"/>
              <a:gd name="connsiteX137" fmla="*/ 929137 w 10678681"/>
              <a:gd name="connsiteY137" fmla="*/ 1273957 h 1357700"/>
              <a:gd name="connsiteX138" fmla="*/ 878849 w 10678681"/>
              <a:gd name="connsiteY138" fmla="*/ 1266740 h 1357700"/>
              <a:gd name="connsiteX139" fmla="*/ 800667 w 10678681"/>
              <a:gd name="connsiteY139" fmla="*/ 1282041 h 1357700"/>
              <a:gd name="connsiteX140" fmla="*/ 644906 w 10678681"/>
              <a:gd name="connsiteY140" fmla="*/ 1273685 h 1357700"/>
              <a:gd name="connsiteX141" fmla="*/ 379869 w 10678681"/>
              <a:gd name="connsiteY141" fmla="*/ 1339165 h 1357700"/>
              <a:gd name="connsiteX142" fmla="*/ 137696 w 10678681"/>
              <a:gd name="connsiteY142" fmla="*/ 1319217 h 1357700"/>
              <a:gd name="connsiteX143" fmla="*/ 54250 w 10678681"/>
              <a:gd name="connsiteY143" fmla="*/ 1315838 h 1357700"/>
              <a:gd name="connsiteX144" fmla="*/ 28042 w 10678681"/>
              <a:gd name="connsiteY144" fmla="*/ 1297822 h 1357700"/>
              <a:gd name="connsiteX145" fmla="*/ 0 w 10678681"/>
              <a:gd name="connsiteY145" fmla="*/ 1294612 h 1357700"/>
              <a:gd name="connsiteX146" fmla="*/ 0 w 10678681"/>
              <a:gd name="connsiteY146" fmla="*/ 0 h 1357700"/>
              <a:gd name="connsiteX0" fmla="*/ 0 w 10678681"/>
              <a:gd name="connsiteY0" fmla="*/ 0 h 1357700"/>
              <a:gd name="connsiteX1" fmla="*/ 10678681 w 10678681"/>
              <a:gd name="connsiteY1" fmla="*/ 0 h 1357700"/>
              <a:gd name="connsiteX2" fmla="*/ 10666019 w 10678681"/>
              <a:gd name="connsiteY2" fmla="*/ 7876 h 1357700"/>
              <a:gd name="connsiteX3" fmla="*/ 10632825 w 10678681"/>
              <a:gd name="connsiteY3" fmla="*/ 32153 h 1357700"/>
              <a:gd name="connsiteX4" fmla="*/ 10510605 w 10678681"/>
              <a:gd name="connsiteY4" fmla="*/ 30449 h 1357700"/>
              <a:gd name="connsiteX5" fmla="*/ 10456989 w 10678681"/>
              <a:gd name="connsiteY5" fmla="*/ 979 h 1357700"/>
              <a:gd name="connsiteX6" fmla="*/ 10438642 w 10678681"/>
              <a:gd name="connsiteY6" fmla="*/ 1524 h 1357700"/>
              <a:gd name="connsiteX7" fmla="*/ 10407146 w 10678681"/>
              <a:gd name="connsiteY7" fmla="*/ 43659 h 1357700"/>
              <a:gd name="connsiteX8" fmla="*/ 10357996 w 10678681"/>
              <a:gd name="connsiteY8" fmla="*/ 50836 h 1357700"/>
              <a:gd name="connsiteX9" fmla="*/ 10306667 w 10678681"/>
              <a:gd name="connsiteY9" fmla="*/ 109739 h 1357700"/>
              <a:gd name="connsiteX10" fmla="*/ 10115334 w 10678681"/>
              <a:gd name="connsiteY10" fmla="*/ 155658 h 1357700"/>
              <a:gd name="connsiteX11" fmla="*/ 10068157 w 10678681"/>
              <a:gd name="connsiteY11" fmla="*/ 215673 h 1357700"/>
              <a:gd name="connsiteX12" fmla="*/ 10045431 w 10678681"/>
              <a:gd name="connsiteY12" fmla="*/ 229568 h 1357700"/>
              <a:gd name="connsiteX13" fmla="*/ 10013265 w 10678681"/>
              <a:gd name="connsiteY13" fmla="*/ 284757 h 1357700"/>
              <a:gd name="connsiteX14" fmla="*/ 9862496 w 10678681"/>
              <a:gd name="connsiteY14" fmla="*/ 223033 h 1357700"/>
              <a:gd name="connsiteX15" fmla="*/ 9679638 w 10678681"/>
              <a:gd name="connsiteY15" fmla="*/ 277462 h 1357700"/>
              <a:gd name="connsiteX16" fmla="*/ 9498347 w 10678681"/>
              <a:gd name="connsiteY16" fmla="*/ 244723 h 1357700"/>
              <a:gd name="connsiteX17" fmla="*/ 9399702 w 10678681"/>
              <a:gd name="connsiteY17" fmla="*/ 276316 h 1357700"/>
              <a:gd name="connsiteX18" fmla="*/ 9378439 w 10678681"/>
              <a:gd name="connsiteY18" fmla="*/ 326244 h 1357700"/>
              <a:gd name="connsiteX19" fmla="*/ 9121744 w 10678681"/>
              <a:gd name="connsiteY19" fmla="*/ 365177 h 1357700"/>
              <a:gd name="connsiteX20" fmla="*/ 9061654 w 10678681"/>
              <a:gd name="connsiteY20" fmla="*/ 393730 h 1357700"/>
              <a:gd name="connsiteX21" fmla="*/ 8997577 w 10678681"/>
              <a:gd name="connsiteY21" fmla="*/ 380865 h 1357700"/>
              <a:gd name="connsiteX22" fmla="*/ 8907968 w 10678681"/>
              <a:gd name="connsiteY22" fmla="*/ 447345 h 1357700"/>
              <a:gd name="connsiteX23" fmla="*/ 8764163 w 10678681"/>
              <a:gd name="connsiteY23" fmla="*/ 471000 h 1357700"/>
              <a:gd name="connsiteX24" fmla="*/ 8680155 w 10678681"/>
              <a:gd name="connsiteY24" fmla="*/ 492404 h 1357700"/>
              <a:gd name="connsiteX25" fmla="*/ 8651436 w 10678681"/>
              <a:gd name="connsiteY25" fmla="*/ 511923 h 1357700"/>
              <a:gd name="connsiteX26" fmla="*/ 8609185 w 10678681"/>
              <a:gd name="connsiteY26" fmla="*/ 531525 h 1357700"/>
              <a:gd name="connsiteX27" fmla="*/ 8537091 w 10678681"/>
              <a:gd name="connsiteY27" fmla="*/ 574933 h 1357700"/>
              <a:gd name="connsiteX28" fmla="*/ 8435931 w 10678681"/>
              <a:gd name="connsiteY28" fmla="*/ 617926 h 1357700"/>
              <a:gd name="connsiteX29" fmla="*/ 8348623 w 10678681"/>
              <a:gd name="connsiteY29" fmla="*/ 600607 h 1357700"/>
              <a:gd name="connsiteX30" fmla="*/ 8344233 w 10678681"/>
              <a:gd name="connsiteY30" fmla="*/ 610922 h 1357700"/>
              <a:gd name="connsiteX31" fmla="*/ 8290622 w 10678681"/>
              <a:gd name="connsiteY31" fmla="*/ 622687 h 1357700"/>
              <a:gd name="connsiteX32" fmla="*/ 8086698 w 10678681"/>
              <a:gd name="connsiteY32" fmla="*/ 605185 h 1357700"/>
              <a:gd name="connsiteX33" fmla="*/ 7982378 w 10678681"/>
              <a:gd name="connsiteY33" fmla="*/ 629799 h 1357700"/>
              <a:gd name="connsiteX34" fmla="*/ 7947952 w 10678681"/>
              <a:gd name="connsiteY34" fmla="*/ 648003 h 1357700"/>
              <a:gd name="connsiteX35" fmla="*/ 7890112 w 10678681"/>
              <a:gd name="connsiteY35" fmla="*/ 677915 h 1357700"/>
              <a:gd name="connsiteX36" fmla="*/ 7853284 w 10678681"/>
              <a:gd name="connsiteY36" fmla="*/ 723588 h 1357700"/>
              <a:gd name="connsiteX37" fmla="*/ 7802383 w 10678681"/>
              <a:gd name="connsiteY37" fmla="*/ 739359 h 1357700"/>
              <a:gd name="connsiteX38" fmla="*/ 7730518 w 10678681"/>
              <a:gd name="connsiteY38" fmla="*/ 739526 h 1357700"/>
              <a:gd name="connsiteX39" fmla="*/ 7652907 w 10678681"/>
              <a:gd name="connsiteY39" fmla="*/ 783273 h 1357700"/>
              <a:gd name="connsiteX40" fmla="*/ 7606008 w 10678681"/>
              <a:gd name="connsiteY40" fmla="*/ 800717 h 1357700"/>
              <a:gd name="connsiteX41" fmla="*/ 7480223 w 10678681"/>
              <a:gd name="connsiteY41" fmla="*/ 856821 h 1357700"/>
              <a:gd name="connsiteX42" fmla="*/ 7356005 w 10678681"/>
              <a:gd name="connsiteY42" fmla="*/ 919462 h 1357700"/>
              <a:gd name="connsiteX43" fmla="*/ 7305396 w 10678681"/>
              <a:gd name="connsiteY43" fmla="*/ 986228 h 1357700"/>
              <a:gd name="connsiteX44" fmla="*/ 7277477 w 10678681"/>
              <a:gd name="connsiteY44" fmla="*/ 990571 h 1357700"/>
              <a:gd name="connsiteX45" fmla="*/ 7269396 w 10678681"/>
              <a:gd name="connsiteY45" fmla="*/ 989282 h 1357700"/>
              <a:gd name="connsiteX46" fmla="*/ 7258094 w 10678681"/>
              <a:gd name="connsiteY46" fmla="*/ 990679 h 1357700"/>
              <a:gd name="connsiteX47" fmla="*/ 7257893 w 10678681"/>
              <a:gd name="connsiteY47" fmla="*/ 991204 h 1357700"/>
              <a:gd name="connsiteX48" fmla="*/ 7247153 w 10678681"/>
              <a:gd name="connsiteY48" fmla="*/ 991550 h 1357700"/>
              <a:gd name="connsiteX49" fmla="*/ 7193612 w 10678681"/>
              <a:gd name="connsiteY49" fmla="*/ 987042 h 1357700"/>
              <a:gd name="connsiteX50" fmla="*/ 7132632 w 10678681"/>
              <a:gd name="connsiteY50" fmla="*/ 1042036 h 1357700"/>
              <a:gd name="connsiteX51" fmla="*/ 7105610 w 10678681"/>
              <a:gd name="connsiteY51" fmla="*/ 1053537 h 1357700"/>
              <a:gd name="connsiteX52" fmla="*/ 7091599 w 10678681"/>
              <a:gd name="connsiteY52" fmla="*/ 1062302 h 1357700"/>
              <a:gd name="connsiteX53" fmla="*/ 7039634 w 10678681"/>
              <a:gd name="connsiteY53" fmla="*/ 1059971 h 1357700"/>
              <a:gd name="connsiteX54" fmla="*/ 7033445 w 10678681"/>
              <a:gd name="connsiteY54" fmla="*/ 1063314 h 1357700"/>
              <a:gd name="connsiteX55" fmla="*/ 6999157 w 10678681"/>
              <a:gd name="connsiteY55" fmla="*/ 1055282 h 1357700"/>
              <a:gd name="connsiteX56" fmla="*/ 6981874 w 10678681"/>
              <a:gd name="connsiteY56" fmla="*/ 1053827 h 1357700"/>
              <a:gd name="connsiteX57" fmla="*/ 6976102 w 10678681"/>
              <a:gd name="connsiteY57" fmla="*/ 1047854 h 1357700"/>
              <a:gd name="connsiteX58" fmla="*/ 6951040 w 10678681"/>
              <a:gd name="connsiteY58" fmla="*/ 1048531 h 1357700"/>
              <a:gd name="connsiteX59" fmla="*/ 6948497 w 10678681"/>
              <a:gd name="connsiteY59" fmla="*/ 1050706 h 1357700"/>
              <a:gd name="connsiteX60" fmla="*/ 6926582 w 10678681"/>
              <a:gd name="connsiteY60" fmla="*/ 1043462 h 1357700"/>
              <a:gd name="connsiteX61" fmla="*/ 6833743 w 10678681"/>
              <a:gd name="connsiteY61" fmla="*/ 1027960 h 1357700"/>
              <a:gd name="connsiteX62" fmla="*/ 6687090 w 10678681"/>
              <a:gd name="connsiteY62" fmla="*/ 1063250 h 1357700"/>
              <a:gd name="connsiteX63" fmla="*/ 6437450 w 10678681"/>
              <a:gd name="connsiteY63" fmla="*/ 1101075 h 1357700"/>
              <a:gd name="connsiteX64" fmla="*/ 6327795 w 10678681"/>
              <a:gd name="connsiteY64" fmla="*/ 1088142 h 1357700"/>
              <a:gd name="connsiteX65" fmla="*/ 6136549 w 10678681"/>
              <a:gd name="connsiteY65" fmla="*/ 1100268 h 1357700"/>
              <a:gd name="connsiteX66" fmla="*/ 6004655 w 10678681"/>
              <a:gd name="connsiteY66" fmla="*/ 1114946 h 1357700"/>
              <a:gd name="connsiteX67" fmla="*/ 5936643 w 10678681"/>
              <a:gd name="connsiteY67" fmla="*/ 1095428 h 1357700"/>
              <a:gd name="connsiteX68" fmla="*/ 5912484 w 10678681"/>
              <a:gd name="connsiteY68" fmla="*/ 1112624 h 1357700"/>
              <a:gd name="connsiteX69" fmla="*/ 5908387 w 10678681"/>
              <a:gd name="connsiteY69" fmla="*/ 1116018 h 1357700"/>
              <a:gd name="connsiteX70" fmla="*/ 5890495 w 10678681"/>
              <a:gd name="connsiteY70" fmla="*/ 1120268 h 1357700"/>
              <a:gd name="connsiteX71" fmla="*/ 5887318 w 10678681"/>
              <a:gd name="connsiteY71" fmla="*/ 1133134 h 1357700"/>
              <a:gd name="connsiteX72" fmla="*/ 5861726 w 10678681"/>
              <a:gd name="connsiteY72" fmla="*/ 1147891 h 1357700"/>
              <a:gd name="connsiteX73" fmla="*/ 5805823 w 10678681"/>
              <a:gd name="connsiteY73" fmla="*/ 1152457 h 1357700"/>
              <a:gd name="connsiteX74" fmla="*/ 5689841 w 10678681"/>
              <a:gd name="connsiteY74" fmla="*/ 1176232 h 1357700"/>
              <a:gd name="connsiteX75" fmla="*/ 5605119 w 10678681"/>
              <a:gd name="connsiteY75" fmla="*/ 1190202 h 1357700"/>
              <a:gd name="connsiteX76" fmla="*/ 5488513 w 10678681"/>
              <a:gd name="connsiteY76" fmla="*/ 1205367 h 1357700"/>
              <a:gd name="connsiteX77" fmla="*/ 5402905 w 10678681"/>
              <a:gd name="connsiteY77" fmla="*/ 1241191 h 1357700"/>
              <a:gd name="connsiteX78" fmla="*/ 5285593 w 10678681"/>
              <a:gd name="connsiteY78" fmla="*/ 1273569 h 1357700"/>
              <a:gd name="connsiteX79" fmla="*/ 5192893 w 10678681"/>
              <a:gd name="connsiteY79" fmla="*/ 1247188 h 1357700"/>
              <a:gd name="connsiteX80" fmla="*/ 5186475 w 10678681"/>
              <a:gd name="connsiteY80" fmla="*/ 1257028 h 1357700"/>
              <a:gd name="connsiteX81" fmla="*/ 5126038 w 10678681"/>
              <a:gd name="connsiteY81" fmla="*/ 1263189 h 1357700"/>
              <a:gd name="connsiteX82" fmla="*/ 4894688 w 10678681"/>
              <a:gd name="connsiteY82" fmla="*/ 1247184 h 1357700"/>
              <a:gd name="connsiteX83" fmla="*/ 4788036 w 10678681"/>
              <a:gd name="connsiteY83" fmla="*/ 1238182 h 1357700"/>
              <a:gd name="connsiteX84" fmla="*/ 4747555 w 10678681"/>
              <a:gd name="connsiteY84" fmla="*/ 1252768 h 1357700"/>
              <a:gd name="connsiteX85" fmla="*/ 4679644 w 10678681"/>
              <a:gd name="connsiteY85" fmla="*/ 1276603 h 1357700"/>
              <a:gd name="connsiteX86" fmla="*/ 4632222 w 10678681"/>
              <a:gd name="connsiteY86" fmla="*/ 1318360 h 1357700"/>
              <a:gd name="connsiteX87" fmla="*/ 4617358 w 10678681"/>
              <a:gd name="connsiteY87" fmla="*/ 1327690 h 1357700"/>
              <a:gd name="connsiteX88" fmla="*/ 4589102 w 10678681"/>
              <a:gd name="connsiteY88" fmla="*/ 1321223 h 1357700"/>
              <a:gd name="connsiteX89" fmla="*/ 4578184 w 10678681"/>
              <a:gd name="connsiteY89" fmla="*/ 1326745 h 1357700"/>
              <a:gd name="connsiteX90" fmla="*/ 4574270 w 10678681"/>
              <a:gd name="connsiteY90" fmla="*/ 1325878 h 1357700"/>
              <a:gd name="connsiteX91" fmla="*/ 4564919 w 10678681"/>
              <a:gd name="connsiteY91" fmla="*/ 1325507 h 1357700"/>
              <a:gd name="connsiteX92" fmla="*/ 4566586 w 10678681"/>
              <a:gd name="connsiteY92" fmla="*/ 1316963 h 1357700"/>
              <a:gd name="connsiteX93" fmla="*/ 4556303 w 10678681"/>
              <a:gd name="connsiteY93" fmla="*/ 1300262 h 1357700"/>
              <a:gd name="connsiteX94" fmla="*/ 4502358 w 10678681"/>
              <a:gd name="connsiteY94" fmla="*/ 1302558 h 1357700"/>
              <a:gd name="connsiteX95" fmla="*/ 4498919 w 10678681"/>
              <a:gd name="connsiteY95" fmla="*/ 1312115 h 1357700"/>
              <a:gd name="connsiteX96" fmla="*/ 4492075 w 10678681"/>
              <a:gd name="connsiteY96" fmla="*/ 1313357 h 1357700"/>
              <a:gd name="connsiteX97" fmla="*/ 4487466 w 10678681"/>
              <a:gd name="connsiteY97" fmla="*/ 1304102 h 1357700"/>
              <a:gd name="connsiteX98" fmla="*/ 4398292 w 10678681"/>
              <a:gd name="connsiteY98" fmla="*/ 1278410 h 1357700"/>
              <a:gd name="connsiteX99" fmla="*/ 4306088 w 10678681"/>
              <a:gd name="connsiteY99" fmla="*/ 1282512 h 1357700"/>
              <a:gd name="connsiteX100" fmla="*/ 4188995 w 10678681"/>
              <a:gd name="connsiteY100" fmla="*/ 1296718 h 1357700"/>
              <a:gd name="connsiteX101" fmla="*/ 4136582 w 10678681"/>
              <a:gd name="connsiteY101" fmla="*/ 1287687 h 1357700"/>
              <a:gd name="connsiteX102" fmla="*/ 4064614 w 10678681"/>
              <a:gd name="connsiteY102" fmla="*/ 1296118 h 1357700"/>
              <a:gd name="connsiteX103" fmla="*/ 3906561 w 10678681"/>
              <a:gd name="connsiteY103" fmla="*/ 1352435 h 1357700"/>
              <a:gd name="connsiteX104" fmla="*/ 3787890 w 10678681"/>
              <a:gd name="connsiteY104" fmla="*/ 1352442 h 1357700"/>
              <a:gd name="connsiteX105" fmla="*/ 3745993 w 10678681"/>
              <a:gd name="connsiteY105" fmla="*/ 1342630 h 1357700"/>
              <a:gd name="connsiteX106" fmla="*/ 3675785 w 10678681"/>
              <a:gd name="connsiteY106" fmla="*/ 1326802 h 1357700"/>
              <a:gd name="connsiteX107" fmla="*/ 3623856 w 10678681"/>
              <a:gd name="connsiteY107" fmla="*/ 1290804 h 1357700"/>
              <a:gd name="connsiteX108" fmla="*/ 3564933 w 10678681"/>
              <a:gd name="connsiteY108" fmla="*/ 1287147 h 1357700"/>
              <a:gd name="connsiteX109" fmla="*/ 3550537 w 10678681"/>
              <a:gd name="connsiteY109" fmla="*/ 1317552 h 1357700"/>
              <a:gd name="connsiteX110" fmla="*/ 3487736 w 10678681"/>
              <a:gd name="connsiteY110" fmla="*/ 1303493 h 1357700"/>
              <a:gd name="connsiteX111" fmla="*/ 3392548 w 10678681"/>
              <a:gd name="connsiteY111" fmla="*/ 1278741 h 1357700"/>
              <a:gd name="connsiteX112" fmla="*/ 3337466 w 10678681"/>
              <a:gd name="connsiteY112" fmla="*/ 1272537 h 1357700"/>
              <a:gd name="connsiteX113" fmla="*/ 3187206 w 10678681"/>
              <a:gd name="connsiteY113" fmla="*/ 1246821 h 1357700"/>
              <a:gd name="connsiteX114" fmla="*/ 3036856 w 10678681"/>
              <a:gd name="connsiteY114" fmla="*/ 1214383 h 1357700"/>
              <a:gd name="connsiteX115" fmla="*/ 2948654 w 10678681"/>
              <a:gd name="connsiteY115" fmla="*/ 1157455 h 1357700"/>
              <a:gd name="connsiteX116" fmla="*/ 2824973 w 10678681"/>
              <a:gd name="connsiteY116" fmla="*/ 1134864 h 1357700"/>
              <a:gd name="connsiteX117" fmla="*/ 2804398 w 10678681"/>
              <a:gd name="connsiteY117" fmla="*/ 1125556 h 1357700"/>
              <a:gd name="connsiteX118" fmla="*/ 2775396 w 10678681"/>
              <a:gd name="connsiteY118" fmla="*/ 1130148 h 1357700"/>
              <a:gd name="connsiteX119" fmla="*/ 2659096 w 10678681"/>
              <a:gd name="connsiteY119" fmla="*/ 1150294 h 1357700"/>
              <a:gd name="connsiteX120" fmla="*/ 2567088 w 10678681"/>
              <a:gd name="connsiteY120" fmla="*/ 1181781 h 1357700"/>
              <a:gd name="connsiteX121" fmla="*/ 2454501 w 10678681"/>
              <a:gd name="connsiteY121" fmla="*/ 1155455 h 1357700"/>
              <a:gd name="connsiteX122" fmla="*/ 2385161 w 10678681"/>
              <a:gd name="connsiteY122" fmla="*/ 1161312 h 1357700"/>
              <a:gd name="connsiteX123" fmla="*/ 2270528 w 10678681"/>
              <a:gd name="connsiteY123" fmla="*/ 1204338 h 1357700"/>
              <a:gd name="connsiteX124" fmla="*/ 2121820 w 10678681"/>
              <a:gd name="connsiteY124" fmla="*/ 1187078 h 1357700"/>
              <a:gd name="connsiteX125" fmla="*/ 2092716 w 10678681"/>
              <a:gd name="connsiteY125" fmla="*/ 1139224 h 1357700"/>
              <a:gd name="connsiteX126" fmla="*/ 2052449 w 10678681"/>
              <a:gd name="connsiteY126" fmla="*/ 1109687 h 1357700"/>
              <a:gd name="connsiteX127" fmla="*/ 2032607 w 10678681"/>
              <a:gd name="connsiteY127" fmla="*/ 1175477 h 1357700"/>
              <a:gd name="connsiteX128" fmla="*/ 1901837 w 10678681"/>
              <a:gd name="connsiteY128" fmla="*/ 1221762 h 1357700"/>
              <a:gd name="connsiteX129" fmla="*/ 1836762 w 10678681"/>
              <a:gd name="connsiteY129" fmla="*/ 1237387 h 1357700"/>
              <a:gd name="connsiteX130" fmla="*/ 1735877 w 10678681"/>
              <a:gd name="connsiteY130" fmla="*/ 1246527 h 1357700"/>
              <a:gd name="connsiteX131" fmla="*/ 1705069 w 10678681"/>
              <a:gd name="connsiteY131" fmla="*/ 1251989 h 1357700"/>
              <a:gd name="connsiteX132" fmla="*/ 1397689 w 10678681"/>
              <a:gd name="connsiteY132" fmla="*/ 1336144 h 1357700"/>
              <a:gd name="connsiteX133" fmla="*/ 1220734 w 10678681"/>
              <a:gd name="connsiteY133" fmla="*/ 1257811 h 1357700"/>
              <a:gd name="connsiteX134" fmla="*/ 1021737 w 10678681"/>
              <a:gd name="connsiteY134" fmla="*/ 1238739 h 1357700"/>
              <a:gd name="connsiteX135" fmla="*/ 959820 w 10678681"/>
              <a:gd name="connsiteY135" fmla="*/ 1275863 h 1357700"/>
              <a:gd name="connsiteX136" fmla="*/ 929137 w 10678681"/>
              <a:gd name="connsiteY136" fmla="*/ 1273957 h 1357700"/>
              <a:gd name="connsiteX137" fmla="*/ 878849 w 10678681"/>
              <a:gd name="connsiteY137" fmla="*/ 1266740 h 1357700"/>
              <a:gd name="connsiteX138" fmla="*/ 800667 w 10678681"/>
              <a:gd name="connsiteY138" fmla="*/ 1282041 h 1357700"/>
              <a:gd name="connsiteX139" fmla="*/ 644906 w 10678681"/>
              <a:gd name="connsiteY139" fmla="*/ 1273685 h 1357700"/>
              <a:gd name="connsiteX140" fmla="*/ 379869 w 10678681"/>
              <a:gd name="connsiteY140" fmla="*/ 1339165 h 1357700"/>
              <a:gd name="connsiteX141" fmla="*/ 137696 w 10678681"/>
              <a:gd name="connsiteY141" fmla="*/ 1319217 h 1357700"/>
              <a:gd name="connsiteX142" fmla="*/ 54250 w 10678681"/>
              <a:gd name="connsiteY142" fmla="*/ 1315838 h 1357700"/>
              <a:gd name="connsiteX143" fmla="*/ 28042 w 10678681"/>
              <a:gd name="connsiteY143" fmla="*/ 1297822 h 1357700"/>
              <a:gd name="connsiteX144" fmla="*/ 0 w 10678681"/>
              <a:gd name="connsiteY144" fmla="*/ 1294612 h 1357700"/>
              <a:gd name="connsiteX145" fmla="*/ 0 w 10678681"/>
              <a:gd name="connsiteY145" fmla="*/ 0 h 1357700"/>
              <a:gd name="connsiteX0" fmla="*/ 0 w 10678681"/>
              <a:gd name="connsiteY0" fmla="*/ 0 h 1357700"/>
              <a:gd name="connsiteX1" fmla="*/ 10678681 w 10678681"/>
              <a:gd name="connsiteY1" fmla="*/ 0 h 1357700"/>
              <a:gd name="connsiteX2" fmla="*/ 10666019 w 10678681"/>
              <a:gd name="connsiteY2" fmla="*/ 7876 h 1357700"/>
              <a:gd name="connsiteX3" fmla="*/ 10632825 w 10678681"/>
              <a:gd name="connsiteY3" fmla="*/ 32153 h 1357700"/>
              <a:gd name="connsiteX4" fmla="*/ 10510605 w 10678681"/>
              <a:gd name="connsiteY4" fmla="*/ 30449 h 1357700"/>
              <a:gd name="connsiteX5" fmla="*/ 10456989 w 10678681"/>
              <a:gd name="connsiteY5" fmla="*/ 979 h 1357700"/>
              <a:gd name="connsiteX6" fmla="*/ 10438642 w 10678681"/>
              <a:gd name="connsiteY6" fmla="*/ 1524 h 1357700"/>
              <a:gd name="connsiteX7" fmla="*/ 10407146 w 10678681"/>
              <a:gd name="connsiteY7" fmla="*/ 43659 h 1357700"/>
              <a:gd name="connsiteX8" fmla="*/ 10357996 w 10678681"/>
              <a:gd name="connsiteY8" fmla="*/ 50836 h 1357700"/>
              <a:gd name="connsiteX9" fmla="*/ 10306667 w 10678681"/>
              <a:gd name="connsiteY9" fmla="*/ 109739 h 1357700"/>
              <a:gd name="connsiteX10" fmla="*/ 10115334 w 10678681"/>
              <a:gd name="connsiteY10" fmla="*/ 155658 h 1357700"/>
              <a:gd name="connsiteX11" fmla="*/ 10068157 w 10678681"/>
              <a:gd name="connsiteY11" fmla="*/ 215673 h 1357700"/>
              <a:gd name="connsiteX12" fmla="*/ 10045431 w 10678681"/>
              <a:gd name="connsiteY12" fmla="*/ 229568 h 1357700"/>
              <a:gd name="connsiteX13" fmla="*/ 10013265 w 10678681"/>
              <a:gd name="connsiteY13" fmla="*/ 284757 h 1357700"/>
              <a:gd name="connsiteX14" fmla="*/ 9862496 w 10678681"/>
              <a:gd name="connsiteY14" fmla="*/ 223033 h 1357700"/>
              <a:gd name="connsiteX15" fmla="*/ 9679638 w 10678681"/>
              <a:gd name="connsiteY15" fmla="*/ 277462 h 1357700"/>
              <a:gd name="connsiteX16" fmla="*/ 9498347 w 10678681"/>
              <a:gd name="connsiteY16" fmla="*/ 244723 h 1357700"/>
              <a:gd name="connsiteX17" fmla="*/ 9399702 w 10678681"/>
              <a:gd name="connsiteY17" fmla="*/ 276316 h 1357700"/>
              <a:gd name="connsiteX18" fmla="*/ 9378439 w 10678681"/>
              <a:gd name="connsiteY18" fmla="*/ 326244 h 1357700"/>
              <a:gd name="connsiteX19" fmla="*/ 9121744 w 10678681"/>
              <a:gd name="connsiteY19" fmla="*/ 365177 h 1357700"/>
              <a:gd name="connsiteX20" fmla="*/ 9061654 w 10678681"/>
              <a:gd name="connsiteY20" fmla="*/ 393730 h 1357700"/>
              <a:gd name="connsiteX21" fmla="*/ 8997577 w 10678681"/>
              <a:gd name="connsiteY21" fmla="*/ 380865 h 1357700"/>
              <a:gd name="connsiteX22" fmla="*/ 8907968 w 10678681"/>
              <a:gd name="connsiteY22" fmla="*/ 447345 h 1357700"/>
              <a:gd name="connsiteX23" fmla="*/ 8764163 w 10678681"/>
              <a:gd name="connsiteY23" fmla="*/ 471000 h 1357700"/>
              <a:gd name="connsiteX24" fmla="*/ 8680155 w 10678681"/>
              <a:gd name="connsiteY24" fmla="*/ 492404 h 1357700"/>
              <a:gd name="connsiteX25" fmla="*/ 8651436 w 10678681"/>
              <a:gd name="connsiteY25" fmla="*/ 511923 h 1357700"/>
              <a:gd name="connsiteX26" fmla="*/ 8609185 w 10678681"/>
              <a:gd name="connsiteY26" fmla="*/ 531525 h 1357700"/>
              <a:gd name="connsiteX27" fmla="*/ 8537091 w 10678681"/>
              <a:gd name="connsiteY27" fmla="*/ 574933 h 1357700"/>
              <a:gd name="connsiteX28" fmla="*/ 8435931 w 10678681"/>
              <a:gd name="connsiteY28" fmla="*/ 617926 h 1357700"/>
              <a:gd name="connsiteX29" fmla="*/ 8348623 w 10678681"/>
              <a:gd name="connsiteY29" fmla="*/ 600607 h 1357700"/>
              <a:gd name="connsiteX30" fmla="*/ 8344233 w 10678681"/>
              <a:gd name="connsiteY30" fmla="*/ 610922 h 1357700"/>
              <a:gd name="connsiteX31" fmla="*/ 8290622 w 10678681"/>
              <a:gd name="connsiteY31" fmla="*/ 622687 h 1357700"/>
              <a:gd name="connsiteX32" fmla="*/ 8086698 w 10678681"/>
              <a:gd name="connsiteY32" fmla="*/ 605185 h 1357700"/>
              <a:gd name="connsiteX33" fmla="*/ 7982378 w 10678681"/>
              <a:gd name="connsiteY33" fmla="*/ 629799 h 1357700"/>
              <a:gd name="connsiteX34" fmla="*/ 7947952 w 10678681"/>
              <a:gd name="connsiteY34" fmla="*/ 648003 h 1357700"/>
              <a:gd name="connsiteX35" fmla="*/ 7890112 w 10678681"/>
              <a:gd name="connsiteY35" fmla="*/ 677915 h 1357700"/>
              <a:gd name="connsiteX36" fmla="*/ 7853284 w 10678681"/>
              <a:gd name="connsiteY36" fmla="*/ 723588 h 1357700"/>
              <a:gd name="connsiteX37" fmla="*/ 7802383 w 10678681"/>
              <a:gd name="connsiteY37" fmla="*/ 739359 h 1357700"/>
              <a:gd name="connsiteX38" fmla="*/ 7730518 w 10678681"/>
              <a:gd name="connsiteY38" fmla="*/ 739526 h 1357700"/>
              <a:gd name="connsiteX39" fmla="*/ 7652907 w 10678681"/>
              <a:gd name="connsiteY39" fmla="*/ 783273 h 1357700"/>
              <a:gd name="connsiteX40" fmla="*/ 7606008 w 10678681"/>
              <a:gd name="connsiteY40" fmla="*/ 800717 h 1357700"/>
              <a:gd name="connsiteX41" fmla="*/ 7480223 w 10678681"/>
              <a:gd name="connsiteY41" fmla="*/ 856821 h 1357700"/>
              <a:gd name="connsiteX42" fmla="*/ 7356005 w 10678681"/>
              <a:gd name="connsiteY42" fmla="*/ 919462 h 1357700"/>
              <a:gd name="connsiteX43" fmla="*/ 7305396 w 10678681"/>
              <a:gd name="connsiteY43" fmla="*/ 986228 h 1357700"/>
              <a:gd name="connsiteX44" fmla="*/ 7277477 w 10678681"/>
              <a:gd name="connsiteY44" fmla="*/ 990571 h 1357700"/>
              <a:gd name="connsiteX45" fmla="*/ 7269396 w 10678681"/>
              <a:gd name="connsiteY45" fmla="*/ 989282 h 1357700"/>
              <a:gd name="connsiteX46" fmla="*/ 7258094 w 10678681"/>
              <a:gd name="connsiteY46" fmla="*/ 990679 h 1357700"/>
              <a:gd name="connsiteX47" fmla="*/ 7257893 w 10678681"/>
              <a:gd name="connsiteY47" fmla="*/ 991204 h 1357700"/>
              <a:gd name="connsiteX48" fmla="*/ 7247153 w 10678681"/>
              <a:gd name="connsiteY48" fmla="*/ 991550 h 1357700"/>
              <a:gd name="connsiteX49" fmla="*/ 7193612 w 10678681"/>
              <a:gd name="connsiteY49" fmla="*/ 987042 h 1357700"/>
              <a:gd name="connsiteX50" fmla="*/ 7132632 w 10678681"/>
              <a:gd name="connsiteY50" fmla="*/ 1042036 h 1357700"/>
              <a:gd name="connsiteX51" fmla="*/ 7105610 w 10678681"/>
              <a:gd name="connsiteY51" fmla="*/ 1053537 h 1357700"/>
              <a:gd name="connsiteX52" fmla="*/ 7069148 w 10678681"/>
              <a:gd name="connsiteY52" fmla="*/ 1047163 h 1357700"/>
              <a:gd name="connsiteX53" fmla="*/ 7039634 w 10678681"/>
              <a:gd name="connsiteY53" fmla="*/ 1059971 h 1357700"/>
              <a:gd name="connsiteX54" fmla="*/ 7033445 w 10678681"/>
              <a:gd name="connsiteY54" fmla="*/ 1063314 h 1357700"/>
              <a:gd name="connsiteX55" fmla="*/ 6999157 w 10678681"/>
              <a:gd name="connsiteY55" fmla="*/ 1055282 h 1357700"/>
              <a:gd name="connsiteX56" fmla="*/ 6981874 w 10678681"/>
              <a:gd name="connsiteY56" fmla="*/ 1053827 h 1357700"/>
              <a:gd name="connsiteX57" fmla="*/ 6976102 w 10678681"/>
              <a:gd name="connsiteY57" fmla="*/ 1047854 h 1357700"/>
              <a:gd name="connsiteX58" fmla="*/ 6951040 w 10678681"/>
              <a:gd name="connsiteY58" fmla="*/ 1048531 h 1357700"/>
              <a:gd name="connsiteX59" fmla="*/ 6948497 w 10678681"/>
              <a:gd name="connsiteY59" fmla="*/ 1050706 h 1357700"/>
              <a:gd name="connsiteX60" fmla="*/ 6926582 w 10678681"/>
              <a:gd name="connsiteY60" fmla="*/ 1043462 h 1357700"/>
              <a:gd name="connsiteX61" fmla="*/ 6833743 w 10678681"/>
              <a:gd name="connsiteY61" fmla="*/ 1027960 h 1357700"/>
              <a:gd name="connsiteX62" fmla="*/ 6687090 w 10678681"/>
              <a:gd name="connsiteY62" fmla="*/ 1063250 h 1357700"/>
              <a:gd name="connsiteX63" fmla="*/ 6437450 w 10678681"/>
              <a:gd name="connsiteY63" fmla="*/ 1101075 h 1357700"/>
              <a:gd name="connsiteX64" fmla="*/ 6327795 w 10678681"/>
              <a:gd name="connsiteY64" fmla="*/ 1088142 h 1357700"/>
              <a:gd name="connsiteX65" fmla="*/ 6136549 w 10678681"/>
              <a:gd name="connsiteY65" fmla="*/ 1100268 h 1357700"/>
              <a:gd name="connsiteX66" fmla="*/ 6004655 w 10678681"/>
              <a:gd name="connsiteY66" fmla="*/ 1114946 h 1357700"/>
              <a:gd name="connsiteX67" fmla="*/ 5936643 w 10678681"/>
              <a:gd name="connsiteY67" fmla="*/ 1095428 h 1357700"/>
              <a:gd name="connsiteX68" fmla="*/ 5912484 w 10678681"/>
              <a:gd name="connsiteY68" fmla="*/ 1112624 h 1357700"/>
              <a:gd name="connsiteX69" fmla="*/ 5908387 w 10678681"/>
              <a:gd name="connsiteY69" fmla="*/ 1116018 h 1357700"/>
              <a:gd name="connsiteX70" fmla="*/ 5890495 w 10678681"/>
              <a:gd name="connsiteY70" fmla="*/ 1120268 h 1357700"/>
              <a:gd name="connsiteX71" fmla="*/ 5887318 w 10678681"/>
              <a:gd name="connsiteY71" fmla="*/ 1133134 h 1357700"/>
              <a:gd name="connsiteX72" fmla="*/ 5861726 w 10678681"/>
              <a:gd name="connsiteY72" fmla="*/ 1147891 h 1357700"/>
              <a:gd name="connsiteX73" fmla="*/ 5805823 w 10678681"/>
              <a:gd name="connsiteY73" fmla="*/ 1152457 h 1357700"/>
              <a:gd name="connsiteX74" fmla="*/ 5689841 w 10678681"/>
              <a:gd name="connsiteY74" fmla="*/ 1176232 h 1357700"/>
              <a:gd name="connsiteX75" fmla="*/ 5605119 w 10678681"/>
              <a:gd name="connsiteY75" fmla="*/ 1190202 h 1357700"/>
              <a:gd name="connsiteX76" fmla="*/ 5488513 w 10678681"/>
              <a:gd name="connsiteY76" fmla="*/ 1205367 h 1357700"/>
              <a:gd name="connsiteX77" fmla="*/ 5402905 w 10678681"/>
              <a:gd name="connsiteY77" fmla="*/ 1241191 h 1357700"/>
              <a:gd name="connsiteX78" fmla="*/ 5285593 w 10678681"/>
              <a:gd name="connsiteY78" fmla="*/ 1273569 h 1357700"/>
              <a:gd name="connsiteX79" fmla="*/ 5192893 w 10678681"/>
              <a:gd name="connsiteY79" fmla="*/ 1247188 h 1357700"/>
              <a:gd name="connsiteX80" fmla="*/ 5186475 w 10678681"/>
              <a:gd name="connsiteY80" fmla="*/ 1257028 h 1357700"/>
              <a:gd name="connsiteX81" fmla="*/ 5126038 w 10678681"/>
              <a:gd name="connsiteY81" fmla="*/ 1263189 h 1357700"/>
              <a:gd name="connsiteX82" fmla="*/ 4894688 w 10678681"/>
              <a:gd name="connsiteY82" fmla="*/ 1247184 h 1357700"/>
              <a:gd name="connsiteX83" fmla="*/ 4788036 w 10678681"/>
              <a:gd name="connsiteY83" fmla="*/ 1238182 h 1357700"/>
              <a:gd name="connsiteX84" fmla="*/ 4747555 w 10678681"/>
              <a:gd name="connsiteY84" fmla="*/ 1252768 h 1357700"/>
              <a:gd name="connsiteX85" fmla="*/ 4679644 w 10678681"/>
              <a:gd name="connsiteY85" fmla="*/ 1276603 h 1357700"/>
              <a:gd name="connsiteX86" fmla="*/ 4632222 w 10678681"/>
              <a:gd name="connsiteY86" fmla="*/ 1318360 h 1357700"/>
              <a:gd name="connsiteX87" fmla="*/ 4617358 w 10678681"/>
              <a:gd name="connsiteY87" fmla="*/ 1327690 h 1357700"/>
              <a:gd name="connsiteX88" fmla="*/ 4589102 w 10678681"/>
              <a:gd name="connsiteY88" fmla="*/ 1321223 h 1357700"/>
              <a:gd name="connsiteX89" fmla="*/ 4578184 w 10678681"/>
              <a:gd name="connsiteY89" fmla="*/ 1326745 h 1357700"/>
              <a:gd name="connsiteX90" fmla="*/ 4574270 w 10678681"/>
              <a:gd name="connsiteY90" fmla="*/ 1325878 h 1357700"/>
              <a:gd name="connsiteX91" fmla="*/ 4564919 w 10678681"/>
              <a:gd name="connsiteY91" fmla="*/ 1325507 h 1357700"/>
              <a:gd name="connsiteX92" fmla="*/ 4566586 w 10678681"/>
              <a:gd name="connsiteY92" fmla="*/ 1316963 h 1357700"/>
              <a:gd name="connsiteX93" fmla="*/ 4556303 w 10678681"/>
              <a:gd name="connsiteY93" fmla="*/ 1300262 h 1357700"/>
              <a:gd name="connsiteX94" fmla="*/ 4502358 w 10678681"/>
              <a:gd name="connsiteY94" fmla="*/ 1302558 h 1357700"/>
              <a:gd name="connsiteX95" fmla="*/ 4498919 w 10678681"/>
              <a:gd name="connsiteY95" fmla="*/ 1312115 h 1357700"/>
              <a:gd name="connsiteX96" fmla="*/ 4492075 w 10678681"/>
              <a:gd name="connsiteY96" fmla="*/ 1313357 h 1357700"/>
              <a:gd name="connsiteX97" fmla="*/ 4487466 w 10678681"/>
              <a:gd name="connsiteY97" fmla="*/ 1304102 h 1357700"/>
              <a:gd name="connsiteX98" fmla="*/ 4398292 w 10678681"/>
              <a:gd name="connsiteY98" fmla="*/ 1278410 h 1357700"/>
              <a:gd name="connsiteX99" fmla="*/ 4306088 w 10678681"/>
              <a:gd name="connsiteY99" fmla="*/ 1282512 h 1357700"/>
              <a:gd name="connsiteX100" fmla="*/ 4188995 w 10678681"/>
              <a:gd name="connsiteY100" fmla="*/ 1296718 h 1357700"/>
              <a:gd name="connsiteX101" fmla="*/ 4136582 w 10678681"/>
              <a:gd name="connsiteY101" fmla="*/ 1287687 h 1357700"/>
              <a:gd name="connsiteX102" fmla="*/ 4064614 w 10678681"/>
              <a:gd name="connsiteY102" fmla="*/ 1296118 h 1357700"/>
              <a:gd name="connsiteX103" fmla="*/ 3906561 w 10678681"/>
              <a:gd name="connsiteY103" fmla="*/ 1352435 h 1357700"/>
              <a:gd name="connsiteX104" fmla="*/ 3787890 w 10678681"/>
              <a:gd name="connsiteY104" fmla="*/ 1352442 h 1357700"/>
              <a:gd name="connsiteX105" fmla="*/ 3745993 w 10678681"/>
              <a:gd name="connsiteY105" fmla="*/ 1342630 h 1357700"/>
              <a:gd name="connsiteX106" fmla="*/ 3675785 w 10678681"/>
              <a:gd name="connsiteY106" fmla="*/ 1326802 h 1357700"/>
              <a:gd name="connsiteX107" fmla="*/ 3623856 w 10678681"/>
              <a:gd name="connsiteY107" fmla="*/ 1290804 h 1357700"/>
              <a:gd name="connsiteX108" fmla="*/ 3564933 w 10678681"/>
              <a:gd name="connsiteY108" fmla="*/ 1287147 h 1357700"/>
              <a:gd name="connsiteX109" fmla="*/ 3550537 w 10678681"/>
              <a:gd name="connsiteY109" fmla="*/ 1317552 h 1357700"/>
              <a:gd name="connsiteX110" fmla="*/ 3487736 w 10678681"/>
              <a:gd name="connsiteY110" fmla="*/ 1303493 h 1357700"/>
              <a:gd name="connsiteX111" fmla="*/ 3392548 w 10678681"/>
              <a:gd name="connsiteY111" fmla="*/ 1278741 h 1357700"/>
              <a:gd name="connsiteX112" fmla="*/ 3337466 w 10678681"/>
              <a:gd name="connsiteY112" fmla="*/ 1272537 h 1357700"/>
              <a:gd name="connsiteX113" fmla="*/ 3187206 w 10678681"/>
              <a:gd name="connsiteY113" fmla="*/ 1246821 h 1357700"/>
              <a:gd name="connsiteX114" fmla="*/ 3036856 w 10678681"/>
              <a:gd name="connsiteY114" fmla="*/ 1214383 h 1357700"/>
              <a:gd name="connsiteX115" fmla="*/ 2948654 w 10678681"/>
              <a:gd name="connsiteY115" fmla="*/ 1157455 h 1357700"/>
              <a:gd name="connsiteX116" fmla="*/ 2824973 w 10678681"/>
              <a:gd name="connsiteY116" fmla="*/ 1134864 h 1357700"/>
              <a:gd name="connsiteX117" fmla="*/ 2804398 w 10678681"/>
              <a:gd name="connsiteY117" fmla="*/ 1125556 h 1357700"/>
              <a:gd name="connsiteX118" fmla="*/ 2775396 w 10678681"/>
              <a:gd name="connsiteY118" fmla="*/ 1130148 h 1357700"/>
              <a:gd name="connsiteX119" fmla="*/ 2659096 w 10678681"/>
              <a:gd name="connsiteY119" fmla="*/ 1150294 h 1357700"/>
              <a:gd name="connsiteX120" fmla="*/ 2567088 w 10678681"/>
              <a:gd name="connsiteY120" fmla="*/ 1181781 h 1357700"/>
              <a:gd name="connsiteX121" fmla="*/ 2454501 w 10678681"/>
              <a:gd name="connsiteY121" fmla="*/ 1155455 h 1357700"/>
              <a:gd name="connsiteX122" fmla="*/ 2385161 w 10678681"/>
              <a:gd name="connsiteY122" fmla="*/ 1161312 h 1357700"/>
              <a:gd name="connsiteX123" fmla="*/ 2270528 w 10678681"/>
              <a:gd name="connsiteY123" fmla="*/ 1204338 h 1357700"/>
              <a:gd name="connsiteX124" fmla="*/ 2121820 w 10678681"/>
              <a:gd name="connsiteY124" fmla="*/ 1187078 h 1357700"/>
              <a:gd name="connsiteX125" fmla="*/ 2092716 w 10678681"/>
              <a:gd name="connsiteY125" fmla="*/ 1139224 h 1357700"/>
              <a:gd name="connsiteX126" fmla="*/ 2052449 w 10678681"/>
              <a:gd name="connsiteY126" fmla="*/ 1109687 h 1357700"/>
              <a:gd name="connsiteX127" fmla="*/ 2032607 w 10678681"/>
              <a:gd name="connsiteY127" fmla="*/ 1175477 h 1357700"/>
              <a:gd name="connsiteX128" fmla="*/ 1901837 w 10678681"/>
              <a:gd name="connsiteY128" fmla="*/ 1221762 h 1357700"/>
              <a:gd name="connsiteX129" fmla="*/ 1836762 w 10678681"/>
              <a:gd name="connsiteY129" fmla="*/ 1237387 h 1357700"/>
              <a:gd name="connsiteX130" fmla="*/ 1735877 w 10678681"/>
              <a:gd name="connsiteY130" fmla="*/ 1246527 h 1357700"/>
              <a:gd name="connsiteX131" fmla="*/ 1705069 w 10678681"/>
              <a:gd name="connsiteY131" fmla="*/ 1251989 h 1357700"/>
              <a:gd name="connsiteX132" fmla="*/ 1397689 w 10678681"/>
              <a:gd name="connsiteY132" fmla="*/ 1336144 h 1357700"/>
              <a:gd name="connsiteX133" fmla="*/ 1220734 w 10678681"/>
              <a:gd name="connsiteY133" fmla="*/ 1257811 h 1357700"/>
              <a:gd name="connsiteX134" fmla="*/ 1021737 w 10678681"/>
              <a:gd name="connsiteY134" fmla="*/ 1238739 h 1357700"/>
              <a:gd name="connsiteX135" fmla="*/ 959820 w 10678681"/>
              <a:gd name="connsiteY135" fmla="*/ 1275863 h 1357700"/>
              <a:gd name="connsiteX136" fmla="*/ 929137 w 10678681"/>
              <a:gd name="connsiteY136" fmla="*/ 1273957 h 1357700"/>
              <a:gd name="connsiteX137" fmla="*/ 878849 w 10678681"/>
              <a:gd name="connsiteY137" fmla="*/ 1266740 h 1357700"/>
              <a:gd name="connsiteX138" fmla="*/ 800667 w 10678681"/>
              <a:gd name="connsiteY138" fmla="*/ 1282041 h 1357700"/>
              <a:gd name="connsiteX139" fmla="*/ 644906 w 10678681"/>
              <a:gd name="connsiteY139" fmla="*/ 1273685 h 1357700"/>
              <a:gd name="connsiteX140" fmla="*/ 379869 w 10678681"/>
              <a:gd name="connsiteY140" fmla="*/ 1339165 h 1357700"/>
              <a:gd name="connsiteX141" fmla="*/ 137696 w 10678681"/>
              <a:gd name="connsiteY141" fmla="*/ 1319217 h 1357700"/>
              <a:gd name="connsiteX142" fmla="*/ 54250 w 10678681"/>
              <a:gd name="connsiteY142" fmla="*/ 1315838 h 1357700"/>
              <a:gd name="connsiteX143" fmla="*/ 28042 w 10678681"/>
              <a:gd name="connsiteY143" fmla="*/ 1297822 h 1357700"/>
              <a:gd name="connsiteX144" fmla="*/ 0 w 10678681"/>
              <a:gd name="connsiteY144" fmla="*/ 1294612 h 1357700"/>
              <a:gd name="connsiteX145" fmla="*/ 0 w 10678681"/>
              <a:gd name="connsiteY145" fmla="*/ 0 h 1357700"/>
              <a:gd name="connsiteX0" fmla="*/ 0 w 10678681"/>
              <a:gd name="connsiteY0" fmla="*/ 0 h 1357700"/>
              <a:gd name="connsiteX1" fmla="*/ 10678681 w 10678681"/>
              <a:gd name="connsiteY1" fmla="*/ 0 h 1357700"/>
              <a:gd name="connsiteX2" fmla="*/ 10666019 w 10678681"/>
              <a:gd name="connsiteY2" fmla="*/ 7876 h 1357700"/>
              <a:gd name="connsiteX3" fmla="*/ 10632825 w 10678681"/>
              <a:gd name="connsiteY3" fmla="*/ 32153 h 1357700"/>
              <a:gd name="connsiteX4" fmla="*/ 10510605 w 10678681"/>
              <a:gd name="connsiteY4" fmla="*/ 30449 h 1357700"/>
              <a:gd name="connsiteX5" fmla="*/ 10456989 w 10678681"/>
              <a:gd name="connsiteY5" fmla="*/ 979 h 1357700"/>
              <a:gd name="connsiteX6" fmla="*/ 10438642 w 10678681"/>
              <a:gd name="connsiteY6" fmla="*/ 1524 h 1357700"/>
              <a:gd name="connsiteX7" fmla="*/ 10407146 w 10678681"/>
              <a:gd name="connsiteY7" fmla="*/ 43659 h 1357700"/>
              <a:gd name="connsiteX8" fmla="*/ 10357996 w 10678681"/>
              <a:gd name="connsiteY8" fmla="*/ 50836 h 1357700"/>
              <a:gd name="connsiteX9" fmla="*/ 10306667 w 10678681"/>
              <a:gd name="connsiteY9" fmla="*/ 109739 h 1357700"/>
              <a:gd name="connsiteX10" fmla="*/ 10115334 w 10678681"/>
              <a:gd name="connsiteY10" fmla="*/ 155658 h 1357700"/>
              <a:gd name="connsiteX11" fmla="*/ 10068157 w 10678681"/>
              <a:gd name="connsiteY11" fmla="*/ 215673 h 1357700"/>
              <a:gd name="connsiteX12" fmla="*/ 10045431 w 10678681"/>
              <a:gd name="connsiteY12" fmla="*/ 229568 h 1357700"/>
              <a:gd name="connsiteX13" fmla="*/ 10013265 w 10678681"/>
              <a:gd name="connsiteY13" fmla="*/ 284757 h 1357700"/>
              <a:gd name="connsiteX14" fmla="*/ 9862496 w 10678681"/>
              <a:gd name="connsiteY14" fmla="*/ 223033 h 1357700"/>
              <a:gd name="connsiteX15" fmla="*/ 9679638 w 10678681"/>
              <a:gd name="connsiteY15" fmla="*/ 277462 h 1357700"/>
              <a:gd name="connsiteX16" fmla="*/ 9498347 w 10678681"/>
              <a:gd name="connsiteY16" fmla="*/ 244723 h 1357700"/>
              <a:gd name="connsiteX17" fmla="*/ 9399702 w 10678681"/>
              <a:gd name="connsiteY17" fmla="*/ 276316 h 1357700"/>
              <a:gd name="connsiteX18" fmla="*/ 9378439 w 10678681"/>
              <a:gd name="connsiteY18" fmla="*/ 326244 h 1357700"/>
              <a:gd name="connsiteX19" fmla="*/ 9121744 w 10678681"/>
              <a:gd name="connsiteY19" fmla="*/ 365177 h 1357700"/>
              <a:gd name="connsiteX20" fmla="*/ 9061654 w 10678681"/>
              <a:gd name="connsiteY20" fmla="*/ 393730 h 1357700"/>
              <a:gd name="connsiteX21" fmla="*/ 8997577 w 10678681"/>
              <a:gd name="connsiteY21" fmla="*/ 380865 h 1357700"/>
              <a:gd name="connsiteX22" fmla="*/ 8907968 w 10678681"/>
              <a:gd name="connsiteY22" fmla="*/ 447345 h 1357700"/>
              <a:gd name="connsiteX23" fmla="*/ 8764163 w 10678681"/>
              <a:gd name="connsiteY23" fmla="*/ 471000 h 1357700"/>
              <a:gd name="connsiteX24" fmla="*/ 8680155 w 10678681"/>
              <a:gd name="connsiteY24" fmla="*/ 492404 h 1357700"/>
              <a:gd name="connsiteX25" fmla="*/ 8651436 w 10678681"/>
              <a:gd name="connsiteY25" fmla="*/ 511923 h 1357700"/>
              <a:gd name="connsiteX26" fmla="*/ 8609185 w 10678681"/>
              <a:gd name="connsiteY26" fmla="*/ 531525 h 1357700"/>
              <a:gd name="connsiteX27" fmla="*/ 8537091 w 10678681"/>
              <a:gd name="connsiteY27" fmla="*/ 574933 h 1357700"/>
              <a:gd name="connsiteX28" fmla="*/ 8435931 w 10678681"/>
              <a:gd name="connsiteY28" fmla="*/ 617926 h 1357700"/>
              <a:gd name="connsiteX29" fmla="*/ 8348623 w 10678681"/>
              <a:gd name="connsiteY29" fmla="*/ 600607 h 1357700"/>
              <a:gd name="connsiteX30" fmla="*/ 8344233 w 10678681"/>
              <a:gd name="connsiteY30" fmla="*/ 610922 h 1357700"/>
              <a:gd name="connsiteX31" fmla="*/ 8290622 w 10678681"/>
              <a:gd name="connsiteY31" fmla="*/ 622687 h 1357700"/>
              <a:gd name="connsiteX32" fmla="*/ 8086698 w 10678681"/>
              <a:gd name="connsiteY32" fmla="*/ 605185 h 1357700"/>
              <a:gd name="connsiteX33" fmla="*/ 7982378 w 10678681"/>
              <a:gd name="connsiteY33" fmla="*/ 629799 h 1357700"/>
              <a:gd name="connsiteX34" fmla="*/ 7947952 w 10678681"/>
              <a:gd name="connsiteY34" fmla="*/ 648003 h 1357700"/>
              <a:gd name="connsiteX35" fmla="*/ 7890112 w 10678681"/>
              <a:gd name="connsiteY35" fmla="*/ 677915 h 1357700"/>
              <a:gd name="connsiteX36" fmla="*/ 7853284 w 10678681"/>
              <a:gd name="connsiteY36" fmla="*/ 723588 h 1357700"/>
              <a:gd name="connsiteX37" fmla="*/ 7802383 w 10678681"/>
              <a:gd name="connsiteY37" fmla="*/ 739359 h 1357700"/>
              <a:gd name="connsiteX38" fmla="*/ 7730518 w 10678681"/>
              <a:gd name="connsiteY38" fmla="*/ 739526 h 1357700"/>
              <a:gd name="connsiteX39" fmla="*/ 7652907 w 10678681"/>
              <a:gd name="connsiteY39" fmla="*/ 783273 h 1357700"/>
              <a:gd name="connsiteX40" fmla="*/ 7606008 w 10678681"/>
              <a:gd name="connsiteY40" fmla="*/ 800717 h 1357700"/>
              <a:gd name="connsiteX41" fmla="*/ 7480223 w 10678681"/>
              <a:gd name="connsiteY41" fmla="*/ 856821 h 1357700"/>
              <a:gd name="connsiteX42" fmla="*/ 7356005 w 10678681"/>
              <a:gd name="connsiteY42" fmla="*/ 919462 h 1357700"/>
              <a:gd name="connsiteX43" fmla="*/ 7305396 w 10678681"/>
              <a:gd name="connsiteY43" fmla="*/ 986228 h 1357700"/>
              <a:gd name="connsiteX44" fmla="*/ 7266251 w 10678681"/>
              <a:gd name="connsiteY44" fmla="*/ 967864 h 1357700"/>
              <a:gd name="connsiteX45" fmla="*/ 7269396 w 10678681"/>
              <a:gd name="connsiteY45" fmla="*/ 989282 h 1357700"/>
              <a:gd name="connsiteX46" fmla="*/ 7258094 w 10678681"/>
              <a:gd name="connsiteY46" fmla="*/ 990679 h 1357700"/>
              <a:gd name="connsiteX47" fmla="*/ 7257893 w 10678681"/>
              <a:gd name="connsiteY47" fmla="*/ 991204 h 1357700"/>
              <a:gd name="connsiteX48" fmla="*/ 7247153 w 10678681"/>
              <a:gd name="connsiteY48" fmla="*/ 991550 h 1357700"/>
              <a:gd name="connsiteX49" fmla="*/ 7193612 w 10678681"/>
              <a:gd name="connsiteY49" fmla="*/ 987042 h 1357700"/>
              <a:gd name="connsiteX50" fmla="*/ 7132632 w 10678681"/>
              <a:gd name="connsiteY50" fmla="*/ 1042036 h 1357700"/>
              <a:gd name="connsiteX51" fmla="*/ 7105610 w 10678681"/>
              <a:gd name="connsiteY51" fmla="*/ 1053537 h 1357700"/>
              <a:gd name="connsiteX52" fmla="*/ 7069148 w 10678681"/>
              <a:gd name="connsiteY52" fmla="*/ 1047163 h 1357700"/>
              <a:gd name="connsiteX53" fmla="*/ 7039634 w 10678681"/>
              <a:gd name="connsiteY53" fmla="*/ 1059971 h 1357700"/>
              <a:gd name="connsiteX54" fmla="*/ 7033445 w 10678681"/>
              <a:gd name="connsiteY54" fmla="*/ 1063314 h 1357700"/>
              <a:gd name="connsiteX55" fmla="*/ 6999157 w 10678681"/>
              <a:gd name="connsiteY55" fmla="*/ 1055282 h 1357700"/>
              <a:gd name="connsiteX56" fmla="*/ 6981874 w 10678681"/>
              <a:gd name="connsiteY56" fmla="*/ 1053827 h 1357700"/>
              <a:gd name="connsiteX57" fmla="*/ 6976102 w 10678681"/>
              <a:gd name="connsiteY57" fmla="*/ 1047854 h 1357700"/>
              <a:gd name="connsiteX58" fmla="*/ 6951040 w 10678681"/>
              <a:gd name="connsiteY58" fmla="*/ 1048531 h 1357700"/>
              <a:gd name="connsiteX59" fmla="*/ 6948497 w 10678681"/>
              <a:gd name="connsiteY59" fmla="*/ 1050706 h 1357700"/>
              <a:gd name="connsiteX60" fmla="*/ 6926582 w 10678681"/>
              <a:gd name="connsiteY60" fmla="*/ 1043462 h 1357700"/>
              <a:gd name="connsiteX61" fmla="*/ 6833743 w 10678681"/>
              <a:gd name="connsiteY61" fmla="*/ 1027960 h 1357700"/>
              <a:gd name="connsiteX62" fmla="*/ 6687090 w 10678681"/>
              <a:gd name="connsiteY62" fmla="*/ 1063250 h 1357700"/>
              <a:gd name="connsiteX63" fmla="*/ 6437450 w 10678681"/>
              <a:gd name="connsiteY63" fmla="*/ 1101075 h 1357700"/>
              <a:gd name="connsiteX64" fmla="*/ 6327795 w 10678681"/>
              <a:gd name="connsiteY64" fmla="*/ 1088142 h 1357700"/>
              <a:gd name="connsiteX65" fmla="*/ 6136549 w 10678681"/>
              <a:gd name="connsiteY65" fmla="*/ 1100268 h 1357700"/>
              <a:gd name="connsiteX66" fmla="*/ 6004655 w 10678681"/>
              <a:gd name="connsiteY66" fmla="*/ 1114946 h 1357700"/>
              <a:gd name="connsiteX67" fmla="*/ 5936643 w 10678681"/>
              <a:gd name="connsiteY67" fmla="*/ 1095428 h 1357700"/>
              <a:gd name="connsiteX68" fmla="*/ 5912484 w 10678681"/>
              <a:gd name="connsiteY68" fmla="*/ 1112624 h 1357700"/>
              <a:gd name="connsiteX69" fmla="*/ 5908387 w 10678681"/>
              <a:gd name="connsiteY69" fmla="*/ 1116018 h 1357700"/>
              <a:gd name="connsiteX70" fmla="*/ 5890495 w 10678681"/>
              <a:gd name="connsiteY70" fmla="*/ 1120268 h 1357700"/>
              <a:gd name="connsiteX71" fmla="*/ 5887318 w 10678681"/>
              <a:gd name="connsiteY71" fmla="*/ 1133134 h 1357700"/>
              <a:gd name="connsiteX72" fmla="*/ 5861726 w 10678681"/>
              <a:gd name="connsiteY72" fmla="*/ 1147891 h 1357700"/>
              <a:gd name="connsiteX73" fmla="*/ 5805823 w 10678681"/>
              <a:gd name="connsiteY73" fmla="*/ 1152457 h 1357700"/>
              <a:gd name="connsiteX74" fmla="*/ 5689841 w 10678681"/>
              <a:gd name="connsiteY74" fmla="*/ 1176232 h 1357700"/>
              <a:gd name="connsiteX75" fmla="*/ 5605119 w 10678681"/>
              <a:gd name="connsiteY75" fmla="*/ 1190202 h 1357700"/>
              <a:gd name="connsiteX76" fmla="*/ 5488513 w 10678681"/>
              <a:gd name="connsiteY76" fmla="*/ 1205367 h 1357700"/>
              <a:gd name="connsiteX77" fmla="*/ 5402905 w 10678681"/>
              <a:gd name="connsiteY77" fmla="*/ 1241191 h 1357700"/>
              <a:gd name="connsiteX78" fmla="*/ 5285593 w 10678681"/>
              <a:gd name="connsiteY78" fmla="*/ 1273569 h 1357700"/>
              <a:gd name="connsiteX79" fmla="*/ 5192893 w 10678681"/>
              <a:gd name="connsiteY79" fmla="*/ 1247188 h 1357700"/>
              <a:gd name="connsiteX80" fmla="*/ 5186475 w 10678681"/>
              <a:gd name="connsiteY80" fmla="*/ 1257028 h 1357700"/>
              <a:gd name="connsiteX81" fmla="*/ 5126038 w 10678681"/>
              <a:gd name="connsiteY81" fmla="*/ 1263189 h 1357700"/>
              <a:gd name="connsiteX82" fmla="*/ 4894688 w 10678681"/>
              <a:gd name="connsiteY82" fmla="*/ 1247184 h 1357700"/>
              <a:gd name="connsiteX83" fmla="*/ 4788036 w 10678681"/>
              <a:gd name="connsiteY83" fmla="*/ 1238182 h 1357700"/>
              <a:gd name="connsiteX84" fmla="*/ 4747555 w 10678681"/>
              <a:gd name="connsiteY84" fmla="*/ 1252768 h 1357700"/>
              <a:gd name="connsiteX85" fmla="*/ 4679644 w 10678681"/>
              <a:gd name="connsiteY85" fmla="*/ 1276603 h 1357700"/>
              <a:gd name="connsiteX86" fmla="*/ 4632222 w 10678681"/>
              <a:gd name="connsiteY86" fmla="*/ 1318360 h 1357700"/>
              <a:gd name="connsiteX87" fmla="*/ 4617358 w 10678681"/>
              <a:gd name="connsiteY87" fmla="*/ 1327690 h 1357700"/>
              <a:gd name="connsiteX88" fmla="*/ 4589102 w 10678681"/>
              <a:gd name="connsiteY88" fmla="*/ 1321223 h 1357700"/>
              <a:gd name="connsiteX89" fmla="*/ 4578184 w 10678681"/>
              <a:gd name="connsiteY89" fmla="*/ 1326745 h 1357700"/>
              <a:gd name="connsiteX90" fmla="*/ 4574270 w 10678681"/>
              <a:gd name="connsiteY90" fmla="*/ 1325878 h 1357700"/>
              <a:gd name="connsiteX91" fmla="*/ 4564919 w 10678681"/>
              <a:gd name="connsiteY91" fmla="*/ 1325507 h 1357700"/>
              <a:gd name="connsiteX92" fmla="*/ 4566586 w 10678681"/>
              <a:gd name="connsiteY92" fmla="*/ 1316963 h 1357700"/>
              <a:gd name="connsiteX93" fmla="*/ 4556303 w 10678681"/>
              <a:gd name="connsiteY93" fmla="*/ 1300262 h 1357700"/>
              <a:gd name="connsiteX94" fmla="*/ 4502358 w 10678681"/>
              <a:gd name="connsiteY94" fmla="*/ 1302558 h 1357700"/>
              <a:gd name="connsiteX95" fmla="*/ 4498919 w 10678681"/>
              <a:gd name="connsiteY95" fmla="*/ 1312115 h 1357700"/>
              <a:gd name="connsiteX96" fmla="*/ 4492075 w 10678681"/>
              <a:gd name="connsiteY96" fmla="*/ 1313357 h 1357700"/>
              <a:gd name="connsiteX97" fmla="*/ 4487466 w 10678681"/>
              <a:gd name="connsiteY97" fmla="*/ 1304102 h 1357700"/>
              <a:gd name="connsiteX98" fmla="*/ 4398292 w 10678681"/>
              <a:gd name="connsiteY98" fmla="*/ 1278410 h 1357700"/>
              <a:gd name="connsiteX99" fmla="*/ 4306088 w 10678681"/>
              <a:gd name="connsiteY99" fmla="*/ 1282512 h 1357700"/>
              <a:gd name="connsiteX100" fmla="*/ 4188995 w 10678681"/>
              <a:gd name="connsiteY100" fmla="*/ 1296718 h 1357700"/>
              <a:gd name="connsiteX101" fmla="*/ 4136582 w 10678681"/>
              <a:gd name="connsiteY101" fmla="*/ 1287687 h 1357700"/>
              <a:gd name="connsiteX102" fmla="*/ 4064614 w 10678681"/>
              <a:gd name="connsiteY102" fmla="*/ 1296118 h 1357700"/>
              <a:gd name="connsiteX103" fmla="*/ 3906561 w 10678681"/>
              <a:gd name="connsiteY103" fmla="*/ 1352435 h 1357700"/>
              <a:gd name="connsiteX104" fmla="*/ 3787890 w 10678681"/>
              <a:gd name="connsiteY104" fmla="*/ 1352442 h 1357700"/>
              <a:gd name="connsiteX105" fmla="*/ 3745993 w 10678681"/>
              <a:gd name="connsiteY105" fmla="*/ 1342630 h 1357700"/>
              <a:gd name="connsiteX106" fmla="*/ 3675785 w 10678681"/>
              <a:gd name="connsiteY106" fmla="*/ 1326802 h 1357700"/>
              <a:gd name="connsiteX107" fmla="*/ 3623856 w 10678681"/>
              <a:gd name="connsiteY107" fmla="*/ 1290804 h 1357700"/>
              <a:gd name="connsiteX108" fmla="*/ 3564933 w 10678681"/>
              <a:gd name="connsiteY108" fmla="*/ 1287147 h 1357700"/>
              <a:gd name="connsiteX109" fmla="*/ 3550537 w 10678681"/>
              <a:gd name="connsiteY109" fmla="*/ 1317552 h 1357700"/>
              <a:gd name="connsiteX110" fmla="*/ 3487736 w 10678681"/>
              <a:gd name="connsiteY110" fmla="*/ 1303493 h 1357700"/>
              <a:gd name="connsiteX111" fmla="*/ 3392548 w 10678681"/>
              <a:gd name="connsiteY111" fmla="*/ 1278741 h 1357700"/>
              <a:gd name="connsiteX112" fmla="*/ 3337466 w 10678681"/>
              <a:gd name="connsiteY112" fmla="*/ 1272537 h 1357700"/>
              <a:gd name="connsiteX113" fmla="*/ 3187206 w 10678681"/>
              <a:gd name="connsiteY113" fmla="*/ 1246821 h 1357700"/>
              <a:gd name="connsiteX114" fmla="*/ 3036856 w 10678681"/>
              <a:gd name="connsiteY114" fmla="*/ 1214383 h 1357700"/>
              <a:gd name="connsiteX115" fmla="*/ 2948654 w 10678681"/>
              <a:gd name="connsiteY115" fmla="*/ 1157455 h 1357700"/>
              <a:gd name="connsiteX116" fmla="*/ 2824973 w 10678681"/>
              <a:gd name="connsiteY116" fmla="*/ 1134864 h 1357700"/>
              <a:gd name="connsiteX117" fmla="*/ 2804398 w 10678681"/>
              <a:gd name="connsiteY117" fmla="*/ 1125556 h 1357700"/>
              <a:gd name="connsiteX118" fmla="*/ 2775396 w 10678681"/>
              <a:gd name="connsiteY118" fmla="*/ 1130148 h 1357700"/>
              <a:gd name="connsiteX119" fmla="*/ 2659096 w 10678681"/>
              <a:gd name="connsiteY119" fmla="*/ 1150294 h 1357700"/>
              <a:gd name="connsiteX120" fmla="*/ 2567088 w 10678681"/>
              <a:gd name="connsiteY120" fmla="*/ 1181781 h 1357700"/>
              <a:gd name="connsiteX121" fmla="*/ 2454501 w 10678681"/>
              <a:gd name="connsiteY121" fmla="*/ 1155455 h 1357700"/>
              <a:gd name="connsiteX122" fmla="*/ 2385161 w 10678681"/>
              <a:gd name="connsiteY122" fmla="*/ 1161312 h 1357700"/>
              <a:gd name="connsiteX123" fmla="*/ 2270528 w 10678681"/>
              <a:gd name="connsiteY123" fmla="*/ 1204338 h 1357700"/>
              <a:gd name="connsiteX124" fmla="*/ 2121820 w 10678681"/>
              <a:gd name="connsiteY124" fmla="*/ 1187078 h 1357700"/>
              <a:gd name="connsiteX125" fmla="*/ 2092716 w 10678681"/>
              <a:gd name="connsiteY125" fmla="*/ 1139224 h 1357700"/>
              <a:gd name="connsiteX126" fmla="*/ 2052449 w 10678681"/>
              <a:gd name="connsiteY126" fmla="*/ 1109687 h 1357700"/>
              <a:gd name="connsiteX127" fmla="*/ 2032607 w 10678681"/>
              <a:gd name="connsiteY127" fmla="*/ 1175477 h 1357700"/>
              <a:gd name="connsiteX128" fmla="*/ 1901837 w 10678681"/>
              <a:gd name="connsiteY128" fmla="*/ 1221762 h 1357700"/>
              <a:gd name="connsiteX129" fmla="*/ 1836762 w 10678681"/>
              <a:gd name="connsiteY129" fmla="*/ 1237387 h 1357700"/>
              <a:gd name="connsiteX130" fmla="*/ 1735877 w 10678681"/>
              <a:gd name="connsiteY130" fmla="*/ 1246527 h 1357700"/>
              <a:gd name="connsiteX131" fmla="*/ 1705069 w 10678681"/>
              <a:gd name="connsiteY131" fmla="*/ 1251989 h 1357700"/>
              <a:gd name="connsiteX132" fmla="*/ 1397689 w 10678681"/>
              <a:gd name="connsiteY132" fmla="*/ 1336144 h 1357700"/>
              <a:gd name="connsiteX133" fmla="*/ 1220734 w 10678681"/>
              <a:gd name="connsiteY133" fmla="*/ 1257811 h 1357700"/>
              <a:gd name="connsiteX134" fmla="*/ 1021737 w 10678681"/>
              <a:gd name="connsiteY134" fmla="*/ 1238739 h 1357700"/>
              <a:gd name="connsiteX135" fmla="*/ 959820 w 10678681"/>
              <a:gd name="connsiteY135" fmla="*/ 1275863 h 1357700"/>
              <a:gd name="connsiteX136" fmla="*/ 929137 w 10678681"/>
              <a:gd name="connsiteY136" fmla="*/ 1273957 h 1357700"/>
              <a:gd name="connsiteX137" fmla="*/ 878849 w 10678681"/>
              <a:gd name="connsiteY137" fmla="*/ 1266740 h 1357700"/>
              <a:gd name="connsiteX138" fmla="*/ 800667 w 10678681"/>
              <a:gd name="connsiteY138" fmla="*/ 1282041 h 1357700"/>
              <a:gd name="connsiteX139" fmla="*/ 644906 w 10678681"/>
              <a:gd name="connsiteY139" fmla="*/ 1273685 h 1357700"/>
              <a:gd name="connsiteX140" fmla="*/ 379869 w 10678681"/>
              <a:gd name="connsiteY140" fmla="*/ 1339165 h 1357700"/>
              <a:gd name="connsiteX141" fmla="*/ 137696 w 10678681"/>
              <a:gd name="connsiteY141" fmla="*/ 1319217 h 1357700"/>
              <a:gd name="connsiteX142" fmla="*/ 54250 w 10678681"/>
              <a:gd name="connsiteY142" fmla="*/ 1315838 h 1357700"/>
              <a:gd name="connsiteX143" fmla="*/ 28042 w 10678681"/>
              <a:gd name="connsiteY143" fmla="*/ 1297822 h 1357700"/>
              <a:gd name="connsiteX144" fmla="*/ 0 w 10678681"/>
              <a:gd name="connsiteY144" fmla="*/ 1294612 h 1357700"/>
              <a:gd name="connsiteX145" fmla="*/ 0 w 10678681"/>
              <a:gd name="connsiteY145" fmla="*/ 0 h 1357700"/>
              <a:gd name="connsiteX0" fmla="*/ 0 w 10678681"/>
              <a:gd name="connsiteY0" fmla="*/ 0 h 1357700"/>
              <a:gd name="connsiteX1" fmla="*/ 10678681 w 10678681"/>
              <a:gd name="connsiteY1" fmla="*/ 0 h 1357700"/>
              <a:gd name="connsiteX2" fmla="*/ 10666019 w 10678681"/>
              <a:gd name="connsiteY2" fmla="*/ 7876 h 1357700"/>
              <a:gd name="connsiteX3" fmla="*/ 10632825 w 10678681"/>
              <a:gd name="connsiteY3" fmla="*/ 32153 h 1357700"/>
              <a:gd name="connsiteX4" fmla="*/ 10510605 w 10678681"/>
              <a:gd name="connsiteY4" fmla="*/ 30449 h 1357700"/>
              <a:gd name="connsiteX5" fmla="*/ 10456989 w 10678681"/>
              <a:gd name="connsiteY5" fmla="*/ 979 h 1357700"/>
              <a:gd name="connsiteX6" fmla="*/ 10438642 w 10678681"/>
              <a:gd name="connsiteY6" fmla="*/ 1524 h 1357700"/>
              <a:gd name="connsiteX7" fmla="*/ 10407146 w 10678681"/>
              <a:gd name="connsiteY7" fmla="*/ 43659 h 1357700"/>
              <a:gd name="connsiteX8" fmla="*/ 10357996 w 10678681"/>
              <a:gd name="connsiteY8" fmla="*/ 50836 h 1357700"/>
              <a:gd name="connsiteX9" fmla="*/ 10306667 w 10678681"/>
              <a:gd name="connsiteY9" fmla="*/ 109739 h 1357700"/>
              <a:gd name="connsiteX10" fmla="*/ 10115334 w 10678681"/>
              <a:gd name="connsiteY10" fmla="*/ 155658 h 1357700"/>
              <a:gd name="connsiteX11" fmla="*/ 10068157 w 10678681"/>
              <a:gd name="connsiteY11" fmla="*/ 215673 h 1357700"/>
              <a:gd name="connsiteX12" fmla="*/ 10045431 w 10678681"/>
              <a:gd name="connsiteY12" fmla="*/ 229568 h 1357700"/>
              <a:gd name="connsiteX13" fmla="*/ 10013265 w 10678681"/>
              <a:gd name="connsiteY13" fmla="*/ 284757 h 1357700"/>
              <a:gd name="connsiteX14" fmla="*/ 9862496 w 10678681"/>
              <a:gd name="connsiteY14" fmla="*/ 223033 h 1357700"/>
              <a:gd name="connsiteX15" fmla="*/ 9679638 w 10678681"/>
              <a:gd name="connsiteY15" fmla="*/ 277462 h 1357700"/>
              <a:gd name="connsiteX16" fmla="*/ 9498347 w 10678681"/>
              <a:gd name="connsiteY16" fmla="*/ 244723 h 1357700"/>
              <a:gd name="connsiteX17" fmla="*/ 9399702 w 10678681"/>
              <a:gd name="connsiteY17" fmla="*/ 276316 h 1357700"/>
              <a:gd name="connsiteX18" fmla="*/ 9378439 w 10678681"/>
              <a:gd name="connsiteY18" fmla="*/ 326244 h 1357700"/>
              <a:gd name="connsiteX19" fmla="*/ 9121744 w 10678681"/>
              <a:gd name="connsiteY19" fmla="*/ 365177 h 1357700"/>
              <a:gd name="connsiteX20" fmla="*/ 9061654 w 10678681"/>
              <a:gd name="connsiteY20" fmla="*/ 393730 h 1357700"/>
              <a:gd name="connsiteX21" fmla="*/ 8997577 w 10678681"/>
              <a:gd name="connsiteY21" fmla="*/ 380865 h 1357700"/>
              <a:gd name="connsiteX22" fmla="*/ 8907968 w 10678681"/>
              <a:gd name="connsiteY22" fmla="*/ 447345 h 1357700"/>
              <a:gd name="connsiteX23" fmla="*/ 8764163 w 10678681"/>
              <a:gd name="connsiteY23" fmla="*/ 471000 h 1357700"/>
              <a:gd name="connsiteX24" fmla="*/ 8680155 w 10678681"/>
              <a:gd name="connsiteY24" fmla="*/ 492404 h 1357700"/>
              <a:gd name="connsiteX25" fmla="*/ 8651436 w 10678681"/>
              <a:gd name="connsiteY25" fmla="*/ 511923 h 1357700"/>
              <a:gd name="connsiteX26" fmla="*/ 8609185 w 10678681"/>
              <a:gd name="connsiteY26" fmla="*/ 531525 h 1357700"/>
              <a:gd name="connsiteX27" fmla="*/ 8537091 w 10678681"/>
              <a:gd name="connsiteY27" fmla="*/ 574933 h 1357700"/>
              <a:gd name="connsiteX28" fmla="*/ 8435931 w 10678681"/>
              <a:gd name="connsiteY28" fmla="*/ 617926 h 1357700"/>
              <a:gd name="connsiteX29" fmla="*/ 8348623 w 10678681"/>
              <a:gd name="connsiteY29" fmla="*/ 600607 h 1357700"/>
              <a:gd name="connsiteX30" fmla="*/ 8344233 w 10678681"/>
              <a:gd name="connsiteY30" fmla="*/ 610922 h 1357700"/>
              <a:gd name="connsiteX31" fmla="*/ 8290622 w 10678681"/>
              <a:gd name="connsiteY31" fmla="*/ 622687 h 1357700"/>
              <a:gd name="connsiteX32" fmla="*/ 8086698 w 10678681"/>
              <a:gd name="connsiteY32" fmla="*/ 605185 h 1357700"/>
              <a:gd name="connsiteX33" fmla="*/ 7982378 w 10678681"/>
              <a:gd name="connsiteY33" fmla="*/ 629799 h 1357700"/>
              <a:gd name="connsiteX34" fmla="*/ 7947952 w 10678681"/>
              <a:gd name="connsiteY34" fmla="*/ 648003 h 1357700"/>
              <a:gd name="connsiteX35" fmla="*/ 7890112 w 10678681"/>
              <a:gd name="connsiteY35" fmla="*/ 677915 h 1357700"/>
              <a:gd name="connsiteX36" fmla="*/ 7853284 w 10678681"/>
              <a:gd name="connsiteY36" fmla="*/ 723588 h 1357700"/>
              <a:gd name="connsiteX37" fmla="*/ 7802383 w 10678681"/>
              <a:gd name="connsiteY37" fmla="*/ 739359 h 1357700"/>
              <a:gd name="connsiteX38" fmla="*/ 7730518 w 10678681"/>
              <a:gd name="connsiteY38" fmla="*/ 739526 h 1357700"/>
              <a:gd name="connsiteX39" fmla="*/ 7652907 w 10678681"/>
              <a:gd name="connsiteY39" fmla="*/ 783273 h 1357700"/>
              <a:gd name="connsiteX40" fmla="*/ 7606008 w 10678681"/>
              <a:gd name="connsiteY40" fmla="*/ 800717 h 1357700"/>
              <a:gd name="connsiteX41" fmla="*/ 7480223 w 10678681"/>
              <a:gd name="connsiteY41" fmla="*/ 856821 h 1357700"/>
              <a:gd name="connsiteX42" fmla="*/ 7356005 w 10678681"/>
              <a:gd name="connsiteY42" fmla="*/ 919462 h 1357700"/>
              <a:gd name="connsiteX43" fmla="*/ 7305396 w 10678681"/>
              <a:gd name="connsiteY43" fmla="*/ 986228 h 1357700"/>
              <a:gd name="connsiteX44" fmla="*/ 7266251 w 10678681"/>
              <a:gd name="connsiteY44" fmla="*/ 967864 h 1357700"/>
              <a:gd name="connsiteX45" fmla="*/ 7269396 w 10678681"/>
              <a:gd name="connsiteY45" fmla="*/ 989282 h 1357700"/>
              <a:gd name="connsiteX46" fmla="*/ 7258094 w 10678681"/>
              <a:gd name="connsiteY46" fmla="*/ 990679 h 1357700"/>
              <a:gd name="connsiteX47" fmla="*/ 7257893 w 10678681"/>
              <a:gd name="connsiteY47" fmla="*/ 991204 h 1357700"/>
              <a:gd name="connsiteX48" fmla="*/ 7247153 w 10678681"/>
              <a:gd name="connsiteY48" fmla="*/ 991550 h 1357700"/>
              <a:gd name="connsiteX49" fmla="*/ 7193612 w 10678681"/>
              <a:gd name="connsiteY49" fmla="*/ 987042 h 1357700"/>
              <a:gd name="connsiteX50" fmla="*/ 7132632 w 10678681"/>
              <a:gd name="connsiteY50" fmla="*/ 1042036 h 1357700"/>
              <a:gd name="connsiteX51" fmla="*/ 7105610 w 10678681"/>
              <a:gd name="connsiteY51" fmla="*/ 1053537 h 1357700"/>
              <a:gd name="connsiteX52" fmla="*/ 7069148 w 10678681"/>
              <a:gd name="connsiteY52" fmla="*/ 1047163 h 1357700"/>
              <a:gd name="connsiteX53" fmla="*/ 7039634 w 10678681"/>
              <a:gd name="connsiteY53" fmla="*/ 1059971 h 1357700"/>
              <a:gd name="connsiteX54" fmla="*/ 7033445 w 10678681"/>
              <a:gd name="connsiteY54" fmla="*/ 1063314 h 1357700"/>
              <a:gd name="connsiteX55" fmla="*/ 6999157 w 10678681"/>
              <a:gd name="connsiteY55" fmla="*/ 1055282 h 1357700"/>
              <a:gd name="connsiteX56" fmla="*/ 6981874 w 10678681"/>
              <a:gd name="connsiteY56" fmla="*/ 1053827 h 1357700"/>
              <a:gd name="connsiteX57" fmla="*/ 6976102 w 10678681"/>
              <a:gd name="connsiteY57" fmla="*/ 1047854 h 1357700"/>
              <a:gd name="connsiteX58" fmla="*/ 6951040 w 10678681"/>
              <a:gd name="connsiteY58" fmla="*/ 1048531 h 1357700"/>
              <a:gd name="connsiteX59" fmla="*/ 6948497 w 10678681"/>
              <a:gd name="connsiteY59" fmla="*/ 1050706 h 1357700"/>
              <a:gd name="connsiteX60" fmla="*/ 6926582 w 10678681"/>
              <a:gd name="connsiteY60" fmla="*/ 1043462 h 1357700"/>
              <a:gd name="connsiteX61" fmla="*/ 6833743 w 10678681"/>
              <a:gd name="connsiteY61" fmla="*/ 1027960 h 1357700"/>
              <a:gd name="connsiteX62" fmla="*/ 6687090 w 10678681"/>
              <a:gd name="connsiteY62" fmla="*/ 1063250 h 1357700"/>
              <a:gd name="connsiteX63" fmla="*/ 6437450 w 10678681"/>
              <a:gd name="connsiteY63" fmla="*/ 1101075 h 1357700"/>
              <a:gd name="connsiteX64" fmla="*/ 6327795 w 10678681"/>
              <a:gd name="connsiteY64" fmla="*/ 1088142 h 1357700"/>
              <a:gd name="connsiteX65" fmla="*/ 6136549 w 10678681"/>
              <a:gd name="connsiteY65" fmla="*/ 1100268 h 1357700"/>
              <a:gd name="connsiteX66" fmla="*/ 6004655 w 10678681"/>
              <a:gd name="connsiteY66" fmla="*/ 1114946 h 1357700"/>
              <a:gd name="connsiteX67" fmla="*/ 5936643 w 10678681"/>
              <a:gd name="connsiteY67" fmla="*/ 1095428 h 1357700"/>
              <a:gd name="connsiteX68" fmla="*/ 5912484 w 10678681"/>
              <a:gd name="connsiteY68" fmla="*/ 1112624 h 1357700"/>
              <a:gd name="connsiteX69" fmla="*/ 5908387 w 10678681"/>
              <a:gd name="connsiteY69" fmla="*/ 1116018 h 1357700"/>
              <a:gd name="connsiteX70" fmla="*/ 5890495 w 10678681"/>
              <a:gd name="connsiteY70" fmla="*/ 1120268 h 1357700"/>
              <a:gd name="connsiteX71" fmla="*/ 5887318 w 10678681"/>
              <a:gd name="connsiteY71" fmla="*/ 1133134 h 1357700"/>
              <a:gd name="connsiteX72" fmla="*/ 5861726 w 10678681"/>
              <a:gd name="connsiteY72" fmla="*/ 1147891 h 1357700"/>
              <a:gd name="connsiteX73" fmla="*/ 5805823 w 10678681"/>
              <a:gd name="connsiteY73" fmla="*/ 1152457 h 1357700"/>
              <a:gd name="connsiteX74" fmla="*/ 5689841 w 10678681"/>
              <a:gd name="connsiteY74" fmla="*/ 1176232 h 1357700"/>
              <a:gd name="connsiteX75" fmla="*/ 5605119 w 10678681"/>
              <a:gd name="connsiteY75" fmla="*/ 1190202 h 1357700"/>
              <a:gd name="connsiteX76" fmla="*/ 5488513 w 10678681"/>
              <a:gd name="connsiteY76" fmla="*/ 1205367 h 1357700"/>
              <a:gd name="connsiteX77" fmla="*/ 5402905 w 10678681"/>
              <a:gd name="connsiteY77" fmla="*/ 1241191 h 1357700"/>
              <a:gd name="connsiteX78" fmla="*/ 5285593 w 10678681"/>
              <a:gd name="connsiteY78" fmla="*/ 1273569 h 1357700"/>
              <a:gd name="connsiteX79" fmla="*/ 5192893 w 10678681"/>
              <a:gd name="connsiteY79" fmla="*/ 1247188 h 1357700"/>
              <a:gd name="connsiteX80" fmla="*/ 5186475 w 10678681"/>
              <a:gd name="connsiteY80" fmla="*/ 1257028 h 1357700"/>
              <a:gd name="connsiteX81" fmla="*/ 5126038 w 10678681"/>
              <a:gd name="connsiteY81" fmla="*/ 1263189 h 1357700"/>
              <a:gd name="connsiteX82" fmla="*/ 4894688 w 10678681"/>
              <a:gd name="connsiteY82" fmla="*/ 1247184 h 1357700"/>
              <a:gd name="connsiteX83" fmla="*/ 4788036 w 10678681"/>
              <a:gd name="connsiteY83" fmla="*/ 1238182 h 1357700"/>
              <a:gd name="connsiteX84" fmla="*/ 4747555 w 10678681"/>
              <a:gd name="connsiteY84" fmla="*/ 1252768 h 1357700"/>
              <a:gd name="connsiteX85" fmla="*/ 4679644 w 10678681"/>
              <a:gd name="connsiteY85" fmla="*/ 1276603 h 1357700"/>
              <a:gd name="connsiteX86" fmla="*/ 4632222 w 10678681"/>
              <a:gd name="connsiteY86" fmla="*/ 1318360 h 1357700"/>
              <a:gd name="connsiteX87" fmla="*/ 4617358 w 10678681"/>
              <a:gd name="connsiteY87" fmla="*/ 1327690 h 1357700"/>
              <a:gd name="connsiteX88" fmla="*/ 4589102 w 10678681"/>
              <a:gd name="connsiteY88" fmla="*/ 1321223 h 1357700"/>
              <a:gd name="connsiteX89" fmla="*/ 4578184 w 10678681"/>
              <a:gd name="connsiteY89" fmla="*/ 1326745 h 1357700"/>
              <a:gd name="connsiteX90" fmla="*/ 4574270 w 10678681"/>
              <a:gd name="connsiteY90" fmla="*/ 1325878 h 1357700"/>
              <a:gd name="connsiteX91" fmla="*/ 4564919 w 10678681"/>
              <a:gd name="connsiteY91" fmla="*/ 1325507 h 1357700"/>
              <a:gd name="connsiteX92" fmla="*/ 4566586 w 10678681"/>
              <a:gd name="connsiteY92" fmla="*/ 1316963 h 1357700"/>
              <a:gd name="connsiteX93" fmla="*/ 4556303 w 10678681"/>
              <a:gd name="connsiteY93" fmla="*/ 1300262 h 1357700"/>
              <a:gd name="connsiteX94" fmla="*/ 4502358 w 10678681"/>
              <a:gd name="connsiteY94" fmla="*/ 1302558 h 1357700"/>
              <a:gd name="connsiteX95" fmla="*/ 4498919 w 10678681"/>
              <a:gd name="connsiteY95" fmla="*/ 1312115 h 1357700"/>
              <a:gd name="connsiteX96" fmla="*/ 4492075 w 10678681"/>
              <a:gd name="connsiteY96" fmla="*/ 1313357 h 1357700"/>
              <a:gd name="connsiteX97" fmla="*/ 4487466 w 10678681"/>
              <a:gd name="connsiteY97" fmla="*/ 1304102 h 1357700"/>
              <a:gd name="connsiteX98" fmla="*/ 4398292 w 10678681"/>
              <a:gd name="connsiteY98" fmla="*/ 1278410 h 1357700"/>
              <a:gd name="connsiteX99" fmla="*/ 4306088 w 10678681"/>
              <a:gd name="connsiteY99" fmla="*/ 1282512 h 1357700"/>
              <a:gd name="connsiteX100" fmla="*/ 4188995 w 10678681"/>
              <a:gd name="connsiteY100" fmla="*/ 1296718 h 1357700"/>
              <a:gd name="connsiteX101" fmla="*/ 4136582 w 10678681"/>
              <a:gd name="connsiteY101" fmla="*/ 1287687 h 1357700"/>
              <a:gd name="connsiteX102" fmla="*/ 4064614 w 10678681"/>
              <a:gd name="connsiteY102" fmla="*/ 1296118 h 1357700"/>
              <a:gd name="connsiteX103" fmla="*/ 3906561 w 10678681"/>
              <a:gd name="connsiteY103" fmla="*/ 1352435 h 1357700"/>
              <a:gd name="connsiteX104" fmla="*/ 3787890 w 10678681"/>
              <a:gd name="connsiteY104" fmla="*/ 1352442 h 1357700"/>
              <a:gd name="connsiteX105" fmla="*/ 3745993 w 10678681"/>
              <a:gd name="connsiteY105" fmla="*/ 1342630 h 1357700"/>
              <a:gd name="connsiteX106" fmla="*/ 3675785 w 10678681"/>
              <a:gd name="connsiteY106" fmla="*/ 1326802 h 1357700"/>
              <a:gd name="connsiteX107" fmla="*/ 3623856 w 10678681"/>
              <a:gd name="connsiteY107" fmla="*/ 1290804 h 1357700"/>
              <a:gd name="connsiteX108" fmla="*/ 3564933 w 10678681"/>
              <a:gd name="connsiteY108" fmla="*/ 1287147 h 1357700"/>
              <a:gd name="connsiteX109" fmla="*/ 3550537 w 10678681"/>
              <a:gd name="connsiteY109" fmla="*/ 1317552 h 1357700"/>
              <a:gd name="connsiteX110" fmla="*/ 3487736 w 10678681"/>
              <a:gd name="connsiteY110" fmla="*/ 1303493 h 1357700"/>
              <a:gd name="connsiteX111" fmla="*/ 3392548 w 10678681"/>
              <a:gd name="connsiteY111" fmla="*/ 1278741 h 1357700"/>
              <a:gd name="connsiteX112" fmla="*/ 3337466 w 10678681"/>
              <a:gd name="connsiteY112" fmla="*/ 1272537 h 1357700"/>
              <a:gd name="connsiteX113" fmla="*/ 3187206 w 10678681"/>
              <a:gd name="connsiteY113" fmla="*/ 1246821 h 1357700"/>
              <a:gd name="connsiteX114" fmla="*/ 3036856 w 10678681"/>
              <a:gd name="connsiteY114" fmla="*/ 1214383 h 1357700"/>
              <a:gd name="connsiteX115" fmla="*/ 2824973 w 10678681"/>
              <a:gd name="connsiteY115" fmla="*/ 1134864 h 1357700"/>
              <a:gd name="connsiteX116" fmla="*/ 2804398 w 10678681"/>
              <a:gd name="connsiteY116" fmla="*/ 1125556 h 1357700"/>
              <a:gd name="connsiteX117" fmla="*/ 2775396 w 10678681"/>
              <a:gd name="connsiteY117" fmla="*/ 1130148 h 1357700"/>
              <a:gd name="connsiteX118" fmla="*/ 2659096 w 10678681"/>
              <a:gd name="connsiteY118" fmla="*/ 1150294 h 1357700"/>
              <a:gd name="connsiteX119" fmla="*/ 2567088 w 10678681"/>
              <a:gd name="connsiteY119" fmla="*/ 1181781 h 1357700"/>
              <a:gd name="connsiteX120" fmla="*/ 2454501 w 10678681"/>
              <a:gd name="connsiteY120" fmla="*/ 1155455 h 1357700"/>
              <a:gd name="connsiteX121" fmla="*/ 2385161 w 10678681"/>
              <a:gd name="connsiteY121" fmla="*/ 1161312 h 1357700"/>
              <a:gd name="connsiteX122" fmla="*/ 2270528 w 10678681"/>
              <a:gd name="connsiteY122" fmla="*/ 1204338 h 1357700"/>
              <a:gd name="connsiteX123" fmla="*/ 2121820 w 10678681"/>
              <a:gd name="connsiteY123" fmla="*/ 1187078 h 1357700"/>
              <a:gd name="connsiteX124" fmla="*/ 2092716 w 10678681"/>
              <a:gd name="connsiteY124" fmla="*/ 1139224 h 1357700"/>
              <a:gd name="connsiteX125" fmla="*/ 2052449 w 10678681"/>
              <a:gd name="connsiteY125" fmla="*/ 1109687 h 1357700"/>
              <a:gd name="connsiteX126" fmla="*/ 2032607 w 10678681"/>
              <a:gd name="connsiteY126" fmla="*/ 1175477 h 1357700"/>
              <a:gd name="connsiteX127" fmla="*/ 1901837 w 10678681"/>
              <a:gd name="connsiteY127" fmla="*/ 1221762 h 1357700"/>
              <a:gd name="connsiteX128" fmla="*/ 1836762 w 10678681"/>
              <a:gd name="connsiteY128" fmla="*/ 1237387 h 1357700"/>
              <a:gd name="connsiteX129" fmla="*/ 1735877 w 10678681"/>
              <a:gd name="connsiteY129" fmla="*/ 1246527 h 1357700"/>
              <a:gd name="connsiteX130" fmla="*/ 1705069 w 10678681"/>
              <a:gd name="connsiteY130" fmla="*/ 1251989 h 1357700"/>
              <a:gd name="connsiteX131" fmla="*/ 1397689 w 10678681"/>
              <a:gd name="connsiteY131" fmla="*/ 1336144 h 1357700"/>
              <a:gd name="connsiteX132" fmla="*/ 1220734 w 10678681"/>
              <a:gd name="connsiteY132" fmla="*/ 1257811 h 1357700"/>
              <a:gd name="connsiteX133" fmla="*/ 1021737 w 10678681"/>
              <a:gd name="connsiteY133" fmla="*/ 1238739 h 1357700"/>
              <a:gd name="connsiteX134" fmla="*/ 959820 w 10678681"/>
              <a:gd name="connsiteY134" fmla="*/ 1275863 h 1357700"/>
              <a:gd name="connsiteX135" fmla="*/ 929137 w 10678681"/>
              <a:gd name="connsiteY135" fmla="*/ 1273957 h 1357700"/>
              <a:gd name="connsiteX136" fmla="*/ 878849 w 10678681"/>
              <a:gd name="connsiteY136" fmla="*/ 1266740 h 1357700"/>
              <a:gd name="connsiteX137" fmla="*/ 800667 w 10678681"/>
              <a:gd name="connsiteY137" fmla="*/ 1282041 h 1357700"/>
              <a:gd name="connsiteX138" fmla="*/ 644906 w 10678681"/>
              <a:gd name="connsiteY138" fmla="*/ 1273685 h 1357700"/>
              <a:gd name="connsiteX139" fmla="*/ 379869 w 10678681"/>
              <a:gd name="connsiteY139" fmla="*/ 1339165 h 1357700"/>
              <a:gd name="connsiteX140" fmla="*/ 137696 w 10678681"/>
              <a:gd name="connsiteY140" fmla="*/ 1319217 h 1357700"/>
              <a:gd name="connsiteX141" fmla="*/ 54250 w 10678681"/>
              <a:gd name="connsiteY141" fmla="*/ 1315838 h 1357700"/>
              <a:gd name="connsiteX142" fmla="*/ 28042 w 10678681"/>
              <a:gd name="connsiteY142" fmla="*/ 1297822 h 1357700"/>
              <a:gd name="connsiteX143" fmla="*/ 0 w 10678681"/>
              <a:gd name="connsiteY143" fmla="*/ 1294612 h 1357700"/>
              <a:gd name="connsiteX144" fmla="*/ 0 w 10678681"/>
              <a:gd name="connsiteY144" fmla="*/ 0 h 1357700"/>
              <a:gd name="connsiteX0" fmla="*/ 0 w 10678681"/>
              <a:gd name="connsiteY0" fmla="*/ 0 h 1357700"/>
              <a:gd name="connsiteX1" fmla="*/ 10678681 w 10678681"/>
              <a:gd name="connsiteY1" fmla="*/ 0 h 1357700"/>
              <a:gd name="connsiteX2" fmla="*/ 10666019 w 10678681"/>
              <a:gd name="connsiteY2" fmla="*/ 7876 h 1357700"/>
              <a:gd name="connsiteX3" fmla="*/ 10632825 w 10678681"/>
              <a:gd name="connsiteY3" fmla="*/ 32153 h 1357700"/>
              <a:gd name="connsiteX4" fmla="*/ 10510605 w 10678681"/>
              <a:gd name="connsiteY4" fmla="*/ 30449 h 1357700"/>
              <a:gd name="connsiteX5" fmla="*/ 10456989 w 10678681"/>
              <a:gd name="connsiteY5" fmla="*/ 979 h 1357700"/>
              <a:gd name="connsiteX6" fmla="*/ 10438642 w 10678681"/>
              <a:gd name="connsiteY6" fmla="*/ 1524 h 1357700"/>
              <a:gd name="connsiteX7" fmla="*/ 10407146 w 10678681"/>
              <a:gd name="connsiteY7" fmla="*/ 43659 h 1357700"/>
              <a:gd name="connsiteX8" fmla="*/ 10357996 w 10678681"/>
              <a:gd name="connsiteY8" fmla="*/ 50836 h 1357700"/>
              <a:gd name="connsiteX9" fmla="*/ 10306667 w 10678681"/>
              <a:gd name="connsiteY9" fmla="*/ 109739 h 1357700"/>
              <a:gd name="connsiteX10" fmla="*/ 10115334 w 10678681"/>
              <a:gd name="connsiteY10" fmla="*/ 155658 h 1357700"/>
              <a:gd name="connsiteX11" fmla="*/ 10068157 w 10678681"/>
              <a:gd name="connsiteY11" fmla="*/ 215673 h 1357700"/>
              <a:gd name="connsiteX12" fmla="*/ 10045431 w 10678681"/>
              <a:gd name="connsiteY12" fmla="*/ 229568 h 1357700"/>
              <a:gd name="connsiteX13" fmla="*/ 10013265 w 10678681"/>
              <a:gd name="connsiteY13" fmla="*/ 284757 h 1357700"/>
              <a:gd name="connsiteX14" fmla="*/ 9862496 w 10678681"/>
              <a:gd name="connsiteY14" fmla="*/ 223033 h 1357700"/>
              <a:gd name="connsiteX15" fmla="*/ 9679638 w 10678681"/>
              <a:gd name="connsiteY15" fmla="*/ 277462 h 1357700"/>
              <a:gd name="connsiteX16" fmla="*/ 9498347 w 10678681"/>
              <a:gd name="connsiteY16" fmla="*/ 244723 h 1357700"/>
              <a:gd name="connsiteX17" fmla="*/ 9399702 w 10678681"/>
              <a:gd name="connsiteY17" fmla="*/ 276316 h 1357700"/>
              <a:gd name="connsiteX18" fmla="*/ 9378439 w 10678681"/>
              <a:gd name="connsiteY18" fmla="*/ 326244 h 1357700"/>
              <a:gd name="connsiteX19" fmla="*/ 9121744 w 10678681"/>
              <a:gd name="connsiteY19" fmla="*/ 365177 h 1357700"/>
              <a:gd name="connsiteX20" fmla="*/ 9061654 w 10678681"/>
              <a:gd name="connsiteY20" fmla="*/ 393730 h 1357700"/>
              <a:gd name="connsiteX21" fmla="*/ 8997577 w 10678681"/>
              <a:gd name="connsiteY21" fmla="*/ 380865 h 1357700"/>
              <a:gd name="connsiteX22" fmla="*/ 8907968 w 10678681"/>
              <a:gd name="connsiteY22" fmla="*/ 447345 h 1357700"/>
              <a:gd name="connsiteX23" fmla="*/ 8764163 w 10678681"/>
              <a:gd name="connsiteY23" fmla="*/ 471000 h 1357700"/>
              <a:gd name="connsiteX24" fmla="*/ 8680155 w 10678681"/>
              <a:gd name="connsiteY24" fmla="*/ 492404 h 1357700"/>
              <a:gd name="connsiteX25" fmla="*/ 8651436 w 10678681"/>
              <a:gd name="connsiteY25" fmla="*/ 511923 h 1357700"/>
              <a:gd name="connsiteX26" fmla="*/ 8609185 w 10678681"/>
              <a:gd name="connsiteY26" fmla="*/ 531525 h 1357700"/>
              <a:gd name="connsiteX27" fmla="*/ 8537091 w 10678681"/>
              <a:gd name="connsiteY27" fmla="*/ 574933 h 1357700"/>
              <a:gd name="connsiteX28" fmla="*/ 8435931 w 10678681"/>
              <a:gd name="connsiteY28" fmla="*/ 617926 h 1357700"/>
              <a:gd name="connsiteX29" fmla="*/ 8348623 w 10678681"/>
              <a:gd name="connsiteY29" fmla="*/ 600607 h 1357700"/>
              <a:gd name="connsiteX30" fmla="*/ 8344233 w 10678681"/>
              <a:gd name="connsiteY30" fmla="*/ 610922 h 1357700"/>
              <a:gd name="connsiteX31" fmla="*/ 8290622 w 10678681"/>
              <a:gd name="connsiteY31" fmla="*/ 622687 h 1357700"/>
              <a:gd name="connsiteX32" fmla="*/ 8086698 w 10678681"/>
              <a:gd name="connsiteY32" fmla="*/ 605185 h 1357700"/>
              <a:gd name="connsiteX33" fmla="*/ 7982378 w 10678681"/>
              <a:gd name="connsiteY33" fmla="*/ 629799 h 1357700"/>
              <a:gd name="connsiteX34" fmla="*/ 7947952 w 10678681"/>
              <a:gd name="connsiteY34" fmla="*/ 648003 h 1357700"/>
              <a:gd name="connsiteX35" fmla="*/ 7890112 w 10678681"/>
              <a:gd name="connsiteY35" fmla="*/ 677915 h 1357700"/>
              <a:gd name="connsiteX36" fmla="*/ 7853284 w 10678681"/>
              <a:gd name="connsiteY36" fmla="*/ 723588 h 1357700"/>
              <a:gd name="connsiteX37" fmla="*/ 7802383 w 10678681"/>
              <a:gd name="connsiteY37" fmla="*/ 739359 h 1357700"/>
              <a:gd name="connsiteX38" fmla="*/ 7730518 w 10678681"/>
              <a:gd name="connsiteY38" fmla="*/ 739526 h 1357700"/>
              <a:gd name="connsiteX39" fmla="*/ 7652907 w 10678681"/>
              <a:gd name="connsiteY39" fmla="*/ 783273 h 1357700"/>
              <a:gd name="connsiteX40" fmla="*/ 7606008 w 10678681"/>
              <a:gd name="connsiteY40" fmla="*/ 800717 h 1357700"/>
              <a:gd name="connsiteX41" fmla="*/ 7480223 w 10678681"/>
              <a:gd name="connsiteY41" fmla="*/ 856821 h 1357700"/>
              <a:gd name="connsiteX42" fmla="*/ 7356005 w 10678681"/>
              <a:gd name="connsiteY42" fmla="*/ 919462 h 1357700"/>
              <a:gd name="connsiteX43" fmla="*/ 7305396 w 10678681"/>
              <a:gd name="connsiteY43" fmla="*/ 986228 h 1357700"/>
              <a:gd name="connsiteX44" fmla="*/ 7266251 w 10678681"/>
              <a:gd name="connsiteY44" fmla="*/ 967864 h 1357700"/>
              <a:gd name="connsiteX45" fmla="*/ 7269396 w 10678681"/>
              <a:gd name="connsiteY45" fmla="*/ 989282 h 1357700"/>
              <a:gd name="connsiteX46" fmla="*/ 7258094 w 10678681"/>
              <a:gd name="connsiteY46" fmla="*/ 990679 h 1357700"/>
              <a:gd name="connsiteX47" fmla="*/ 7257893 w 10678681"/>
              <a:gd name="connsiteY47" fmla="*/ 991204 h 1357700"/>
              <a:gd name="connsiteX48" fmla="*/ 7247153 w 10678681"/>
              <a:gd name="connsiteY48" fmla="*/ 991550 h 1357700"/>
              <a:gd name="connsiteX49" fmla="*/ 7193612 w 10678681"/>
              <a:gd name="connsiteY49" fmla="*/ 987042 h 1357700"/>
              <a:gd name="connsiteX50" fmla="*/ 7132632 w 10678681"/>
              <a:gd name="connsiteY50" fmla="*/ 1042036 h 1357700"/>
              <a:gd name="connsiteX51" fmla="*/ 7105610 w 10678681"/>
              <a:gd name="connsiteY51" fmla="*/ 1053537 h 1357700"/>
              <a:gd name="connsiteX52" fmla="*/ 7069148 w 10678681"/>
              <a:gd name="connsiteY52" fmla="*/ 1047163 h 1357700"/>
              <a:gd name="connsiteX53" fmla="*/ 7039634 w 10678681"/>
              <a:gd name="connsiteY53" fmla="*/ 1059971 h 1357700"/>
              <a:gd name="connsiteX54" fmla="*/ 7033445 w 10678681"/>
              <a:gd name="connsiteY54" fmla="*/ 1063314 h 1357700"/>
              <a:gd name="connsiteX55" fmla="*/ 6999157 w 10678681"/>
              <a:gd name="connsiteY55" fmla="*/ 1055282 h 1357700"/>
              <a:gd name="connsiteX56" fmla="*/ 6981874 w 10678681"/>
              <a:gd name="connsiteY56" fmla="*/ 1053827 h 1357700"/>
              <a:gd name="connsiteX57" fmla="*/ 6976102 w 10678681"/>
              <a:gd name="connsiteY57" fmla="*/ 1047854 h 1357700"/>
              <a:gd name="connsiteX58" fmla="*/ 6951040 w 10678681"/>
              <a:gd name="connsiteY58" fmla="*/ 1048531 h 1357700"/>
              <a:gd name="connsiteX59" fmla="*/ 6948497 w 10678681"/>
              <a:gd name="connsiteY59" fmla="*/ 1050706 h 1357700"/>
              <a:gd name="connsiteX60" fmla="*/ 6926582 w 10678681"/>
              <a:gd name="connsiteY60" fmla="*/ 1043462 h 1357700"/>
              <a:gd name="connsiteX61" fmla="*/ 6833743 w 10678681"/>
              <a:gd name="connsiteY61" fmla="*/ 1027960 h 1357700"/>
              <a:gd name="connsiteX62" fmla="*/ 6687090 w 10678681"/>
              <a:gd name="connsiteY62" fmla="*/ 1063250 h 1357700"/>
              <a:gd name="connsiteX63" fmla="*/ 6437450 w 10678681"/>
              <a:gd name="connsiteY63" fmla="*/ 1101075 h 1357700"/>
              <a:gd name="connsiteX64" fmla="*/ 6327795 w 10678681"/>
              <a:gd name="connsiteY64" fmla="*/ 1088142 h 1357700"/>
              <a:gd name="connsiteX65" fmla="*/ 6136549 w 10678681"/>
              <a:gd name="connsiteY65" fmla="*/ 1100268 h 1357700"/>
              <a:gd name="connsiteX66" fmla="*/ 6004655 w 10678681"/>
              <a:gd name="connsiteY66" fmla="*/ 1114946 h 1357700"/>
              <a:gd name="connsiteX67" fmla="*/ 5936643 w 10678681"/>
              <a:gd name="connsiteY67" fmla="*/ 1095428 h 1357700"/>
              <a:gd name="connsiteX68" fmla="*/ 5912484 w 10678681"/>
              <a:gd name="connsiteY68" fmla="*/ 1112624 h 1357700"/>
              <a:gd name="connsiteX69" fmla="*/ 5908387 w 10678681"/>
              <a:gd name="connsiteY69" fmla="*/ 1116018 h 1357700"/>
              <a:gd name="connsiteX70" fmla="*/ 5890495 w 10678681"/>
              <a:gd name="connsiteY70" fmla="*/ 1120268 h 1357700"/>
              <a:gd name="connsiteX71" fmla="*/ 5887318 w 10678681"/>
              <a:gd name="connsiteY71" fmla="*/ 1133134 h 1357700"/>
              <a:gd name="connsiteX72" fmla="*/ 5861726 w 10678681"/>
              <a:gd name="connsiteY72" fmla="*/ 1147891 h 1357700"/>
              <a:gd name="connsiteX73" fmla="*/ 5805823 w 10678681"/>
              <a:gd name="connsiteY73" fmla="*/ 1152457 h 1357700"/>
              <a:gd name="connsiteX74" fmla="*/ 5689841 w 10678681"/>
              <a:gd name="connsiteY74" fmla="*/ 1176232 h 1357700"/>
              <a:gd name="connsiteX75" fmla="*/ 5605119 w 10678681"/>
              <a:gd name="connsiteY75" fmla="*/ 1190202 h 1357700"/>
              <a:gd name="connsiteX76" fmla="*/ 5488513 w 10678681"/>
              <a:gd name="connsiteY76" fmla="*/ 1205367 h 1357700"/>
              <a:gd name="connsiteX77" fmla="*/ 5402905 w 10678681"/>
              <a:gd name="connsiteY77" fmla="*/ 1241191 h 1357700"/>
              <a:gd name="connsiteX78" fmla="*/ 5285593 w 10678681"/>
              <a:gd name="connsiteY78" fmla="*/ 1273569 h 1357700"/>
              <a:gd name="connsiteX79" fmla="*/ 5192893 w 10678681"/>
              <a:gd name="connsiteY79" fmla="*/ 1247188 h 1357700"/>
              <a:gd name="connsiteX80" fmla="*/ 5186475 w 10678681"/>
              <a:gd name="connsiteY80" fmla="*/ 1257028 h 1357700"/>
              <a:gd name="connsiteX81" fmla="*/ 5126038 w 10678681"/>
              <a:gd name="connsiteY81" fmla="*/ 1263189 h 1357700"/>
              <a:gd name="connsiteX82" fmla="*/ 4894688 w 10678681"/>
              <a:gd name="connsiteY82" fmla="*/ 1247184 h 1357700"/>
              <a:gd name="connsiteX83" fmla="*/ 4788036 w 10678681"/>
              <a:gd name="connsiteY83" fmla="*/ 1238182 h 1357700"/>
              <a:gd name="connsiteX84" fmla="*/ 4747555 w 10678681"/>
              <a:gd name="connsiteY84" fmla="*/ 1252768 h 1357700"/>
              <a:gd name="connsiteX85" fmla="*/ 4679644 w 10678681"/>
              <a:gd name="connsiteY85" fmla="*/ 1276603 h 1357700"/>
              <a:gd name="connsiteX86" fmla="*/ 4632222 w 10678681"/>
              <a:gd name="connsiteY86" fmla="*/ 1318360 h 1357700"/>
              <a:gd name="connsiteX87" fmla="*/ 4617358 w 10678681"/>
              <a:gd name="connsiteY87" fmla="*/ 1327690 h 1357700"/>
              <a:gd name="connsiteX88" fmla="*/ 4589102 w 10678681"/>
              <a:gd name="connsiteY88" fmla="*/ 1321223 h 1357700"/>
              <a:gd name="connsiteX89" fmla="*/ 4578184 w 10678681"/>
              <a:gd name="connsiteY89" fmla="*/ 1326745 h 1357700"/>
              <a:gd name="connsiteX90" fmla="*/ 4574270 w 10678681"/>
              <a:gd name="connsiteY90" fmla="*/ 1325878 h 1357700"/>
              <a:gd name="connsiteX91" fmla="*/ 4564919 w 10678681"/>
              <a:gd name="connsiteY91" fmla="*/ 1325507 h 1357700"/>
              <a:gd name="connsiteX92" fmla="*/ 4566586 w 10678681"/>
              <a:gd name="connsiteY92" fmla="*/ 1316963 h 1357700"/>
              <a:gd name="connsiteX93" fmla="*/ 4556303 w 10678681"/>
              <a:gd name="connsiteY93" fmla="*/ 1300262 h 1357700"/>
              <a:gd name="connsiteX94" fmla="*/ 4502358 w 10678681"/>
              <a:gd name="connsiteY94" fmla="*/ 1302558 h 1357700"/>
              <a:gd name="connsiteX95" fmla="*/ 4498919 w 10678681"/>
              <a:gd name="connsiteY95" fmla="*/ 1312115 h 1357700"/>
              <a:gd name="connsiteX96" fmla="*/ 4492075 w 10678681"/>
              <a:gd name="connsiteY96" fmla="*/ 1313357 h 1357700"/>
              <a:gd name="connsiteX97" fmla="*/ 4487466 w 10678681"/>
              <a:gd name="connsiteY97" fmla="*/ 1304102 h 1357700"/>
              <a:gd name="connsiteX98" fmla="*/ 4398292 w 10678681"/>
              <a:gd name="connsiteY98" fmla="*/ 1278410 h 1357700"/>
              <a:gd name="connsiteX99" fmla="*/ 4306088 w 10678681"/>
              <a:gd name="connsiteY99" fmla="*/ 1282512 h 1357700"/>
              <a:gd name="connsiteX100" fmla="*/ 4188995 w 10678681"/>
              <a:gd name="connsiteY100" fmla="*/ 1296718 h 1357700"/>
              <a:gd name="connsiteX101" fmla="*/ 4136582 w 10678681"/>
              <a:gd name="connsiteY101" fmla="*/ 1287687 h 1357700"/>
              <a:gd name="connsiteX102" fmla="*/ 4064614 w 10678681"/>
              <a:gd name="connsiteY102" fmla="*/ 1296118 h 1357700"/>
              <a:gd name="connsiteX103" fmla="*/ 3906561 w 10678681"/>
              <a:gd name="connsiteY103" fmla="*/ 1352435 h 1357700"/>
              <a:gd name="connsiteX104" fmla="*/ 3787890 w 10678681"/>
              <a:gd name="connsiteY104" fmla="*/ 1352442 h 1357700"/>
              <a:gd name="connsiteX105" fmla="*/ 3745993 w 10678681"/>
              <a:gd name="connsiteY105" fmla="*/ 1342630 h 1357700"/>
              <a:gd name="connsiteX106" fmla="*/ 3675785 w 10678681"/>
              <a:gd name="connsiteY106" fmla="*/ 1326802 h 1357700"/>
              <a:gd name="connsiteX107" fmla="*/ 3623856 w 10678681"/>
              <a:gd name="connsiteY107" fmla="*/ 1290804 h 1357700"/>
              <a:gd name="connsiteX108" fmla="*/ 3564933 w 10678681"/>
              <a:gd name="connsiteY108" fmla="*/ 1287147 h 1357700"/>
              <a:gd name="connsiteX109" fmla="*/ 3550537 w 10678681"/>
              <a:gd name="connsiteY109" fmla="*/ 1317552 h 1357700"/>
              <a:gd name="connsiteX110" fmla="*/ 3487736 w 10678681"/>
              <a:gd name="connsiteY110" fmla="*/ 1303493 h 1357700"/>
              <a:gd name="connsiteX111" fmla="*/ 3392548 w 10678681"/>
              <a:gd name="connsiteY111" fmla="*/ 1278741 h 1357700"/>
              <a:gd name="connsiteX112" fmla="*/ 3337466 w 10678681"/>
              <a:gd name="connsiteY112" fmla="*/ 1272537 h 1357700"/>
              <a:gd name="connsiteX113" fmla="*/ 3187206 w 10678681"/>
              <a:gd name="connsiteY113" fmla="*/ 1246821 h 1357700"/>
              <a:gd name="connsiteX114" fmla="*/ 3036856 w 10678681"/>
              <a:gd name="connsiteY114" fmla="*/ 1214383 h 1357700"/>
              <a:gd name="connsiteX115" fmla="*/ 2824973 w 10678681"/>
              <a:gd name="connsiteY115" fmla="*/ 1134864 h 1357700"/>
              <a:gd name="connsiteX116" fmla="*/ 2804398 w 10678681"/>
              <a:gd name="connsiteY116" fmla="*/ 1125556 h 1357700"/>
              <a:gd name="connsiteX117" fmla="*/ 2775396 w 10678681"/>
              <a:gd name="connsiteY117" fmla="*/ 1130148 h 1357700"/>
              <a:gd name="connsiteX118" fmla="*/ 2659096 w 10678681"/>
              <a:gd name="connsiteY118" fmla="*/ 1150294 h 1357700"/>
              <a:gd name="connsiteX119" fmla="*/ 2567088 w 10678681"/>
              <a:gd name="connsiteY119" fmla="*/ 1181781 h 1357700"/>
              <a:gd name="connsiteX120" fmla="*/ 2454501 w 10678681"/>
              <a:gd name="connsiteY120" fmla="*/ 1155455 h 1357700"/>
              <a:gd name="connsiteX121" fmla="*/ 2385161 w 10678681"/>
              <a:gd name="connsiteY121" fmla="*/ 1161312 h 1357700"/>
              <a:gd name="connsiteX122" fmla="*/ 2121820 w 10678681"/>
              <a:gd name="connsiteY122" fmla="*/ 1187078 h 1357700"/>
              <a:gd name="connsiteX123" fmla="*/ 2092716 w 10678681"/>
              <a:gd name="connsiteY123" fmla="*/ 1139224 h 1357700"/>
              <a:gd name="connsiteX124" fmla="*/ 2052449 w 10678681"/>
              <a:gd name="connsiteY124" fmla="*/ 1109687 h 1357700"/>
              <a:gd name="connsiteX125" fmla="*/ 2032607 w 10678681"/>
              <a:gd name="connsiteY125" fmla="*/ 1175477 h 1357700"/>
              <a:gd name="connsiteX126" fmla="*/ 1901837 w 10678681"/>
              <a:gd name="connsiteY126" fmla="*/ 1221762 h 1357700"/>
              <a:gd name="connsiteX127" fmla="*/ 1836762 w 10678681"/>
              <a:gd name="connsiteY127" fmla="*/ 1237387 h 1357700"/>
              <a:gd name="connsiteX128" fmla="*/ 1735877 w 10678681"/>
              <a:gd name="connsiteY128" fmla="*/ 1246527 h 1357700"/>
              <a:gd name="connsiteX129" fmla="*/ 1705069 w 10678681"/>
              <a:gd name="connsiteY129" fmla="*/ 1251989 h 1357700"/>
              <a:gd name="connsiteX130" fmla="*/ 1397689 w 10678681"/>
              <a:gd name="connsiteY130" fmla="*/ 1336144 h 1357700"/>
              <a:gd name="connsiteX131" fmla="*/ 1220734 w 10678681"/>
              <a:gd name="connsiteY131" fmla="*/ 1257811 h 1357700"/>
              <a:gd name="connsiteX132" fmla="*/ 1021737 w 10678681"/>
              <a:gd name="connsiteY132" fmla="*/ 1238739 h 1357700"/>
              <a:gd name="connsiteX133" fmla="*/ 959820 w 10678681"/>
              <a:gd name="connsiteY133" fmla="*/ 1275863 h 1357700"/>
              <a:gd name="connsiteX134" fmla="*/ 929137 w 10678681"/>
              <a:gd name="connsiteY134" fmla="*/ 1273957 h 1357700"/>
              <a:gd name="connsiteX135" fmla="*/ 878849 w 10678681"/>
              <a:gd name="connsiteY135" fmla="*/ 1266740 h 1357700"/>
              <a:gd name="connsiteX136" fmla="*/ 800667 w 10678681"/>
              <a:gd name="connsiteY136" fmla="*/ 1282041 h 1357700"/>
              <a:gd name="connsiteX137" fmla="*/ 644906 w 10678681"/>
              <a:gd name="connsiteY137" fmla="*/ 1273685 h 1357700"/>
              <a:gd name="connsiteX138" fmla="*/ 379869 w 10678681"/>
              <a:gd name="connsiteY138" fmla="*/ 1339165 h 1357700"/>
              <a:gd name="connsiteX139" fmla="*/ 137696 w 10678681"/>
              <a:gd name="connsiteY139" fmla="*/ 1319217 h 1357700"/>
              <a:gd name="connsiteX140" fmla="*/ 54250 w 10678681"/>
              <a:gd name="connsiteY140" fmla="*/ 1315838 h 1357700"/>
              <a:gd name="connsiteX141" fmla="*/ 28042 w 10678681"/>
              <a:gd name="connsiteY141" fmla="*/ 1297822 h 1357700"/>
              <a:gd name="connsiteX142" fmla="*/ 0 w 10678681"/>
              <a:gd name="connsiteY142" fmla="*/ 1294612 h 1357700"/>
              <a:gd name="connsiteX143" fmla="*/ 0 w 10678681"/>
              <a:gd name="connsiteY143" fmla="*/ 0 h 1357700"/>
              <a:gd name="connsiteX0" fmla="*/ 0 w 10678681"/>
              <a:gd name="connsiteY0" fmla="*/ 0 h 1357700"/>
              <a:gd name="connsiteX1" fmla="*/ 10678681 w 10678681"/>
              <a:gd name="connsiteY1" fmla="*/ 0 h 1357700"/>
              <a:gd name="connsiteX2" fmla="*/ 10666019 w 10678681"/>
              <a:gd name="connsiteY2" fmla="*/ 7876 h 1357700"/>
              <a:gd name="connsiteX3" fmla="*/ 10632825 w 10678681"/>
              <a:gd name="connsiteY3" fmla="*/ 32153 h 1357700"/>
              <a:gd name="connsiteX4" fmla="*/ 10510605 w 10678681"/>
              <a:gd name="connsiteY4" fmla="*/ 30449 h 1357700"/>
              <a:gd name="connsiteX5" fmla="*/ 10456989 w 10678681"/>
              <a:gd name="connsiteY5" fmla="*/ 979 h 1357700"/>
              <a:gd name="connsiteX6" fmla="*/ 10438642 w 10678681"/>
              <a:gd name="connsiteY6" fmla="*/ 1524 h 1357700"/>
              <a:gd name="connsiteX7" fmla="*/ 10407146 w 10678681"/>
              <a:gd name="connsiteY7" fmla="*/ 43659 h 1357700"/>
              <a:gd name="connsiteX8" fmla="*/ 10357996 w 10678681"/>
              <a:gd name="connsiteY8" fmla="*/ 50836 h 1357700"/>
              <a:gd name="connsiteX9" fmla="*/ 10306667 w 10678681"/>
              <a:gd name="connsiteY9" fmla="*/ 109739 h 1357700"/>
              <a:gd name="connsiteX10" fmla="*/ 10115334 w 10678681"/>
              <a:gd name="connsiteY10" fmla="*/ 155658 h 1357700"/>
              <a:gd name="connsiteX11" fmla="*/ 10068157 w 10678681"/>
              <a:gd name="connsiteY11" fmla="*/ 215673 h 1357700"/>
              <a:gd name="connsiteX12" fmla="*/ 10045431 w 10678681"/>
              <a:gd name="connsiteY12" fmla="*/ 229568 h 1357700"/>
              <a:gd name="connsiteX13" fmla="*/ 10013265 w 10678681"/>
              <a:gd name="connsiteY13" fmla="*/ 284757 h 1357700"/>
              <a:gd name="connsiteX14" fmla="*/ 9862496 w 10678681"/>
              <a:gd name="connsiteY14" fmla="*/ 223033 h 1357700"/>
              <a:gd name="connsiteX15" fmla="*/ 9679638 w 10678681"/>
              <a:gd name="connsiteY15" fmla="*/ 277462 h 1357700"/>
              <a:gd name="connsiteX16" fmla="*/ 9498347 w 10678681"/>
              <a:gd name="connsiteY16" fmla="*/ 244723 h 1357700"/>
              <a:gd name="connsiteX17" fmla="*/ 9399702 w 10678681"/>
              <a:gd name="connsiteY17" fmla="*/ 276316 h 1357700"/>
              <a:gd name="connsiteX18" fmla="*/ 9378439 w 10678681"/>
              <a:gd name="connsiteY18" fmla="*/ 326244 h 1357700"/>
              <a:gd name="connsiteX19" fmla="*/ 9121744 w 10678681"/>
              <a:gd name="connsiteY19" fmla="*/ 365177 h 1357700"/>
              <a:gd name="connsiteX20" fmla="*/ 9061654 w 10678681"/>
              <a:gd name="connsiteY20" fmla="*/ 393730 h 1357700"/>
              <a:gd name="connsiteX21" fmla="*/ 8997577 w 10678681"/>
              <a:gd name="connsiteY21" fmla="*/ 380865 h 1357700"/>
              <a:gd name="connsiteX22" fmla="*/ 8907968 w 10678681"/>
              <a:gd name="connsiteY22" fmla="*/ 447345 h 1357700"/>
              <a:gd name="connsiteX23" fmla="*/ 8764163 w 10678681"/>
              <a:gd name="connsiteY23" fmla="*/ 471000 h 1357700"/>
              <a:gd name="connsiteX24" fmla="*/ 8680155 w 10678681"/>
              <a:gd name="connsiteY24" fmla="*/ 492404 h 1357700"/>
              <a:gd name="connsiteX25" fmla="*/ 8651436 w 10678681"/>
              <a:gd name="connsiteY25" fmla="*/ 511923 h 1357700"/>
              <a:gd name="connsiteX26" fmla="*/ 8609185 w 10678681"/>
              <a:gd name="connsiteY26" fmla="*/ 531525 h 1357700"/>
              <a:gd name="connsiteX27" fmla="*/ 8537091 w 10678681"/>
              <a:gd name="connsiteY27" fmla="*/ 574933 h 1357700"/>
              <a:gd name="connsiteX28" fmla="*/ 8435931 w 10678681"/>
              <a:gd name="connsiteY28" fmla="*/ 617926 h 1357700"/>
              <a:gd name="connsiteX29" fmla="*/ 8348623 w 10678681"/>
              <a:gd name="connsiteY29" fmla="*/ 600607 h 1357700"/>
              <a:gd name="connsiteX30" fmla="*/ 8344233 w 10678681"/>
              <a:gd name="connsiteY30" fmla="*/ 610922 h 1357700"/>
              <a:gd name="connsiteX31" fmla="*/ 8290622 w 10678681"/>
              <a:gd name="connsiteY31" fmla="*/ 622687 h 1357700"/>
              <a:gd name="connsiteX32" fmla="*/ 8086698 w 10678681"/>
              <a:gd name="connsiteY32" fmla="*/ 605185 h 1357700"/>
              <a:gd name="connsiteX33" fmla="*/ 7982378 w 10678681"/>
              <a:gd name="connsiteY33" fmla="*/ 629799 h 1357700"/>
              <a:gd name="connsiteX34" fmla="*/ 7947952 w 10678681"/>
              <a:gd name="connsiteY34" fmla="*/ 648003 h 1357700"/>
              <a:gd name="connsiteX35" fmla="*/ 7890112 w 10678681"/>
              <a:gd name="connsiteY35" fmla="*/ 677915 h 1357700"/>
              <a:gd name="connsiteX36" fmla="*/ 7853284 w 10678681"/>
              <a:gd name="connsiteY36" fmla="*/ 723588 h 1357700"/>
              <a:gd name="connsiteX37" fmla="*/ 7802383 w 10678681"/>
              <a:gd name="connsiteY37" fmla="*/ 739359 h 1357700"/>
              <a:gd name="connsiteX38" fmla="*/ 7730518 w 10678681"/>
              <a:gd name="connsiteY38" fmla="*/ 739526 h 1357700"/>
              <a:gd name="connsiteX39" fmla="*/ 7652907 w 10678681"/>
              <a:gd name="connsiteY39" fmla="*/ 783273 h 1357700"/>
              <a:gd name="connsiteX40" fmla="*/ 7606008 w 10678681"/>
              <a:gd name="connsiteY40" fmla="*/ 800717 h 1357700"/>
              <a:gd name="connsiteX41" fmla="*/ 7480223 w 10678681"/>
              <a:gd name="connsiteY41" fmla="*/ 856821 h 1357700"/>
              <a:gd name="connsiteX42" fmla="*/ 7356005 w 10678681"/>
              <a:gd name="connsiteY42" fmla="*/ 919462 h 1357700"/>
              <a:gd name="connsiteX43" fmla="*/ 7305396 w 10678681"/>
              <a:gd name="connsiteY43" fmla="*/ 986228 h 1357700"/>
              <a:gd name="connsiteX44" fmla="*/ 7266251 w 10678681"/>
              <a:gd name="connsiteY44" fmla="*/ 967864 h 1357700"/>
              <a:gd name="connsiteX45" fmla="*/ 7269396 w 10678681"/>
              <a:gd name="connsiteY45" fmla="*/ 989282 h 1357700"/>
              <a:gd name="connsiteX46" fmla="*/ 7258094 w 10678681"/>
              <a:gd name="connsiteY46" fmla="*/ 990679 h 1357700"/>
              <a:gd name="connsiteX47" fmla="*/ 7257893 w 10678681"/>
              <a:gd name="connsiteY47" fmla="*/ 991204 h 1357700"/>
              <a:gd name="connsiteX48" fmla="*/ 7247153 w 10678681"/>
              <a:gd name="connsiteY48" fmla="*/ 991550 h 1357700"/>
              <a:gd name="connsiteX49" fmla="*/ 7193612 w 10678681"/>
              <a:gd name="connsiteY49" fmla="*/ 987042 h 1357700"/>
              <a:gd name="connsiteX50" fmla="*/ 7132632 w 10678681"/>
              <a:gd name="connsiteY50" fmla="*/ 1042036 h 1357700"/>
              <a:gd name="connsiteX51" fmla="*/ 7105610 w 10678681"/>
              <a:gd name="connsiteY51" fmla="*/ 1053537 h 1357700"/>
              <a:gd name="connsiteX52" fmla="*/ 7069148 w 10678681"/>
              <a:gd name="connsiteY52" fmla="*/ 1047163 h 1357700"/>
              <a:gd name="connsiteX53" fmla="*/ 7039634 w 10678681"/>
              <a:gd name="connsiteY53" fmla="*/ 1059971 h 1357700"/>
              <a:gd name="connsiteX54" fmla="*/ 7033445 w 10678681"/>
              <a:gd name="connsiteY54" fmla="*/ 1063314 h 1357700"/>
              <a:gd name="connsiteX55" fmla="*/ 6999157 w 10678681"/>
              <a:gd name="connsiteY55" fmla="*/ 1055282 h 1357700"/>
              <a:gd name="connsiteX56" fmla="*/ 6981874 w 10678681"/>
              <a:gd name="connsiteY56" fmla="*/ 1053827 h 1357700"/>
              <a:gd name="connsiteX57" fmla="*/ 6976102 w 10678681"/>
              <a:gd name="connsiteY57" fmla="*/ 1047854 h 1357700"/>
              <a:gd name="connsiteX58" fmla="*/ 6951040 w 10678681"/>
              <a:gd name="connsiteY58" fmla="*/ 1048531 h 1357700"/>
              <a:gd name="connsiteX59" fmla="*/ 6948497 w 10678681"/>
              <a:gd name="connsiteY59" fmla="*/ 1050706 h 1357700"/>
              <a:gd name="connsiteX60" fmla="*/ 6926582 w 10678681"/>
              <a:gd name="connsiteY60" fmla="*/ 1043462 h 1357700"/>
              <a:gd name="connsiteX61" fmla="*/ 6833743 w 10678681"/>
              <a:gd name="connsiteY61" fmla="*/ 1027960 h 1357700"/>
              <a:gd name="connsiteX62" fmla="*/ 6687090 w 10678681"/>
              <a:gd name="connsiteY62" fmla="*/ 1063250 h 1357700"/>
              <a:gd name="connsiteX63" fmla="*/ 6437450 w 10678681"/>
              <a:gd name="connsiteY63" fmla="*/ 1101075 h 1357700"/>
              <a:gd name="connsiteX64" fmla="*/ 6327795 w 10678681"/>
              <a:gd name="connsiteY64" fmla="*/ 1088142 h 1357700"/>
              <a:gd name="connsiteX65" fmla="*/ 6136549 w 10678681"/>
              <a:gd name="connsiteY65" fmla="*/ 1100268 h 1357700"/>
              <a:gd name="connsiteX66" fmla="*/ 6004655 w 10678681"/>
              <a:gd name="connsiteY66" fmla="*/ 1114946 h 1357700"/>
              <a:gd name="connsiteX67" fmla="*/ 5936643 w 10678681"/>
              <a:gd name="connsiteY67" fmla="*/ 1095428 h 1357700"/>
              <a:gd name="connsiteX68" fmla="*/ 5912484 w 10678681"/>
              <a:gd name="connsiteY68" fmla="*/ 1112624 h 1357700"/>
              <a:gd name="connsiteX69" fmla="*/ 5908387 w 10678681"/>
              <a:gd name="connsiteY69" fmla="*/ 1116018 h 1357700"/>
              <a:gd name="connsiteX70" fmla="*/ 5890495 w 10678681"/>
              <a:gd name="connsiteY70" fmla="*/ 1120268 h 1357700"/>
              <a:gd name="connsiteX71" fmla="*/ 5887318 w 10678681"/>
              <a:gd name="connsiteY71" fmla="*/ 1133134 h 1357700"/>
              <a:gd name="connsiteX72" fmla="*/ 5861726 w 10678681"/>
              <a:gd name="connsiteY72" fmla="*/ 1147891 h 1357700"/>
              <a:gd name="connsiteX73" fmla="*/ 5805823 w 10678681"/>
              <a:gd name="connsiteY73" fmla="*/ 1152457 h 1357700"/>
              <a:gd name="connsiteX74" fmla="*/ 5689841 w 10678681"/>
              <a:gd name="connsiteY74" fmla="*/ 1176232 h 1357700"/>
              <a:gd name="connsiteX75" fmla="*/ 5605119 w 10678681"/>
              <a:gd name="connsiteY75" fmla="*/ 1190202 h 1357700"/>
              <a:gd name="connsiteX76" fmla="*/ 5488513 w 10678681"/>
              <a:gd name="connsiteY76" fmla="*/ 1205367 h 1357700"/>
              <a:gd name="connsiteX77" fmla="*/ 5402905 w 10678681"/>
              <a:gd name="connsiteY77" fmla="*/ 1241191 h 1357700"/>
              <a:gd name="connsiteX78" fmla="*/ 5285593 w 10678681"/>
              <a:gd name="connsiteY78" fmla="*/ 1273569 h 1357700"/>
              <a:gd name="connsiteX79" fmla="*/ 5192893 w 10678681"/>
              <a:gd name="connsiteY79" fmla="*/ 1247188 h 1357700"/>
              <a:gd name="connsiteX80" fmla="*/ 5186475 w 10678681"/>
              <a:gd name="connsiteY80" fmla="*/ 1257028 h 1357700"/>
              <a:gd name="connsiteX81" fmla="*/ 5126038 w 10678681"/>
              <a:gd name="connsiteY81" fmla="*/ 1263189 h 1357700"/>
              <a:gd name="connsiteX82" fmla="*/ 4894688 w 10678681"/>
              <a:gd name="connsiteY82" fmla="*/ 1247184 h 1357700"/>
              <a:gd name="connsiteX83" fmla="*/ 4788036 w 10678681"/>
              <a:gd name="connsiteY83" fmla="*/ 1238182 h 1357700"/>
              <a:gd name="connsiteX84" fmla="*/ 4747555 w 10678681"/>
              <a:gd name="connsiteY84" fmla="*/ 1252768 h 1357700"/>
              <a:gd name="connsiteX85" fmla="*/ 4679644 w 10678681"/>
              <a:gd name="connsiteY85" fmla="*/ 1276603 h 1357700"/>
              <a:gd name="connsiteX86" fmla="*/ 4632222 w 10678681"/>
              <a:gd name="connsiteY86" fmla="*/ 1318360 h 1357700"/>
              <a:gd name="connsiteX87" fmla="*/ 4617358 w 10678681"/>
              <a:gd name="connsiteY87" fmla="*/ 1327690 h 1357700"/>
              <a:gd name="connsiteX88" fmla="*/ 4589102 w 10678681"/>
              <a:gd name="connsiteY88" fmla="*/ 1321223 h 1357700"/>
              <a:gd name="connsiteX89" fmla="*/ 4578184 w 10678681"/>
              <a:gd name="connsiteY89" fmla="*/ 1326745 h 1357700"/>
              <a:gd name="connsiteX90" fmla="*/ 4574270 w 10678681"/>
              <a:gd name="connsiteY90" fmla="*/ 1325878 h 1357700"/>
              <a:gd name="connsiteX91" fmla="*/ 4564919 w 10678681"/>
              <a:gd name="connsiteY91" fmla="*/ 1325507 h 1357700"/>
              <a:gd name="connsiteX92" fmla="*/ 4566586 w 10678681"/>
              <a:gd name="connsiteY92" fmla="*/ 1316963 h 1357700"/>
              <a:gd name="connsiteX93" fmla="*/ 4556303 w 10678681"/>
              <a:gd name="connsiteY93" fmla="*/ 1300262 h 1357700"/>
              <a:gd name="connsiteX94" fmla="*/ 4502358 w 10678681"/>
              <a:gd name="connsiteY94" fmla="*/ 1302558 h 1357700"/>
              <a:gd name="connsiteX95" fmla="*/ 4498919 w 10678681"/>
              <a:gd name="connsiteY95" fmla="*/ 1312115 h 1357700"/>
              <a:gd name="connsiteX96" fmla="*/ 4492075 w 10678681"/>
              <a:gd name="connsiteY96" fmla="*/ 1313357 h 1357700"/>
              <a:gd name="connsiteX97" fmla="*/ 4487466 w 10678681"/>
              <a:gd name="connsiteY97" fmla="*/ 1304102 h 1357700"/>
              <a:gd name="connsiteX98" fmla="*/ 4398292 w 10678681"/>
              <a:gd name="connsiteY98" fmla="*/ 1278410 h 1357700"/>
              <a:gd name="connsiteX99" fmla="*/ 4306088 w 10678681"/>
              <a:gd name="connsiteY99" fmla="*/ 1282512 h 1357700"/>
              <a:gd name="connsiteX100" fmla="*/ 4188995 w 10678681"/>
              <a:gd name="connsiteY100" fmla="*/ 1296718 h 1357700"/>
              <a:gd name="connsiteX101" fmla="*/ 4136582 w 10678681"/>
              <a:gd name="connsiteY101" fmla="*/ 1287687 h 1357700"/>
              <a:gd name="connsiteX102" fmla="*/ 4064614 w 10678681"/>
              <a:gd name="connsiteY102" fmla="*/ 1296118 h 1357700"/>
              <a:gd name="connsiteX103" fmla="*/ 3906561 w 10678681"/>
              <a:gd name="connsiteY103" fmla="*/ 1352435 h 1357700"/>
              <a:gd name="connsiteX104" fmla="*/ 3787890 w 10678681"/>
              <a:gd name="connsiteY104" fmla="*/ 1352442 h 1357700"/>
              <a:gd name="connsiteX105" fmla="*/ 3745993 w 10678681"/>
              <a:gd name="connsiteY105" fmla="*/ 1342630 h 1357700"/>
              <a:gd name="connsiteX106" fmla="*/ 3675785 w 10678681"/>
              <a:gd name="connsiteY106" fmla="*/ 1326802 h 1357700"/>
              <a:gd name="connsiteX107" fmla="*/ 3623856 w 10678681"/>
              <a:gd name="connsiteY107" fmla="*/ 1290804 h 1357700"/>
              <a:gd name="connsiteX108" fmla="*/ 3564933 w 10678681"/>
              <a:gd name="connsiteY108" fmla="*/ 1287147 h 1357700"/>
              <a:gd name="connsiteX109" fmla="*/ 3550537 w 10678681"/>
              <a:gd name="connsiteY109" fmla="*/ 1317552 h 1357700"/>
              <a:gd name="connsiteX110" fmla="*/ 3487736 w 10678681"/>
              <a:gd name="connsiteY110" fmla="*/ 1303493 h 1357700"/>
              <a:gd name="connsiteX111" fmla="*/ 3392548 w 10678681"/>
              <a:gd name="connsiteY111" fmla="*/ 1278741 h 1357700"/>
              <a:gd name="connsiteX112" fmla="*/ 3337466 w 10678681"/>
              <a:gd name="connsiteY112" fmla="*/ 1272537 h 1357700"/>
              <a:gd name="connsiteX113" fmla="*/ 3187206 w 10678681"/>
              <a:gd name="connsiteY113" fmla="*/ 1246821 h 1357700"/>
              <a:gd name="connsiteX114" fmla="*/ 3036856 w 10678681"/>
              <a:gd name="connsiteY114" fmla="*/ 1214383 h 1357700"/>
              <a:gd name="connsiteX115" fmla="*/ 2824973 w 10678681"/>
              <a:gd name="connsiteY115" fmla="*/ 1134864 h 1357700"/>
              <a:gd name="connsiteX116" fmla="*/ 2804398 w 10678681"/>
              <a:gd name="connsiteY116" fmla="*/ 1125556 h 1357700"/>
              <a:gd name="connsiteX117" fmla="*/ 2775396 w 10678681"/>
              <a:gd name="connsiteY117" fmla="*/ 1130148 h 1357700"/>
              <a:gd name="connsiteX118" fmla="*/ 2659096 w 10678681"/>
              <a:gd name="connsiteY118" fmla="*/ 1150294 h 1357700"/>
              <a:gd name="connsiteX119" fmla="*/ 2567088 w 10678681"/>
              <a:gd name="connsiteY119" fmla="*/ 1181781 h 1357700"/>
              <a:gd name="connsiteX120" fmla="*/ 2454501 w 10678681"/>
              <a:gd name="connsiteY120" fmla="*/ 1155455 h 1357700"/>
              <a:gd name="connsiteX121" fmla="*/ 2385161 w 10678681"/>
              <a:gd name="connsiteY121" fmla="*/ 1161312 h 1357700"/>
              <a:gd name="connsiteX122" fmla="*/ 2273361 w 10678681"/>
              <a:gd name="connsiteY122" fmla="*/ 1134090 h 1357700"/>
              <a:gd name="connsiteX123" fmla="*/ 2092716 w 10678681"/>
              <a:gd name="connsiteY123" fmla="*/ 1139224 h 1357700"/>
              <a:gd name="connsiteX124" fmla="*/ 2052449 w 10678681"/>
              <a:gd name="connsiteY124" fmla="*/ 1109687 h 1357700"/>
              <a:gd name="connsiteX125" fmla="*/ 2032607 w 10678681"/>
              <a:gd name="connsiteY125" fmla="*/ 1175477 h 1357700"/>
              <a:gd name="connsiteX126" fmla="*/ 1901837 w 10678681"/>
              <a:gd name="connsiteY126" fmla="*/ 1221762 h 1357700"/>
              <a:gd name="connsiteX127" fmla="*/ 1836762 w 10678681"/>
              <a:gd name="connsiteY127" fmla="*/ 1237387 h 1357700"/>
              <a:gd name="connsiteX128" fmla="*/ 1735877 w 10678681"/>
              <a:gd name="connsiteY128" fmla="*/ 1246527 h 1357700"/>
              <a:gd name="connsiteX129" fmla="*/ 1705069 w 10678681"/>
              <a:gd name="connsiteY129" fmla="*/ 1251989 h 1357700"/>
              <a:gd name="connsiteX130" fmla="*/ 1397689 w 10678681"/>
              <a:gd name="connsiteY130" fmla="*/ 1336144 h 1357700"/>
              <a:gd name="connsiteX131" fmla="*/ 1220734 w 10678681"/>
              <a:gd name="connsiteY131" fmla="*/ 1257811 h 1357700"/>
              <a:gd name="connsiteX132" fmla="*/ 1021737 w 10678681"/>
              <a:gd name="connsiteY132" fmla="*/ 1238739 h 1357700"/>
              <a:gd name="connsiteX133" fmla="*/ 959820 w 10678681"/>
              <a:gd name="connsiteY133" fmla="*/ 1275863 h 1357700"/>
              <a:gd name="connsiteX134" fmla="*/ 929137 w 10678681"/>
              <a:gd name="connsiteY134" fmla="*/ 1273957 h 1357700"/>
              <a:gd name="connsiteX135" fmla="*/ 878849 w 10678681"/>
              <a:gd name="connsiteY135" fmla="*/ 1266740 h 1357700"/>
              <a:gd name="connsiteX136" fmla="*/ 800667 w 10678681"/>
              <a:gd name="connsiteY136" fmla="*/ 1282041 h 1357700"/>
              <a:gd name="connsiteX137" fmla="*/ 644906 w 10678681"/>
              <a:gd name="connsiteY137" fmla="*/ 1273685 h 1357700"/>
              <a:gd name="connsiteX138" fmla="*/ 379869 w 10678681"/>
              <a:gd name="connsiteY138" fmla="*/ 1339165 h 1357700"/>
              <a:gd name="connsiteX139" fmla="*/ 137696 w 10678681"/>
              <a:gd name="connsiteY139" fmla="*/ 1319217 h 1357700"/>
              <a:gd name="connsiteX140" fmla="*/ 54250 w 10678681"/>
              <a:gd name="connsiteY140" fmla="*/ 1315838 h 1357700"/>
              <a:gd name="connsiteX141" fmla="*/ 28042 w 10678681"/>
              <a:gd name="connsiteY141" fmla="*/ 1297822 h 1357700"/>
              <a:gd name="connsiteX142" fmla="*/ 0 w 10678681"/>
              <a:gd name="connsiteY142" fmla="*/ 1294612 h 1357700"/>
              <a:gd name="connsiteX143" fmla="*/ 0 w 10678681"/>
              <a:gd name="connsiteY143" fmla="*/ 0 h 1357700"/>
              <a:gd name="connsiteX0" fmla="*/ 0 w 10678681"/>
              <a:gd name="connsiteY0" fmla="*/ 0 h 1357700"/>
              <a:gd name="connsiteX1" fmla="*/ 10678681 w 10678681"/>
              <a:gd name="connsiteY1" fmla="*/ 0 h 1357700"/>
              <a:gd name="connsiteX2" fmla="*/ 10666019 w 10678681"/>
              <a:gd name="connsiteY2" fmla="*/ 7876 h 1357700"/>
              <a:gd name="connsiteX3" fmla="*/ 10632825 w 10678681"/>
              <a:gd name="connsiteY3" fmla="*/ 32153 h 1357700"/>
              <a:gd name="connsiteX4" fmla="*/ 10510605 w 10678681"/>
              <a:gd name="connsiteY4" fmla="*/ 30449 h 1357700"/>
              <a:gd name="connsiteX5" fmla="*/ 10456989 w 10678681"/>
              <a:gd name="connsiteY5" fmla="*/ 979 h 1357700"/>
              <a:gd name="connsiteX6" fmla="*/ 10438642 w 10678681"/>
              <a:gd name="connsiteY6" fmla="*/ 1524 h 1357700"/>
              <a:gd name="connsiteX7" fmla="*/ 10407146 w 10678681"/>
              <a:gd name="connsiteY7" fmla="*/ 43659 h 1357700"/>
              <a:gd name="connsiteX8" fmla="*/ 10357996 w 10678681"/>
              <a:gd name="connsiteY8" fmla="*/ 50836 h 1357700"/>
              <a:gd name="connsiteX9" fmla="*/ 10306667 w 10678681"/>
              <a:gd name="connsiteY9" fmla="*/ 109739 h 1357700"/>
              <a:gd name="connsiteX10" fmla="*/ 10115334 w 10678681"/>
              <a:gd name="connsiteY10" fmla="*/ 155658 h 1357700"/>
              <a:gd name="connsiteX11" fmla="*/ 10068157 w 10678681"/>
              <a:gd name="connsiteY11" fmla="*/ 215673 h 1357700"/>
              <a:gd name="connsiteX12" fmla="*/ 10045431 w 10678681"/>
              <a:gd name="connsiteY12" fmla="*/ 229568 h 1357700"/>
              <a:gd name="connsiteX13" fmla="*/ 10013265 w 10678681"/>
              <a:gd name="connsiteY13" fmla="*/ 284757 h 1357700"/>
              <a:gd name="connsiteX14" fmla="*/ 9862496 w 10678681"/>
              <a:gd name="connsiteY14" fmla="*/ 223033 h 1357700"/>
              <a:gd name="connsiteX15" fmla="*/ 9679638 w 10678681"/>
              <a:gd name="connsiteY15" fmla="*/ 277462 h 1357700"/>
              <a:gd name="connsiteX16" fmla="*/ 9498347 w 10678681"/>
              <a:gd name="connsiteY16" fmla="*/ 244723 h 1357700"/>
              <a:gd name="connsiteX17" fmla="*/ 9399702 w 10678681"/>
              <a:gd name="connsiteY17" fmla="*/ 276316 h 1357700"/>
              <a:gd name="connsiteX18" fmla="*/ 9378439 w 10678681"/>
              <a:gd name="connsiteY18" fmla="*/ 326244 h 1357700"/>
              <a:gd name="connsiteX19" fmla="*/ 9121744 w 10678681"/>
              <a:gd name="connsiteY19" fmla="*/ 365177 h 1357700"/>
              <a:gd name="connsiteX20" fmla="*/ 9061654 w 10678681"/>
              <a:gd name="connsiteY20" fmla="*/ 393730 h 1357700"/>
              <a:gd name="connsiteX21" fmla="*/ 8997577 w 10678681"/>
              <a:gd name="connsiteY21" fmla="*/ 380865 h 1357700"/>
              <a:gd name="connsiteX22" fmla="*/ 8907968 w 10678681"/>
              <a:gd name="connsiteY22" fmla="*/ 447345 h 1357700"/>
              <a:gd name="connsiteX23" fmla="*/ 8764163 w 10678681"/>
              <a:gd name="connsiteY23" fmla="*/ 471000 h 1357700"/>
              <a:gd name="connsiteX24" fmla="*/ 8680155 w 10678681"/>
              <a:gd name="connsiteY24" fmla="*/ 492404 h 1357700"/>
              <a:gd name="connsiteX25" fmla="*/ 8651436 w 10678681"/>
              <a:gd name="connsiteY25" fmla="*/ 511923 h 1357700"/>
              <a:gd name="connsiteX26" fmla="*/ 8609185 w 10678681"/>
              <a:gd name="connsiteY26" fmla="*/ 531525 h 1357700"/>
              <a:gd name="connsiteX27" fmla="*/ 8537091 w 10678681"/>
              <a:gd name="connsiteY27" fmla="*/ 574933 h 1357700"/>
              <a:gd name="connsiteX28" fmla="*/ 8435931 w 10678681"/>
              <a:gd name="connsiteY28" fmla="*/ 617926 h 1357700"/>
              <a:gd name="connsiteX29" fmla="*/ 8348623 w 10678681"/>
              <a:gd name="connsiteY29" fmla="*/ 600607 h 1357700"/>
              <a:gd name="connsiteX30" fmla="*/ 8344233 w 10678681"/>
              <a:gd name="connsiteY30" fmla="*/ 610922 h 1357700"/>
              <a:gd name="connsiteX31" fmla="*/ 8290622 w 10678681"/>
              <a:gd name="connsiteY31" fmla="*/ 622687 h 1357700"/>
              <a:gd name="connsiteX32" fmla="*/ 8086698 w 10678681"/>
              <a:gd name="connsiteY32" fmla="*/ 605185 h 1357700"/>
              <a:gd name="connsiteX33" fmla="*/ 7982378 w 10678681"/>
              <a:gd name="connsiteY33" fmla="*/ 629799 h 1357700"/>
              <a:gd name="connsiteX34" fmla="*/ 7947952 w 10678681"/>
              <a:gd name="connsiteY34" fmla="*/ 648003 h 1357700"/>
              <a:gd name="connsiteX35" fmla="*/ 7890112 w 10678681"/>
              <a:gd name="connsiteY35" fmla="*/ 677915 h 1357700"/>
              <a:gd name="connsiteX36" fmla="*/ 7853284 w 10678681"/>
              <a:gd name="connsiteY36" fmla="*/ 723588 h 1357700"/>
              <a:gd name="connsiteX37" fmla="*/ 7802383 w 10678681"/>
              <a:gd name="connsiteY37" fmla="*/ 739359 h 1357700"/>
              <a:gd name="connsiteX38" fmla="*/ 7730518 w 10678681"/>
              <a:gd name="connsiteY38" fmla="*/ 739526 h 1357700"/>
              <a:gd name="connsiteX39" fmla="*/ 7652907 w 10678681"/>
              <a:gd name="connsiteY39" fmla="*/ 783273 h 1357700"/>
              <a:gd name="connsiteX40" fmla="*/ 7606008 w 10678681"/>
              <a:gd name="connsiteY40" fmla="*/ 800717 h 1357700"/>
              <a:gd name="connsiteX41" fmla="*/ 7480223 w 10678681"/>
              <a:gd name="connsiteY41" fmla="*/ 856821 h 1357700"/>
              <a:gd name="connsiteX42" fmla="*/ 7356005 w 10678681"/>
              <a:gd name="connsiteY42" fmla="*/ 919462 h 1357700"/>
              <a:gd name="connsiteX43" fmla="*/ 7305396 w 10678681"/>
              <a:gd name="connsiteY43" fmla="*/ 986228 h 1357700"/>
              <a:gd name="connsiteX44" fmla="*/ 7266251 w 10678681"/>
              <a:gd name="connsiteY44" fmla="*/ 967864 h 1357700"/>
              <a:gd name="connsiteX45" fmla="*/ 7269396 w 10678681"/>
              <a:gd name="connsiteY45" fmla="*/ 989282 h 1357700"/>
              <a:gd name="connsiteX46" fmla="*/ 7258094 w 10678681"/>
              <a:gd name="connsiteY46" fmla="*/ 990679 h 1357700"/>
              <a:gd name="connsiteX47" fmla="*/ 7257893 w 10678681"/>
              <a:gd name="connsiteY47" fmla="*/ 991204 h 1357700"/>
              <a:gd name="connsiteX48" fmla="*/ 7247153 w 10678681"/>
              <a:gd name="connsiteY48" fmla="*/ 991550 h 1357700"/>
              <a:gd name="connsiteX49" fmla="*/ 7193612 w 10678681"/>
              <a:gd name="connsiteY49" fmla="*/ 987042 h 1357700"/>
              <a:gd name="connsiteX50" fmla="*/ 7132632 w 10678681"/>
              <a:gd name="connsiteY50" fmla="*/ 1042036 h 1357700"/>
              <a:gd name="connsiteX51" fmla="*/ 7105610 w 10678681"/>
              <a:gd name="connsiteY51" fmla="*/ 1053537 h 1357700"/>
              <a:gd name="connsiteX52" fmla="*/ 7069148 w 10678681"/>
              <a:gd name="connsiteY52" fmla="*/ 1047163 h 1357700"/>
              <a:gd name="connsiteX53" fmla="*/ 7039634 w 10678681"/>
              <a:gd name="connsiteY53" fmla="*/ 1059971 h 1357700"/>
              <a:gd name="connsiteX54" fmla="*/ 7033445 w 10678681"/>
              <a:gd name="connsiteY54" fmla="*/ 1063314 h 1357700"/>
              <a:gd name="connsiteX55" fmla="*/ 6999157 w 10678681"/>
              <a:gd name="connsiteY55" fmla="*/ 1055282 h 1357700"/>
              <a:gd name="connsiteX56" fmla="*/ 6981874 w 10678681"/>
              <a:gd name="connsiteY56" fmla="*/ 1053827 h 1357700"/>
              <a:gd name="connsiteX57" fmla="*/ 6976102 w 10678681"/>
              <a:gd name="connsiteY57" fmla="*/ 1047854 h 1357700"/>
              <a:gd name="connsiteX58" fmla="*/ 6951040 w 10678681"/>
              <a:gd name="connsiteY58" fmla="*/ 1048531 h 1357700"/>
              <a:gd name="connsiteX59" fmla="*/ 6948497 w 10678681"/>
              <a:gd name="connsiteY59" fmla="*/ 1050706 h 1357700"/>
              <a:gd name="connsiteX60" fmla="*/ 6926582 w 10678681"/>
              <a:gd name="connsiteY60" fmla="*/ 1043462 h 1357700"/>
              <a:gd name="connsiteX61" fmla="*/ 6833743 w 10678681"/>
              <a:gd name="connsiteY61" fmla="*/ 1027960 h 1357700"/>
              <a:gd name="connsiteX62" fmla="*/ 6687090 w 10678681"/>
              <a:gd name="connsiteY62" fmla="*/ 1063250 h 1357700"/>
              <a:gd name="connsiteX63" fmla="*/ 6437450 w 10678681"/>
              <a:gd name="connsiteY63" fmla="*/ 1101075 h 1357700"/>
              <a:gd name="connsiteX64" fmla="*/ 6327795 w 10678681"/>
              <a:gd name="connsiteY64" fmla="*/ 1088142 h 1357700"/>
              <a:gd name="connsiteX65" fmla="*/ 6136549 w 10678681"/>
              <a:gd name="connsiteY65" fmla="*/ 1100268 h 1357700"/>
              <a:gd name="connsiteX66" fmla="*/ 6004655 w 10678681"/>
              <a:gd name="connsiteY66" fmla="*/ 1114946 h 1357700"/>
              <a:gd name="connsiteX67" fmla="*/ 5936643 w 10678681"/>
              <a:gd name="connsiteY67" fmla="*/ 1095428 h 1357700"/>
              <a:gd name="connsiteX68" fmla="*/ 5912484 w 10678681"/>
              <a:gd name="connsiteY68" fmla="*/ 1112624 h 1357700"/>
              <a:gd name="connsiteX69" fmla="*/ 5908387 w 10678681"/>
              <a:gd name="connsiteY69" fmla="*/ 1116018 h 1357700"/>
              <a:gd name="connsiteX70" fmla="*/ 5890495 w 10678681"/>
              <a:gd name="connsiteY70" fmla="*/ 1120268 h 1357700"/>
              <a:gd name="connsiteX71" fmla="*/ 5887318 w 10678681"/>
              <a:gd name="connsiteY71" fmla="*/ 1133134 h 1357700"/>
              <a:gd name="connsiteX72" fmla="*/ 5861726 w 10678681"/>
              <a:gd name="connsiteY72" fmla="*/ 1147891 h 1357700"/>
              <a:gd name="connsiteX73" fmla="*/ 5805823 w 10678681"/>
              <a:gd name="connsiteY73" fmla="*/ 1152457 h 1357700"/>
              <a:gd name="connsiteX74" fmla="*/ 5689841 w 10678681"/>
              <a:gd name="connsiteY74" fmla="*/ 1176232 h 1357700"/>
              <a:gd name="connsiteX75" fmla="*/ 5605119 w 10678681"/>
              <a:gd name="connsiteY75" fmla="*/ 1190202 h 1357700"/>
              <a:gd name="connsiteX76" fmla="*/ 5488513 w 10678681"/>
              <a:gd name="connsiteY76" fmla="*/ 1205367 h 1357700"/>
              <a:gd name="connsiteX77" fmla="*/ 5402905 w 10678681"/>
              <a:gd name="connsiteY77" fmla="*/ 1241191 h 1357700"/>
              <a:gd name="connsiteX78" fmla="*/ 5285593 w 10678681"/>
              <a:gd name="connsiteY78" fmla="*/ 1273569 h 1357700"/>
              <a:gd name="connsiteX79" fmla="*/ 5192893 w 10678681"/>
              <a:gd name="connsiteY79" fmla="*/ 1247188 h 1357700"/>
              <a:gd name="connsiteX80" fmla="*/ 5186475 w 10678681"/>
              <a:gd name="connsiteY80" fmla="*/ 1257028 h 1357700"/>
              <a:gd name="connsiteX81" fmla="*/ 5126038 w 10678681"/>
              <a:gd name="connsiteY81" fmla="*/ 1263189 h 1357700"/>
              <a:gd name="connsiteX82" fmla="*/ 4894688 w 10678681"/>
              <a:gd name="connsiteY82" fmla="*/ 1247184 h 1357700"/>
              <a:gd name="connsiteX83" fmla="*/ 4788036 w 10678681"/>
              <a:gd name="connsiteY83" fmla="*/ 1238182 h 1357700"/>
              <a:gd name="connsiteX84" fmla="*/ 4747555 w 10678681"/>
              <a:gd name="connsiteY84" fmla="*/ 1252768 h 1357700"/>
              <a:gd name="connsiteX85" fmla="*/ 4679644 w 10678681"/>
              <a:gd name="connsiteY85" fmla="*/ 1276603 h 1357700"/>
              <a:gd name="connsiteX86" fmla="*/ 4632222 w 10678681"/>
              <a:gd name="connsiteY86" fmla="*/ 1318360 h 1357700"/>
              <a:gd name="connsiteX87" fmla="*/ 4617358 w 10678681"/>
              <a:gd name="connsiteY87" fmla="*/ 1327690 h 1357700"/>
              <a:gd name="connsiteX88" fmla="*/ 4589102 w 10678681"/>
              <a:gd name="connsiteY88" fmla="*/ 1321223 h 1357700"/>
              <a:gd name="connsiteX89" fmla="*/ 4578184 w 10678681"/>
              <a:gd name="connsiteY89" fmla="*/ 1326745 h 1357700"/>
              <a:gd name="connsiteX90" fmla="*/ 4574270 w 10678681"/>
              <a:gd name="connsiteY90" fmla="*/ 1325878 h 1357700"/>
              <a:gd name="connsiteX91" fmla="*/ 4564919 w 10678681"/>
              <a:gd name="connsiteY91" fmla="*/ 1325507 h 1357700"/>
              <a:gd name="connsiteX92" fmla="*/ 4566586 w 10678681"/>
              <a:gd name="connsiteY92" fmla="*/ 1316963 h 1357700"/>
              <a:gd name="connsiteX93" fmla="*/ 4556303 w 10678681"/>
              <a:gd name="connsiteY93" fmla="*/ 1300262 h 1357700"/>
              <a:gd name="connsiteX94" fmla="*/ 4502358 w 10678681"/>
              <a:gd name="connsiteY94" fmla="*/ 1302558 h 1357700"/>
              <a:gd name="connsiteX95" fmla="*/ 4498919 w 10678681"/>
              <a:gd name="connsiteY95" fmla="*/ 1312115 h 1357700"/>
              <a:gd name="connsiteX96" fmla="*/ 4492075 w 10678681"/>
              <a:gd name="connsiteY96" fmla="*/ 1313357 h 1357700"/>
              <a:gd name="connsiteX97" fmla="*/ 4487466 w 10678681"/>
              <a:gd name="connsiteY97" fmla="*/ 1304102 h 1357700"/>
              <a:gd name="connsiteX98" fmla="*/ 4398292 w 10678681"/>
              <a:gd name="connsiteY98" fmla="*/ 1278410 h 1357700"/>
              <a:gd name="connsiteX99" fmla="*/ 4306088 w 10678681"/>
              <a:gd name="connsiteY99" fmla="*/ 1282512 h 1357700"/>
              <a:gd name="connsiteX100" fmla="*/ 4188995 w 10678681"/>
              <a:gd name="connsiteY100" fmla="*/ 1296718 h 1357700"/>
              <a:gd name="connsiteX101" fmla="*/ 4136582 w 10678681"/>
              <a:gd name="connsiteY101" fmla="*/ 1287687 h 1357700"/>
              <a:gd name="connsiteX102" fmla="*/ 4064614 w 10678681"/>
              <a:gd name="connsiteY102" fmla="*/ 1296118 h 1357700"/>
              <a:gd name="connsiteX103" fmla="*/ 3906561 w 10678681"/>
              <a:gd name="connsiteY103" fmla="*/ 1352435 h 1357700"/>
              <a:gd name="connsiteX104" fmla="*/ 3787890 w 10678681"/>
              <a:gd name="connsiteY104" fmla="*/ 1352442 h 1357700"/>
              <a:gd name="connsiteX105" fmla="*/ 3745993 w 10678681"/>
              <a:gd name="connsiteY105" fmla="*/ 1342630 h 1357700"/>
              <a:gd name="connsiteX106" fmla="*/ 3675785 w 10678681"/>
              <a:gd name="connsiteY106" fmla="*/ 1326802 h 1357700"/>
              <a:gd name="connsiteX107" fmla="*/ 3623856 w 10678681"/>
              <a:gd name="connsiteY107" fmla="*/ 1290804 h 1357700"/>
              <a:gd name="connsiteX108" fmla="*/ 3564933 w 10678681"/>
              <a:gd name="connsiteY108" fmla="*/ 1287147 h 1357700"/>
              <a:gd name="connsiteX109" fmla="*/ 3550537 w 10678681"/>
              <a:gd name="connsiteY109" fmla="*/ 1317552 h 1357700"/>
              <a:gd name="connsiteX110" fmla="*/ 3487736 w 10678681"/>
              <a:gd name="connsiteY110" fmla="*/ 1303493 h 1357700"/>
              <a:gd name="connsiteX111" fmla="*/ 3392548 w 10678681"/>
              <a:gd name="connsiteY111" fmla="*/ 1278741 h 1357700"/>
              <a:gd name="connsiteX112" fmla="*/ 3337466 w 10678681"/>
              <a:gd name="connsiteY112" fmla="*/ 1272537 h 1357700"/>
              <a:gd name="connsiteX113" fmla="*/ 3187206 w 10678681"/>
              <a:gd name="connsiteY113" fmla="*/ 1246821 h 1357700"/>
              <a:gd name="connsiteX114" fmla="*/ 3036856 w 10678681"/>
              <a:gd name="connsiteY114" fmla="*/ 1214383 h 1357700"/>
              <a:gd name="connsiteX115" fmla="*/ 2824973 w 10678681"/>
              <a:gd name="connsiteY115" fmla="*/ 1134864 h 1357700"/>
              <a:gd name="connsiteX116" fmla="*/ 2804398 w 10678681"/>
              <a:gd name="connsiteY116" fmla="*/ 1125556 h 1357700"/>
              <a:gd name="connsiteX117" fmla="*/ 2775396 w 10678681"/>
              <a:gd name="connsiteY117" fmla="*/ 1130148 h 1357700"/>
              <a:gd name="connsiteX118" fmla="*/ 2659096 w 10678681"/>
              <a:gd name="connsiteY118" fmla="*/ 1150294 h 1357700"/>
              <a:gd name="connsiteX119" fmla="*/ 2567088 w 10678681"/>
              <a:gd name="connsiteY119" fmla="*/ 1181781 h 1357700"/>
              <a:gd name="connsiteX120" fmla="*/ 2454501 w 10678681"/>
              <a:gd name="connsiteY120" fmla="*/ 1155455 h 1357700"/>
              <a:gd name="connsiteX121" fmla="*/ 2385161 w 10678681"/>
              <a:gd name="connsiteY121" fmla="*/ 1161312 h 1357700"/>
              <a:gd name="connsiteX122" fmla="*/ 2273361 w 10678681"/>
              <a:gd name="connsiteY122" fmla="*/ 1134090 h 1357700"/>
              <a:gd name="connsiteX123" fmla="*/ 2132003 w 10678681"/>
              <a:gd name="connsiteY123" fmla="*/ 1139225 h 1357700"/>
              <a:gd name="connsiteX124" fmla="*/ 2052449 w 10678681"/>
              <a:gd name="connsiteY124" fmla="*/ 1109687 h 1357700"/>
              <a:gd name="connsiteX125" fmla="*/ 2032607 w 10678681"/>
              <a:gd name="connsiteY125" fmla="*/ 1175477 h 1357700"/>
              <a:gd name="connsiteX126" fmla="*/ 1901837 w 10678681"/>
              <a:gd name="connsiteY126" fmla="*/ 1221762 h 1357700"/>
              <a:gd name="connsiteX127" fmla="*/ 1836762 w 10678681"/>
              <a:gd name="connsiteY127" fmla="*/ 1237387 h 1357700"/>
              <a:gd name="connsiteX128" fmla="*/ 1735877 w 10678681"/>
              <a:gd name="connsiteY128" fmla="*/ 1246527 h 1357700"/>
              <a:gd name="connsiteX129" fmla="*/ 1705069 w 10678681"/>
              <a:gd name="connsiteY129" fmla="*/ 1251989 h 1357700"/>
              <a:gd name="connsiteX130" fmla="*/ 1397689 w 10678681"/>
              <a:gd name="connsiteY130" fmla="*/ 1336144 h 1357700"/>
              <a:gd name="connsiteX131" fmla="*/ 1220734 w 10678681"/>
              <a:gd name="connsiteY131" fmla="*/ 1257811 h 1357700"/>
              <a:gd name="connsiteX132" fmla="*/ 1021737 w 10678681"/>
              <a:gd name="connsiteY132" fmla="*/ 1238739 h 1357700"/>
              <a:gd name="connsiteX133" fmla="*/ 959820 w 10678681"/>
              <a:gd name="connsiteY133" fmla="*/ 1275863 h 1357700"/>
              <a:gd name="connsiteX134" fmla="*/ 929137 w 10678681"/>
              <a:gd name="connsiteY134" fmla="*/ 1273957 h 1357700"/>
              <a:gd name="connsiteX135" fmla="*/ 878849 w 10678681"/>
              <a:gd name="connsiteY135" fmla="*/ 1266740 h 1357700"/>
              <a:gd name="connsiteX136" fmla="*/ 800667 w 10678681"/>
              <a:gd name="connsiteY136" fmla="*/ 1282041 h 1357700"/>
              <a:gd name="connsiteX137" fmla="*/ 644906 w 10678681"/>
              <a:gd name="connsiteY137" fmla="*/ 1273685 h 1357700"/>
              <a:gd name="connsiteX138" fmla="*/ 379869 w 10678681"/>
              <a:gd name="connsiteY138" fmla="*/ 1339165 h 1357700"/>
              <a:gd name="connsiteX139" fmla="*/ 137696 w 10678681"/>
              <a:gd name="connsiteY139" fmla="*/ 1319217 h 1357700"/>
              <a:gd name="connsiteX140" fmla="*/ 54250 w 10678681"/>
              <a:gd name="connsiteY140" fmla="*/ 1315838 h 1357700"/>
              <a:gd name="connsiteX141" fmla="*/ 28042 w 10678681"/>
              <a:gd name="connsiteY141" fmla="*/ 1297822 h 1357700"/>
              <a:gd name="connsiteX142" fmla="*/ 0 w 10678681"/>
              <a:gd name="connsiteY142" fmla="*/ 1294612 h 1357700"/>
              <a:gd name="connsiteX143" fmla="*/ 0 w 10678681"/>
              <a:gd name="connsiteY143" fmla="*/ 0 h 1357700"/>
              <a:gd name="connsiteX0" fmla="*/ 0 w 10678681"/>
              <a:gd name="connsiteY0" fmla="*/ 0 h 1357700"/>
              <a:gd name="connsiteX1" fmla="*/ 10678681 w 10678681"/>
              <a:gd name="connsiteY1" fmla="*/ 0 h 1357700"/>
              <a:gd name="connsiteX2" fmla="*/ 10666019 w 10678681"/>
              <a:gd name="connsiteY2" fmla="*/ 7876 h 1357700"/>
              <a:gd name="connsiteX3" fmla="*/ 10632825 w 10678681"/>
              <a:gd name="connsiteY3" fmla="*/ 32153 h 1357700"/>
              <a:gd name="connsiteX4" fmla="*/ 10510605 w 10678681"/>
              <a:gd name="connsiteY4" fmla="*/ 30449 h 1357700"/>
              <a:gd name="connsiteX5" fmla="*/ 10456989 w 10678681"/>
              <a:gd name="connsiteY5" fmla="*/ 979 h 1357700"/>
              <a:gd name="connsiteX6" fmla="*/ 10438642 w 10678681"/>
              <a:gd name="connsiteY6" fmla="*/ 1524 h 1357700"/>
              <a:gd name="connsiteX7" fmla="*/ 10407146 w 10678681"/>
              <a:gd name="connsiteY7" fmla="*/ 43659 h 1357700"/>
              <a:gd name="connsiteX8" fmla="*/ 10357996 w 10678681"/>
              <a:gd name="connsiteY8" fmla="*/ 50836 h 1357700"/>
              <a:gd name="connsiteX9" fmla="*/ 10306667 w 10678681"/>
              <a:gd name="connsiteY9" fmla="*/ 109739 h 1357700"/>
              <a:gd name="connsiteX10" fmla="*/ 10115334 w 10678681"/>
              <a:gd name="connsiteY10" fmla="*/ 155658 h 1357700"/>
              <a:gd name="connsiteX11" fmla="*/ 10068157 w 10678681"/>
              <a:gd name="connsiteY11" fmla="*/ 215673 h 1357700"/>
              <a:gd name="connsiteX12" fmla="*/ 10045431 w 10678681"/>
              <a:gd name="connsiteY12" fmla="*/ 229568 h 1357700"/>
              <a:gd name="connsiteX13" fmla="*/ 10013265 w 10678681"/>
              <a:gd name="connsiteY13" fmla="*/ 284757 h 1357700"/>
              <a:gd name="connsiteX14" fmla="*/ 9862496 w 10678681"/>
              <a:gd name="connsiteY14" fmla="*/ 223033 h 1357700"/>
              <a:gd name="connsiteX15" fmla="*/ 9679638 w 10678681"/>
              <a:gd name="connsiteY15" fmla="*/ 277462 h 1357700"/>
              <a:gd name="connsiteX16" fmla="*/ 9498347 w 10678681"/>
              <a:gd name="connsiteY16" fmla="*/ 244723 h 1357700"/>
              <a:gd name="connsiteX17" fmla="*/ 9399702 w 10678681"/>
              <a:gd name="connsiteY17" fmla="*/ 276316 h 1357700"/>
              <a:gd name="connsiteX18" fmla="*/ 9378439 w 10678681"/>
              <a:gd name="connsiteY18" fmla="*/ 326244 h 1357700"/>
              <a:gd name="connsiteX19" fmla="*/ 9121744 w 10678681"/>
              <a:gd name="connsiteY19" fmla="*/ 365177 h 1357700"/>
              <a:gd name="connsiteX20" fmla="*/ 9061654 w 10678681"/>
              <a:gd name="connsiteY20" fmla="*/ 393730 h 1357700"/>
              <a:gd name="connsiteX21" fmla="*/ 8997577 w 10678681"/>
              <a:gd name="connsiteY21" fmla="*/ 380865 h 1357700"/>
              <a:gd name="connsiteX22" fmla="*/ 8907968 w 10678681"/>
              <a:gd name="connsiteY22" fmla="*/ 447345 h 1357700"/>
              <a:gd name="connsiteX23" fmla="*/ 8764163 w 10678681"/>
              <a:gd name="connsiteY23" fmla="*/ 471000 h 1357700"/>
              <a:gd name="connsiteX24" fmla="*/ 8680155 w 10678681"/>
              <a:gd name="connsiteY24" fmla="*/ 492404 h 1357700"/>
              <a:gd name="connsiteX25" fmla="*/ 8651436 w 10678681"/>
              <a:gd name="connsiteY25" fmla="*/ 511923 h 1357700"/>
              <a:gd name="connsiteX26" fmla="*/ 8609185 w 10678681"/>
              <a:gd name="connsiteY26" fmla="*/ 531525 h 1357700"/>
              <a:gd name="connsiteX27" fmla="*/ 8537091 w 10678681"/>
              <a:gd name="connsiteY27" fmla="*/ 574933 h 1357700"/>
              <a:gd name="connsiteX28" fmla="*/ 8435931 w 10678681"/>
              <a:gd name="connsiteY28" fmla="*/ 617926 h 1357700"/>
              <a:gd name="connsiteX29" fmla="*/ 8348623 w 10678681"/>
              <a:gd name="connsiteY29" fmla="*/ 600607 h 1357700"/>
              <a:gd name="connsiteX30" fmla="*/ 8344233 w 10678681"/>
              <a:gd name="connsiteY30" fmla="*/ 610922 h 1357700"/>
              <a:gd name="connsiteX31" fmla="*/ 8290622 w 10678681"/>
              <a:gd name="connsiteY31" fmla="*/ 622687 h 1357700"/>
              <a:gd name="connsiteX32" fmla="*/ 8086698 w 10678681"/>
              <a:gd name="connsiteY32" fmla="*/ 605185 h 1357700"/>
              <a:gd name="connsiteX33" fmla="*/ 7982378 w 10678681"/>
              <a:gd name="connsiteY33" fmla="*/ 629799 h 1357700"/>
              <a:gd name="connsiteX34" fmla="*/ 7947952 w 10678681"/>
              <a:gd name="connsiteY34" fmla="*/ 648003 h 1357700"/>
              <a:gd name="connsiteX35" fmla="*/ 7890112 w 10678681"/>
              <a:gd name="connsiteY35" fmla="*/ 677915 h 1357700"/>
              <a:gd name="connsiteX36" fmla="*/ 7853284 w 10678681"/>
              <a:gd name="connsiteY36" fmla="*/ 723588 h 1357700"/>
              <a:gd name="connsiteX37" fmla="*/ 7802383 w 10678681"/>
              <a:gd name="connsiteY37" fmla="*/ 739359 h 1357700"/>
              <a:gd name="connsiteX38" fmla="*/ 7730518 w 10678681"/>
              <a:gd name="connsiteY38" fmla="*/ 739526 h 1357700"/>
              <a:gd name="connsiteX39" fmla="*/ 7652907 w 10678681"/>
              <a:gd name="connsiteY39" fmla="*/ 783273 h 1357700"/>
              <a:gd name="connsiteX40" fmla="*/ 7606008 w 10678681"/>
              <a:gd name="connsiteY40" fmla="*/ 800717 h 1357700"/>
              <a:gd name="connsiteX41" fmla="*/ 7480223 w 10678681"/>
              <a:gd name="connsiteY41" fmla="*/ 856821 h 1357700"/>
              <a:gd name="connsiteX42" fmla="*/ 7356005 w 10678681"/>
              <a:gd name="connsiteY42" fmla="*/ 919462 h 1357700"/>
              <a:gd name="connsiteX43" fmla="*/ 7305396 w 10678681"/>
              <a:gd name="connsiteY43" fmla="*/ 986228 h 1357700"/>
              <a:gd name="connsiteX44" fmla="*/ 7266251 w 10678681"/>
              <a:gd name="connsiteY44" fmla="*/ 967864 h 1357700"/>
              <a:gd name="connsiteX45" fmla="*/ 7269396 w 10678681"/>
              <a:gd name="connsiteY45" fmla="*/ 989282 h 1357700"/>
              <a:gd name="connsiteX46" fmla="*/ 7258094 w 10678681"/>
              <a:gd name="connsiteY46" fmla="*/ 990679 h 1357700"/>
              <a:gd name="connsiteX47" fmla="*/ 7257893 w 10678681"/>
              <a:gd name="connsiteY47" fmla="*/ 991204 h 1357700"/>
              <a:gd name="connsiteX48" fmla="*/ 7247153 w 10678681"/>
              <a:gd name="connsiteY48" fmla="*/ 991550 h 1357700"/>
              <a:gd name="connsiteX49" fmla="*/ 7193612 w 10678681"/>
              <a:gd name="connsiteY49" fmla="*/ 987042 h 1357700"/>
              <a:gd name="connsiteX50" fmla="*/ 7132632 w 10678681"/>
              <a:gd name="connsiteY50" fmla="*/ 1042036 h 1357700"/>
              <a:gd name="connsiteX51" fmla="*/ 7105610 w 10678681"/>
              <a:gd name="connsiteY51" fmla="*/ 1053537 h 1357700"/>
              <a:gd name="connsiteX52" fmla="*/ 7069148 w 10678681"/>
              <a:gd name="connsiteY52" fmla="*/ 1047163 h 1357700"/>
              <a:gd name="connsiteX53" fmla="*/ 7039634 w 10678681"/>
              <a:gd name="connsiteY53" fmla="*/ 1059971 h 1357700"/>
              <a:gd name="connsiteX54" fmla="*/ 7033445 w 10678681"/>
              <a:gd name="connsiteY54" fmla="*/ 1063314 h 1357700"/>
              <a:gd name="connsiteX55" fmla="*/ 6999157 w 10678681"/>
              <a:gd name="connsiteY55" fmla="*/ 1055282 h 1357700"/>
              <a:gd name="connsiteX56" fmla="*/ 6981874 w 10678681"/>
              <a:gd name="connsiteY56" fmla="*/ 1053827 h 1357700"/>
              <a:gd name="connsiteX57" fmla="*/ 6976102 w 10678681"/>
              <a:gd name="connsiteY57" fmla="*/ 1047854 h 1357700"/>
              <a:gd name="connsiteX58" fmla="*/ 6951040 w 10678681"/>
              <a:gd name="connsiteY58" fmla="*/ 1048531 h 1357700"/>
              <a:gd name="connsiteX59" fmla="*/ 6948497 w 10678681"/>
              <a:gd name="connsiteY59" fmla="*/ 1050706 h 1357700"/>
              <a:gd name="connsiteX60" fmla="*/ 6926582 w 10678681"/>
              <a:gd name="connsiteY60" fmla="*/ 1043462 h 1357700"/>
              <a:gd name="connsiteX61" fmla="*/ 6833743 w 10678681"/>
              <a:gd name="connsiteY61" fmla="*/ 1027960 h 1357700"/>
              <a:gd name="connsiteX62" fmla="*/ 6687090 w 10678681"/>
              <a:gd name="connsiteY62" fmla="*/ 1063250 h 1357700"/>
              <a:gd name="connsiteX63" fmla="*/ 6437450 w 10678681"/>
              <a:gd name="connsiteY63" fmla="*/ 1101075 h 1357700"/>
              <a:gd name="connsiteX64" fmla="*/ 6327795 w 10678681"/>
              <a:gd name="connsiteY64" fmla="*/ 1088142 h 1357700"/>
              <a:gd name="connsiteX65" fmla="*/ 6136549 w 10678681"/>
              <a:gd name="connsiteY65" fmla="*/ 1100268 h 1357700"/>
              <a:gd name="connsiteX66" fmla="*/ 6004655 w 10678681"/>
              <a:gd name="connsiteY66" fmla="*/ 1114946 h 1357700"/>
              <a:gd name="connsiteX67" fmla="*/ 5936643 w 10678681"/>
              <a:gd name="connsiteY67" fmla="*/ 1095428 h 1357700"/>
              <a:gd name="connsiteX68" fmla="*/ 5912484 w 10678681"/>
              <a:gd name="connsiteY68" fmla="*/ 1112624 h 1357700"/>
              <a:gd name="connsiteX69" fmla="*/ 5908387 w 10678681"/>
              <a:gd name="connsiteY69" fmla="*/ 1116018 h 1357700"/>
              <a:gd name="connsiteX70" fmla="*/ 5890495 w 10678681"/>
              <a:gd name="connsiteY70" fmla="*/ 1120268 h 1357700"/>
              <a:gd name="connsiteX71" fmla="*/ 5887318 w 10678681"/>
              <a:gd name="connsiteY71" fmla="*/ 1133134 h 1357700"/>
              <a:gd name="connsiteX72" fmla="*/ 5861726 w 10678681"/>
              <a:gd name="connsiteY72" fmla="*/ 1147891 h 1357700"/>
              <a:gd name="connsiteX73" fmla="*/ 5805823 w 10678681"/>
              <a:gd name="connsiteY73" fmla="*/ 1152457 h 1357700"/>
              <a:gd name="connsiteX74" fmla="*/ 5689841 w 10678681"/>
              <a:gd name="connsiteY74" fmla="*/ 1176232 h 1357700"/>
              <a:gd name="connsiteX75" fmla="*/ 5605119 w 10678681"/>
              <a:gd name="connsiteY75" fmla="*/ 1190202 h 1357700"/>
              <a:gd name="connsiteX76" fmla="*/ 5488513 w 10678681"/>
              <a:gd name="connsiteY76" fmla="*/ 1205367 h 1357700"/>
              <a:gd name="connsiteX77" fmla="*/ 5402905 w 10678681"/>
              <a:gd name="connsiteY77" fmla="*/ 1241191 h 1357700"/>
              <a:gd name="connsiteX78" fmla="*/ 5285593 w 10678681"/>
              <a:gd name="connsiteY78" fmla="*/ 1273569 h 1357700"/>
              <a:gd name="connsiteX79" fmla="*/ 5192893 w 10678681"/>
              <a:gd name="connsiteY79" fmla="*/ 1247188 h 1357700"/>
              <a:gd name="connsiteX80" fmla="*/ 5186475 w 10678681"/>
              <a:gd name="connsiteY80" fmla="*/ 1257028 h 1357700"/>
              <a:gd name="connsiteX81" fmla="*/ 5126038 w 10678681"/>
              <a:gd name="connsiteY81" fmla="*/ 1263189 h 1357700"/>
              <a:gd name="connsiteX82" fmla="*/ 4894688 w 10678681"/>
              <a:gd name="connsiteY82" fmla="*/ 1247184 h 1357700"/>
              <a:gd name="connsiteX83" fmla="*/ 4788036 w 10678681"/>
              <a:gd name="connsiteY83" fmla="*/ 1238182 h 1357700"/>
              <a:gd name="connsiteX84" fmla="*/ 4747555 w 10678681"/>
              <a:gd name="connsiteY84" fmla="*/ 1252768 h 1357700"/>
              <a:gd name="connsiteX85" fmla="*/ 4679644 w 10678681"/>
              <a:gd name="connsiteY85" fmla="*/ 1276603 h 1357700"/>
              <a:gd name="connsiteX86" fmla="*/ 4632222 w 10678681"/>
              <a:gd name="connsiteY86" fmla="*/ 1318360 h 1357700"/>
              <a:gd name="connsiteX87" fmla="*/ 4617358 w 10678681"/>
              <a:gd name="connsiteY87" fmla="*/ 1327690 h 1357700"/>
              <a:gd name="connsiteX88" fmla="*/ 4589102 w 10678681"/>
              <a:gd name="connsiteY88" fmla="*/ 1321223 h 1357700"/>
              <a:gd name="connsiteX89" fmla="*/ 4578184 w 10678681"/>
              <a:gd name="connsiteY89" fmla="*/ 1326745 h 1357700"/>
              <a:gd name="connsiteX90" fmla="*/ 4574270 w 10678681"/>
              <a:gd name="connsiteY90" fmla="*/ 1325878 h 1357700"/>
              <a:gd name="connsiteX91" fmla="*/ 4564919 w 10678681"/>
              <a:gd name="connsiteY91" fmla="*/ 1325507 h 1357700"/>
              <a:gd name="connsiteX92" fmla="*/ 4566586 w 10678681"/>
              <a:gd name="connsiteY92" fmla="*/ 1316963 h 1357700"/>
              <a:gd name="connsiteX93" fmla="*/ 4556303 w 10678681"/>
              <a:gd name="connsiteY93" fmla="*/ 1300262 h 1357700"/>
              <a:gd name="connsiteX94" fmla="*/ 4502358 w 10678681"/>
              <a:gd name="connsiteY94" fmla="*/ 1302558 h 1357700"/>
              <a:gd name="connsiteX95" fmla="*/ 4498919 w 10678681"/>
              <a:gd name="connsiteY95" fmla="*/ 1312115 h 1357700"/>
              <a:gd name="connsiteX96" fmla="*/ 4492075 w 10678681"/>
              <a:gd name="connsiteY96" fmla="*/ 1313357 h 1357700"/>
              <a:gd name="connsiteX97" fmla="*/ 4487466 w 10678681"/>
              <a:gd name="connsiteY97" fmla="*/ 1304102 h 1357700"/>
              <a:gd name="connsiteX98" fmla="*/ 4398292 w 10678681"/>
              <a:gd name="connsiteY98" fmla="*/ 1278410 h 1357700"/>
              <a:gd name="connsiteX99" fmla="*/ 4306088 w 10678681"/>
              <a:gd name="connsiteY99" fmla="*/ 1282512 h 1357700"/>
              <a:gd name="connsiteX100" fmla="*/ 4188995 w 10678681"/>
              <a:gd name="connsiteY100" fmla="*/ 1296718 h 1357700"/>
              <a:gd name="connsiteX101" fmla="*/ 4136582 w 10678681"/>
              <a:gd name="connsiteY101" fmla="*/ 1287687 h 1357700"/>
              <a:gd name="connsiteX102" fmla="*/ 4064614 w 10678681"/>
              <a:gd name="connsiteY102" fmla="*/ 1296118 h 1357700"/>
              <a:gd name="connsiteX103" fmla="*/ 3906561 w 10678681"/>
              <a:gd name="connsiteY103" fmla="*/ 1352435 h 1357700"/>
              <a:gd name="connsiteX104" fmla="*/ 3787890 w 10678681"/>
              <a:gd name="connsiteY104" fmla="*/ 1352442 h 1357700"/>
              <a:gd name="connsiteX105" fmla="*/ 3745993 w 10678681"/>
              <a:gd name="connsiteY105" fmla="*/ 1342630 h 1357700"/>
              <a:gd name="connsiteX106" fmla="*/ 3675785 w 10678681"/>
              <a:gd name="connsiteY106" fmla="*/ 1326802 h 1357700"/>
              <a:gd name="connsiteX107" fmla="*/ 3623856 w 10678681"/>
              <a:gd name="connsiteY107" fmla="*/ 1290804 h 1357700"/>
              <a:gd name="connsiteX108" fmla="*/ 3564933 w 10678681"/>
              <a:gd name="connsiteY108" fmla="*/ 1287147 h 1357700"/>
              <a:gd name="connsiteX109" fmla="*/ 3550537 w 10678681"/>
              <a:gd name="connsiteY109" fmla="*/ 1317552 h 1357700"/>
              <a:gd name="connsiteX110" fmla="*/ 3487736 w 10678681"/>
              <a:gd name="connsiteY110" fmla="*/ 1303493 h 1357700"/>
              <a:gd name="connsiteX111" fmla="*/ 3392548 w 10678681"/>
              <a:gd name="connsiteY111" fmla="*/ 1278741 h 1357700"/>
              <a:gd name="connsiteX112" fmla="*/ 3337466 w 10678681"/>
              <a:gd name="connsiteY112" fmla="*/ 1272537 h 1357700"/>
              <a:gd name="connsiteX113" fmla="*/ 3187206 w 10678681"/>
              <a:gd name="connsiteY113" fmla="*/ 1246821 h 1357700"/>
              <a:gd name="connsiteX114" fmla="*/ 3036856 w 10678681"/>
              <a:gd name="connsiteY114" fmla="*/ 1214383 h 1357700"/>
              <a:gd name="connsiteX115" fmla="*/ 2824973 w 10678681"/>
              <a:gd name="connsiteY115" fmla="*/ 1134864 h 1357700"/>
              <a:gd name="connsiteX116" fmla="*/ 2804398 w 10678681"/>
              <a:gd name="connsiteY116" fmla="*/ 1125556 h 1357700"/>
              <a:gd name="connsiteX117" fmla="*/ 2775396 w 10678681"/>
              <a:gd name="connsiteY117" fmla="*/ 1130148 h 1357700"/>
              <a:gd name="connsiteX118" fmla="*/ 2659096 w 10678681"/>
              <a:gd name="connsiteY118" fmla="*/ 1150294 h 1357700"/>
              <a:gd name="connsiteX119" fmla="*/ 2567088 w 10678681"/>
              <a:gd name="connsiteY119" fmla="*/ 1181781 h 1357700"/>
              <a:gd name="connsiteX120" fmla="*/ 2454501 w 10678681"/>
              <a:gd name="connsiteY120" fmla="*/ 1155455 h 1357700"/>
              <a:gd name="connsiteX121" fmla="*/ 2385161 w 10678681"/>
              <a:gd name="connsiteY121" fmla="*/ 1161312 h 1357700"/>
              <a:gd name="connsiteX122" fmla="*/ 2273361 w 10678681"/>
              <a:gd name="connsiteY122" fmla="*/ 1134090 h 1357700"/>
              <a:gd name="connsiteX123" fmla="*/ 2132003 w 10678681"/>
              <a:gd name="connsiteY123" fmla="*/ 1139225 h 1357700"/>
              <a:gd name="connsiteX124" fmla="*/ 2052449 w 10678681"/>
              <a:gd name="connsiteY124" fmla="*/ 1109687 h 1357700"/>
              <a:gd name="connsiteX125" fmla="*/ 2010157 w 10678681"/>
              <a:gd name="connsiteY125" fmla="*/ 1152767 h 1357700"/>
              <a:gd name="connsiteX126" fmla="*/ 1901837 w 10678681"/>
              <a:gd name="connsiteY126" fmla="*/ 1221762 h 1357700"/>
              <a:gd name="connsiteX127" fmla="*/ 1836762 w 10678681"/>
              <a:gd name="connsiteY127" fmla="*/ 1237387 h 1357700"/>
              <a:gd name="connsiteX128" fmla="*/ 1735877 w 10678681"/>
              <a:gd name="connsiteY128" fmla="*/ 1246527 h 1357700"/>
              <a:gd name="connsiteX129" fmla="*/ 1705069 w 10678681"/>
              <a:gd name="connsiteY129" fmla="*/ 1251989 h 1357700"/>
              <a:gd name="connsiteX130" fmla="*/ 1397689 w 10678681"/>
              <a:gd name="connsiteY130" fmla="*/ 1336144 h 1357700"/>
              <a:gd name="connsiteX131" fmla="*/ 1220734 w 10678681"/>
              <a:gd name="connsiteY131" fmla="*/ 1257811 h 1357700"/>
              <a:gd name="connsiteX132" fmla="*/ 1021737 w 10678681"/>
              <a:gd name="connsiteY132" fmla="*/ 1238739 h 1357700"/>
              <a:gd name="connsiteX133" fmla="*/ 959820 w 10678681"/>
              <a:gd name="connsiteY133" fmla="*/ 1275863 h 1357700"/>
              <a:gd name="connsiteX134" fmla="*/ 929137 w 10678681"/>
              <a:gd name="connsiteY134" fmla="*/ 1273957 h 1357700"/>
              <a:gd name="connsiteX135" fmla="*/ 878849 w 10678681"/>
              <a:gd name="connsiteY135" fmla="*/ 1266740 h 1357700"/>
              <a:gd name="connsiteX136" fmla="*/ 800667 w 10678681"/>
              <a:gd name="connsiteY136" fmla="*/ 1282041 h 1357700"/>
              <a:gd name="connsiteX137" fmla="*/ 644906 w 10678681"/>
              <a:gd name="connsiteY137" fmla="*/ 1273685 h 1357700"/>
              <a:gd name="connsiteX138" fmla="*/ 379869 w 10678681"/>
              <a:gd name="connsiteY138" fmla="*/ 1339165 h 1357700"/>
              <a:gd name="connsiteX139" fmla="*/ 137696 w 10678681"/>
              <a:gd name="connsiteY139" fmla="*/ 1319217 h 1357700"/>
              <a:gd name="connsiteX140" fmla="*/ 54250 w 10678681"/>
              <a:gd name="connsiteY140" fmla="*/ 1315838 h 1357700"/>
              <a:gd name="connsiteX141" fmla="*/ 28042 w 10678681"/>
              <a:gd name="connsiteY141" fmla="*/ 1297822 h 1357700"/>
              <a:gd name="connsiteX142" fmla="*/ 0 w 10678681"/>
              <a:gd name="connsiteY142" fmla="*/ 1294612 h 1357700"/>
              <a:gd name="connsiteX143" fmla="*/ 0 w 10678681"/>
              <a:gd name="connsiteY143" fmla="*/ 0 h 1357700"/>
              <a:gd name="connsiteX0" fmla="*/ 0 w 10678681"/>
              <a:gd name="connsiteY0" fmla="*/ 0 h 1353297"/>
              <a:gd name="connsiteX1" fmla="*/ 10678681 w 10678681"/>
              <a:gd name="connsiteY1" fmla="*/ 0 h 1353297"/>
              <a:gd name="connsiteX2" fmla="*/ 10666019 w 10678681"/>
              <a:gd name="connsiteY2" fmla="*/ 7876 h 1353297"/>
              <a:gd name="connsiteX3" fmla="*/ 10632825 w 10678681"/>
              <a:gd name="connsiteY3" fmla="*/ 32153 h 1353297"/>
              <a:gd name="connsiteX4" fmla="*/ 10510605 w 10678681"/>
              <a:gd name="connsiteY4" fmla="*/ 30449 h 1353297"/>
              <a:gd name="connsiteX5" fmla="*/ 10456989 w 10678681"/>
              <a:gd name="connsiteY5" fmla="*/ 979 h 1353297"/>
              <a:gd name="connsiteX6" fmla="*/ 10438642 w 10678681"/>
              <a:gd name="connsiteY6" fmla="*/ 1524 h 1353297"/>
              <a:gd name="connsiteX7" fmla="*/ 10407146 w 10678681"/>
              <a:gd name="connsiteY7" fmla="*/ 43659 h 1353297"/>
              <a:gd name="connsiteX8" fmla="*/ 10357996 w 10678681"/>
              <a:gd name="connsiteY8" fmla="*/ 50836 h 1353297"/>
              <a:gd name="connsiteX9" fmla="*/ 10306667 w 10678681"/>
              <a:gd name="connsiteY9" fmla="*/ 109739 h 1353297"/>
              <a:gd name="connsiteX10" fmla="*/ 10115334 w 10678681"/>
              <a:gd name="connsiteY10" fmla="*/ 155658 h 1353297"/>
              <a:gd name="connsiteX11" fmla="*/ 10068157 w 10678681"/>
              <a:gd name="connsiteY11" fmla="*/ 215673 h 1353297"/>
              <a:gd name="connsiteX12" fmla="*/ 10045431 w 10678681"/>
              <a:gd name="connsiteY12" fmla="*/ 229568 h 1353297"/>
              <a:gd name="connsiteX13" fmla="*/ 10013265 w 10678681"/>
              <a:gd name="connsiteY13" fmla="*/ 284757 h 1353297"/>
              <a:gd name="connsiteX14" fmla="*/ 9862496 w 10678681"/>
              <a:gd name="connsiteY14" fmla="*/ 223033 h 1353297"/>
              <a:gd name="connsiteX15" fmla="*/ 9679638 w 10678681"/>
              <a:gd name="connsiteY15" fmla="*/ 277462 h 1353297"/>
              <a:gd name="connsiteX16" fmla="*/ 9498347 w 10678681"/>
              <a:gd name="connsiteY16" fmla="*/ 244723 h 1353297"/>
              <a:gd name="connsiteX17" fmla="*/ 9399702 w 10678681"/>
              <a:gd name="connsiteY17" fmla="*/ 276316 h 1353297"/>
              <a:gd name="connsiteX18" fmla="*/ 9378439 w 10678681"/>
              <a:gd name="connsiteY18" fmla="*/ 326244 h 1353297"/>
              <a:gd name="connsiteX19" fmla="*/ 9121744 w 10678681"/>
              <a:gd name="connsiteY19" fmla="*/ 365177 h 1353297"/>
              <a:gd name="connsiteX20" fmla="*/ 9061654 w 10678681"/>
              <a:gd name="connsiteY20" fmla="*/ 393730 h 1353297"/>
              <a:gd name="connsiteX21" fmla="*/ 8997577 w 10678681"/>
              <a:gd name="connsiteY21" fmla="*/ 380865 h 1353297"/>
              <a:gd name="connsiteX22" fmla="*/ 8907968 w 10678681"/>
              <a:gd name="connsiteY22" fmla="*/ 447345 h 1353297"/>
              <a:gd name="connsiteX23" fmla="*/ 8764163 w 10678681"/>
              <a:gd name="connsiteY23" fmla="*/ 471000 h 1353297"/>
              <a:gd name="connsiteX24" fmla="*/ 8680155 w 10678681"/>
              <a:gd name="connsiteY24" fmla="*/ 492404 h 1353297"/>
              <a:gd name="connsiteX25" fmla="*/ 8651436 w 10678681"/>
              <a:gd name="connsiteY25" fmla="*/ 511923 h 1353297"/>
              <a:gd name="connsiteX26" fmla="*/ 8609185 w 10678681"/>
              <a:gd name="connsiteY26" fmla="*/ 531525 h 1353297"/>
              <a:gd name="connsiteX27" fmla="*/ 8537091 w 10678681"/>
              <a:gd name="connsiteY27" fmla="*/ 574933 h 1353297"/>
              <a:gd name="connsiteX28" fmla="*/ 8435931 w 10678681"/>
              <a:gd name="connsiteY28" fmla="*/ 617926 h 1353297"/>
              <a:gd name="connsiteX29" fmla="*/ 8348623 w 10678681"/>
              <a:gd name="connsiteY29" fmla="*/ 600607 h 1353297"/>
              <a:gd name="connsiteX30" fmla="*/ 8344233 w 10678681"/>
              <a:gd name="connsiteY30" fmla="*/ 610922 h 1353297"/>
              <a:gd name="connsiteX31" fmla="*/ 8290622 w 10678681"/>
              <a:gd name="connsiteY31" fmla="*/ 622687 h 1353297"/>
              <a:gd name="connsiteX32" fmla="*/ 8086698 w 10678681"/>
              <a:gd name="connsiteY32" fmla="*/ 605185 h 1353297"/>
              <a:gd name="connsiteX33" fmla="*/ 7982378 w 10678681"/>
              <a:gd name="connsiteY33" fmla="*/ 629799 h 1353297"/>
              <a:gd name="connsiteX34" fmla="*/ 7947952 w 10678681"/>
              <a:gd name="connsiteY34" fmla="*/ 648003 h 1353297"/>
              <a:gd name="connsiteX35" fmla="*/ 7890112 w 10678681"/>
              <a:gd name="connsiteY35" fmla="*/ 677915 h 1353297"/>
              <a:gd name="connsiteX36" fmla="*/ 7853284 w 10678681"/>
              <a:gd name="connsiteY36" fmla="*/ 723588 h 1353297"/>
              <a:gd name="connsiteX37" fmla="*/ 7802383 w 10678681"/>
              <a:gd name="connsiteY37" fmla="*/ 739359 h 1353297"/>
              <a:gd name="connsiteX38" fmla="*/ 7730518 w 10678681"/>
              <a:gd name="connsiteY38" fmla="*/ 739526 h 1353297"/>
              <a:gd name="connsiteX39" fmla="*/ 7652907 w 10678681"/>
              <a:gd name="connsiteY39" fmla="*/ 783273 h 1353297"/>
              <a:gd name="connsiteX40" fmla="*/ 7606008 w 10678681"/>
              <a:gd name="connsiteY40" fmla="*/ 800717 h 1353297"/>
              <a:gd name="connsiteX41" fmla="*/ 7480223 w 10678681"/>
              <a:gd name="connsiteY41" fmla="*/ 856821 h 1353297"/>
              <a:gd name="connsiteX42" fmla="*/ 7356005 w 10678681"/>
              <a:gd name="connsiteY42" fmla="*/ 919462 h 1353297"/>
              <a:gd name="connsiteX43" fmla="*/ 7305396 w 10678681"/>
              <a:gd name="connsiteY43" fmla="*/ 986228 h 1353297"/>
              <a:gd name="connsiteX44" fmla="*/ 7266251 w 10678681"/>
              <a:gd name="connsiteY44" fmla="*/ 967864 h 1353297"/>
              <a:gd name="connsiteX45" fmla="*/ 7269396 w 10678681"/>
              <a:gd name="connsiteY45" fmla="*/ 989282 h 1353297"/>
              <a:gd name="connsiteX46" fmla="*/ 7258094 w 10678681"/>
              <a:gd name="connsiteY46" fmla="*/ 990679 h 1353297"/>
              <a:gd name="connsiteX47" fmla="*/ 7257893 w 10678681"/>
              <a:gd name="connsiteY47" fmla="*/ 991204 h 1353297"/>
              <a:gd name="connsiteX48" fmla="*/ 7247153 w 10678681"/>
              <a:gd name="connsiteY48" fmla="*/ 991550 h 1353297"/>
              <a:gd name="connsiteX49" fmla="*/ 7193612 w 10678681"/>
              <a:gd name="connsiteY49" fmla="*/ 987042 h 1353297"/>
              <a:gd name="connsiteX50" fmla="*/ 7132632 w 10678681"/>
              <a:gd name="connsiteY50" fmla="*/ 1042036 h 1353297"/>
              <a:gd name="connsiteX51" fmla="*/ 7105610 w 10678681"/>
              <a:gd name="connsiteY51" fmla="*/ 1053537 h 1353297"/>
              <a:gd name="connsiteX52" fmla="*/ 7069148 w 10678681"/>
              <a:gd name="connsiteY52" fmla="*/ 1047163 h 1353297"/>
              <a:gd name="connsiteX53" fmla="*/ 7039634 w 10678681"/>
              <a:gd name="connsiteY53" fmla="*/ 1059971 h 1353297"/>
              <a:gd name="connsiteX54" fmla="*/ 7033445 w 10678681"/>
              <a:gd name="connsiteY54" fmla="*/ 1063314 h 1353297"/>
              <a:gd name="connsiteX55" fmla="*/ 6999157 w 10678681"/>
              <a:gd name="connsiteY55" fmla="*/ 1055282 h 1353297"/>
              <a:gd name="connsiteX56" fmla="*/ 6981874 w 10678681"/>
              <a:gd name="connsiteY56" fmla="*/ 1053827 h 1353297"/>
              <a:gd name="connsiteX57" fmla="*/ 6976102 w 10678681"/>
              <a:gd name="connsiteY57" fmla="*/ 1047854 h 1353297"/>
              <a:gd name="connsiteX58" fmla="*/ 6951040 w 10678681"/>
              <a:gd name="connsiteY58" fmla="*/ 1048531 h 1353297"/>
              <a:gd name="connsiteX59" fmla="*/ 6948497 w 10678681"/>
              <a:gd name="connsiteY59" fmla="*/ 1050706 h 1353297"/>
              <a:gd name="connsiteX60" fmla="*/ 6926582 w 10678681"/>
              <a:gd name="connsiteY60" fmla="*/ 1043462 h 1353297"/>
              <a:gd name="connsiteX61" fmla="*/ 6833743 w 10678681"/>
              <a:gd name="connsiteY61" fmla="*/ 1027960 h 1353297"/>
              <a:gd name="connsiteX62" fmla="*/ 6687090 w 10678681"/>
              <a:gd name="connsiteY62" fmla="*/ 1063250 h 1353297"/>
              <a:gd name="connsiteX63" fmla="*/ 6437450 w 10678681"/>
              <a:gd name="connsiteY63" fmla="*/ 1101075 h 1353297"/>
              <a:gd name="connsiteX64" fmla="*/ 6327795 w 10678681"/>
              <a:gd name="connsiteY64" fmla="*/ 1088142 h 1353297"/>
              <a:gd name="connsiteX65" fmla="*/ 6136549 w 10678681"/>
              <a:gd name="connsiteY65" fmla="*/ 1100268 h 1353297"/>
              <a:gd name="connsiteX66" fmla="*/ 6004655 w 10678681"/>
              <a:gd name="connsiteY66" fmla="*/ 1114946 h 1353297"/>
              <a:gd name="connsiteX67" fmla="*/ 5936643 w 10678681"/>
              <a:gd name="connsiteY67" fmla="*/ 1095428 h 1353297"/>
              <a:gd name="connsiteX68" fmla="*/ 5912484 w 10678681"/>
              <a:gd name="connsiteY68" fmla="*/ 1112624 h 1353297"/>
              <a:gd name="connsiteX69" fmla="*/ 5908387 w 10678681"/>
              <a:gd name="connsiteY69" fmla="*/ 1116018 h 1353297"/>
              <a:gd name="connsiteX70" fmla="*/ 5890495 w 10678681"/>
              <a:gd name="connsiteY70" fmla="*/ 1120268 h 1353297"/>
              <a:gd name="connsiteX71" fmla="*/ 5887318 w 10678681"/>
              <a:gd name="connsiteY71" fmla="*/ 1133134 h 1353297"/>
              <a:gd name="connsiteX72" fmla="*/ 5861726 w 10678681"/>
              <a:gd name="connsiteY72" fmla="*/ 1147891 h 1353297"/>
              <a:gd name="connsiteX73" fmla="*/ 5805823 w 10678681"/>
              <a:gd name="connsiteY73" fmla="*/ 1152457 h 1353297"/>
              <a:gd name="connsiteX74" fmla="*/ 5689841 w 10678681"/>
              <a:gd name="connsiteY74" fmla="*/ 1176232 h 1353297"/>
              <a:gd name="connsiteX75" fmla="*/ 5605119 w 10678681"/>
              <a:gd name="connsiteY75" fmla="*/ 1190202 h 1353297"/>
              <a:gd name="connsiteX76" fmla="*/ 5488513 w 10678681"/>
              <a:gd name="connsiteY76" fmla="*/ 1205367 h 1353297"/>
              <a:gd name="connsiteX77" fmla="*/ 5402905 w 10678681"/>
              <a:gd name="connsiteY77" fmla="*/ 1241191 h 1353297"/>
              <a:gd name="connsiteX78" fmla="*/ 5285593 w 10678681"/>
              <a:gd name="connsiteY78" fmla="*/ 1273569 h 1353297"/>
              <a:gd name="connsiteX79" fmla="*/ 5192893 w 10678681"/>
              <a:gd name="connsiteY79" fmla="*/ 1247188 h 1353297"/>
              <a:gd name="connsiteX80" fmla="*/ 5186475 w 10678681"/>
              <a:gd name="connsiteY80" fmla="*/ 1257028 h 1353297"/>
              <a:gd name="connsiteX81" fmla="*/ 5126038 w 10678681"/>
              <a:gd name="connsiteY81" fmla="*/ 1263189 h 1353297"/>
              <a:gd name="connsiteX82" fmla="*/ 4894688 w 10678681"/>
              <a:gd name="connsiteY82" fmla="*/ 1247184 h 1353297"/>
              <a:gd name="connsiteX83" fmla="*/ 4788036 w 10678681"/>
              <a:gd name="connsiteY83" fmla="*/ 1238182 h 1353297"/>
              <a:gd name="connsiteX84" fmla="*/ 4747555 w 10678681"/>
              <a:gd name="connsiteY84" fmla="*/ 1252768 h 1353297"/>
              <a:gd name="connsiteX85" fmla="*/ 4679644 w 10678681"/>
              <a:gd name="connsiteY85" fmla="*/ 1276603 h 1353297"/>
              <a:gd name="connsiteX86" fmla="*/ 4632222 w 10678681"/>
              <a:gd name="connsiteY86" fmla="*/ 1318360 h 1353297"/>
              <a:gd name="connsiteX87" fmla="*/ 4617358 w 10678681"/>
              <a:gd name="connsiteY87" fmla="*/ 1327690 h 1353297"/>
              <a:gd name="connsiteX88" fmla="*/ 4589102 w 10678681"/>
              <a:gd name="connsiteY88" fmla="*/ 1321223 h 1353297"/>
              <a:gd name="connsiteX89" fmla="*/ 4578184 w 10678681"/>
              <a:gd name="connsiteY89" fmla="*/ 1326745 h 1353297"/>
              <a:gd name="connsiteX90" fmla="*/ 4574270 w 10678681"/>
              <a:gd name="connsiteY90" fmla="*/ 1325878 h 1353297"/>
              <a:gd name="connsiteX91" fmla="*/ 4564919 w 10678681"/>
              <a:gd name="connsiteY91" fmla="*/ 1325507 h 1353297"/>
              <a:gd name="connsiteX92" fmla="*/ 4566586 w 10678681"/>
              <a:gd name="connsiteY92" fmla="*/ 1316963 h 1353297"/>
              <a:gd name="connsiteX93" fmla="*/ 4556303 w 10678681"/>
              <a:gd name="connsiteY93" fmla="*/ 1300262 h 1353297"/>
              <a:gd name="connsiteX94" fmla="*/ 4502358 w 10678681"/>
              <a:gd name="connsiteY94" fmla="*/ 1302558 h 1353297"/>
              <a:gd name="connsiteX95" fmla="*/ 4498919 w 10678681"/>
              <a:gd name="connsiteY95" fmla="*/ 1312115 h 1353297"/>
              <a:gd name="connsiteX96" fmla="*/ 4492075 w 10678681"/>
              <a:gd name="connsiteY96" fmla="*/ 1313357 h 1353297"/>
              <a:gd name="connsiteX97" fmla="*/ 4487466 w 10678681"/>
              <a:gd name="connsiteY97" fmla="*/ 1304102 h 1353297"/>
              <a:gd name="connsiteX98" fmla="*/ 4398292 w 10678681"/>
              <a:gd name="connsiteY98" fmla="*/ 1278410 h 1353297"/>
              <a:gd name="connsiteX99" fmla="*/ 4306088 w 10678681"/>
              <a:gd name="connsiteY99" fmla="*/ 1282512 h 1353297"/>
              <a:gd name="connsiteX100" fmla="*/ 4188995 w 10678681"/>
              <a:gd name="connsiteY100" fmla="*/ 1296718 h 1353297"/>
              <a:gd name="connsiteX101" fmla="*/ 4136582 w 10678681"/>
              <a:gd name="connsiteY101" fmla="*/ 1287687 h 1353297"/>
              <a:gd name="connsiteX102" fmla="*/ 4064614 w 10678681"/>
              <a:gd name="connsiteY102" fmla="*/ 1296118 h 1353297"/>
              <a:gd name="connsiteX103" fmla="*/ 3906561 w 10678681"/>
              <a:gd name="connsiteY103" fmla="*/ 1352435 h 1353297"/>
              <a:gd name="connsiteX104" fmla="*/ 3787890 w 10678681"/>
              <a:gd name="connsiteY104" fmla="*/ 1352442 h 1353297"/>
              <a:gd name="connsiteX105" fmla="*/ 3745993 w 10678681"/>
              <a:gd name="connsiteY105" fmla="*/ 1342630 h 1353297"/>
              <a:gd name="connsiteX106" fmla="*/ 3675785 w 10678681"/>
              <a:gd name="connsiteY106" fmla="*/ 1326802 h 1353297"/>
              <a:gd name="connsiteX107" fmla="*/ 3623856 w 10678681"/>
              <a:gd name="connsiteY107" fmla="*/ 1290804 h 1353297"/>
              <a:gd name="connsiteX108" fmla="*/ 3564933 w 10678681"/>
              <a:gd name="connsiteY108" fmla="*/ 1287147 h 1353297"/>
              <a:gd name="connsiteX109" fmla="*/ 3550537 w 10678681"/>
              <a:gd name="connsiteY109" fmla="*/ 1317552 h 1353297"/>
              <a:gd name="connsiteX110" fmla="*/ 3487736 w 10678681"/>
              <a:gd name="connsiteY110" fmla="*/ 1303493 h 1353297"/>
              <a:gd name="connsiteX111" fmla="*/ 3392548 w 10678681"/>
              <a:gd name="connsiteY111" fmla="*/ 1278741 h 1353297"/>
              <a:gd name="connsiteX112" fmla="*/ 3337466 w 10678681"/>
              <a:gd name="connsiteY112" fmla="*/ 1272537 h 1353297"/>
              <a:gd name="connsiteX113" fmla="*/ 3187206 w 10678681"/>
              <a:gd name="connsiteY113" fmla="*/ 1246821 h 1353297"/>
              <a:gd name="connsiteX114" fmla="*/ 3036856 w 10678681"/>
              <a:gd name="connsiteY114" fmla="*/ 1214383 h 1353297"/>
              <a:gd name="connsiteX115" fmla="*/ 2824973 w 10678681"/>
              <a:gd name="connsiteY115" fmla="*/ 1134864 h 1353297"/>
              <a:gd name="connsiteX116" fmla="*/ 2804398 w 10678681"/>
              <a:gd name="connsiteY116" fmla="*/ 1125556 h 1353297"/>
              <a:gd name="connsiteX117" fmla="*/ 2775396 w 10678681"/>
              <a:gd name="connsiteY117" fmla="*/ 1130148 h 1353297"/>
              <a:gd name="connsiteX118" fmla="*/ 2659096 w 10678681"/>
              <a:gd name="connsiteY118" fmla="*/ 1150294 h 1353297"/>
              <a:gd name="connsiteX119" fmla="*/ 2567088 w 10678681"/>
              <a:gd name="connsiteY119" fmla="*/ 1181781 h 1353297"/>
              <a:gd name="connsiteX120" fmla="*/ 2454501 w 10678681"/>
              <a:gd name="connsiteY120" fmla="*/ 1155455 h 1353297"/>
              <a:gd name="connsiteX121" fmla="*/ 2385161 w 10678681"/>
              <a:gd name="connsiteY121" fmla="*/ 1161312 h 1353297"/>
              <a:gd name="connsiteX122" fmla="*/ 2273361 w 10678681"/>
              <a:gd name="connsiteY122" fmla="*/ 1134090 h 1353297"/>
              <a:gd name="connsiteX123" fmla="*/ 2132003 w 10678681"/>
              <a:gd name="connsiteY123" fmla="*/ 1139225 h 1353297"/>
              <a:gd name="connsiteX124" fmla="*/ 2052449 w 10678681"/>
              <a:gd name="connsiteY124" fmla="*/ 1109687 h 1353297"/>
              <a:gd name="connsiteX125" fmla="*/ 2010157 w 10678681"/>
              <a:gd name="connsiteY125" fmla="*/ 1152767 h 1353297"/>
              <a:gd name="connsiteX126" fmla="*/ 1901837 w 10678681"/>
              <a:gd name="connsiteY126" fmla="*/ 1221762 h 1353297"/>
              <a:gd name="connsiteX127" fmla="*/ 1836762 w 10678681"/>
              <a:gd name="connsiteY127" fmla="*/ 1237387 h 1353297"/>
              <a:gd name="connsiteX128" fmla="*/ 1735877 w 10678681"/>
              <a:gd name="connsiteY128" fmla="*/ 1246527 h 1353297"/>
              <a:gd name="connsiteX129" fmla="*/ 1705069 w 10678681"/>
              <a:gd name="connsiteY129" fmla="*/ 1251989 h 1353297"/>
              <a:gd name="connsiteX130" fmla="*/ 1408915 w 10678681"/>
              <a:gd name="connsiteY130" fmla="*/ 1268017 h 1353297"/>
              <a:gd name="connsiteX131" fmla="*/ 1220734 w 10678681"/>
              <a:gd name="connsiteY131" fmla="*/ 1257811 h 1353297"/>
              <a:gd name="connsiteX132" fmla="*/ 1021737 w 10678681"/>
              <a:gd name="connsiteY132" fmla="*/ 1238739 h 1353297"/>
              <a:gd name="connsiteX133" fmla="*/ 959820 w 10678681"/>
              <a:gd name="connsiteY133" fmla="*/ 1275863 h 1353297"/>
              <a:gd name="connsiteX134" fmla="*/ 929137 w 10678681"/>
              <a:gd name="connsiteY134" fmla="*/ 1273957 h 1353297"/>
              <a:gd name="connsiteX135" fmla="*/ 878849 w 10678681"/>
              <a:gd name="connsiteY135" fmla="*/ 1266740 h 1353297"/>
              <a:gd name="connsiteX136" fmla="*/ 800667 w 10678681"/>
              <a:gd name="connsiteY136" fmla="*/ 1282041 h 1353297"/>
              <a:gd name="connsiteX137" fmla="*/ 644906 w 10678681"/>
              <a:gd name="connsiteY137" fmla="*/ 1273685 h 1353297"/>
              <a:gd name="connsiteX138" fmla="*/ 379869 w 10678681"/>
              <a:gd name="connsiteY138" fmla="*/ 1339165 h 1353297"/>
              <a:gd name="connsiteX139" fmla="*/ 137696 w 10678681"/>
              <a:gd name="connsiteY139" fmla="*/ 1319217 h 1353297"/>
              <a:gd name="connsiteX140" fmla="*/ 54250 w 10678681"/>
              <a:gd name="connsiteY140" fmla="*/ 1315838 h 1353297"/>
              <a:gd name="connsiteX141" fmla="*/ 28042 w 10678681"/>
              <a:gd name="connsiteY141" fmla="*/ 1297822 h 1353297"/>
              <a:gd name="connsiteX142" fmla="*/ 0 w 10678681"/>
              <a:gd name="connsiteY142" fmla="*/ 1294612 h 1353297"/>
              <a:gd name="connsiteX143" fmla="*/ 0 w 10678681"/>
              <a:gd name="connsiteY143" fmla="*/ 0 h 1353297"/>
              <a:gd name="connsiteX0" fmla="*/ 0 w 10678681"/>
              <a:gd name="connsiteY0" fmla="*/ 0 h 1353297"/>
              <a:gd name="connsiteX1" fmla="*/ 10678681 w 10678681"/>
              <a:gd name="connsiteY1" fmla="*/ 0 h 1353297"/>
              <a:gd name="connsiteX2" fmla="*/ 10666019 w 10678681"/>
              <a:gd name="connsiteY2" fmla="*/ 7876 h 1353297"/>
              <a:gd name="connsiteX3" fmla="*/ 10632825 w 10678681"/>
              <a:gd name="connsiteY3" fmla="*/ 32153 h 1353297"/>
              <a:gd name="connsiteX4" fmla="*/ 10510605 w 10678681"/>
              <a:gd name="connsiteY4" fmla="*/ 30449 h 1353297"/>
              <a:gd name="connsiteX5" fmla="*/ 10456989 w 10678681"/>
              <a:gd name="connsiteY5" fmla="*/ 979 h 1353297"/>
              <a:gd name="connsiteX6" fmla="*/ 10438642 w 10678681"/>
              <a:gd name="connsiteY6" fmla="*/ 1524 h 1353297"/>
              <a:gd name="connsiteX7" fmla="*/ 10407146 w 10678681"/>
              <a:gd name="connsiteY7" fmla="*/ 43659 h 1353297"/>
              <a:gd name="connsiteX8" fmla="*/ 10357996 w 10678681"/>
              <a:gd name="connsiteY8" fmla="*/ 50836 h 1353297"/>
              <a:gd name="connsiteX9" fmla="*/ 10306667 w 10678681"/>
              <a:gd name="connsiteY9" fmla="*/ 109739 h 1353297"/>
              <a:gd name="connsiteX10" fmla="*/ 10115334 w 10678681"/>
              <a:gd name="connsiteY10" fmla="*/ 155658 h 1353297"/>
              <a:gd name="connsiteX11" fmla="*/ 10068157 w 10678681"/>
              <a:gd name="connsiteY11" fmla="*/ 215673 h 1353297"/>
              <a:gd name="connsiteX12" fmla="*/ 10045431 w 10678681"/>
              <a:gd name="connsiteY12" fmla="*/ 229568 h 1353297"/>
              <a:gd name="connsiteX13" fmla="*/ 10013265 w 10678681"/>
              <a:gd name="connsiteY13" fmla="*/ 284757 h 1353297"/>
              <a:gd name="connsiteX14" fmla="*/ 9862496 w 10678681"/>
              <a:gd name="connsiteY14" fmla="*/ 223033 h 1353297"/>
              <a:gd name="connsiteX15" fmla="*/ 9679638 w 10678681"/>
              <a:gd name="connsiteY15" fmla="*/ 277462 h 1353297"/>
              <a:gd name="connsiteX16" fmla="*/ 9498347 w 10678681"/>
              <a:gd name="connsiteY16" fmla="*/ 244723 h 1353297"/>
              <a:gd name="connsiteX17" fmla="*/ 9399702 w 10678681"/>
              <a:gd name="connsiteY17" fmla="*/ 276316 h 1353297"/>
              <a:gd name="connsiteX18" fmla="*/ 9378439 w 10678681"/>
              <a:gd name="connsiteY18" fmla="*/ 326244 h 1353297"/>
              <a:gd name="connsiteX19" fmla="*/ 9121744 w 10678681"/>
              <a:gd name="connsiteY19" fmla="*/ 365177 h 1353297"/>
              <a:gd name="connsiteX20" fmla="*/ 9061654 w 10678681"/>
              <a:gd name="connsiteY20" fmla="*/ 393730 h 1353297"/>
              <a:gd name="connsiteX21" fmla="*/ 8997577 w 10678681"/>
              <a:gd name="connsiteY21" fmla="*/ 380865 h 1353297"/>
              <a:gd name="connsiteX22" fmla="*/ 8907968 w 10678681"/>
              <a:gd name="connsiteY22" fmla="*/ 447345 h 1353297"/>
              <a:gd name="connsiteX23" fmla="*/ 8764163 w 10678681"/>
              <a:gd name="connsiteY23" fmla="*/ 471000 h 1353297"/>
              <a:gd name="connsiteX24" fmla="*/ 8680155 w 10678681"/>
              <a:gd name="connsiteY24" fmla="*/ 492404 h 1353297"/>
              <a:gd name="connsiteX25" fmla="*/ 8651436 w 10678681"/>
              <a:gd name="connsiteY25" fmla="*/ 511923 h 1353297"/>
              <a:gd name="connsiteX26" fmla="*/ 8609185 w 10678681"/>
              <a:gd name="connsiteY26" fmla="*/ 531525 h 1353297"/>
              <a:gd name="connsiteX27" fmla="*/ 8537091 w 10678681"/>
              <a:gd name="connsiteY27" fmla="*/ 574933 h 1353297"/>
              <a:gd name="connsiteX28" fmla="*/ 8435931 w 10678681"/>
              <a:gd name="connsiteY28" fmla="*/ 617926 h 1353297"/>
              <a:gd name="connsiteX29" fmla="*/ 8348623 w 10678681"/>
              <a:gd name="connsiteY29" fmla="*/ 600607 h 1353297"/>
              <a:gd name="connsiteX30" fmla="*/ 8344233 w 10678681"/>
              <a:gd name="connsiteY30" fmla="*/ 610922 h 1353297"/>
              <a:gd name="connsiteX31" fmla="*/ 8290622 w 10678681"/>
              <a:gd name="connsiteY31" fmla="*/ 622687 h 1353297"/>
              <a:gd name="connsiteX32" fmla="*/ 8086698 w 10678681"/>
              <a:gd name="connsiteY32" fmla="*/ 605185 h 1353297"/>
              <a:gd name="connsiteX33" fmla="*/ 7982378 w 10678681"/>
              <a:gd name="connsiteY33" fmla="*/ 629799 h 1353297"/>
              <a:gd name="connsiteX34" fmla="*/ 7947952 w 10678681"/>
              <a:gd name="connsiteY34" fmla="*/ 648003 h 1353297"/>
              <a:gd name="connsiteX35" fmla="*/ 7890112 w 10678681"/>
              <a:gd name="connsiteY35" fmla="*/ 677915 h 1353297"/>
              <a:gd name="connsiteX36" fmla="*/ 7853284 w 10678681"/>
              <a:gd name="connsiteY36" fmla="*/ 723588 h 1353297"/>
              <a:gd name="connsiteX37" fmla="*/ 7802383 w 10678681"/>
              <a:gd name="connsiteY37" fmla="*/ 739359 h 1353297"/>
              <a:gd name="connsiteX38" fmla="*/ 7730518 w 10678681"/>
              <a:gd name="connsiteY38" fmla="*/ 739526 h 1353297"/>
              <a:gd name="connsiteX39" fmla="*/ 7652907 w 10678681"/>
              <a:gd name="connsiteY39" fmla="*/ 783273 h 1353297"/>
              <a:gd name="connsiteX40" fmla="*/ 7606008 w 10678681"/>
              <a:gd name="connsiteY40" fmla="*/ 800717 h 1353297"/>
              <a:gd name="connsiteX41" fmla="*/ 7480223 w 10678681"/>
              <a:gd name="connsiteY41" fmla="*/ 856821 h 1353297"/>
              <a:gd name="connsiteX42" fmla="*/ 7356005 w 10678681"/>
              <a:gd name="connsiteY42" fmla="*/ 919462 h 1353297"/>
              <a:gd name="connsiteX43" fmla="*/ 7305396 w 10678681"/>
              <a:gd name="connsiteY43" fmla="*/ 986228 h 1353297"/>
              <a:gd name="connsiteX44" fmla="*/ 7266251 w 10678681"/>
              <a:gd name="connsiteY44" fmla="*/ 967864 h 1353297"/>
              <a:gd name="connsiteX45" fmla="*/ 7269396 w 10678681"/>
              <a:gd name="connsiteY45" fmla="*/ 989282 h 1353297"/>
              <a:gd name="connsiteX46" fmla="*/ 7258094 w 10678681"/>
              <a:gd name="connsiteY46" fmla="*/ 990679 h 1353297"/>
              <a:gd name="connsiteX47" fmla="*/ 7257893 w 10678681"/>
              <a:gd name="connsiteY47" fmla="*/ 991204 h 1353297"/>
              <a:gd name="connsiteX48" fmla="*/ 7247153 w 10678681"/>
              <a:gd name="connsiteY48" fmla="*/ 991550 h 1353297"/>
              <a:gd name="connsiteX49" fmla="*/ 7193612 w 10678681"/>
              <a:gd name="connsiteY49" fmla="*/ 987042 h 1353297"/>
              <a:gd name="connsiteX50" fmla="*/ 7132632 w 10678681"/>
              <a:gd name="connsiteY50" fmla="*/ 1042036 h 1353297"/>
              <a:gd name="connsiteX51" fmla="*/ 7105610 w 10678681"/>
              <a:gd name="connsiteY51" fmla="*/ 1053537 h 1353297"/>
              <a:gd name="connsiteX52" fmla="*/ 7069148 w 10678681"/>
              <a:gd name="connsiteY52" fmla="*/ 1047163 h 1353297"/>
              <a:gd name="connsiteX53" fmla="*/ 7039634 w 10678681"/>
              <a:gd name="connsiteY53" fmla="*/ 1059971 h 1353297"/>
              <a:gd name="connsiteX54" fmla="*/ 7033445 w 10678681"/>
              <a:gd name="connsiteY54" fmla="*/ 1063314 h 1353297"/>
              <a:gd name="connsiteX55" fmla="*/ 6999157 w 10678681"/>
              <a:gd name="connsiteY55" fmla="*/ 1055282 h 1353297"/>
              <a:gd name="connsiteX56" fmla="*/ 6981874 w 10678681"/>
              <a:gd name="connsiteY56" fmla="*/ 1053827 h 1353297"/>
              <a:gd name="connsiteX57" fmla="*/ 6976102 w 10678681"/>
              <a:gd name="connsiteY57" fmla="*/ 1047854 h 1353297"/>
              <a:gd name="connsiteX58" fmla="*/ 6951040 w 10678681"/>
              <a:gd name="connsiteY58" fmla="*/ 1048531 h 1353297"/>
              <a:gd name="connsiteX59" fmla="*/ 6948497 w 10678681"/>
              <a:gd name="connsiteY59" fmla="*/ 1050706 h 1353297"/>
              <a:gd name="connsiteX60" fmla="*/ 6926582 w 10678681"/>
              <a:gd name="connsiteY60" fmla="*/ 1043462 h 1353297"/>
              <a:gd name="connsiteX61" fmla="*/ 6833743 w 10678681"/>
              <a:gd name="connsiteY61" fmla="*/ 1027960 h 1353297"/>
              <a:gd name="connsiteX62" fmla="*/ 6687090 w 10678681"/>
              <a:gd name="connsiteY62" fmla="*/ 1063250 h 1353297"/>
              <a:gd name="connsiteX63" fmla="*/ 6437450 w 10678681"/>
              <a:gd name="connsiteY63" fmla="*/ 1101075 h 1353297"/>
              <a:gd name="connsiteX64" fmla="*/ 6327795 w 10678681"/>
              <a:gd name="connsiteY64" fmla="*/ 1088142 h 1353297"/>
              <a:gd name="connsiteX65" fmla="*/ 6136549 w 10678681"/>
              <a:gd name="connsiteY65" fmla="*/ 1100268 h 1353297"/>
              <a:gd name="connsiteX66" fmla="*/ 6004655 w 10678681"/>
              <a:gd name="connsiteY66" fmla="*/ 1114946 h 1353297"/>
              <a:gd name="connsiteX67" fmla="*/ 5936643 w 10678681"/>
              <a:gd name="connsiteY67" fmla="*/ 1095428 h 1353297"/>
              <a:gd name="connsiteX68" fmla="*/ 5912484 w 10678681"/>
              <a:gd name="connsiteY68" fmla="*/ 1112624 h 1353297"/>
              <a:gd name="connsiteX69" fmla="*/ 5908387 w 10678681"/>
              <a:gd name="connsiteY69" fmla="*/ 1116018 h 1353297"/>
              <a:gd name="connsiteX70" fmla="*/ 5890495 w 10678681"/>
              <a:gd name="connsiteY70" fmla="*/ 1120268 h 1353297"/>
              <a:gd name="connsiteX71" fmla="*/ 5887318 w 10678681"/>
              <a:gd name="connsiteY71" fmla="*/ 1133134 h 1353297"/>
              <a:gd name="connsiteX72" fmla="*/ 5861726 w 10678681"/>
              <a:gd name="connsiteY72" fmla="*/ 1147891 h 1353297"/>
              <a:gd name="connsiteX73" fmla="*/ 5805823 w 10678681"/>
              <a:gd name="connsiteY73" fmla="*/ 1152457 h 1353297"/>
              <a:gd name="connsiteX74" fmla="*/ 5689841 w 10678681"/>
              <a:gd name="connsiteY74" fmla="*/ 1176232 h 1353297"/>
              <a:gd name="connsiteX75" fmla="*/ 5605119 w 10678681"/>
              <a:gd name="connsiteY75" fmla="*/ 1190202 h 1353297"/>
              <a:gd name="connsiteX76" fmla="*/ 5488513 w 10678681"/>
              <a:gd name="connsiteY76" fmla="*/ 1205367 h 1353297"/>
              <a:gd name="connsiteX77" fmla="*/ 5402905 w 10678681"/>
              <a:gd name="connsiteY77" fmla="*/ 1241191 h 1353297"/>
              <a:gd name="connsiteX78" fmla="*/ 5285593 w 10678681"/>
              <a:gd name="connsiteY78" fmla="*/ 1273569 h 1353297"/>
              <a:gd name="connsiteX79" fmla="*/ 5192893 w 10678681"/>
              <a:gd name="connsiteY79" fmla="*/ 1247188 h 1353297"/>
              <a:gd name="connsiteX80" fmla="*/ 5186475 w 10678681"/>
              <a:gd name="connsiteY80" fmla="*/ 1257028 h 1353297"/>
              <a:gd name="connsiteX81" fmla="*/ 5126038 w 10678681"/>
              <a:gd name="connsiteY81" fmla="*/ 1263189 h 1353297"/>
              <a:gd name="connsiteX82" fmla="*/ 4894688 w 10678681"/>
              <a:gd name="connsiteY82" fmla="*/ 1247184 h 1353297"/>
              <a:gd name="connsiteX83" fmla="*/ 4788036 w 10678681"/>
              <a:gd name="connsiteY83" fmla="*/ 1238182 h 1353297"/>
              <a:gd name="connsiteX84" fmla="*/ 4747555 w 10678681"/>
              <a:gd name="connsiteY84" fmla="*/ 1252768 h 1353297"/>
              <a:gd name="connsiteX85" fmla="*/ 4679644 w 10678681"/>
              <a:gd name="connsiteY85" fmla="*/ 1276603 h 1353297"/>
              <a:gd name="connsiteX86" fmla="*/ 4632222 w 10678681"/>
              <a:gd name="connsiteY86" fmla="*/ 1318360 h 1353297"/>
              <a:gd name="connsiteX87" fmla="*/ 4617358 w 10678681"/>
              <a:gd name="connsiteY87" fmla="*/ 1327690 h 1353297"/>
              <a:gd name="connsiteX88" fmla="*/ 4589102 w 10678681"/>
              <a:gd name="connsiteY88" fmla="*/ 1321223 h 1353297"/>
              <a:gd name="connsiteX89" fmla="*/ 4578184 w 10678681"/>
              <a:gd name="connsiteY89" fmla="*/ 1326745 h 1353297"/>
              <a:gd name="connsiteX90" fmla="*/ 4574270 w 10678681"/>
              <a:gd name="connsiteY90" fmla="*/ 1325878 h 1353297"/>
              <a:gd name="connsiteX91" fmla="*/ 4564919 w 10678681"/>
              <a:gd name="connsiteY91" fmla="*/ 1325507 h 1353297"/>
              <a:gd name="connsiteX92" fmla="*/ 4566586 w 10678681"/>
              <a:gd name="connsiteY92" fmla="*/ 1316963 h 1353297"/>
              <a:gd name="connsiteX93" fmla="*/ 4556303 w 10678681"/>
              <a:gd name="connsiteY93" fmla="*/ 1300262 h 1353297"/>
              <a:gd name="connsiteX94" fmla="*/ 4502358 w 10678681"/>
              <a:gd name="connsiteY94" fmla="*/ 1302558 h 1353297"/>
              <a:gd name="connsiteX95" fmla="*/ 4498919 w 10678681"/>
              <a:gd name="connsiteY95" fmla="*/ 1312115 h 1353297"/>
              <a:gd name="connsiteX96" fmla="*/ 4492075 w 10678681"/>
              <a:gd name="connsiteY96" fmla="*/ 1313357 h 1353297"/>
              <a:gd name="connsiteX97" fmla="*/ 4487466 w 10678681"/>
              <a:gd name="connsiteY97" fmla="*/ 1304102 h 1353297"/>
              <a:gd name="connsiteX98" fmla="*/ 4398292 w 10678681"/>
              <a:gd name="connsiteY98" fmla="*/ 1278410 h 1353297"/>
              <a:gd name="connsiteX99" fmla="*/ 4306088 w 10678681"/>
              <a:gd name="connsiteY99" fmla="*/ 1282512 h 1353297"/>
              <a:gd name="connsiteX100" fmla="*/ 4188995 w 10678681"/>
              <a:gd name="connsiteY100" fmla="*/ 1296718 h 1353297"/>
              <a:gd name="connsiteX101" fmla="*/ 4136582 w 10678681"/>
              <a:gd name="connsiteY101" fmla="*/ 1287687 h 1353297"/>
              <a:gd name="connsiteX102" fmla="*/ 4064614 w 10678681"/>
              <a:gd name="connsiteY102" fmla="*/ 1296118 h 1353297"/>
              <a:gd name="connsiteX103" fmla="*/ 3906561 w 10678681"/>
              <a:gd name="connsiteY103" fmla="*/ 1352435 h 1353297"/>
              <a:gd name="connsiteX104" fmla="*/ 3787890 w 10678681"/>
              <a:gd name="connsiteY104" fmla="*/ 1352442 h 1353297"/>
              <a:gd name="connsiteX105" fmla="*/ 3745993 w 10678681"/>
              <a:gd name="connsiteY105" fmla="*/ 1342630 h 1353297"/>
              <a:gd name="connsiteX106" fmla="*/ 3675785 w 10678681"/>
              <a:gd name="connsiteY106" fmla="*/ 1326802 h 1353297"/>
              <a:gd name="connsiteX107" fmla="*/ 3623856 w 10678681"/>
              <a:gd name="connsiteY107" fmla="*/ 1290804 h 1353297"/>
              <a:gd name="connsiteX108" fmla="*/ 3564933 w 10678681"/>
              <a:gd name="connsiteY108" fmla="*/ 1287147 h 1353297"/>
              <a:gd name="connsiteX109" fmla="*/ 3550537 w 10678681"/>
              <a:gd name="connsiteY109" fmla="*/ 1317552 h 1353297"/>
              <a:gd name="connsiteX110" fmla="*/ 3487736 w 10678681"/>
              <a:gd name="connsiteY110" fmla="*/ 1303493 h 1353297"/>
              <a:gd name="connsiteX111" fmla="*/ 3392548 w 10678681"/>
              <a:gd name="connsiteY111" fmla="*/ 1278741 h 1353297"/>
              <a:gd name="connsiteX112" fmla="*/ 3337466 w 10678681"/>
              <a:gd name="connsiteY112" fmla="*/ 1272537 h 1353297"/>
              <a:gd name="connsiteX113" fmla="*/ 3187206 w 10678681"/>
              <a:gd name="connsiteY113" fmla="*/ 1246821 h 1353297"/>
              <a:gd name="connsiteX114" fmla="*/ 3036856 w 10678681"/>
              <a:gd name="connsiteY114" fmla="*/ 1214383 h 1353297"/>
              <a:gd name="connsiteX115" fmla="*/ 2824973 w 10678681"/>
              <a:gd name="connsiteY115" fmla="*/ 1134864 h 1353297"/>
              <a:gd name="connsiteX116" fmla="*/ 2804398 w 10678681"/>
              <a:gd name="connsiteY116" fmla="*/ 1125556 h 1353297"/>
              <a:gd name="connsiteX117" fmla="*/ 2775396 w 10678681"/>
              <a:gd name="connsiteY117" fmla="*/ 1130148 h 1353297"/>
              <a:gd name="connsiteX118" fmla="*/ 2659096 w 10678681"/>
              <a:gd name="connsiteY118" fmla="*/ 1150294 h 1353297"/>
              <a:gd name="connsiteX119" fmla="*/ 2567088 w 10678681"/>
              <a:gd name="connsiteY119" fmla="*/ 1181781 h 1353297"/>
              <a:gd name="connsiteX120" fmla="*/ 2454501 w 10678681"/>
              <a:gd name="connsiteY120" fmla="*/ 1155455 h 1353297"/>
              <a:gd name="connsiteX121" fmla="*/ 2385161 w 10678681"/>
              <a:gd name="connsiteY121" fmla="*/ 1161312 h 1353297"/>
              <a:gd name="connsiteX122" fmla="*/ 2273361 w 10678681"/>
              <a:gd name="connsiteY122" fmla="*/ 1134090 h 1353297"/>
              <a:gd name="connsiteX123" fmla="*/ 2132003 w 10678681"/>
              <a:gd name="connsiteY123" fmla="*/ 1139225 h 1353297"/>
              <a:gd name="connsiteX124" fmla="*/ 2052449 w 10678681"/>
              <a:gd name="connsiteY124" fmla="*/ 1109687 h 1353297"/>
              <a:gd name="connsiteX125" fmla="*/ 2010157 w 10678681"/>
              <a:gd name="connsiteY125" fmla="*/ 1152767 h 1353297"/>
              <a:gd name="connsiteX126" fmla="*/ 1901837 w 10678681"/>
              <a:gd name="connsiteY126" fmla="*/ 1221762 h 1353297"/>
              <a:gd name="connsiteX127" fmla="*/ 1836762 w 10678681"/>
              <a:gd name="connsiteY127" fmla="*/ 1237387 h 1353297"/>
              <a:gd name="connsiteX128" fmla="*/ 1735877 w 10678681"/>
              <a:gd name="connsiteY128" fmla="*/ 1246527 h 1353297"/>
              <a:gd name="connsiteX129" fmla="*/ 1705069 w 10678681"/>
              <a:gd name="connsiteY129" fmla="*/ 1251989 h 1353297"/>
              <a:gd name="connsiteX130" fmla="*/ 1408915 w 10678681"/>
              <a:gd name="connsiteY130" fmla="*/ 1268017 h 1353297"/>
              <a:gd name="connsiteX131" fmla="*/ 1220734 w 10678681"/>
              <a:gd name="connsiteY131" fmla="*/ 1257811 h 1353297"/>
              <a:gd name="connsiteX132" fmla="*/ 1021737 w 10678681"/>
              <a:gd name="connsiteY132" fmla="*/ 1238739 h 1353297"/>
              <a:gd name="connsiteX133" fmla="*/ 959820 w 10678681"/>
              <a:gd name="connsiteY133" fmla="*/ 1275863 h 1353297"/>
              <a:gd name="connsiteX134" fmla="*/ 929137 w 10678681"/>
              <a:gd name="connsiteY134" fmla="*/ 1273957 h 1353297"/>
              <a:gd name="connsiteX135" fmla="*/ 878849 w 10678681"/>
              <a:gd name="connsiteY135" fmla="*/ 1266740 h 1353297"/>
              <a:gd name="connsiteX136" fmla="*/ 800667 w 10678681"/>
              <a:gd name="connsiteY136" fmla="*/ 1282041 h 1353297"/>
              <a:gd name="connsiteX137" fmla="*/ 644906 w 10678681"/>
              <a:gd name="connsiteY137" fmla="*/ 1273685 h 1353297"/>
              <a:gd name="connsiteX138" fmla="*/ 379869 w 10678681"/>
              <a:gd name="connsiteY138" fmla="*/ 1339165 h 1353297"/>
              <a:gd name="connsiteX139" fmla="*/ 137696 w 10678681"/>
              <a:gd name="connsiteY139" fmla="*/ 1319217 h 1353297"/>
              <a:gd name="connsiteX140" fmla="*/ 54250 w 10678681"/>
              <a:gd name="connsiteY140" fmla="*/ 1315838 h 1353297"/>
              <a:gd name="connsiteX141" fmla="*/ 28042 w 10678681"/>
              <a:gd name="connsiteY141" fmla="*/ 1297822 h 1353297"/>
              <a:gd name="connsiteX142" fmla="*/ 0 w 10678681"/>
              <a:gd name="connsiteY142" fmla="*/ 1294612 h 1353297"/>
              <a:gd name="connsiteX143" fmla="*/ 0 w 10678681"/>
              <a:gd name="connsiteY143" fmla="*/ 0 h 1353297"/>
              <a:gd name="connsiteX0" fmla="*/ 0 w 10678681"/>
              <a:gd name="connsiteY0" fmla="*/ 0 h 1353297"/>
              <a:gd name="connsiteX1" fmla="*/ 10678681 w 10678681"/>
              <a:gd name="connsiteY1" fmla="*/ 0 h 1353297"/>
              <a:gd name="connsiteX2" fmla="*/ 10666019 w 10678681"/>
              <a:gd name="connsiteY2" fmla="*/ 7876 h 1353297"/>
              <a:gd name="connsiteX3" fmla="*/ 10632825 w 10678681"/>
              <a:gd name="connsiteY3" fmla="*/ 32153 h 1353297"/>
              <a:gd name="connsiteX4" fmla="*/ 10510605 w 10678681"/>
              <a:gd name="connsiteY4" fmla="*/ 30449 h 1353297"/>
              <a:gd name="connsiteX5" fmla="*/ 10456989 w 10678681"/>
              <a:gd name="connsiteY5" fmla="*/ 979 h 1353297"/>
              <a:gd name="connsiteX6" fmla="*/ 10438642 w 10678681"/>
              <a:gd name="connsiteY6" fmla="*/ 1524 h 1353297"/>
              <a:gd name="connsiteX7" fmla="*/ 10407146 w 10678681"/>
              <a:gd name="connsiteY7" fmla="*/ 43659 h 1353297"/>
              <a:gd name="connsiteX8" fmla="*/ 10357996 w 10678681"/>
              <a:gd name="connsiteY8" fmla="*/ 50836 h 1353297"/>
              <a:gd name="connsiteX9" fmla="*/ 10306667 w 10678681"/>
              <a:gd name="connsiteY9" fmla="*/ 109739 h 1353297"/>
              <a:gd name="connsiteX10" fmla="*/ 10115334 w 10678681"/>
              <a:gd name="connsiteY10" fmla="*/ 155658 h 1353297"/>
              <a:gd name="connsiteX11" fmla="*/ 10068157 w 10678681"/>
              <a:gd name="connsiteY11" fmla="*/ 215673 h 1353297"/>
              <a:gd name="connsiteX12" fmla="*/ 10045431 w 10678681"/>
              <a:gd name="connsiteY12" fmla="*/ 229568 h 1353297"/>
              <a:gd name="connsiteX13" fmla="*/ 10013265 w 10678681"/>
              <a:gd name="connsiteY13" fmla="*/ 284757 h 1353297"/>
              <a:gd name="connsiteX14" fmla="*/ 9862496 w 10678681"/>
              <a:gd name="connsiteY14" fmla="*/ 223033 h 1353297"/>
              <a:gd name="connsiteX15" fmla="*/ 9679638 w 10678681"/>
              <a:gd name="connsiteY15" fmla="*/ 277462 h 1353297"/>
              <a:gd name="connsiteX16" fmla="*/ 9498347 w 10678681"/>
              <a:gd name="connsiteY16" fmla="*/ 244723 h 1353297"/>
              <a:gd name="connsiteX17" fmla="*/ 9399702 w 10678681"/>
              <a:gd name="connsiteY17" fmla="*/ 276316 h 1353297"/>
              <a:gd name="connsiteX18" fmla="*/ 9378439 w 10678681"/>
              <a:gd name="connsiteY18" fmla="*/ 326244 h 1353297"/>
              <a:gd name="connsiteX19" fmla="*/ 9121744 w 10678681"/>
              <a:gd name="connsiteY19" fmla="*/ 365177 h 1353297"/>
              <a:gd name="connsiteX20" fmla="*/ 9061654 w 10678681"/>
              <a:gd name="connsiteY20" fmla="*/ 393730 h 1353297"/>
              <a:gd name="connsiteX21" fmla="*/ 8997577 w 10678681"/>
              <a:gd name="connsiteY21" fmla="*/ 380865 h 1353297"/>
              <a:gd name="connsiteX22" fmla="*/ 8907968 w 10678681"/>
              <a:gd name="connsiteY22" fmla="*/ 447345 h 1353297"/>
              <a:gd name="connsiteX23" fmla="*/ 8764163 w 10678681"/>
              <a:gd name="connsiteY23" fmla="*/ 471000 h 1353297"/>
              <a:gd name="connsiteX24" fmla="*/ 8680155 w 10678681"/>
              <a:gd name="connsiteY24" fmla="*/ 492404 h 1353297"/>
              <a:gd name="connsiteX25" fmla="*/ 8651436 w 10678681"/>
              <a:gd name="connsiteY25" fmla="*/ 511923 h 1353297"/>
              <a:gd name="connsiteX26" fmla="*/ 8609185 w 10678681"/>
              <a:gd name="connsiteY26" fmla="*/ 531525 h 1353297"/>
              <a:gd name="connsiteX27" fmla="*/ 8537091 w 10678681"/>
              <a:gd name="connsiteY27" fmla="*/ 574933 h 1353297"/>
              <a:gd name="connsiteX28" fmla="*/ 8435931 w 10678681"/>
              <a:gd name="connsiteY28" fmla="*/ 617926 h 1353297"/>
              <a:gd name="connsiteX29" fmla="*/ 8348623 w 10678681"/>
              <a:gd name="connsiteY29" fmla="*/ 600607 h 1353297"/>
              <a:gd name="connsiteX30" fmla="*/ 8344233 w 10678681"/>
              <a:gd name="connsiteY30" fmla="*/ 610922 h 1353297"/>
              <a:gd name="connsiteX31" fmla="*/ 8290622 w 10678681"/>
              <a:gd name="connsiteY31" fmla="*/ 622687 h 1353297"/>
              <a:gd name="connsiteX32" fmla="*/ 8086698 w 10678681"/>
              <a:gd name="connsiteY32" fmla="*/ 605185 h 1353297"/>
              <a:gd name="connsiteX33" fmla="*/ 7982378 w 10678681"/>
              <a:gd name="connsiteY33" fmla="*/ 629799 h 1353297"/>
              <a:gd name="connsiteX34" fmla="*/ 7947952 w 10678681"/>
              <a:gd name="connsiteY34" fmla="*/ 648003 h 1353297"/>
              <a:gd name="connsiteX35" fmla="*/ 7890112 w 10678681"/>
              <a:gd name="connsiteY35" fmla="*/ 677915 h 1353297"/>
              <a:gd name="connsiteX36" fmla="*/ 7853284 w 10678681"/>
              <a:gd name="connsiteY36" fmla="*/ 723588 h 1353297"/>
              <a:gd name="connsiteX37" fmla="*/ 7802383 w 10678681"/>
              <a:gd name="connsiteY37" fmla="*/ 739359 h 1353297"/>
              <a:gd name="connsiteX38" fmla="*/ 7730518 w 10678681"/>
              <a:gd name="connsiteY38" fmla="*/ 739526 h 1353297"/>
              <a:gd name="connsiteX39" fmla="*/ 7652907 w 10678681"/>
              <a:gd name="connsiteY39" fmla="*/ 783273 h 1353297"/>
              <a:gd name="connsiteX40" fmla="*/ 7606008 w 10678681"/>
              <a:gd name="connsiteY40" fmla="*/ 800717 h 1353297"/>
              <a:gd name="connsiteX41" fmla="*/ 7480223 w 10678681"/>
              <a:gd name="connsiteY41" fmla="*/ 856821 h 1353297"/>
              <a:gd name="connsiteX42" fmla="*/ 7356005 w 10678681"/>
              <a:gd name="connsiteY42" fmla="*/ 919462 h 1353297"/>
              <a:gd name="connsiteX43" fmla="*/ 7305396 w 10678681"/>
              <a:gd name="connsiteY43" fmla="*/ 986228 h 1353297"/>
              <a:gd name="connsiteX44" fmla="*/ 7266251 w 10678681"/>
              <a:gd name="connsiteY44" fmla="*/ 967864 h 1353297"/>
              <a:gd name="connsiteX45" fmla="*/ 7269396 w 10678681"/>
              <a:gd name="connsiteY45" fmla="*/ 989282 h 1353297"/>
              <a:gd name="connsiteX46" fmla="*/ 7258094 w 10678681"/>
              <a:gd name="connsiteY46" fmla="*/ 990679 h 1353297"/>
              <a:gd name="connsiteX47" fmla="*/ 7257893 w 10678681"/>
              <a:gd name="connsiteY47" fmla="*/ 991204 h 1353297"/>
              <a:gd name="connsiteX48" fmla="*/ 7247153 w 10678681"/>
              <a:gd name="connsiteY48" fmla="*/ 991550 h 1353297"/>
              <a:gd name="connsiteX49" fmla="*/ 7193612 w 10678681"/>
              <a:gd name="connsiteY49" fmla="*/ 987042 h 1353297"/>
              <a:gd name="connsiteX50" fmla="*/ 7132632 w 10678681"/>
              <a:gd name="connsiteY50" fmla="*/ 1042036 h 1353297"/>
              <a:gd name="connsiteX51" fmla="*/ 7105610 w 10678681"/>
              <a:gd name="connsiteY51" fmla="*/ 1053537 h 1353297"/>
              <a:gd name="connsiteX52" fmla="*/ 7069148 w 10678681"/>
              <a:gd name="connsiteY52" fmla="*/ 1047163 h 1353297"/>
              <a:gd name="connsiteX53" fmla="*/ 7039634 w 10678681"/>
              <a:gd name="connsiteY53" fmla="*/ 1059971 h 1353297"/>
              <a:gd name="connsiteX54" fmla="*/ 7033445 w 10678681"/>
              <a:gd name="connsiteY54" fmla="*/ 1063314 h 1353297"/>
              <a:gd name="connsiteX55" fmla="*/ 6999157 w 10678681"/>
              <a:gd name="connsiteY55" fmla="*/ 1055282 h 1353297"/>
              <a:gd name="connsiteX56" fmla="*/ 6981874 w 10678681"/>
              <a:gd name="connsiteY56" fmla="*/ 1053827 h 1353297"/>
              <a:gd name="connsiteX57" fmla="*/ 6976102 w 10678681"/>
              <a:gd name="connsiteY57" fmla="*/ 1047854 h 1353297"/>
              <a:gd name="connsiteX58" fmla="*/ 6951040 w 10678681"/>
              <a:gd name="connsiteY58" fmla="*/ 1048531 h 1353297"/>
              <a:gd name="connsiteX59" fmla="*/ 6948497 w 10678681"/>
              <a:gd name="connsiteY59" fmla="*/ 1050706 h 1353297"/>
              <a:gd name="connsiteX60" fmla="*/ 6926582 w 10678681"/>
              <a:gd name="connsiteY60" fmla="*/ 1043462 h 1353297"/>
              <a:gd name="connsiteX61" fmla="*/ 6833743 w 10678681"/>
              <a:gd name="connsiteY61" fmla="*/ 1027960 h 1353297"/>
              <a:gd name="connsiteX62" fmla="*/ 6687090 w 10678681"/>
              <a:gd name="connsiteY62" fmla="*/ 1063250 h 1353297"/>
              <a:gd name="connsiteX63" fmla="*/ 6437450 w 10678681"/>
              <a:gd name="connsiteY63" fmla="*/ 1101075 h 1353297"/>
              <a:gd name="connsiteX64" fmla="*/ 6327795 w 10678681"/>
              <a:gd name="connsiteY64" fmla="*/ 1088142 h 1353297"/>
              <a:gd name="connsiteX65" fmla="*/ 6136549 w 10678681"/>
              <a:gd name="connsiteY65" fmla="*/ 1100268 h 1353297"/>
              <a:gd name="connsiteX66" fmla="*/ 6004655 w 10678681"/>
              <a:gd name="connsiteY66" fmla="*/ 1114946 h 1353297"/>
              <a:gd name="connsiteX67" fmla="*/ 5936643 w 10678681"/>
              <a:gd name="connsiteY67" fmla="*/ 1095428 h 1353297"/>
              <a:gd name="connsiteX68" fmla="*/ 5912484 w 10678681"/>
              <a:gd name="connsiteY68" fmla="*/ 1112624 h 1353297"/>
              <a:gd name="connsiteX69" fmla="*/ 5908387 w 10678681"/>
              <a:gd name="connsiteY69" fmla="*/ 1116018 h 1353297"/>
              <a:gd name="connsiteX70" fmla="*/ 5890495 w 10678681"/>
              <a:gd name="connsiteY70" fmla="*/ 1120268 h 1353297"/>
              <a:gd name="connsiteX71" fmla="*/ 5887318 w 10678681"/>
              <a:gd name="connsiteY71" fmla="*/ 1133134 h 1353297"/>
              <a:gd name="connsiteX72" fmla="*/ 5861726 w 10678681"/>
              <a:gd name="connsiteY72" fmla="*/ 1147891 h 1353297"/>
              <a:gd name="connsiteX73" fmla="*/ 5805823 w 10678681"/>
              <a:gd name="connsiteY73" fmla="*/ 1152457 h 1353297"/>
              <a:gd name="connsiteX74" fmla="*/ 5689841 w 10678681"/>
              <a:gd name="connsiteY74" fmla="*/ 1176232 h 1353297"/>
              <a:gd name="connsiteX75" fmla="*/ 5605119 w 10678681"/>
              <a:gd name="connsiteY75" fmla="*/ 1190202 h 1353297"/>
              <a:gd name="connsiteX76" fmla="*/ 5488513 w 10678681"/>
              <a:gd name="connsiteY76" fmla="*/ 1205367 h 1353297"/>
              <a:gd name="connsiteX77" fmla="*/ 5402905 w 10678681"/>
              <a:gd name="connsiteY77" fmla="*/ 1241191 h 1353297"/>
              <a:gd name="connsiteX78" fmla="*/ 5285593 w 10678681"/>
              <a:gd name="connsiteY78" fmla="*/ 1273569 h 1353297"/>
              <a:gd name="connsiteX79" fmla="*/ 5192893 w 10678681"/>
              <a:gd name="connsiteY79" fmla="*/ 1247188 h 1353297"/>
              <a:gd name="connsiteX80" fmla="*/ 5186475 w 10678681"/>
              <a:gd name="connsiteY80" fmla="*/ 1257028 h 1353297"/>
              <a:gd name="connsiteX81" fmla="*/ 5126038 w 10678681"/>
              <a:gd name="connsiteY81" fmla="*/ 1263189 h 1353297"/>
              <a:gd name="connsiteX82" fmla="*/ 4894688 w 10678681"/>
              <a:gd name="connsiteY82" fmla="*/ 1247184 h 1353297"/>
              <a:gd name="connsiteX83" fmla="*/ 4788036 w 10678681"/>
              <a:gd name="connsiteY83" fmla="*/ 1238182 h 1353297"/>
              <a:gd name="connsiteX84" fmla="*/ 4747555 w 10678681"/>
              <a:gd name="connsiteY84" fmla="*/ 1252768 h 1353297"/>
              <a:gd name="connsiteX85" fmla="*/ 4679644 w 10678681"/>
              <a:gd name="connsiteY85" fmla="*/ 1276603 h 1353297"/>
              <a:gd name="connsiteX86" fmla="*/ 4632222 w 10678681"/>
              <a:gd name="connsiteY86" fmla="*/ 1318360 h 1353297"/>
              <a:gd name="connsiteX87" fmla="*/ 4617358 w 10678681"/>
              <a:gd name="connsiteY87" fmla="*/ 1327690 h 1353297"/>
              <a:gd name="connsiteX88" fmla="*/ 4589102 w 10678681"/>
              <a:gd name="connsiteY88" fmla="*/ 1321223 h 1353297"/>
              <a:gd name="connsiteX89" fmla="*/ 4578184 w 10678681"/>
              <a:gd name="connsiteY89" fmla="*/ 1326745 h 1353297"/>
              <a:gd name="connsiteX90" fmla="*/ 4574270 w 10678681"/>
              <a:gd name="connsiteY90" fmla="*/ 1325878 h 1353297"/>
              <a:gd name="connsiteX91" fmla="*/ 4564919 w 10678681"/>
              <a:gd name="connsiteY91" fmla="*/ 1325507 h 1353297"/>
              <a:gd name="connsiteX92" fmla="*/ 4566586 w 10678681"/>
              <a:gd name="connsiteY92" fmla="*/ 1316963 h 1353297"/>
              <a:gd name="connsiteX93" fmla="*/ 4556303 w 10678681"/>
              <a:gd name="connsiteY93" fmla="*/ 1300262 h 1353297"/>
              <a:gd name="connsiteX94" fmla="*/ 4502358 w 10678681"/>
              <a:gd name="connsiteY94" fmla="*/ 1302558 h 1353297"/>
              <a:gd name="connsiteX95" fmla="*/ 4498919 w 10678681"/>
              <a:gd name="connsiteY95" fmla="*/ 1312115 h 1353297"/>
              <a:gd name="connsiteX96" fmla="*/ 4492075 w 10678681"/>
              <a:gd name="connsiteY96" fmla="*/ 1313357 h 1353297"/>
              <a:gd name="connsiteX97" fmla="*/ 4487466 w 10678681"/>
              <a:gd name="connsiteY97" fmla="*/ 1304102 h 1353297"/>
              <a:gd name="connsiteX98" fmla="*/ 4398292 w 10678681"/>
              <a:gd name="connsiteY98" fmla="*/ 1278410 h 1353297"/>
              <a:gd name="connsiteX99" fmla="*/ 4306088 w 10678681"/>
              <a:gd name="connsiteY99" fmla="*/ 1282512 h 1353297"/>
              <a:gd name="connsiteX100" fmla="*/ 4188995 w 10678681"/>
              <a:gd name="connsiteY100" fmla="*/ 1296718 h 1353297"/>
              <a:gd name="connsiteX101" fmla="*/ 4136582 w 10678681"/>
              <a:gd name="connsiteY101" fmla="*/ 1287687 h 1353297"/>
              <a:gd name="connsiteX102" fmla="*/ 4064614 w 10678681"/>
              <a:gd name="connsiteY102" fmla="*/ 1296118 h 1353297"/>
              <a:gd name="connsiteX103" fmla="*/ 3906561 w 10678681"/>
              <a:gd name="connsiteY103" fmla="*/ 1352435 h 1353297"/>
              <a:gd name="connsiteX104" fmla="*/ 3787890 w 10678681"/>
              <a:gd name="connsiteY104" fmla="*/ 1352442 h 1353297"/>
              <a:gd name="connsiteX105" fmla="*/ 3745993 w 10678681"/>
              <a:gd name="connsiteY105" fmla="*/ 1342630 h 1353297"/>
              <a:gd name="connsiteX106" fmla="*/ 3675785 w 10678681"/>
              <a:gd name="connsiteY106" fmla="*/ 1326802 h 1353297"/>
              <a:gd name="connsiteX107" fmla="*/ 3623856 w 10678681"/>
              <a:gd name="connsiteY107" fmla="*/ 1290804 h 1353297"/>
              <a:gd name="connsiteX108" fmla="*/ 3564933 w 10678681"/>
              <a:gd name="connsiteY108" fmla="*/ 1287147 h 1353297"/>
              <a:gd name="connsiteX109" fmla="*/ 3550537 w 10678681"/>
              <a:gd name="connsiteY109" fmla="*/ 1317552 h 1353297"/>
              <a:gd name="connsiteX110" fmla="*/ 3487736 w 10678681"/>
              <a:gd name="connsiteY110" fmla="*/ 1303493 h 1353297"/>
              <a:gd name="connsiteX111" fmla="*/ 3392548 w 10678681"/>
              <a:gd name="connsiteY111" fmla="*/ 1278741 h 1353297"/>
              <a:gd name="connsiteX112" fmla="*/ 3337466 w 10678681"/>
              <a:gd name="connsiteY112" fmla="*/ 1272537 h 1353297"/>
              <a:gd name="connsiteX113" fmla="*/ 3187206 w 10678681"/>
              <a:gd name="connsiteY113" fmla="*/ 1246821 h 1353297"/>
              <a:gd name="connsiteX114" fmla="*/ 3036856 w 10678681"/>
              <a:gd name="connsiteY114" fmla="*/ 1214383 h 1353297"/>
              <a:gd name="connsiteX115" fmla="*/ 2824973 w 10678681"/>
              <a:gd name="connsiteY115" fmla="*/ 1134864 h 1353297"/>
              <a:gd name="connsiteX116" fmla="*/ 2804398 w 10678681"/>
              <a:gd name="connsiteY116" fmla="*/ 1125556 h 1353297"/>
              <a:gd name="connsiteX117" fmla="*/ 2775396 w 10678681"/>
              <a:gd name="connsiteY117" fmla="*/ 1130148 h 1353297"/>
              <a:gd name="connsiteX118" fmla="*/ 2659096 w 10678681"/>
              <a:gd name="connsiteY118" fmla="*/ 1150294 h 1353297"/>
              <a:gd name="connsiteX119" fmla="*/ 2567088 w 10678681"/>
              <a:gd name="connsiteY119" fmla="*/ 1181781 h 1353297"/>
              <a:gd name="connsiteX120" fmla="*/ 2454501 w 10678681"/>
              <a:gd name="connsiteY120" fmla="*/ 1155455 h 1353297"/>
              <a:gd name="connsiteX121" fmla="*/ 2385161 w 10678681"/>
              <a:gd name="connsiteY121" fmla="*/ 1161312 h 1353297"/>
              <a:gd name="connsiteX122" fmla="*/ 2273361 w 10678681"/>
              <a:gd name="connsiteY122" fmla="*/ 1134090 h 1353297"/>
              <a:gd name="connsiteX123" fmla="*/ 2132003 w 10678681"/>
              <a:gd name="connsiteY123" fmla="*/ 1139225 h 1353297"/>
              <a:gd name="connsiteX124" fmla="*/ 2052449 w 10678681"/>
              <a:gd name="connsiteY124" fmla="*/ 1109687 h 1353297"/>
              <a:gd name="connsiteX125" fmla="*/ 2010157 w 10678681"/>
              <a:gd name="connsiteY125" fmla="*/ 1152767 h 1353297"/>
              <a:gd name="connsiteX126" fmla="*/ 1901837 w 10678681"/>
              <a:gd name="connsiteY126" fmla="*/ 1221762 h 1353297"/>
              <a:gd name="connsiteX127" fmla="*/ 1836762 w 10678681"/>
              <a:gd name="connsiteY127" fmla="*/ 1237387 h 1353297"/>
              <a:gd name="connsiteX128" fmla="*/ 1735877 w 10678681"/>
              <a:gd name="connsiteY128" fmla="*/ 1246527 h 1353297"/>
              <a:gd name="connsiteX129" fmla="*/ 1705069 w 10678681"/>
              <a:gd name="connsiteY129" fmla="*/ 1251989 h 1353297"/>
              <a:gd name="connsiteX130" fmla="*/ 1307888 w 10678681"/>
              <a:gd name="connsiteY130" fmla="*/ 1283156 h 1353297"/>
              <a:gd name="connsiteX131" fmla="*/ 1220734 w 10678681"/>
              <a:gd name="connsiteY131" fmla="*/ 1257811 h 1353297"/>
              <a:gd name="connsiteX132" fmla="*/ 1021737 w 10678681"/>
              <a:gd name="connsiteY132" fmla="*/ 1238739 h 1353297"/>
              <a:gd name="connsiteX133" fmla="*/ 959820 w 10678681"/>
              <a:gd name="connsiteY133" fmla="*/ 1275863 h 1353297"/>
              <a:gd name="connsiteX134" fmla="*/ 929137 w 10678681"/>
              <a:gd name="connsiteY134" fmla="*/ 1273957 h 1353297"/>
              <a:gd name="connsiteX135" fmla="*/ 878849 w 10678681"/>
              <a:gd name="connsiteY135" fmla="*/ 1266740 h 1353297"/>
              <a:gd name="connsiteX136" fmla="*/ 800667 w 10678681"/>
              <a:gd name="connsiteY136" fmla="*/ 1282041 h 1353297"/>
              <a:gd name="connsiteX137" fmla="*/ 644906 w 10678681"/>
              <a:gd name="connsiteY137" fmla="*/ 1273685 h 1353297"/>
              <a:gd name="connsiteX138" fmla="*/ 379869 w 10678681"/>
              <a:gd name="connsiteY138" fmla="*/ 1339165 h 1353297"/>
              <a:gd name="connsiteX139" fmla="*/ 137696 w 10678681"/>
              <a:gd name="connsiteY139" fmla="*/ 1319217 h 1353297"/>
              <a:gd name="connsiteX140" fmla="*/ 54250 w 10678681"/>
              <a:gd name="connsiteY140" fmla="*/ 1315838 h 1353297"/>
              <a:gd name="connsiteX141" fmla="*/ 28042 w 10678681"/>
              <a:gd name="connsiteY141" fmla="*/ 1297822 h 1353297"/>
              <a:gd name="connsiteX142" fmla="*/ 0 w 10678681"/>
              <a:gd name="connsiteY142" fmla="*/ 1294612 h 1353297"/>
              <a:gd name="connsiteX143" fmla="*/ 0 w 10678681"/>
              <a:gd name="connsiteY143" fmla="*/ 0 h 1353297"/>
              <a:gd name="connsiteX0" fmla="*/ 0 w 10678681"/>
              <a:gd name="connsiteY0" fmla="*/ 0 h 1353297"/>
              <a:gd name="connsiteX1" fmla="*/ 10678681 w 10678681"/>
              <a:gd name="connsiteY1" fmla="*/ 0 h 1353297"/>
              <a:gd name="connsiteX2" fmla="*/ 10666019 w 10678681"/>
              <a:gd name="connsiteY2" fmla="*/ 7876 h 1353297"/>
              <a:gd name="connsiteX3" fmla="*/ 10632825 w 10678681"/>
              <a:gd name="connsiteY3" fmla="*/ 32153 h 1353297"/>
              <a:gd name="connsiteX4" fmla="*/ 10510605 w 10678681"/>
              <a:gd name="connsiteY4" fmla="*/ 30449 h 1353297"/>
              <a:gd name="connsiteX5" fmla="*/ 10456989 w 10678681"/>
              <a:gd name="connsiteY5" fmla="*/ 979 h 1353297"/>
              <a:gd name="connsiteX6" fmla="*/ 10438642 w 10678681"/>
              <a:gd name="connsiteY6" fmla="*/ 1524 h 1353297"/>
              <a:gd name="connsiteX7" fmla="*/ 10407146 w 10678681"/>
              <a:gd name="connsiteY7" fmla="*/ 43659 h 1353297"/>
              <a:gd name="connsiteX8" fmla="*/ 10357996 w 10678681"/>
              <a:gd name="connsiteY8" fmla="*/ 50836 h 1353297"/>
              <a:gd name="connsiteX9" fmla="*/ 10306667 w 10678681"/>
              <a:gd name="connsiteY9" fmla="*/ 109739 h 1353297"/>
              <a:gd name="connsiteX10" fmla="*/ 10115334 w 10678681"/>
              <a:gd name="connsiteY10" fmla="*/ 155658 h 1353297"/>
              <a:gd name="connsiteX11" fmla="*/ 10068157 w 10678681"/>
              <a:gd name="connsiteY11" fmla="*/ 215673 h 1353297"/>
              <a:gd name="connsiteX12" fmla="*/ 10045431 w 10678681"/>
              <a:gd name="connsiteY12" fmla="*/ 229568 h 1353297"/>
              <a:gd name="connsiteX13" fmla="*/ 10013265 w 10678681"/>
              <a:gd name="connsiteY13" fmla="*/ 284757 h 1353297"/>
              <a:gd name="connsiteX14" fmla="*/ 9862496 w 10678681"/>
              <a:gd name="connsiteY14" fmla="*/ 223033 h 1353297"/>
              <a:gd name="connsiteX15" fmla="*/ 9679638 w 10678681"/>
              <a:gd name="connsiteY15" fmla="*/ 277462 h 1353297"/>
              <a:gd name="connsiteX16" fmla="*/ 9498347 w 10678681"/>
              <a:gd name="connsiteY16" fmla="*/ 244723 h 1353297"/>
              <a:gd name="connsiteX17" fmla="*/ 9399702 w 10678681"/>
              <a:gd name="connsiteY17" fmla="*/ 276316 h 1353297"/>
              <a:gd name="connsiteX18" fmla="*/ 9378439 w 10678681"/>
              <a:gd name="connsiteY18" fmla="*/ 326244 h 1353297"/>
              <a:gd name="connsiteX19" fmla="*/ 9121744 w 10678681"/>
              <a:gd name="connsiteY19" fmla="*/ 365177 h 1353297"/>
              <a:gd name="connsiteX20" fmla="*/ 9061654 w 10678681"/>
              <a:gd name="connsiteY20" fmla="*/ 393730 h 1353297"/>
              <a:gd name="connsiteX21" fmla="*/ 8997577 w 10678681"/>
              <a:gd name="connsiteY21" fmla="*/ 380865 h 1353297"/>
              <a:gd name="connsiteX22" fmla="*/ 8907968 w 10678681"/>
              <a:gd name="connsiteY22" fmla="*/ 447345 h 1353297"/>
              <a:gd name="connsiteX23" fmla="*/ 8764163 w 10678681"/>
              <a:gd name="connsiteY23" fmla="*/ 471000 h 1353297"/>
              <a:gd name="connsiteX24" fmla="*/ 8680155 w 10678681"/>
              <a:gd name="connsiteY24" fmla="*/ 492404 h 1353297"/>
              <a:gd name="connsiteX25" fmla="*/ 8651436 w 10678681"/>
              <a:gd name="connsiteY25" fmla="*/ 511923 h 1353297"/>
              <a:gd name="connsiteX26" fmla="*/ 8609185 w 10678681"/>
              <a:gd name="connsiteY26" fmla="*/ 531525 h 1353297"/>
              <a:gd name="connsiteX27" fmla="*/ 8537091 w 10678681"/>
              <a:gd name="connsiteY27" fmla="*/ 574933 h 1353297"/>
              <a:gd name="connsiteX28" fmla="*/ 8435931 w 10678681"/>
              <a:gd name="connsiteY28" fmla="*/ 617926 h 1353297"/>
              <a:gd name="connsiteX29" fmla="*/ 8348623 w 10678681"/>
              <a:gd name="connsiteY29" fmla="*/ 600607 h 1353297"/>
              <a:gd name="connsiteX30" fmla="*/ 8344233 w 10678681"/>
              <a:gd name="connsiteY30" fmla="*/ 610922 h 1353297"/>
              <a:gd name="connsiteX31" fmla="*/ 8290622 w 10678681"/>
              <a:gd name="connsiteY31" fmla="*/ 622687 h 1353297"/>
              <a:gd name="connsiteX32" fmla="*/ 8086698 w 10678681"/>
              <a:gd name="connsiteY32" fmla="*/ 605185 h 1353297"/>
              <a:gd name="connsiteX33" fmla="*/ 7982378 w 10678681"/>
              <a:gd name="connsiteY33" fmla="*/ 629799 h 1353297"/>
              <a:gd name="connsiteX34" fmla="*/ 7947952 w 10678681"/>
              <a:gd name="connsiteY34" fmla="*/ 648003 h 1353297"/>
              <a:gd name="connsiteX35" fmla="*/ 7890112 w 10678681"/>
              <a:gd name="connsiteY35" fmla="*/ 677915 h 1353297"/>
              <a:gd name="connsiteX36" fmla="*/ 7853284 w 10678681"/>
              <a:gd name="connsiteY36" fmla="*/ 723588 h 1353297"/>
              <a:gd name="connsiteX37" fmla="*/ 7802383 w 10678681"/>
              <a:gd name="connsiteY37" fmla="*/ 739359 h 1353297"/>
              <a:gd name="connsiteX38" fmla="*/ 7730518 w 10678681"/>
              <a:gd name="connsiteY38" fmla="*/ 739526 h 1353297"/>
              <a:gd name="connsiteX39" fmla="*/ 7652907 w 10678681"/>
              <a:gd name="connsiteY39" fmla="*/ 783273 h 1353297"/>
              <a:gd name="connsiteX40" fmla="*/ 7606008 w 10678681"/>
              <a:gd name="connsiteY40" fmla="*/ 800717 h 1353297"/>
              <a:gd name="connsiteX41" fmla="*/ 7480223 w 10678681"/>
              <a:gd name="connsiteY41" fmla="*/ 856821 h 1353297"/>
              <a:gd name="connsiteX42" fmla="*/ 7356005 w 10678681"/>
              <a:gd name="connsiteY42" fmla="*/ 919462 h 1353297"/>
              <a:gd name="connsiteX43" fmla="*/ 7305396 w 10678681"/>
              <a:gd name="connsiteY43" fmla="*/ 986228 h 1353297"/>
              <a:gd name="connsiteX44" fmla="*/ 7266251 w 10678681"/>
              <a:gd name="connsiteY44" fmla="*/ 967864 h 1353297"/>
              <a:gd name="connsiteX45" fmla="*/ 7269396 w 10678681"/>
              <a:gd name="connsiteY45" fmla="*/ 989282 h 1353297"/>
              <a:gd name="connsiteX46" fmla="*/ 7258094 w 10678681"/>
              <a:gd name="connsiteY46" fmla="*/ 990679 h 1353297"/>
              <a:gd name="connsiteX47" fmla="*/ 7257893 w 10678681"/>
              <a:gd name="connsiteY47" fmla="*/ 991204 h 1353297"/>
              <a:gd name="connsiteX48" fmla="*/ 7247153 w 10678681"/>
              <a:gd name="connsiteY48" fmla="*/ 991550 h 1353297"/>
              <a:gd name="connsiteX49" fmla="*/ 7193612 w 10678681"/>
              <a:gd name="connsiteY49" fmla="*/ 987042 h 1353297"/>
              <a:gd name="connsiteX50" fmla="*/ 7132632 w 10678681"/>
              <a:gd name="connsiteY50" fmla="*/ 1042036 h 1353297"/>
              <a:gd name="connsiteX51" fmla="*/ 7105610 w 10678681"/>
              <a:gd name="connsiteY51" fmla="*/ 1053537 h 1353297"/>
              <a:gd name="connsiteX52" fmla="*/ 7069148 w 10678681"/>
              <a:gd name="connsiteY52" fmla="*/ 1047163 h 1353297"/>
              <a:gd name="connsiteX53" fmla="*/ 7039634 w 10678681"/>
              <a:gd name="connsiteY53" fmla="*/ 1059971 h 1353297"/>
              <a:gd name="connsiteX54" fmla="*/ 7033445 w 10678681"/>
              <a:gd name="connsiteY54" fmla="*/ 1063314 h 1353297"/>
              <a:gd name="connsiteX55" fmla="*/ 6999157 w 10678681"/>
              <a:gd name="connsiteY55" fmla="*/ 1055282 h 1353297"/>
              <a:gd name="connsiteX56" fmla="*/ 6981874 w 10678681"/>
              <a:gd name="connsiteY56" fmla="*/ 1053827 h 1353297"/>
              <a:gd name="connsiteX57" fmla="*/ 6976102 w 10678681"/>
              <a:gd name="connsiteY57" fmla="*/ 1047854 h 1353297"/>
              <a:gd name="connsiteX58" fmla="*/ 6951040 w 10678681"/>
              <a:gd name="connsiteY58" fmla="*/ 1048531 h 1353297"/>
              <a:gd name="connsiteX59" fmla="*/ 6948497 w 10678681"/>
              <a:gd name="connsiteY59" fmla="*/ 1050706 h 1353297"/>
              <a:gd name="connsiteX60" fmla="*/ 6926582 w 10678681"/>
              <a:gd name="connsiteY60" fmla="*/ 1043462 h 1353297"/>
              <a:gd name="connsiteX61" fmla="*/ 6833743 w 10678681"/>
              <a:gd name="connsiteY61" fmla="*/ 1027960 h 1353297"/>
              <a:gd name="connsiteX62" fmla="*/ 6687090 w 10678681"/>
              <a:gd name="connsiteY62" fmla="*/ 1063250 h 1353297"/>
              <a:gd name="connsiteX63" fmla="*/ 6437450 w 10678681"/>
              <a:gd name="connsiteY63" fmla="*/ 1101075 h 1353297"/>
              <a:gd name="connsiteX64" fmla="*/ 6327795 w 10678681"/>
              <a:gd name="connsiteY64" fmla="*/ 1088142 h 1353297"/>
              <a:gd name="connsiteX65" fmla="*/ 6136549 w 10678681"/>
              <a:gd name="connsiteY65" fmla="*/ 1100268 h 1353297"/>
              <a:gd name="connsiteX66" fmla="*/ 6004655 w 10678681"/>
              <a:gd name="connsiteY66" fmla="*/ 1114946 h 1353297"/>
              <a:gd name="connsiteX67" fmla="*/ 5936643 w 10678681"/>
              <a:gd name="connsiteY67" fmla="*/ 1095428 h 1353297"/>
              <a:gd name="connsiteX68" fmla="*/ 5912484 w 10678681"/>
              <a:gd name="connsiteY68" fmla="*/ 1112624 h 1353297"/>
              <a:gd name="connsiteX69" fmla="*/ 5908387 w 10678681"/>
              <a:gd name="connsiteY69" fmla="*/ 1116018 h 1353297"/>
              <a:gd name="connsiteX70" fmla="*/ 5890495 w 10678681"/>
              <a:gd name="connsiteY70" fmla="*/ 1120268 h 1353297"/>
              <a:gd name="connsiteX71" fmla="*/ 5887318 w 10678681"/>
              <a:gd name="connsiteY71" fmla="*/ 1133134 h 1353297"/>
              <a:gd name="connsiteX72" fmla="*/ 5861726 w 10678681"/>
              <a:gd name="connsiteY72" fmla="*/ 1147891 h 1353297"/>
              <a:gd name="connsiteX73" fmla="*/ 5805823 w 10678681"/>
              <a:gd name="connsiteY73" fmla="*/ 1152457 h 1353297"/>
              <a:gd name="connsiteX74" fmla="*/ 5689841 w 10678681"/>
              <a:gd name="connsiteY74" fmla="*/ 1176232 h 1353297"/>
              <a:gd name="connsiteX75" fmla="*/ 5605119 w 10678681"/>
              <a:gd name="connsiteY75" fmla="*/ 1190202 h 1353297"/>
              <a:gd name="connsiteX76" fmla="*/ 5488513 w 10678681"/>
              <a:gd name="connsiteY76" fmla="*/ 1205367 h 1353297"/>
              <a:gd name="connsiteX77" fmla="*/ 5402905 w 10678681"/>
              <a:gd name="connsiteY77" fmla="*/ 1241191 h 1353297"/>
              <a:gd name="connsiteX78" fmla="*/ 5285593 w 10678681"/>
              <a:gd name="connsiteY78" fmla="*/ 1273569 h 1353297"/>
              <a:gd name="connsiteX79" fmla="*/ 5192893 w 10678681"/>
              <a:gd name="connsiteY79" fmla="*/ 1247188 h 1353297"/>
              <a:gd name="connsiteX80" fmla="*/ 5186475 w 10678681"/>
              <a:gd name="connsiteY80" fmla="*/ 1257028 h 1353297"/>
              <a:gd name="connsiteX81" fmla="*/ 5126038 w 10678681"/>
              <a:gd name="connsiteY81" fmla="*/ 1263189 h 1353297"/>
              <a:gd name="connsiteX82" fmla="*/ 4894688 w 10678681"/>
              <a:gd name="connsiteY82" fmla="*/ 1247184 h 1353297"/>
              <a:gd name="connsiteX83" fmla="*/ 4788036 w 10678681"/>
              <a:gd name="connsiteY83" fmla="*/ 1238182 h 1353297"/>
              <a:gd name="connsiteX84" fmla="*/ 4747555 w 10678681"/>
              <a:gd name="connsiteY84" fmla="*/ 1252768 h 1353297"/>
              <a:gd name="connsiteX85" fmla="*/ 4679644 w 10678681"/>
              <a:gd name="connsiteY85" fmla="*/ 1276603 h 1353297"/>
              <a:gd name="connsiteX86" fmla="*/ 4632222 w 10678681"/>
              <a:gd name="connsiteY86" fmla="*/ 1318360 h 1353297"/>
              <a:gd name="connsiteX87" fmla="*/ 4617358 w 10678681"/>
              <a:gd name="connsiteY87" fmla="*/ 1327690 h 1353297"/>
              <a:gd name="connsiteX88" fmla="*/ 4589102 w 10678681"/>
              <a:gd name="connsiteY88" fmla="*/ 1321223 h 1353297"/>
              <a:gd name="connsiteX89" fmla="*/ 4578184 w 10678681"/>
              <a:gd name="connsiteY89" fmla="*/ 1326745 h 1353297"/>
              <a:gd name="connsiteX90" fmla="*/ 4574270 w 10678681"/>
              <a:gd name="connsiteY90" fmla="*/ 1325878 h 1353297"/>
              <a:gd name="connsiteX91" fmla="*/ 4564919 w 10678681"/>
              <a:gd name="connsiteY91" fmla="*/ 1325507 h 1353297"/>
              <a:gd name="connsiteX92" fmla="*/ 4566586 w 10678681"/>
              <a:gd name="connsiteY92" fmla="*/ 1316963 h 1353297"/>
              <a:gd name="connsiteX93" fmla="*/ 4556303 w 10678681"/>
              <a:gd name="connsiteY93" fmla="*/ 1300262 h 1353297"/>
              <a:gd name="connsiteX94" fmla="*/ 4502358 w 10678681"/>
              <a:gd name="connsiteY94" fmla="*/ 1302558 h 1353297"/>
              <a:gd name="connsiteX95" fmla="*/ 4498919 w 10678681"/>
              <a:gd name="connsiteY95" fmla="*/ 1312115 h 1353297"/>
              <a:gd name="connsiteX96" fmla="*/ 4492075 w 10678681"/>
              <a:gd name="connsiteY96" fmla="*/ 1313357 h 1353297"/>
              <a:gd name="connsiteX97" fmla="*/ 4487466 w 10678681"/>
              <a:gd name="connsiteY97" fmla="*/ 1304102 h 1353297"/>
              <a:gd name="connsiteX98" fmla="*/ 4398292 w 10678681"/>
              <a:gd name="connsiteY98" fmla="*/ 1278410 h 1353297"/>
              <a:gd name="connsiteX99" fmla="*/ 4306088 w 10678681"/>
              <a:gd name="connsiteY99" fmla="*/ 1282512 h 1353297"/>
              <a:gd name="connsiteX100" fmla="*/ 4188995 w 10678681"/>
              <a:gd name="connsiteY100" fmla="*/ 1296718 h 1353297"/>
              <a:gd name="connsiteX101" fmla="*/ 4136582 w 10678681"/>
              <a:gd name="connsiteY101" fmla="*/ 1287687 h 1353297"/>
              <a:gd name="connsiteX102" fmla="*/ 4064614 w 10678681"/>
              <a:gd name="connsiteY102" fmla="*/ 1296118 h 1353297"/>
              <a:gd name="connsiteX103" fmla="*/ 3906561 w 10678681"/>
              <a:gd name="connsiteY103" fmla="*/ 1352435 h 1353297"/>
              <a:gd name="connsiteX104" fmla="*/ 3787890 w 10678681"/>
              <a:gd name="connsiteY104" fmla="*/ 1352442 h 1353297"/>
              <a:gd name="connsiteX105" fmla="*/ 3745993 w 10678681"/>
              <a:gd name="connsiteY105" fmla="*/ 1342630 h 1353297"/>
              <a:gd name="connsiteX106" fmla="*/ 3675785 w 10678681"/>
              <a:gd name="connsiteY106" fmla="*/ 1326802 h 1353297"/>
              <a:gd name="connsiteX107" fmla="*/ 3623856 w 10678681"/>
              <a:gd name="connsiteY107" fmla="*/ 1290804 h 1353297"/>
              <a:gd name="connsiteX108" fmla="*/ 3564933 w 10678681"/>
              <a:gd name="connsiteY108" fmla="*/ 1287147 h 1353297"/>
              <a:gd name="connsiteX109" fmla="*/ 3550537 w 10678681"/>
              <a:gd name="connsiteY109" fmla="*/ 1317552 h 1353297"/>
              <a:gd name="connsiteX110" fmla="*/ 3487736 w 10678681"/>
              <a:gd name="connsiteY110" fmla="*/ 1303493 h 1353297"/>
              <a:gd name="connsiteX111" fmla="*/ 3392548 w 10678681"/>
              <a:gd name="connsiteY111" fmla="*/ 1278741 h 1353297"/>
              <a:gd name="connsiteX112" fmla="*/ 3337466 w 10678681"/>
              <a:gd name="connsiteY112" fmla="*/ 1272537 h 1353297"/>
              <a:gd name="connsiteX113" fmla="*/ 3187206 w 10678681"/>
              <a:gd name="connsiteY113" fmla="*/ 1246821 h 1353297"/>
              <a:gd name="connsiteX114" fmla="*/ 3036856 w 10678681"/>
              <a:gd name="connsiteY114" fmla="*/ 1214383 h 1353297"/>
              <a:gd name="connsiteX115" fmla="*/ 2824973 w 10678681"/>
              <a:gd name="connsiteY115" fmla="*/ 1134864 h 1353297"/>
              <a:gd name="connsiteX116" fmla="*/ 2804398 w 10678681"/>
              <a:gd name="connsiteY116" fmla="*/ 1125556 h 1353297"/>
              <a:gd name="connsiteX117" fmla="*/ 2775396 w 10678681"/>
              <a:gd name="connsiteY117" fmla="*/ 1130148 h 1353297"/>
              <a:gd name="connsiteX118" fmla="*/ 2659096 w 10678681"/>
              <a:gd name="connsiteY118" fmla="*/ 1150294 h 1353297"/>
              <a:gd name="connsiteX119" fmla="*/ 2567088 w 10678681"/>
              <a:gd name="connsiteY119" fmla="*/ 1181781 h 1353297"/>
              <a:gd name="connsiteX120" fmla="*/ 2454501 w 10678681"/>
              <a:gd name="connsiteY120" fmla="*/ 1155455 h 1353297"/>
              <a:gd name="connsiteX121" fmla="*/ 2385161 w 10678681"/>
              <a:gd name="connsiteY121" fmla="*/ 1161312 h 1353297"/>
              <a:gd name="connsiteX122" fmla="*/ 2273361 w 10678681"/>
              <a:gd name="connsiteY122" fmla="*/ 1134090 h 1353297"/>
              <a:gd name="connsiteX123" fmla="*/ 2132003 w 10678681"/>
              <a:gd name="connsiteY123" fmla="*/ 1139225 h 1353297"/>
              <a:gd name="connsiteX124" fmla="*/ 2041224 w 10678681"/>
              <a:gd name="connsiteY124" fmla="*/ 1147536 h 1353297"/>
              <a:gd name="connsiteX125" fmla="*/ 2010157 w 10678681"/>
              <a:gd name="connsiteY125" fmla="*/ 1152767 h 1353297"/>
              <a:gd name="connsiteX126" fmla="*/ 1901837 w 10678681"/>
              <a:gd name="connsiteY126" fmla="*/ 1221762 h 1353297"/>
              <a:gd name="connsiteX127" fmla="*/ 1836762 w 10678681"/>
              <a:gd name="connsiteY127" fmla="*/ 1237387 h 1353297"/>
              <a:gd name="connsiteX128" fmla="*/ 1735877 w 10678681"/>
              <a:gd name="connsiteY128" fmla="*/ 1246527 h 1353297"/>
              <a:gd name="connsiteX129" fmla="*/ 1705069 w 10678681"/>
              <a:gd name="connsiteY129" fmla="*/ 1251989 h 1353297"/>
              <a:gd name="connsiteX130" fmla="*/ 1307888 w 10678681"/>
              <a:gd name="connsiteY130" fmla="*/ 1283156 h 1353297"/>
              <a:gd name="connsiteX131" fmla="*/ 1220734 w 10678681"/>
              <a:gd name="connsiteY131" fmla="*/ 1257811 h 1353297"/>
              <a:gd name="connsiteX132" fmla="*/ 1021737 w 10678681"/>
              <a:gd name="connsiteY132" fmla="*/ 1238739 h 1353297"/>
              <a:gd name="connsiteX133" fmla="*/ 959820 w 10678681"/>
              <a:gd name="connsiteY133" fmla="*/ 1275863 h 1353297"/>
              <a:gd name="connsiteX134" fmla="*/ 929137 w 10678681"/>
              <a:gd name="connsiteY134" fmla="*/ 1273957 h 1353297"/>
              <a:gd name="connsiteX135" fmla="*/ 878849 w 10678681"/>
              <a:gd name="connsiteY135" fmla="*/ 1266740 h 1353297"/>
              <a:gd name="connsiteX136" fmla="*/ 800667 w 10678681"/>
              <a:gd name="connsiteY136" fmla="*/ 1282041 h 1353297"/>
              <a:gd name="connsiteX137" fmla="*/ 644906 w 10678681"/>
              <a:gd name="connsiteY137" fmla="*/ 1273685 h 1353297"/>
              <a:gd name="connsiteX138" fmla="*/ 379869 w 10678681"/>
              <a:gd name="connsiteY138" fmla="*/ 1339165 h 1353297"/>
              <a:gd name="connsiteX139" fmla="*/ 137696 w 10678681"/>
              <a:gd name="connsiteY139" fmla="*/ 1319217 h 1353297"/>
              <a:gd name="connsiteX140" fmla="*/ 54250 w 10678681"/>
              <a:gd name="connsiteY140" fmla="*/ 1315838 h 1353297"/>
              <a:gd name="connsiteX141" fmla="*/ 28042 w 10678681"/>
              <a:gd name="connsiteY141" fmla="*/ 1297822 h 1353297"/>
              <a:gd name="connsiteX142" fmla="*/ 0 w 10678681"/>
              <a:gd name="connsiteY142" fmla="*/ 1294612 h 1353297"/>
              <a:gd name="connsiteX143" fmla="*/ 0 w 10678681"/>
              <a:gd name="connsiteY143" fmla="*/ 0 h 1353297"/>
              <a:gd name="connsiteX0" fmla="*/ 0 w 10678681"/>
              <a:gd name="connsiteY0" fmla="*/ 0 h 1353297"/>
              <a:gd name="connsiteX1" fmla="*/ 10678681 w 10678681"/>
              <a:gd name="connsiteY1" fmla="*/ 0 h 1353297"/>
              <a:gd name="connsiteX2" fmla="*/ 10666019 w 10678681"/>
              <a:gd name="connsiteY2" fmla="*/ 7876 h 1353297"/>
              <a:gd name="connsiteX3" fmla="*/ 10632825 w 10678681"/>
              <a:gd name="connsiteY3" fmla="*/ 32153 h 1353297"/>
              <a:gd name="connsiteX4" fmla="*/ 10510605 w 10678681"/>
              <a:gd name="connsiteY4" fmla="*/ 30449 h 1353297"/>
              <a:gd name="connsiteX5" fmla="*/ 10456989 w 10678681"/>
              <a:gd name="connsiteY5" fmla="*/ 979 h 1353297"/>
              <a:gd name="connsiteX6" fmla="*/ 10438642 w 10678681"/>
              <a:gd name="connsiteY6" fmla="*/ 1524 h 1353297"/>
              <a:gd name="connsiteX7" fmla="*/ 10407146 w 10678681"/>
              <a:gd name="connsiteY7" fmla="*/ 43659 h 1353297"/>
              <a:gd name="connsiteX8" fmla="*/ 10357996 w 10678681"/>
              <a:gd name="connsiteY8" fmla="*/ 50836 h 1353297"/>
              <a:gd name="connsiteX9" fmla="*/ 10306667 w 10678681"/>
              <a:gd name="connsiteY9" fmla="*/ 109739 h 1353297"/>
              <a:gd name="connsiteX10" fmla="*/ 10115334 w 10678681"/>
              <a:gd name="connsiteY10" fmla="*/ 155658 h 1353297"/>
              <a:gd name="connsiteX11" fmla="*/ 10068157 w 10678681"/>
              <a:gd name="connsiteY11" fmla="*/ 215673 h 1353297"/>
              <a:gd name="connsiteX12" fmla="*/ 10045431 w 10678681"/>
              <a:gd name="connsiteY12" fmla="*/ 229568 h 1353297"/>
              <a:gd name="connsiteX13" fmla="*/ 10013265 w 10678681"/>
              <a:gd name="connsiteY13" fmla="*/ 284757 h 1353297"/>
              <a:gd name="connsiteX14" fmla="*/ 9862496 w 10678681"/>
              <a:gd name="connsiteY14" fmla="*/ 223033 h 1353297"/>
              <a:gd name="connsiteX15" fmla="*/ 9679638 w 10678681"/>
              <a:gd name="connsiteY15" fmla="*/ 277462 h 1353297"/>
              <a:gd name="connsiteX16" fmla="*/ 9498347 w 10678681"/>
              <a:gd name="connsiteY16" fmla="*/ 244723 h 1353297"/>
              <a:gd name="connsiteX17" fmla="*/ 9399702 w 10678681"/>
              <a:gd name="connsiteY17" fmla="*/ 276316 h 1353297"/>
              <a:gd name="connsiteX18" fmla="*/ 9378439 w 10678681"/>
              <a:gd name="connsiteY18" fmla="*/ 326244 h 1353297"/>
              <a:gd name="connsiteX19" fmla="*/ 9121744 w 10678681"/>
              <a:gd name="connsiteY19" fmla="*/ 365177 h 1353297"/>
              <a:gd name="connsiteX20" fmla="*/ 9061654 w 10678681"/>
              <a:gd name="connsiteY20" fmla="*/ 393730 h 1353297"/>
              <a:gd name="connsiteX21" fmla="*/ 8997577 w 10678681"/>
              <a:gd name="connsiteY21" fmla="*/ 380865 h 1353297"/>
              <a:gd name="connsiteX22" fmla="*/ 8907968 w 10678681"/>
              <a:gd name="connsiteY22" fmla="*/ 447345 h 1353297"/>
              <a:gd name="connsiteX23" fmla="*/ 8764163 w 10678681"/>
              <a:gd name="connsiteY23" fmla="*/ 471000 h 1353297"/>
              <a:gd name="connsiteX24" fmla="*/ 8680155 w 10678681"/>
              <a:gd name="connsiteY24" fmla="*/ 492404 h 1353297"/>
              <a:gd name="connsiteX25" fmla="*/ 8651436 w 10678681"/>
              <a:gd name="connsiteY25" fmla="*/ 511923 h 1353297"/>
              <a:gd name="connsiteX26" fmla="*/ 8609185 w 10678681"/>
              <a:gd name="connsiteY26" fmla="*/ 531525 h 1353297"/>
              <a:gd name="connsiteX27" fmla="*/ 8537091 w 10678681"/>
              <a:gd name="connsiteY27" fmla="*/ 574933 h 1353297"/>
              <a:gd name="connsiteX28" fmla="*/ 8435931 w 10678681"/>
              <a:gd name="connsiteY28" fmla="*/ 617926 h 1353297"/>
              <a:gd name="connsiteX29" fmla="*/ 8348623 w 10678681"/>
              <a:gd name="connsiteY29" fmla="*/ 600607 h 1353297"/>
              <a:gd name="connsiteX30" fmla="*/ 8344233 w 10678681"/>
              <a:gd name="connsiteY30" fmla="*/ 610922 h 1353297"/>
              <a:gd name="connsiteX31" fmla="*/ 8290622 w 10678681"/>
              <a:gd name="connsiteY31" fmla="*/ 622687 h 1353297"/>
              <a:gd name="connsiteX32" fmla="*/ 8086698 w 10678681"/>
              <a:gd name="connsiteY32" fmla="*/ 605185 h 1353297"/>
              <a:gd name="connsiteX33" fmla="*/ 7982378 w 10678681"/>
              <a:gd name="connsiteY33" fmla="*/ 629799 h 1353297"/>
              <a:gd name="connsiteX34" fmla="*/ 7947952 w 10678681"/>
              <a:gd name="connsiteY34" fmla="*/ 648003 h 1353297"/>
              <a:gd name="connsiteX35" fmla="*/ 7890112 w 10678681"/>
              <a:gd name="connsiteY35" fmla="*/ 677915 h 1353297"/>
              <a:gd name="connsiteX36" fmla="*/ 7853284 w 10678681"/>
              <a:gd name="connsiteY36" fmla="*/ 723588 h 1353297"/>
              <a:gd name="connsiteX37" fmla="*/ 7802383 w 10678681"/>
              <a:gd name="connsiteY37" fmla="*/ 739359 h 1353297"/>
              <a:gd name="connsiteX38" fmla="*/ 7730518 w 10678681"/>
              <a:gd name="connsiteY38" fmla="*/ 739526 h 1353297"/>
              <a:gd name="connsiteX39" fmla="*/ 7652907 w 10678681"/>
              <a:gd name="connsiteY39" fmla="*/ 783273 h 1353297"/>
              <a:gd name="connsiteX40" fmla="*/ 7606008 w 10678681"/>
              <a:gd name="connsiteY40" fmla="*/ 800717 h 1353297"/>
              <a:gd name="connsiteX41" fmla="*/ 7480223 w 10678681"/>
              <a:gd name="connsiteY41" fmla="*/ 856821 h 1353297"/>
              <a:gd name="connsiteX42" fmla="*/ 7356005 w 10678681"/>
              <a:gd name="connsiteY42" fmla="*/ 919462 h 1353297"/>
              <a:gd name="connsiteX43" fmla="*/ 7305396 w 10678681"/>
              <a:gd name="connsiteY43" fmla="*/ 986228 h 1353297"/>
              <a:gd name="connsiteX44" fmla="*/ 7266251 w 10678681"/>
              <a:gd name="connsiteY44" fmla="*/ 967864 h 1353297"/>
              <a:gd name="connsiteX45" fmla="*/ 7269396 w 10678681"/>
              <a:gd name="connsiteY45" fmla="*/ 989282 h 1353297"/>
              <a:gd name="connsiteX46" fmla="*/ 7258094 w 10678681"/>
              <a:gd name="connsiteY46" fmla="*/ 990679 h 1353297"/>
              <a:gd name="connsiteX47" fmla="*/ 7257893 w 10678681"/>
              <a:gd name="connsiteY47" fmla="*/ 991204 h 1353297"/>
              <a:gd name="connsiteX48" fmla="*/ 7247153 w 10678681"/>
              <a:gd name="connsiteY48" fmla="*/ 991550 h 1353297"/>
              <a:gd name="connsiteX49" fmla="*/ 7193612 w 10678681"/>
              <a:gd name="connsiteY49" fmla="*/ 987042 h 1353297"/>
              <a:gd name="connsiteX50" fmla="*/ 7132632 w 10678681"/>
              <a:gd name="connsiteY50" fmla="*/ 1042036 h 1353297"/>
              <a:gd name="connsiteX51" fmla="*/ 7105610 w 10678681"/>
              <a:gd name="connsiteY51" fmla="*/ 1053537 h 1353297"/>
              <a:gd name="connsiteX52" fmla="*/ 7069148 w 10678681"/>
              <a:gd name="connsiteY52" fmla="*/ 1047163 h 1353297"/>
              <a:gd name="connsiteX53" fmla="*/ 7039634 w 10678681"/>
              <a:gd name="connsiteY53" fmla="*/ 1059971 h 1353297"/>
              <a:gd name="connsiteX54" fmla="*/ 7033445 w 10678681"/>
              <a:gd name="connsiteY54" fmla="*/ 1063314 h 1353297"/>
              <a:gd name="connsiteX55" fmla="*/ 6999157 w 10678681"/>
              <a:gd name="connsiteY55" fmla="*/ 1055282 h 1353297"/>
              <a:gd name="connsiteX56" fmla="*/ 6981874 w 10678681"/>
              <a:gd name="connsiteY56" fmla="*/ 1053827 h 1353297"/>
              <a:gd name="connsiteX57" fmla="*/ 6976102 w 10678681"/>
              <a:gd name="connsiteY57" fmla="*/ 1047854 h 1353297"/>
              <a:gd name="connsiteX58" fmla="*/ 6951040 w 10678681"/>
              <a:gd name="connsiteY58" fmla="*/ 1048531 h 1353297"/>
              <a:gd name="connsiteX59" fmla="*/ 6948497 w 10678681"/>
              <a:gd name="connsiteY59" fmla="*/ 1050706 h 1353297"/>
              <a:gd name="connsiteX60" fmla="*/ 6926582 w 10678681"/>
              <a:gd name="connsiteY60" fmla="*/ 1043462 h 1353297"/>
              <a:gd name="connsiteX61" fmla="*/ 6833743 w 10678681"/>
              <a:gd name="connsiteY61" fmla="*/ 1027960 h 1353297"/>
              <a:gd name="connsiteX62" fmla="*/ 6687090 w 10678681"/>
              <a:gd name="connsiteY62" fmla="*/ 1063250 h 1353297"/>
              <a:gd name="connsiteX63" fmla="*/ 6437450 w 10678681"/>
              <a:gd name="connsiteY63" fmla="*/ 1101075 h 1353297"/>
              <a:gd name="connsiteX64" fmla="*/ 6327795 w 10678681"/>
              <a:gd name="connsiteY64" fmla="*/ 1088142 h 1353297"/>
              <a:gd name="connsiteX65" fmla="*/ 6136549 w 10678681"/>
              <a:gd name="connsiteY65" fmla="*/ 1100268 h 1353297"/>
              <a:gd name="connsiteX66" fmla="*/ 6004655 w 10678681"/>
              <a:gd name="connsiteY66" fmla="*/ 1114946 h 1353297"/>
              <a:gd name="connsiteX67" fmla="*/ 5936643 w 10678681"/>
              <a:gd name="connsiteY67" fmla="*/ 1095428 h 1353297"/>
              <a:gd name="connsiteX68" fmla="*/ 5912484 w 10678681"/>
              <a:gd name="connsiteY68" fmla="*/ 1112624 h 1353297"/>
              <a:gd name="connsiteX69" fmla="*/ 5908387 w 10678681"/>
              <a:gd name="connsiteY69" fmla="*/ 1116018 h 1353297"/>
              <a:gd name="connsiteX70" fmla="*/ 5890495 w 10678681"/>
              <a:gd name="connsiteY70" fmla="*/ 1120268 h 1353297"/>
              <a:gd name="connsiteX71" fmla="*/ 5887318 w 10678681"/>
              <a:gd name="connsiteY71" fmla="*/ 1133134 h 1353297"/>
              <a:gd name="connsiteX72" fmla="*/ 5861726 w 10678681"/>
              <a:gd name="connsiteY72" fmla="*/ 1147891 h 1353297"/>
              <a:gd name="connsiteX73" fmla="*/ 5805823 w 10678681"/>
              <a:gd name="connsiteY73" fmla="*/ 1152457 h 1353297"/>
              <a:gd name="connsiteX74" fmla="*/ 5689841 w 10678681"/>
              <a:gd name="connsiteY74" fmla="*/ 1176232 h 1353297"/>
              <a:gd name="connsiteX75" fmla="*/ 5605119 w 10678681"/>
              <a:gd name="connsiteY75" fmla="*/ 1190202 h 1353297"/>
              <a:gd name="connsiteX76" fmla="*/ 5488513 w 10678681"/>
              <a:gd name="connsiteY76" fmla="*/ 1205367 h 1353297"/>
              <a:gd name="connsiteX77" fmla="*/ 5402905 w 10678681"/>
              <a:gd name="connsiteY77" fmla="*/ 1241191 h 1353297"/>
              <a:gd name="connsiteX78" fmla="*/ 5285593 w 10678681"/>
              <a:gd name="connsiteY78" fmla="*/ 1273569 h 1353297"/>
              <a:gd name="connsiteX79" fmla="*/ 5192893 w 10678681"/>
              <a:gd name="connsiteY79" fmla="*/ 1247188 h 1353297"/>
              <a:gd name="connsiteX80" fmla="*/ 5186475 w 10678681"/>
              <a:gd name="connsiteY80" fmla="*/ 1257028 h 1353297"/>
              <a:gd name="connsiteX81" fmla="*/ 5126038 w 10678681"/>
              <a:gd name="connsiteY81" fmla="*/ 1263189 h 1353297"/>
              <a:gd name="connsiteX82" fmla="*/ 4894688 w 10678681"/>
              <a:gd name="connsiteY82" fmla="*/ 1247184 h 1353297"/>
              <a:gd name="connsiteX83" fmla="*/ 4788036 w 10678681"/>
              <a:gd name="connsiteY83" fmla="*/ 1238182 h 1353297"/>
              <a:gd name="connsiteX84" fmla="*/ 4747555 w 10678681"/>
              <a:gd name="connsiteY84" fmla="*/ 1252768 h 1353297"/>
              <a:gd name="connsiteX85" fmla="*/ 4679644 w 10678681"/>
              <a:gd name="connsiteY85" fmla="*/ 1276603 h 1353297"/>
              <a:gd name="connsiteX86" fmla="*/ 4632222 w 10678681"/>
              <a:gd name="connsiteY86" fmla="*/ 1318360 h 1353297"/>
              <a:gd name="connsiteX87" fmla="*/ 4617358 w 10678681"/>
              <a:gd name="connsiteY87" fmla="*/ 1327690 h 1353297"/>
              <a:gd name="connsiteX88" fmla="*/ 4589102 w 10678681"/>
              <a:gd name="connsiteY88" fmla="*/ 1321223 h 1353297"/>
              <a:gd name="connsiteX89" fmla="*/ 4578184 w 10678681"/>
              <a:gd name="connsiteY89" fmla="*/ 1326745 h 1353297"/>
              <a:gd name="connsiteX90" fmla="*/ 4574270 w 10678681"/>
              <a:gd name="connsiteY90" fmla="*/ 1325878 h 1353297"/>
              <a:gd name="connsiteX91" fmla="*/ 4564919 w 10678681"/>
              <a:gd name="connsiteY91" fmla="*/ 1325507 h 1353297"/>
              <a:gd name="connsiteX92" fmla="*/ 4566586 w 10678681"/>
              <a:gd name="connsiteY92" fmla="*/ 1316963 h 1353297"/>
              <a:gd name="connsiteX93" fmla="*/ 4556303 w 10678681"/>
              <a:gd name="connsiteY93" fmla="*/ 1300262 h 1353297"/>
              <a:gd name="connsiteX94" fmla="*/ 4502358 w 10678681"/>
              <a:gd name="connsiteY94" fmla="*/ 1302558 h 1353297"/>
              <a:gd name="connsiteX95" fmla="*/ 4498919 w 10678681"/>
              <a:gd name="connsiteY95" fmla="*/ 1312115 h 1353297"/>
              <a:gd name="connsiteX96" fmla="*/ 4492075 w 10678681"/>
              <a:gd name="connsiteY96" fmla="*/ 1313357 h 1353297"/>
              <a:gd name="connsiteX97" fmla="*/ 4487466 w 10678681"/>
              <a:gd name="connsiteY97" fmla="*/ 1304102 h 1353297"/>
              <a:gd name="connsiteX98" fmla="*/ 4398292 w 10678681"/>
              <a:gd name="connsiteY98" fmla="*/ 1278410 h 1353297"/>
              <a:gd name="connsiteX99" fmla="*/ 4306088 w 10678681"/>
              <a:gd name="connsiteY99" fmla="*/ 1282512 h 1353297"/>
              <a:gd name="connsiteX100" fmla="*/ 4188995 w 10678681"/>
              <a:gd name="connsiteY100" fmla="*/ 1296718 h 1353297"/>
              <a:gd name="connsiteX101" fmla="*/ 4136582 w 10678681"/>
              <a:gd name="connsiteY101" fmla="*/ 1287687 h 1353297"/>
              <a:gd name="connsiteX102" fmla="*/ 4064614 w 10678681"/>
              <a:gd name="connsiteY102" fmla="*/ 1296118 h 1353297"/>
              <a:gd name="connsiteX103" fmla="*/ 3906561 w 10678681"/>
              <a:gd name="connsiteY103" fmla="*/ 1352435 h 1353297"/>
              <a:gd name="connsiteX104" fmla="*/ 3787890 w 10678681"/>
              <a:gd name="connsiteY104" fmla="*/ 1352442 h 1353297"/>
              <a:gd name="connsiteX105" fmla="*/ 3745993 w 10678681"/>
              <a:gd name="connsiteY105" fmla="*/ 1342630 h 1353297"/>
              <a:gd name="connsiteX106" fmla="*/ 3675785 w 10678681"/>
              <a:gd name="connsiteY106" fmla="*/ 1326802 h 1353297"/>
              <a:gd name="connsiteX107" fmla="*/ 3623856 w 10678681"/>
              <a:gd name="connsiteY107" fmla="*/ 1290804 h 1353297"/>
              <a:gd name="connsiteX108" fmla="*/ 3564933 w 10678681"/>
              <a:gd name="connsiteY108" fmla="*/ 1287147 h 1353297"/>
              <a:gd name="connsiteX109" fmla="*/ 3550537 w 10678681"/>
              <a:gd name="connsiteY109" fmla="*/ 1317552 h 1353297"/>
              <a:gd name="connsiteX110" fmla="*/ 3487736 w 10678681"/>
              <a:gd name="connsiteY110" fmla="*/ 1303493 h 1353297"/>
              <a:gd name="connsiteX111" fmla="*/ 3392548 w 10678681"/>
              <a:gd name="connsiteY111" fmla="*/ 1278741 h 1353297"/>
              <a:gd name="connsiteX112" fmla="*/ 3337466 w 10678681"/>
              <a:gd name="connsiteY112" fmla="*/ 1272537 h 1353297"/>
              <a:gd name="connsiteX113" fmla="*/ 3187206 w 10678681"/>
              <a:gd name="connsiteY113" fmla="*/ 1246821 h 1353297"/>
              <a:gd name="connsiteX114" fmla="*/ 3036856 w 10678681"/>
              <a:gd name="connsiteY114" fmla="*/ 1214383 h 1353297"/>
              <a:gd name="connsiteX115" fmla="*/ 2824973 w 10678681"/>
              <a:gd name="connsiteY115" fmla="*/ 1134864 h 1353297"/>
              <a:gd name="connsiteX116" fmla="*/ 2804398 w 10678681"/>
              <a:gd name="connsiteY116" fmla="*/ 1125556 h 1353297"/>
              <a:gd name="connsiteX117" fmla="*/ 2775396 w 10678681"/>
              <a:gd name="connsiteY117" fmla="*/ 1130148 h 1353297"/>
              <a:gd name="connsiteX118" fmla="*/ 2659096 w 10678681"/>
              <a:gd name="connsiteY118" fmla="*/ 1150294 h 1353297"/>
              <a:gd name="connsiteX119" fmla="*/ 2567088 w 10678681"/>
              <a:gd name="connsiteY119" fmla="*/ 1181781 h 1353297"/>
              <a:gd name="connsiteX120" fmla="*/ 2454501 w 10678681"/>
              <a:gd name="connsiteY120" fmla="*/ 1155455 h 1353297"/>
              <a:gd name="connsiteX121" fmla="*/ 2385161 w 10678681"/>
              <a:gd name="connsiteY121" fmla="*/ 1161312 h 1353297"/>
              <a:gd name="connsiteX122" fmla="*/ 2273361 w 10678681"/>
              <a:gd name="connsiteY122" fmla="*/ 1134090 h 1353297"/>
              <a:gd name="connsiteX123" fmla="*/ 2132003 w 10678681"/>
              <a:gd name="connsiteY123" fmla="*/ 1139225 h 1353297"/>
              <a:gd name="connsiteX124" fmla="*/ 2041224 w 10678681"/>
              <a:gd name="connsiteY124" fmla="*/ 1147536 h 1353297"/>
              <a:gd name="connsiteX125" fmla="*/ 2010157 w 10678681"/>
              <a:gd name="connsiteY125" fmla="*/ 1152767 h 1353297"/>
              <a:gd name="connsiteX126" fmla="*/ 1901837 w 10678681"/>
              <a:gd name="connsiteY126" fmla="*/ 1221762 h 1353297"/>
              <a:gd name="connsiteX127" fmla="*/ 1836762 w 10678681"/>
              <a:gd name="connsiteY127" fmla="*/ 1237387 h 1353297"/>
              <a:gd name="connsiteX128" fmla="*/ 1735877 w 10678681"/>
              <a:gd name="connsiteY128" fmla="*/ 1246527 h 1353297"/>
              <a:gd name="connsiteX129" fmla="*/ 1705069 w 10678681"/>
              <a:gd name="connsiteY129" fmla="*/ 1251989 h 1353297"/>
              <a:gd name="connsiteX130" fmla="*/ 1307888 w 10678681"/>
              <a:gd name="connsiteY130" fmla="*/ 1283156 h 1353297"/>
              <a:gd name="connsiteX131" fmla="*/ 1220734 w 10678681"/>
              <a:gd name="connsiteY131" fmla="*/ 1257811 h 1353297"/>
              <a:gd name="connsiteX132" fmla="*/ 1021737 w 10678681"/>
              <a:gd name="connsiteY132" fmla="*/ 1238739 h 1353297"/>
              <a:gd name="connsiteX133" fmla="*/ 959820 w 10678681"/>
              <a:gd name="connsiteY133" fmla="*/ 1275863 h 1353297"/>
              <a:gd name="connsiteX134" fmla="*/ 929137 w 10678681"/>
              <a:gd name="connsiteY134" fmla="*/ 1273957 h 1353297"/>
              <a:gd name="connsiteX135" fmla="*/ 878849 w 10678681"/>
              <a:gd name="connsiteY135" fmla="*/ 1266740 h 1353297"/>
              <a:gd name="connsiteX136" fmla="*/ 800667 w 10678681"/>
              <a:gd name="connsiteY136" fmla="*/ 1282041 h 1353297"/>
              <a:gd name="connsiteX137" fmla="*/ 644906 w 10678681"/>
              <a:gd name="connsiteY137" fmla="*/ 1273685 h 1353297"/>
              <a:gd name="connsiteX138" fmla="*/ 379869 w 10678681"/>
              <a:gd name="connsiteY138" fmla="*/ 1339165 h 1353297"/>
              <a:gd name="connsiteX139" fmla="*/ 137696 w 10678681"/>
              <a:gd name="connsiteY139" fmla="*/ 1319217 h 1353297"/>
              <a:gd name="connsiteX140" fmla="*/ 54250 w 10678681"/>
              <a:gd name="connsiteY140" fmla="*/ 1315838 h 1353297"/>
              <a:gd name="connsiteX141" fmla="*/ 28042 w 10678681"/>
              <a:gd name="connsiteY141" fmla="*/ 1297822 h 1353297"/>
              <a:gd name="connsiteX142" fmla="*/ 0 w 10678681"/>
              <a:gd name="connsiteY142" fmla="*/ 1294612 h 1353297"/>
              <a:gd name="connsiteX143" fmla="*/ 0 w 10678681"/>
              <a:gd name="connsiteY143" fmla="*/ 0 h 1353297"/>
              <a:gd name="connsiteX0" fmla="*/ 0 w 10678681"/>
              <a:gd name="connsiteY0" fmla="*/ 0 h 1353297"/>
              <a:gd name="connsiteX1" fmla="*/ 10678681 w 10678681"/>
              <a:gd name="connsiteY1" fmla="*/ 0 h 1353297"/>
              <a:gd name="connsiteX2" fmla="*/ 10666019 w 10678681"/>
              <a:gd name="connsiteY2" fmla="*/ 7876 h 1353297"/>
              <a:gd name="connsiteX3" fmla="*/ 10632825 w 10678681"/>
              <a:gd name="connsiteY3" fmla="*/ 32153 h 1353297"/>
              <a:gd name="connsiteX4" fmla="*/ 10510605 w 10678681"/>
              <a:gd name="connsiteY4" fmla="*/ 30449 h 1353297"/>
              <a:gd name="connsiteX5" fmla="*/ 10456989 w 10678681"/>
              <a:gd name="connsiteY5" fmla="*/ 979 h 1353297"/>
              <a:gd name="connsiteX6" fmla="*/ 10438642 w 10678681"/>
              <a:gd name="connsiteY6" fmla="*/ 1524 h 1353297"/>
              <a:gd name="connsiteX7" fmla="*/ 10407146 w 10678681"/>
              <a:gd name="connsiteY7" fmla="*/ 43659 h 1353297"/>
              <a:gd name="connsiteX8" fmla="*/ 10357996 w 10678681"/>
              <a:gd name="connsiteY8" fmla="*/ 50836 h 1353297"/>
              <a:gd name="connsiteX9" fmla="*/ 10306667 w 10678681"/>
              <a:gd name="connsiteY9" fmla="*/ 109739 h 1353297"/>
              <a:gd name="connsiteX10" fmla="*/ 10115334 w 10678681"/>
              <a:gd name="connsiteY10" fmla="*/ 155658 h 1353297"/>
              <a:gd name="connsiteX11" fmla="*/ 10068157 w 10678681"/>
              <a:gd name="connsiteY11" fmla="*/ 215673 h 1353297"/>
              <a:gd name="connsiteX12" fmla="*/ 10045431 w 10678681"/>
              <a:gd name="connsiteY12" fmla="*/ 229568 h 1353297"/>
              <a:gd name="connsiteX13" fmla="*/ 10013265 w 10678681"/>
              <a:gd name="connsiteY13" fmla="*/ 284757 h 1353297"/>
              <a:gd name="connsiteX14" fmla="*/ 9862496 w 10678681"/>
              <a:gd name="connsiteY14" fmla="*/ 223033 h 1353297"/>
              <a:gd name="connsiteX15" fmla="*/ 9679638 w 10678681"/>
              <a:gd name="connsiteY15" fmla="*/ 277462 h 1353297"/>
              <a:gd name="connsiteX16" fmla="*/ 9498347 w 10678681"/>
              <a:gd name="connsiteY16" fmla="*/ 244723 h 1353297"/>
              <a:gd name="connsiteX17" fmla="*/ 9399702 w 10678681"/>
              <a:gd name="connsiteY17" fmla="*/ 276316 h 1353297"/>
              <a:gd name="connsiteX18" fmla="*/ 9378439 w 10678681"/>
              <a:gd name="connsiteY18" fmla="*/ 326244 h 1353297"/>
              <a:gd name="connsiteX19" fmla="*/ 9121744 w 10678681"/>
              <a:gd name="connsiteY19" fmla="*/ 365177 h 1353297"/>
              <a:gd name="connsiteX20" fmla="*/ 9061654 w 10678681"/>
              <a:gd name="connsiteY20" fmla="*/ 393730 h 1353297"/>
              <a:gd name="connsiteX21" fmla="*/ 8997577 w 10678681"/>
              <a:gd name="connsiteY21" fmla="*/ 380865 h 1353297"/>
              <a:gd name="connsiteX22" fmla="*/ 8907968 w 10678681"/>
              <a:gd name="connsiteY22" fmla="*/ 447345 h 1353297"/>
              <a:gd name="connsiteX23" fmla="*/ 8764163 w 10678681"/>
              <a:gd name="connsiteY23" fmla="*/ 471000 h 1353297"/>
              <a:gd name="connsiteX24" fmla="*/ 8680155 w 10678681"/>
              <a:gd name="connsiteY24" fmla="*/ 492404 h 1353297"/>
              <a:gd name="connsiteX25" fmla="*/ 8651436 w 10678681"/>
              <a:gd name="connsiteY25" fmla="*/ 511923 h 1353297"/>
              <a:gd name="connsiteX26" fmla="*/ 8609185 w 10678681"/>
              <a:gd name="connsiteY26" fmla="*/ 531525 h 1353297"/>
              <a:gd name="connsiteX27" fmla="*/ 8537091 w 10678681"/>
              <a:gd name="connsiteY27" fmla="*/ 574933 h 1353297"/>
              <a:gd name="connsiteX28" fmla="*/ 8435931 w 10678681"/>
              <a:gd name="connsiteY28" fmla="*/ 617926 h 1353297"/>
              <a:gd name="connsiteX29" fmla="*/ 8348623 w 10678681"/>
              <a:gd name="connsiteY29" fmla="*/ 600607 h 1353297"/>
              <a:gd name="connsiteX30" fmla="*/ 8344233 w 10678681"/>
              <a:gd name="connsiteY30" fmla="*/ 610922 h 1353297"/>
              <a:gd name="connsiteX31" fmla="*/ 8290622 w 10678681"/>
              <a:gd name="connsiteY31" fmla="*/ 622687 h 1353297"/>
              <a:gd name="connsiteX32" fmla="*/ 8086698 w 10678681"/>
              <a:gd name="connsiteY32" fmla="*/ 605185 h 1353297"/>
              <a:gd name="connsiteX33" fmla="*/ 7982378 w 10678681"/>
              <a:gd name="connsiteY33" fmla="*/ 629799 h 1353297"/>
              <a:gd name="connsiteX34" fmla="*/ 7947952 w 10678681"/>
              <a:gd name="connsiteY34" fmla="*/ 648003 h 1353297"/>
              <a:gd name="connsiteX35" fmla="*/ 7890112 w 10678681"/>
              <a:gd name="connsiteY35" fmla="*/ 677915 h 1353297"/>
              <a:gd name="connsiteX36" fmla="*/ 7853284 w 10678681"/>
              <a:gd name="connsiteY36" fmla="*/ 723588 h 1353297"/>
              <a:gd name="connsiteX37" fmla="*/ 7802383 w 10678681"/>
              <a:gd name="connsiteY37" fmla="*/ 739359 h 1353297"/>
              <a:gd name="connsiteX38" fmla="*/ 7730518 w 10678681"/>
              <a:gd name="connsiteY38" fmla="*/ 739526 h 1353297"/>
              <a:gd name="connsiteX39" fmla="*/ 7652907 w 10678681"/>
              <a:gd name="connsiteY39" fmla="*/ 783273 h 1353297"/>
              <a:gd name="connsiteX40" fmla="*/ 7606008 w 10678681"/>
              <a:gd name="connsiteY40" fmla="*/ 800717 h 1353297"/>
              <a:gd name="connsiteX41" fmla="*/ 7480223 w 10678681"/>
              <a:gd name="connsiteY41" fmla="*/ 856821 h 1353297"/>
              <a:gd name="connsiteX42" fmla="*/ 7356005 w 10678681"/>
              <a:gd name="connsiteY42" fmla="*/ 919462 h 1353297"/>
              <a:gd name="connsiteX43" fmla="*/ 7305396 w 10678681"/>
              <a:gd name="connsiteY43" fmla="*/ 986228 h 1353297"/>
              <a:gd name="connsiteX44" fmla="*/ 7266251 w 10678681"/>
              <a:gd name="connsiteY44" fmla="*/ 967864 h 1353297"/>
              <a:gd name="connsiteX45" fmla="*/ 7269396 w 10678681"/>
              <a:gd name="connsiteY45" fmla="*/ 989282 h 1353297"/>
              <a:gd name="connsiteX46" fmla="*/ 7258094 w 10678681"/>
              <a:gd name="connsiteY46" fmla="*/ 990679 h 1353297"/>
              <a:gd name="connsiteX47" fmla="*/ 7257893 w 10678681"/>
              <a:gd name="connsiteY47" fmla="*/ 991204 h 1353297"/>
              <a:gd name="connsiteX48" fmla="*/ 7247153 w 10678681"/>
              <a:gd name="connsiteY48" fmla="*/ 991550 h 1353297"/>
              <a:gd name="connsiteX49" fmla="*/ 7193612 w 10678681"/>
              <a:gd name="connsiteY49" fmla="*/ 987042 h 1353297"/>
              <a:gd name="connsiteX50" fmla="*/ 7132632 w 10678681"/>
              <a:gd name="connsiteY50" fmla="*/ 1042036 h 1353297"/>
              <a:gd name="connsiteX51" fmla="*/ 7105610 w 10678681"/>
              <a:gd name="connsiteY51" fmla="*/ 1053537 h 1353297"/>
              <a:gd name="connsiteX52" fmla="*/ 7069148 w 10678681"/>
              <a:gd name="connsiteY52" fmla="*/ 1047163 h 1353297"/>
              <a:gd name="connsiteX53" fmla="*/ 7039634 w 10678681"/>
              <a:gd name="connsiteY53" fmla="*/ 1059971 h 1353297"/>
              <a:gd name="connsiteX54" fmla="*/ 7033445 w 10678681"/>
              <a:gd name="connsiteY54" fmla="*/ 1063314 h 1353297"/>
              <a:gd name="connsiteX55" fmla="*/ 6999157 w 10678681"/>
              <a:gd name="connsiteY55" fmla="*/ 1055282 h 1353297"/>
              <a:gd name="connsiteX56" fmla="*/ 6981874 w 10678681"/>
              <a:gd name="connsiteY56" fmla="*/ 1053827 h 1353297"/>
              <a:gd name="connsiteX57" fmla="*/ 6976102 w 10678681"/>
              <a:gd name="connsiteY57" fmla="*/ 1047854 h 1353297"/>
              <a:gd name="connsiteX58" fmla="*/ 6951040 w 10678681"/>
              <a:gd name="connsiteY58" fmla="*/ 1048531 h 1353297"/>
              <a:gd name="connsiteX59" fmla="*/ 6948497 w 10678681"/>
              <a:gd name="connsiteY59" fmla="*/ 1050706 h 1353297"/>
              <a:gd name="connsiteX60" fmla="*/ 6926582 w 10678681"/>
              <a:gd name="connsiteY60" fmla="*/ 1043462 h 1353297"/>
              <a:gd name="connsiteX61" fmla="*/ 6833743 w 10678681"/>
              <a:gd name="connsiteY61" fmla="*/ 1027960 h 1353297"/>
              <a:gd name="connsiteX62" fmla="*/ 6687090 w 10678681"/>
              <a:gd name="connsiteY62" fmla="*/ 1063250 h 1353297"/>
              <a:gd name="connsiteX63" fmla="*/ 6437450 w 10678681"/>
              <a:gd name="connsiteY63" fmla="*/ 1101075 h 1353297"/>
              <a:gd name="connsiteX64" fmla="*/ 6327795 w 10678681"/>
              <a:gd name="connsiteY64" fmla="*/ 1088142 h 1353297"/>
              <a:gd name="connsiteX65" fmla="*/ 6136549 w 10678681"/>
              <a:gd name="connsiteY65" fmla="*/ 1100268 h 1353297"/>
              <a:gd name="connsiteX66" fmla="*/ 6004655 w 10678681"/>
              <a:gd name="connsiteY66" fmla="*/ 1114946 h 1353297"/>
              <a:gd name="connsiteX67" fmla="*/ 5936643 w 10678681"/>
              <a:gd name="connsiteY67" fmla="*/ 1095428 h 1353297"/>
              <a:gd name="connsiteX68" fmla="*/ 5912484 w 10678681"/>
              <a:gd name="connsiteY68" fmla="*/ 1112624 h 1353297"/>
              <a:gd name="connsiteX69" fmla="*/ 5908387 w 10678681"/>
              <a:gd name="connsiteY69" fmla="*/ 1116018 h 1353297"/>
              <a:gd name="connsiteX70" fmla="*/ 5890495 w 10678681"/>
              <a:gd name="connsiteY70" fmla="*/ 1120268 h 1353297"/>
              <a:gd name="connsiteX71" fmla="*/ 5887318 w 10678681"/>
              <a:gd name="connsiteY71" fmla="*/ 1133134 h 1353297"/>
              <a:gd name="connsiteX72" fmla="*/ 5861726 w 10678681"/>
              <a:gd name="connsiteY72" fmla="*/ 1147891 h 1353297"/>
              <a:gd name="connsiteX73" fmla="*/ 5805823 w 10678681"/>
              <a:gd name="connsiteY73" fmla="*/ 1152457 h 1353297"/>
              <a:gd name="connsiteX74" fmla="*/ 5689841 w 10678681"/>
              <a:gd name="connsiteY74" fmla="*/ 1176232 h 1353297"/>
              <a:gd name="connsiteX75" fmla="*/ 5605119 w 10678681"/>
              <a:gd name="connsiteY75" fmla="*/ 1190202 h 1353297"/>
              <a:gd name="connsiteX76" fmla="*/ 5488513 w 10678681"/>
              <a:gd name="connsiteY76" fmla="*/ 1205367 h 1353297"/>
              <a:gd name="connsiteX77" fmla="*/ 5402905 w 10678681"/>
              <a:gd name="connsiteY77" fmla="*/ 1241191 h 1353297"/>
              <a:gd name="connsiteX78" fmla="*/ 5285593 w 10678681"/>
              <a:gd name="connsiteY78" fmla="*/ 1273569 h 1353297"/>
              <a:gd name="connsiteX79" fmla="*/ 5192893 w 10678681"/>
              <a:gd name="connsiteY79" fmla="*/ 1247188 h 1353297"/>
              <a:gd name="connsiteX80" fmla="*/ 5186475 w 10678681"/>
              <a:gd name="connsiteY80" fmla="*/ 1257028 h 1353297"/>
              <a:gd name="connsiteX81" fmla="*/ 5126038 w 10678681"/>
              <a:gd name="connsiteY81" fmla="*/ 1263189 h 1353297"/>
              <a:gd name="connsiteX82" fmla="*/ 4894688 w 10678681"/>
              <a:gd name="connsiteY82" fmla="*/ 1247184 h 1353297"/>
              <a:gd name="connsiteX83" fmla="*/ 4788036 w 10678681"/>
              <a:gd name="connsiteY83" fmla="*/ 1238182 h 1353297"/>
              <a:gd name="connsiteX84" fmla="*/ 4747555 w 10678681"/>
              <a:gd name="connsiteY84" fmla="*/ 1252768 h 1353297"/>
              <a:gd name="connsiteX85" fmla="*/ 4679644 w 10678681"/>
              <a:gd name="connsiteY85" fmla="*/ 1276603 h 1353297"/>
              <a:gd name="connsiteX86" fmla="*/ 4632222 w 10678681"/>
              <a:gd name="connsiteY86" fmla="*/ 1318360 h 1353297"/>
              <a:gd name="connsiteX87" fmla="*/ 4617358 w 10678681"/>
              <a:gd name="connsiteY87" fmla="*/ 1327690 h 1353297"/>
              <a:gd name="connsiteX88" fmla="*/ 4589102 w 10678681"/>
              <a:gd name="connsiteY88" fmla="*/ 1321223 h 1353297"/>
              <a:gd name="connsiteX89" fmla="*/ 4578184 w 10678681"/>
              <a:gd name="connsiteY89" fmla="*/ 1326745 h 1353297"/>
              <a:gd name="connsiteX90" fmla="*/ 4574270 w 10678681"/>
              <a:gd name="connsiteY90" fmla="*/ 1325878 h 1353297"/>
              <a:gd name="connsiteX91" fmla="*/ 4564919 w 10678681"/>
              <a:gd name="connsiteY91" fmla="*/ 1325507 h 1353297"/>
              <a:gd name="connsiteX92" fmla="*/ 4566586 w 10678681"/>
              <a:gd name="connsiteY92" fmla="*/ 1316963 h 1353297"/>
              <a:gd name="connsiteX93" fmla="*/ 4556303 w 10678681"/>
              <a:gd name="connsiteY93" fmla="*/ 1300262 h 1353297"/>
              <a:gd name="connsiteX94" fmla="*/ 4502358 w 10678681"/>
              <a:gd name="connsiteY94" fmla="*/ 1302558 h 1353297"/>
              <a:gd name="connsiteX95" fmla="*/ 4498919 w 10678681"/>
              <a:gd name="connsiteY95" fmla="*/ 1312115 h 1353297"/>
              <a:gd name="connsiteX96" fmla="*/ 4492075 w 10678681"/>
              <a:gd name="connsiteY96" fmla="*/ 1313357 h 1353297"/>
              <a:gd name="connsiteX97" fmla="*/ 4487466 w 10678681"/>
              <a:gd name="connsiteY97" fmla="*/ 1304102 h 1353297"/>
              <a:gd name="connsiteX98" fmla="*/ 4398292 w 10678681"/>
              <a:gd name="connsiteY98" fmla="*/ 1278410 h 1353297"/>
              <a:gd name="connsiteX99" fmla="*/ 4306088 w 10678681"/>
              <a:gd name="connsiteY99" fmla="*/ 1282512 h 1353297"/>
              <a:gd name="connsiteX100" fmla="*/ 4188995 w 10678681"/>
              <a:gd name="connsiteY100" fmla="*/ 1296718 h 1353297"/>
              <a:gd name="connsiteX101" fmla="*/ 4136582 w 10678681"/>
              <a:gd name="connsiteY101" fmla="*/ 1287687 h 1353297"/>
              <a:gd name="connsiteX102" fmla="*/ 4064614 w 10678681"/>
              <a:gd name="connsiteY102" fmla="*/ 1296118 h 1353297"/>
              <a:gd name="connsiteX103" fmla="*/ 3906561 w 10678681"/>
              <a:gd name="connsiteY103" fmla="*/ 1352435 h 1353297"/>
              <a:gd name="connsiteX104" fmla="*/ 3787890 w 10678681"/>
              <a:gd name="connsiteY104" fmla="*/ 1352442 h 1353297"/>
              <a:gd name="connsiteX105" fmla="*/ 3745993 w 10678681"/>
              <a:gd name="connsiteY105" fmla="*/ 1342630 h 1353297"/>
              <a:gd name="connsiteX106" fmla="*/ 3675785 w 10678681"/>
              <a:gd name="connsiteY106" fmla="*/ 1326802 h 1353297"/>
              <a:gd name="connsiteX107" fmla="*/ 3623856 w 10678681"/>
              <a:gd name="connsiteY107" fmla="*/ 1290804 h 1353297"/>
              <a:gd name="connsiteX108" fmla="*/ 3564933 w 10678681"/>
              <a:gd name="connsiteY108" fmla="*/ 1287147 h 1353297"/>
              <a:gd name="connsiteX109" fmla="*/ 3550537 w 10678681"/>
              <a:gd name="connsiteY109" fmla="*/ 1317552 h 1353297"/>
              <a:gd name="connsiteX110" fmla="*/ 3487736 w 10678681"/>
              <a:gd name="connsiteY110" fmla="*/ 1303493 h 1353297"/>
              <a:gd name="connsiteX111" fmla="*/ 3392548 w 10678681"/>
              <a:gd name="connsiteY111" fmla="*/ 1278741 h 1353297"/>
              <a:gd name="connsiteX112" fmla="*/ 3337466 w 10678681"/>
              <a:gd name="connsiteY112" fmla="*/ 1272537 h 1353297"/>
              <a:gd name="connsiteX113" fmla="*/ 3187206 w 10678681"/>
              <a:gd name="connsiteY113" fmla="*/ 1246821 h 1353297"/>
              <a:gd name="connsiteX114" fmla="*/ 3036856 w 10678681"/>
              <a:gd name="connsiteY114" fmla="*/ 1214383 h 1353297"/>
              <a:gd name="connsiteX115" fmla="*/ 2824973 w 10678681"/>
              <a:gd name="connsiteY115" fmla="*/ 1134864 h 1353297"/>
              <a:gd name="connsiteX116" fmla="*/ 2804398 w 10678681"/>
              <a:gd name="connsiteY116" fmla="*/ 1125556 h 1353297"/>
              <a:gd name="connsiteX117" fmla="*/ 2775396 w 10678681"/>
              <a:gd name="connsiteY117" fmla="*/ 1130148 h 1353297"/>
              <a:gd name="connsiteX118" fmla="*/ 2659096 w 10678681"/>
              <a:gd name="connsiteY118" fmla="*/ 1150294 h 1353297"/>
              <a:gd name="connsiteX119" fmla="*/ 2567088 w 10678681"/>
              <a:gd name="connsiteY119" fmla="*/ 1181781 h 1353297"/>
              <a:gd name="connsiteX120" fmla="*/ 2454501 w 10678681"/>
              <a:gd name="connsiteY120" fmla="*/ 1155455 h 1353297"/>
              <a:gd name="connsiteX121" fmla="*/ 2385161 w 10678681"/>
              <a:gd name="connsiteY121" fmla="*/ 1161312 h 1353297"/>
              <a:gd name="connsiteX122" fmla="*/ 2273361 w 10678681"/>
              <a:gd name="connsiteY122" fmla="*/ 1134090 h 1353297"/>
              <a:gd name="connsiteX123" fmla="*/ 2132003 w 10678681"/>
              <a:gd name="connsiteY123" fmla="*/ 1139225 h 1353297"/>
              <a:gd name="connsiteX124" fmla="*/ 2041224 w 10678681"/>
              <a:gd name="connsiteY124" fmla="*/ 1147536 h 1353297"/>
              <a:gd name="connsiteX125" fmla="*/ 2010157 w 10678681"/>
              <a:gd name="connsiteY125" fmla="*/ 1152767 h 1353297"/>
              <a:gd name="connsiteX126" fmla="*/ 1836762 w 10678681"/>
              <a:gd name="connsiteY126" fmla="*/ 1237387 h 1353297"/>
              <a:gd name="connsiteX127" fmla="*/ 1735877 w 10678681"/>
              <a:gd name="connsiteY127" fmla="*/ 1246527 h 1353297"/>
              <a:gd name="connsiteX128" fmla="*/ 1705069 w 10678681"/>
              <a:gd name="connsiteY128" fmla="*/ 1251989 h 1353297"/>
              <a:gd name="connsiteX129" fmla="*/ 1307888 w 10678681"/>
              <a:gd name="connsiteY129" fmla="*/ 1283156 h 1353297"/>
              <a:gd name="connsiteX130" fmla="*/ 1220734 w 10678681"/>
              <a:gd name="connsiteY130" fmla="*/ 1257811 h 1353297"/>
              <a:gd name="connsiteX131" fmla="*/ 1021737 w 10678681"/>
              <a:gd name="connsiteY131" fmla="*/ 1238739 h 1353297"/>
              <a:gd name="connsiteX132" fmla="*/ 959820 w 10678681"/>
              <a:gd name="connsiteY132" fmla="*/ 1275863 h 1353297"/>
              <a:gd name="connsiteX133" fmla="*/ 929137 w 10678681"/>
              <a:gd name="connsiteY133" fmla="*/ 1273957 h 1353297"/>
              <a:gd name="connsiteX134" fmla="*/ 878849 w 10678681"/>
              <a:gd name="connsiteY134" fmla="*/ 1266740 h 1353297"/>
              <a:gd name="connsiteX135" fmla="*/ 800667 w 10678681"/>
              <a:gd name="connsiteY135" fmla="*/ 1282041 h 1353297"/>
              <a:gd name="connsiteX136" fmla="*/ 644906 w 10678681"/>
              <a:gd name="connsiteY136" fmla="*/ 1273685 h 1353297"/>
              <a:gd name="connsiteX137" fmla="*/ 379869 w 10678681"/>
              <a:gd name="connsiteY137" fmla="*/ 1339165 h 1353297"/>
              <a:gd name="connsiteX138" fmla="*/ 137696 w 10678681"/>
              <a:gd name="connsiteY138" fmla="*/ 1319217 h 1353297"/>
              <a:gd name="connsiteX139" fmla="*/ 54250 w 10678681"/>
              <a:gd name="connsiteY139" fmla="*/ 1315838 h 1353297"/>
              <a:gd name="connsiteX140" fmla="*/ 28042 w 10678681"/>
              <a:gd name="connsiteY140" fmla="*/ 1297822 h 1353297"/>
              <a:gd name="connsiteX141" fmla="*/ 0 w 10678681"/>
              <a:gd name="connsiteY141" fmla="*/ 1294612 h 1353297"/>
              <a:gd name="connsiteX142" fmla="*/ 0 w 10678681"/>
              <a:gd name="connsiteY142" fmla="*/ 0 h 1353297"/>
              <a:gd name="connsiteX0" fmla="*/ 0 w 10678681"/>
              <a:gd name="connsiteY0" fmla="*/ 0 h 1353297"/>
              <a:gd name="connsiteX1" fmla="*/ 10678681 w 10678681"/>
              <a:gd name="connsiteY1" fmla="*/ 0 h 1353297"/>
              <a:gd name="connsiteX2" fmla="*/ 10666019 w 10678681"/>
              <a:gd name="connsiteY2" fmla="*/ 7876 h 1353297"/>
              <a:gd name="connsiteX3" fmla="*/ 10632825 w 10678681"/>
              <a:gd name="connsiteY3" fmla="*/ 32153 h 1353297"/>
              <a:gd name="connsiteX4" fmla="*/ 10510605 w 10678681"/>
              <a:gd name="connsiteY4" fmla="*/ 30449 h 1353297"/>
              <a:gd name="connsiteX5" fmla="*/ 10456989 w 10678681"/>
              <a:gd name="connsiteY5" fmla="*/ 979 h 1353297"/>
              <a:gd name="connsiteX6" fmla="*/ 10438642 w 10678681"/>
              <a:gd name="connsiteY6" fmla="*/ 1524 h 1353297"/>
              <a:gd name="connsiteX7" fmla="*/ 10407146 w 10678681"/>
              <a:gd name="connsiteY7" fmla="*/ 43659 h 1353297"/>
              <a:gd name="connsiteX8" fmla="*/ 10357996 w 10678681"/>
              <a:gd name="connsiteY8" fmla="*/ 50836 h 1353297"/>
              <a:gd name="connsiteX9" fmla="*/ 10306667 w 10678681"/>
              <a:gd name="connsiteY9" fmla="*/ 109739 h 1353297"/>
              <a:gd name="connsiteX10" fmla="*/ 10115334 w 10678681"/>
              <a:gd name="connsiteY10" fmla="*/ 155658 h 1353297"/>
              <a:gd name="connsiteX11" fmla="*/ 10068157 w 10678681"/>
              <a:gd name="connsiteY11" fmla="*/ 215673 h 1353297"/>
              <a:gd name="connsiteX12" fmla="*/ 10045431 w 10678681"/>
              <a:gd name="connsiteY12" fmla="*/ 229568 h 1353297"/>
              <a:gd name="connsiteX13" fmla="*/ 10013265 w 10678681"/>
              <a:gd name="connsiteY13" fmla="*/ 284757 h 1353297"/>
              <a:gd name="connsiteX14" fmla="*/ 9862496 w 10678681"/>
              <a:gd name="connsiteY14" fmla="*/ 223033 h 1353297"/>
              <a:gd name="connsiteX15" fmla="*/ 9679638 w 10678681"/>
              <a:gd name="connsiteY15" fmla="*/ 277462 h 1353297"/>
              <a:gd name="connsiteX16" fmla="*/ 9498347 w 10678681"/>
              <a:gd name="connsiteY16" fmla="*/ 244723 h 1353297"/>
              <a:gd name="connsiteX17" fmla="*/ 9399702 w 10678681"/>
              <a:gd name="connsiteY17" fmla="*/ 276316 h 1353297"/>
              <a:gd name="connsiteX18" fmla="*/ 9378439 w 10678681"/>
              <a:gd name="connsiteY18" fmla="*/ 326244 h 1353297"/>
              <a:gd name="connsiteX19" fmla="*/ 9121744 w 10678681"/>
              <a:gd name="connsiteY19" fmla="*/ 365177 h 1353297"/>
              <a:gd name="connsiteX20" fmla="*/ 9061654 w 10678681"/>
              <a:gd name="connsiteY20" fmla="*/ 393730 h 1353297"/>
              <a:gd name="connsiteX21" fmla="*/ 8997577 w 10678681"/>
              <a:gd name="connsiteY21" fmla="*/ 380865 h 1353297"/>
              <a:gd name="connsiteX22" fmla="*/ 8907968 w 10678681"/>
              <a:gd name="connsiteY22" fmla="*/ 447345 h 1353297"/>
              <a:gd name="connsiteX23" fmla="*/ 8764163 w 10678681"/>
              <a:gd name="connsiteY23" fmla="*/ 471000 h 1353297"/>
              <a:gd name="connsiteX24" fmla="*/ 8680155 w 10678681"/>
              <a:gd name="connsiteY24" fmla="*/ 492404 h 1353297"/>
              <a:gd name="connsiteX25" fmla="*/ 8651436 w 10678681"/>
              <a:gd name="connsiteY25" fmla="*/ 511923 h 1353297"/>
              <a:gd name="connsiteX26" fmla="*/ 8609185 w 10678681"/>
              <a:gd name="connsiteY26" fmla="*/ 531525 h 1353297"/>
              <a:gd name="connsiteX27" fmla="*/ 8537091 w 10678681"/>
              <a:gd name="connsiteY27" fmla="*/ 574933 h 1353297"/>
              <a:gd name="connsiteX28" fmla="*/ 8435931 w 10678681"/>
              <a:gd name="connsiteY28" fmla="*/ 617926 h 1353297"/>
              <a:gd name="connsiteX29" fmla="*/ 8348623 w 10678681"/>
              <a:gd name="connsiteY29" fmla="*/ 600607 h 1353297"/>
              <a:gd name="connsiteX30" fmla="*/ 8344233 w 10678681"/>
              <a:gd name="connsiteY30" fmla="*/ 610922 h 1353297"/>
              <a:gd name="connsiteX31" fmla="*/ 8290622 w 10678681"/>
              <a:gd name="connsiteY31" fmla="*/ 622687 h 1353297"/>
              <a:gd name="connsiteX32" fmla="*/ 8086698 w 10678681"/>
              <a:gd name="connsiteY32" fmla="*/ 605185 h 1353297"/>
              <a:gd name="connsiteX33" fmla="*/ 7982378 w 10678681"/>
              <a:gd name="connsiteY33" fmla="*/ 629799 h 1353297"/>
              <a:gd name="connsiteX34" fmla="*/ 7947952 w 10678681"/>
              <a:gd name="connsiteY34" fmla="*/ 648003 h 1353297"/>
              <a:gd name="connsiteX35" fmla="*/ 7890112 w 10678681"/>
              <a:gd name="connsiteY35" fmla="*/ 677915 h 1353297"/>
              <a:gd name="connsiteX36" fmla="*/ 7853284 w 10678681"/>
              <a:gd name="connsiteY36" fmla="*/ 723588 h 1353297"/>
              <a:gd name="connsiteX37" fmla="*/ 7802383 w 10678681"/>
              <a:gd name="connsiteY37" fmla="*/ 739359 h 1353297"/>
              <a:gd name="connsiteX38" fmla="*/ 7730518 w 10678681"/>
              <a:gd name="connsiteY38" fmla="*/ 739526 h 1353297"/>
              <a:gd name="connsiteX39" fmla="*/ 7652907 w 10678681"/>
              <a:gd name="connsiteY39" fmla="*/ 783273 h 1353297"/>
              <a:gd name="connsiteX40" fmla="*/ 7606008 w 10678681"/>
              <a:gd name="connsiteY40" fmla="*/ 800717 h 1353297"/>
              <a:gd name="connsiteX41" fmla="*/ 7480223 w 10678681"/>
              <a:gd name="connsiteY41" fmla="*/ 856821 h 1353297"/>
              <a:gd name="connsiteX42" fmla="*/ 7356005 w 10678681"/>
              <a:gd name="connsiteY42" fmla="*/ 919462 h 1353297"/>
              <a:gd name="connsiteX43" fmla="*/ 7305396 w 10678681"/>
              <a:gd name="connsiteY43" fmla="*/ 986228 h 1353297"/>
              <a:gd name="connsiteX44" fmla="*/ 7266251 w 10678681"/>
              <a:gd name="connsiteY44" fmla="*/ 967864 h 1353297"/>
              <a:gd name="connsiteX45" fmla="*/ 7269396 w 10678681"/>
              <a:gd name="connsiteY45" fmla="*/ 989282 h 1353297"/>
              <a:gd name="connsiteX46" fmla="*/ 7258094 w 10678681"/>
              <a:gd name="connsiteY46" fmla="*/ 990679 h 1353297"/>
              <a:gd name="connsiteX47" fmla="*/ 7257893 w 10678681"/>
              <a:gd name="connsiteY47" fmla="*/ 991204 h 1353297"/>
              <a:gd name="connsiteX48" fmla="*/ 7247153 w 10678681"/>
              <a:gd name="connsiteY48" fmla="*/ 991550 h 1353297"/>
              <a:gd name="connsiteX49" fmla="*/ 7193612 w 10678681"/>
              <a:gd name="connsiteY49" fmla="*/ 987042 h 1353297"/>
              <a:gd name="connsiteX50" fmla="*/ 7132632 w 10678681"/>
              <a:gd name="connsiteY50" fmla="*/ 1042036 h 1353297"/>
              <a:gd name="connsiteX51" fmla="*/ 7105610 w 10678681"/>
              <a:gd name="connsiteY51" fmla="*/ 1053537 h 1353297"/>
              <a:gd name="connsiteX52" fmla="*/ 7069148 w 10678681"/>
              <a:gd name="connsiteY52" fmla="*/ 1047163 h 1353297"/>
              <a:gd name="connsiteX53" fmla="*/ 7039634 w 10678681"/>
              <a:gd name="connsiteY53" fmla="*/ 1059971 h 1353297"/>
              <a:gd name="connsiteX54" fmla="*/ 7033445 w 10678681"/>
              <a:gd name="connsiteY54" fmla="*/ 1063314 h 1353297"/>
              <a:gd name="connsiteX55" fmla="*/ 6999157 w 10678681"/>
              <a:gd name="connsiteY55" fmla="*/ 1055282 h 1353297"/>
              <a:gd name="connsiteX56" fmla="*/ 6981874 w 10678681"/>
              <a:gd name="connsiteY56" fmla="*/ 1053827 h 1353297"/>
              <a:gd name="connsiteX57" fmla="*/ 6976102 w 10678681"/>
              <a:gd name="connsiteY57" fmla="*/ 1047854 h 1353297"/>
              <a:gd name="connsiteX58" fmla="*/ 6951040 w 10678681"/>
              <a:gd name="connsiteY58" fmla="*/ 1048531 h 1353297"/>
              <a:gd name="connsiteX59" fmla="*/ 6948497 w 10678681"/>
              <a:gd name="connsiteY59" fmla="*/ 1050706 h 1353297"/>
              <a:gd name="connsiteX60" fmla="*/ 6926582 w 10678681"/>
              <a:gd name="connsiteY60" fmla="*/ 1043462 h 1353297"/>
              <a:gd name="connsiteX61" fmla="*/ 6833743 w 10678681"/>
              <a:gd name="connsiteY61" fmla="*/ 1027960 h 1353297"/>
              <a:gd name="connsiteX62" fmla="*/ 6687090 w 10678681"/>
              <a:gd name="connsiteY62" fmla="*/ 1063250 h 1353297"/>
              <a:gd name="connsiteX63" fmla="*/ 6437450 w 10678681"/>
              <a:gd name="connsiteY63" fmla="*/ 1101075 h 1353297"/>
              <a:gd name="connsiteX64" fmla="*/ 6327795 w 10678681"/>
              <a:gd name="connsiteY64" fmla="*/ 1088142 h 1353297"/>
              <a:gd name="connsiteX65" fmla="*/ 6136549 w 10678681"/>
              <a:gd name="connsiteY65" fmla="*/ 1100268 h 1353297"/>
              <a:gd name="connsiteX66" fmla="*/ 6004655 w 10678681"/>
              <a:gd name="connsiteY66" fmla="*/ 1114946 h 1353297"/>
              <a:gd name="connsiteX67" fmla="*/ 5936643 w 10678681"/>
              <a:gd name="connsiteY67" fmla="*/ 1095428 h 1353297"/>
              <a:gd name="connsiteX68" fmla="*/ 5912484 w 10678681"/>
              <a:gd name="connsiteY68" fmla="*/ 1112624 h 1353297"/>
              <a:gd name="connsiteX69" fmla="*/ 5908387 w 10678681"/>
              <a:gd name="connsiteY69" fmla="*/ 1116018 h 1353297"/>
              <a:gd name="connsiteX70" fmla="*/ 5890495 w 10678681"/>
              <a:gd name="connsiteY70" fmla="*/ 1120268 h 1353297"/>
              <a:gd name="connsiteX71" fmla="*/ 5887318 w 10678681"/>
              <a:gd name="connsiteY71" fmla="*/ 1133134 h 1353297"/>
              <a:gd name="connsiteX72" fmla="*/ 5861726 w 10678681"/>
              <a:gd name="connsiteY72" fmla="*/ 1147891 h 1353297"/>
              <a:gd name="connsiteX73" fmla="*/ 5805823 w 10678681"/>
              <a:gd name="connsiteY73" fmla="*/ 1152457 h 1353297"/>
              <a:gd name="connsiteX74" fmla="*/ 5689841 w 10678681"/>
              <a:gd name="connsiteY74" fmla="*/ 1176232 h 1353297"/>
              <a:gd name="connsiteX75" fmla="*/ 5605119 w 10678681"/>
              <a:gd name="connsiteY75" fmla="*/ 1190202 h 1353297"/>
              <a:gd name="connsiteX76" fmla="*/ 5488513 w 10678681"/>
              <a:gd name="connsiteY76" fmla="*/ 1205367 h 1353297"/>
              <a:gd name="connsiteX77" fmla="*/ 5402905 w 10678681"/>
              <a:gd name="connsiteY77" fmla="*/ 1241191 h 1353297"/>
              <a:gd name="connsiteX78" fmla="*/ 5285593 w 10678681"/>
              <a:gd name="connsiteY78" fmla="*/ 1273569 h 1353297"/>
              <a:gd name="connsiteX79" fmla="*/ 5192893 w 10678681"/>
              <a:gd name="connsiteY79" fmla="*/ 1247188 h 1353297"/>
              <a:gd name="connsiteX80" fmla="*/ 5186475 w 10678681"/>
              <a:gd name="connsiteY80" fmla="*/ 1257028 h 1353297"/>
              <a:gd name="connsiteX81" fmla="*/ 5126038 w 10678681"/>
              <a:gd name="connsiteY81" fmla="*/ 1263189 h 1353297"/>
              <a:gd name="connsiteX82" fmla="*/ 4894688 w 10678681"/>
              <a:gd name="connsiteY82" fmla="*/ 1247184 h 1353297"/>
              <a:gd name="connsiteX83" fmla="*/ 4788036 w 10678681"/>
              <a:gd name="connsiteY83" fmla="*/ 1238182 h 1353297"/>
              <a:gd name="connsiteX84" fmla="*/ 4747555 w 10678681"/>
              <a:gd name="connsiteY84" fmla="*/ 1252768 h 1353297"/>
              <a:gd name="connsiteX85" fmla="*/ 4679644 w 10678681"/>
              <a:gd name="connsiteY85" fmla="*/ 1276603 h 1353297"/>
              <a:gd name="connsiteX86" fmla="*/ 4632222 w 10678681"/>
              <a:gd name="connsiteY86" fmla="*/ 1318360 h 1353297"/>
              <a:gd name="connsiteX87" fmla="*/ 4617358 w 10678681"/>
              <a:gd name="connsiteY87" fmla="*/ 1327690 h 1353297"/>
              <a:gd name="connsiteX88" fmla="*/ 4589102 w 10678681"/>
              <a:gd name="connsiteY88" fmla="*/ 1321223 h 1353297"/>
              <a:gd name="connsiteX89" fmla="*/ 4578184 w 10678681"/>
              <a:gd name="connsiteY89" fmla="*/ 1326745 h 1353297"/>
              <a:gd name="connsiteX90" fmla="*/ 4574270 w 10678681"/>
              <a:gd name="connsiteY90" fmla="*/ 1325878 h 1353297"/>
              <a:gd name="connsiteX91" fmla="*/ 4564919 w 10678681"/>
              <a:gd name="connsiteY91" fmla="*/ 1325507 h 1353297"/>
              <a:gd name="connsiteX92" fmla="*/ 4566586 w 10678681"/>
              <a:gd name="connsiteY92" fmla="*/ 1316963 h 1353297"/>
              <a:gd name="connsiteX93" fmla="*/ 4556303 w 10678681"/>
              <a:gd name="connsiteY93" fmla="*/ 1300262 h 1353297"/>
              <a:gd name="connsiteX94" fmla="*/ 4502358 w 10678681"/>
              <a:gd name="connsiteY94" fmla="*/ 1302558 h 1353297"/>
              <a:gd name="connsiteX95" fmla="*/ 4498919 w 10678681"/>
              <a:gd name="connsiteY95" fmla="*/ 1312115 h 1353297"/>
              <a:gd name="connsiteX96" fmla="*/ 4492075 w 10678681"/>
              <a:gd name="connsiteY96" fmla="*/ 1313357 h 1353297"/>
              <a:gd name="connsiteX97" fmla="*/ 4487466 w 10678681"/>
              <a:gd name="connsiteY97" fmla="*/ 1304102 h 1353297"/>
              <a:gd name="connsiteX98" fmla="*/ 4398292 w 10678681"/>
              <a:gd name="connsiteY98" fmla="*/ 1278410 h 1353297"/>
              <a:gd name="connsiteX99" fmla="*/ 4306088 w 10678681"/>
              <a:gd name="connsiteY99" fmla="*/ 1282512 h 1353297"/>
              <a:gd name="connsiteX100" fmla="*/ 4188995 w 10678681"/>
              <a:gd name="connsiteY100" fmla="*/ 1296718 h 1353297"/>
              <a:gd name="connsiteX101" fmla="*/ 4136582 w 10678681"/>
              <a:gd name="connsiteY101" fmla="*/ 1287687 h 1353297"/>
              <a:gd name="connsiteX102" fmla="*/ 4064614 w 10678681"/>
              <a:gd name="connsiteY102" fmla="*/ 1296118 h 1353297"/>
              <a:gd name="connsiteX103" fmla="*/ 3906561 w 10678681"/>
              <a:gd name="connsiteY103" fmla="*/ 1352435 h 1353297"/>
              <a:gd name="connsiteX104" fmla="*/ 3787890 w 10678681"/>
              <a:gd name="connsiteY104" fmla="*/ 1352442 h 1353297"/>
              <a:gd name="connsiteX105" fmla="*/ 3745993 w 10678681"/>
              <a:gd name="connsiteY105" fmla="*/ 1342630 h 1353297"/>
              <a:gd name="connsiteX106" fmla="*/ 3675785 w 10678681"/>
              <a:gd name="connsiteY106" fmla="*/ 1326802 h 1353297"/>
              <a:gd name="connsiteX107" fmla="*/ 3623856 w 10678681"/>
              <a:gd name="connsiteY107" fmla="*/ 1290804 h 1353297"/>
              <a:gd name="connsiteX108" fmla="*/ 3564933 w 10678681"/>
              <a:gd name="connsiteY108" fmla="*/ 1287147 h 1353297"/>
              <a:gd name="connsiteX109" fmla="*/ 3550537 w 10678681"/>
              <a:gd name="connsiteY109" fmla="*/ 1317552 h 1353297"/>
              <a:gd name="connsiteX110" fmla="*/ 3487736 w 10678681"/>
              <a:gd name="connsiteY110" fmla="*/ 1303493 h 1353297"/>
              <a:gd name="connsiteX111" fmla="*/ 3392548 w 10678681"/>
              <a:gd name="connsiteY111" fmla="*/ 1278741 h 1353297"/>
              <a:gd name="connsiteX112" fmla="*/ 3337466 w 10678681"/>
              <a:gd name="connsiteY112" fmla="*/ 1272537 h 1353297"/>
              <a:gd name="connsiteX113" fmla="*/ 3187206 w 10678681"/>
              <a:gd name="connsiteY113" fmla="*/ 1246821 h 1353297"/>
              <a:gd name="connsiteX114" fmla="*/ 3036856 w 10678681"/>
              <a:gd name="connsiteY114" fmla="*/ 1214383 h 1353297"/>
              <a:gd name="connsiteX115" fmla="*/ 2824973 w 10678681"/>
              <a:gd name="connsiteY115" fmla="*/ 1134864 h 1353297"/>
              <a:gd name="connsiteX116" fmla="*/ 2804398 w 10678681"/>
              <a:gd name="connsiteY116" fmla="*/ 1125556 h 1353297"/>
              <a:gd name="connsiteX117" fmla="*/ 2775396 w 10678681"/>
              <a:gd name="connsiteY117" fmla="*/ 1130148 h 1353297"/>
              <a:gd name="connsiteX118" fmla="*/ 2659096 w 10678681"/>
              <a:gd name="connsiteY118" fmla="*/ 1150294 h 1353297"/>
              <a:gd name="connsiteX119" fmla="*/ 2567088 w 10678681"/>
              <a:gd name="connsiteY119" fmla="*/ 1181781 h 1353297"/>
              <a:gd name="connsiteX120" fmla="*/ 2454501 w 10678681"/>
              <a:gd name="connsiteY120" fmla="*/ 1155455 h 1353297"/>
              <a:gd name="connsiteX121" fmla="*/ 2385161 w 10678681"/>
              <a:gd name="connsiteY121" fmla="*/ 1161312 h 1353297"/>
              <a:gd name="connsiteX122" fmla="*/ 2273361 w 10678681"/>
              <a:gd name="connsiteY122" fmla="*/ 1134090 h 1353297"/>
              <a:gd name="connsiteX123" fmla="*/ 2132003 w 10678681"/>
              <a:gd name="connsiteY123" fmla="*/ 1139225 h 1353297"/>
              <a:gd name="connsiteX124" fmla="*/ 2041224 w 10678681"/>
              <a:gd name="connsiteY124" fmla="*/ 1147536 h 1353297"/>
              <a:gd name="connsiteX125" fmla="*/ 2010157 w 10678681"/>
              <a:gd name="connsiteY125" fmla="*/ 1152767 h 1353297"/>
              <a:gd name="connsiteX126" fmla="*/ 1859213 w 10678681"/>
              <a:gd name="connsiteY126" fmla="*/ 1199540 h 1353297"/>
              <a:gd name="connsiteX127" fmla="*/ 1735877 w 10678681"/>
              <a:gd name="connsiteY127" fmla="*/ 1246527 h 1353297"/>
              <a:gd name="connsiteX128" fmla="*/ 1705069 w 10678681"/>
              <a:gd name="connsiteY128" fmla="*/ 1251989 h 1353297"/>
              <a:gd name="connsiteX129" fmla="*/ 1307888 w 10678681"/>
              <a:gd name="connsiteY129" fmla="*/ 1283156 h 1353297"/>
              <a:gd name="connsiteX130" fmla="*/ 1220734 w 10678681"/>
              <a:gd name="connsiteY130" fmla="*/ 1257811 h 1353297"/>
              <a:gd name="connsiteX131" fmla="*/ 1021737 w 10678681"/>
              <a:gd name="connsiteY131" fmla="*/ 1238739 h 1353297"/>
              <a:gd name="connsiteX132" fmla="*/ 959820 w 10678681"/>
              <a:gd name="connsiteY132" fmla="*/ 1275863 h 1353297"/>
              <a:gd name="connsiteX133" fmla="*/ 929137 w 10678681"/>
              <a:gd name="connsiteY133" fmla="*/ 1273957 h 1353297"/>
              <a:gd name="connsiteX134" fmla="*/ 878849 w 10678681"/>
              <a:gd name="connsiteY134" fmla="*/ 1266740 h 1353297"/>
              <a:gd name="connsiteX135" fmla="*/ 800667 w 10678681"/>
              <a:gd name="connsiteY135" fmla="*/ 1282041 h 1353297"/>
              <a:gd name="connsiteX136" fmla="*/ 644906 w 10678681"/>
              <a:gd name="connsiteY136" fmla="*/ 1273685 h 1353297"/>
              <a:gd name="connsiteX137" fmla="*/ 379869 w 10678681"/>
              <a:gd name="connsiteY137" fmla="*/ 1339165 h 1353297"/>
              <a:gd name="connsiteX138" fmla="*/ 137696 w 10678681"/>
              <a:gd name="connsiteY138" fmla="*/ 1319217 h 1353297"/>
              <a:gd name="connsiteX139" fmla="*/ 54250 w 10678681"/>
              <a:gd name="connsiteY139" fmla="*/ 1315838 h 1353297"/>
              <a:gd name="connsiteX140" fmla="*/ 28042 w 10678681"/>
              <a:gd name="connsiteY140" fmla="*/ 1297822 h 1353297"/>
              <a:gd name="connsiteX141" fmla="*/ 0 w 10678681"/>
              <a:gd name="connsiteY141" fmla="*/ 1294612 h 1353297"/>
              <a:gd name="connsiteX142" fmla="*/ 0 w 10678681"/>
              <a:gd name="connsiteY142" fmla="*/ 0 h 1353297"/>
              <a:gd name="connsiteX0" fmla="*/ 0 w 10678681"/>
              <a:gd name="connsiteY0" fmla="*/ 0 h 1353297"/>
              <a:gd name="connsiteX1" fmla="*/ 10678681 w 10678681"/>
              <a:gd name="connsiteY1" fmla="*/ 0 h 1353297"/>
              <a:gd name="connsiteX2" fmla="*/ 10666019 w 10678681"/>
              <a:gd name="connsiteY2" fmla="*/ 7876 h 1353297"/>
              <a:gd name="connsiteX3" fmla="*/ 10632825 w 10678681"/>
              <a:gd name="connsiteY3" fmla="*/ 32153 h 1353297"/>
              <a:gd name="connsiteX4" fmla="*/ 10510605 w 10678681"/>
              <a:gd name="connsiteY4" fmla="*/ 30449 h 1353297"/>
              <a:gd name="connsiteX5" fmla="*/ 10456989 w 10678681"/>
              <a:gd name="connsiteY5" fmla="*/ 979 h 1353297"/>
              <a:gd name="connsiteX6" fmla="*/ 10438642 w 10678681"/>
              <a:gd name="connsiteY6" fmla="*/ 1524 h 1353297"/>
              <a:gd name="connsiteX7" fmla="*/ 10407146 w 10678681"/>
              <a:gd name="connsiteY7" fmla="*/ 43659 h 1353297"/>
              <a:gd name="connsiteX8" fmla="*/ 10357996 w 10678681"/>
              <a:gd name="connsiteY8" fmla="*/ 50836 h 1353297"/>
              <a:gd name="connsiteX9" fmla="*/ 10306667 w 10678681"/>
              <a:gd name="connsiteY9" fmla="*/ 109739 h 1353297"/>
              <a:gd name="connsiteX10" fmla="*/ 10115334 w 10678681"/>
              <a:gd name="connsiteY10" fmla="*/ 155658 h 1353297"/>
              <a:gd name="connsiteX11" fmla="*/ 10068157 w 10678681"/>
              <a:gd name="connsiteY11" fmla="*/ 215673 h 1353297"/>
              <a:gd name="connsiteX12" fmla="*/ 10045431 w 10678681"/>
              <a:gd name="connsiteY12" fmla="*/ 229568 h 1353297"/>
              <a:gd name="connsiteX13" fmla="*/ 10013265 w 10678681"/>
              <a:gd name="connsiteY13" fmla="*/ 284757 h 1353297"/>
              <a:gd name="connsiteX14" fmla="*/ 9862496 w 10678681"/>
              <a:gd name="connsiteY14" fmla="*/ 223033 h 1353297"/>
              <a:gd name="connsiteX15" fmla="*/ 9679638 w 10678681"/>
              <a:gd name="connsiteY15" fmla="*/ 277462 h 1353297"/>
              <a:gd name="connsiteX16" fmla="*/ 9498347 w 10678681"/>
              <a:gd name="connsiteY16" fmla="*/ 244723 h 1353297"/>
              <a:gd name="connsiteX17" fmla="*/ 9399702 w 10678681"/>
              <a:gd name="connsiteY17" fmla="*/ 276316 h 1353297"/>
              <a:gd name="connsiteX18" fmla="*/ 9378439 w 10678681"/>
              <a:gd name="connsiteY18" fmla="*/ 326244 h 1353297"/>
              <a:gd name="connsiteX19" fmla="*/ 9121744 w 10678681"/>
              <a:gd name="connsiteY19" fmla="*/ 365177 h 1353297"/>
              <a:gd name="connsiteX20" fmla="*/ 9061654 w 10678681"/>
              <a:gd name="connsiteY20" fmla="*/ 393730 h 1353297"/>
              <a:gd name="connsiteX21" fmla="*/ 8997577 w 10678681"/>
              <a:gd name="connsiteY21" fmla="*/ 380865 h 1353297"/>
              <a:gd name="connsiteX22" fmla="*/ 8907968 w 10678681"/>
              <a:gd name="connsiteY22" fmla="*/ 447345 h 1353297"/>
              <a:gd name="connsiteX23" fmla="*/ 8764163 w 10678681"/>
              <a:gd name="connsiteY23" fmla="*/ 471000 h 1353297"/>
              <a:gd name="connsiteX24" fmla="*/ 8680155 w 10678681"/>
              <a:gd name="connsiteY24" fmla="*/ 492404 h 1353297"/>
              <a:gd name="connsiteX25" fmla="*/ 8651436 w 10678681"/>
              <a:gd name="connsiteY25" fmla="*/ 511923 h 1353297"/>
              <a:gd name="connsiteX26" fmla="*/ 8609185 w 10678681"/>
              <a:gd name="connsiteY26" fmla="*/ 531525 h 1353297"/>
              <a:gd name="connsiteX27" fmla="*/ 8537091 w 10678681"/>
              <a:gd name="connsiteY27" fmla="*/ 574933 h 1353297"/>
              <a:gd name="connsiteX28" fmla="*/ 8435931 w 10678681"/>
              <a:gd name="connsiteY28" fmla="*/ 617926 h 1353297"/>
              <a:gd name="connsiteX29" fmla="*/ 8348623 w 10678681"/>
              <a:gd name="connsiteY29" fmla="*/ 600607 h 1353297"/>
              <a:gd name="connsiteX30" fmla="*/ 8344233 w 10678681"/>
              <a:gd name="connsiteY30" fmla="*/ 610922 h 1353297"/>
              <a:gd name="connsiteX31" fmla="*/ 8290622 w 10678681"/>
              <a:gd name="connsiteY31" fmla="*/ 622687 h 1353297"/>
              <a:gd name="connsiteX32" fmla="*/ 8086698 w 10678681"/>
              <a:gd name="connsiteY32" fmla="*/ 605185 h 1353297"/>
              <a:gd name="connsiteX33" fmla="*/ 7982378 w 10678681"/>
              <a:gd name="connsiteY33" fmla="*/ 629799 h 1353297"/>
              <a:gd name="connsiteX34" fmla="*/ 7947952 w 10678681"/>
              <a:gd name="connsiteY34" fmla="*/ 648003 h 1353297"/>
              <a:gd name="connsiteX35" fmla="*/ 7890112 w 10678681"/>
              <a:gd name="connsiteY35" fmla="*/ 677915 h 1353297"/>
              <a:gd name="connsiteX36" fmla="*/ 7853284 w 10678681"/>
              <a:gd name="connsiteY36" fmla="*/ 723588 h 1353297"/>
              <a:gd name="connsiteX37" fmla="*/ 7802383 w 10678681"/>
              <a:gd name="connsiteY37" fmla="*/ 739359 h 1353297"/>
              <a:gd name="connsiteX38" fmla="*/ 7730518 w 10678681"/>
              <a:gd name="connsiteY38" fmla="*/ 739526 h 1353297"/>
              <a:gd name="connsiteX39" fmla="*/ 7652907 w 10678681"/>
              <a:gd name="connsiteY39" fmla="*/ 783273 h 1353297"/>
              <a:gd name="connsiteX40" fmla="*/ 7606008 w 10678681"/>
              <a:gd name="connsiteY40" fmla="*/ 800717 h 1353297"/>
              <a:gd name="connsiteX41" fmla="*/ 7480223 w 10678681"/>
              <a:gd name="connsiteY41" fmla="*/ 856821 h 1353297"/>
              <a:gd name="connsiteX42" fmla="*/ 7356005 w 10678681"/>
              <a:gd name="connsiteY42" fmla="*/ 919462 h 1353297"/>
              <a:gd name="connsiteX43" fmla="*/ 7305396 w 10678681"/>
              <a:gd name="connsiteY43" fmla="*/ 986228 h 1353297"/>
              <a:gd name="connsiteX44" fmla="*/ 7266251 w 10678681"/>
              <a:gd name="connsiteY44" fmla="*/ 967864 h 1353297"/>
              <a:gd name="connsiteX45" fmla="*/ 7269396 w 10678681"/>
              <a:gd name="connsiteY45" fmla="*/ 989282 h 1353297"/>
              <a:gd name="connsiteX46" fmla="*/ 7258094 w 10678681"/>
              <a:gd name="connsiteY46" fmla="*/ 990679 h 1353297"/>
              <a:gd name="connsiteX47" fmla="*/ 7257893 w 10678681"/>
              <a:gd name="connsiteY47" fmla="*/ 991204 h 1353297"/>
              <a:gd name="connsiteX48" fmla="*/ 7247153 w 10678681"/>
              <a:gd name="connsiteY48" fmla="*/ 991550 h 1353297"/>
              <a:gd name="connsiteX49" fmla="*/ 7193612 w 10678681"/>
              <a:gd name="connsiteY49" fmla="*/ 987042 h 1353297"/>
              <a:gd name="connsiteX50" fmla="*/ 7132632 w 10678681"/>
              <a:gd name="connsiteY50" fmla="*/ 1042036 h 1353297"/>
              <a:gd name="connsiteX51" fmla="*/ 7105610 w 10678681"/>
              <a:gd name="connsiteY51" fmla="*/ 1053537 h 1353297"/>
              <a:gd name="connsiteX52" fmla="*/ 7069148 w 10678681"/>
              <a:gd name="connsiteY52" fmla="*/ 1047163 h 1353297"/>
              <a:gd name="connsiteX53" fmla="*/ 7039634 w 10678681"/>
              <a:gd name="connsiteY53" fmla="*/ 1059971 h 1353297"/>
              <a:gd name="connsiteX54" fmla="*/ 7033445 w 10678681"/>
              <a:gd name="connsiteY54" fmla="*/ 1063314 h 1353297"/>
              <a:gd name="connsiteX55" fmla="*/ 6999157 w 10678681"/>
              <a:gd name="connsiteY55" fmla="*/ 1055282 h 1353297"/>
              <a:gd name="connsiteX56" fmla="*/ 6981874 w 10678681"/>
              <a:gd name="connsiteY56" fmla="*/ 1053827 h 1353297"/>
              <a:gd name="connsiteX57" fmla="*/ 6976102 w 10678681"/>
              <a:gd name="connsiteY57" fmla="*/ 1047854 h 1353297"/>
              <a:gd name="connsiteX58" fmla="*/ 6951040 w 10678681"/>
              <a:gd name="connsiteY58" fmla="*/ 1048531 h 1353297"/>
              <a:gd name="connsiteX59" fmla="*/ 6948497 w 10678681"/>
              <a:gd name="connsiteY59" fmla="*/ 1050706 h 1353297"/>
              <a:gd name="connsiteX60" fmla="*/ 6926582 w 10678681"/>
              <a:gd name="connsiteY60" fmla="*/ 1043462 h 1353297"/>
              <a:gd name="connsiteX61" fmla="*/ 6833743 w 10678681"/>
              <a:gd name="connsiteY61" fmla="*/ 1027960 h 1353297"/>
              <a:gd name="connsiteX62" fmla="*/ 6687090 w 10678681"/>
              <a:gd name="connsiteY62" fmla="*/ 1063250 h 1353297"/>
              <a:gd name="connsiteX63" fmla="*/ 6437450 w 10678681"/>
              <a:gd name="connsiteY63" fmla="*/ 1101075 h 1353297"/>
              <a:gd name="connsiteX64" fmla="*/ 6327795 w 10678681"/>
              <a:gd name="connsiteY64" fmla="*/ 1088142 h 1353297"/>
              <a:gd name="connsiteX65" fmla="*/ 6136549 w 10678681"/>
              <a:gd name="connsiteY65" fmla="*/ 1100268 h 1353297"/>
              <a:gd name="connsiteX66" fmla="*/ 6004655 w 10678681"/>
              <a:gd name="connsiteY66" fmla="*/ 1114946 h 1353297"/>
              <a:gd name="connsiteX67" fmla="*/ 5936643 w 10678681"/>
              <a:gd name="connsiteY67" fmla="*/ 1095428 h 1353297"/>
              <a:gd name="connsiteX68" fmla="*/ 5912484 w 10678681"/>
              <a:gd name="connsiteY68" fmla="*/ 1112624 h 1353297"/>
              <a:gd name="connsiteX69" fmla="*/ 5908387 w 10678681"/>
              <a:gd name="connsiteY69" fmla="*/ 1116018 h 1353297"/>
              <a:gd name="connsiteX70" fmla="*/ 5890495 w 10678681"/>
              <a:gd name="connsiteY70" fmla="*/ 1120268 h 1353297"/>
              <a:gd name="connsiteX71" fmla="*/ 5887318 w 10678681"/>
              <a:gd name="connsiteY71" fmla="*/ 1133134 h 1353297"/>
              <a:gd name="connsiteX72" fmla="*/ 5861726 w 10678681"/>
              <a:gd name="connsiteY72" fmla="*/ 1147891 h 1353297"/>
              <a:gd name="connsiteX73" fmla="*/ 5805823 w 10678681"/>
              <a:gd name="connsiteY73" fmla="*/ 1152457 h 1353297"/>
              <a:gd name="connsiteX74" fmla="*/ 5689841 w 10678681"/>
              <a:gd name="connsiteY74" fmla="*/ 1176232 h 1353297"/>
              <a:gd name="connsiteX75" fmla="*/ 5605119 w 10678681"/>
              <a:gd name="connsiteY75" fmla="*/ 1190202 h 1353297"/>
              <a:gd name="connsiteX76" fmla="*/ 5488513 w 10678681"/>
              <a:gd name="connsiteY76" fmla="*/ 1205367 h 1353297"/>
              <a:gd name="connsiteX77" fmla="*/ 5402905 w 10678681"/>
              <a:gd name="connsiteY77" fmla="*/ 1241191 h 1353297"/>
              <a:gd name="connsiteX78" fmla="*/ 5285593 w 10678681"/>
              <a:gd name="connsiteY78" fmla="*/ 1273569 h 1353297"/>
              <a:gd name="connsiteX79" fmla="*/ 5192893 w 10678681"/>
              <a:gd name="connsiteY79" fmla="*/ 1247188 h 1353297"/>
              <a:gd name="connsiteX80" fmla="*/ 5186475 w 10678681"/>
              <a:gd name="connsiteY80" fmla="*/ 1257028 h 1353297"/>
              <a:gd name="connsiteX81" fmla="*/ 5126038 w 10678681"/>
              <a:gd name="connsiteY81" fmla="*/ 1263189 h 1353297"/>
              <a:gd name="connsiteX82" fmla="*/ 4894688 w 10678681"/>
              <a:gd name="connsiteY82" fmla="*/ 1247184 h 1353297"/>
              <a:gd name="connsiteX83" fmla="*/ 4788036 w 10678681"/>
              <a:gd name="connsiteY83" fmla="*/ 1238182 h 1353297"/>
              <a:gd name="connsiteX84" fmla="*/ 4747555 w 10678681"/>
              <a:gd name="connsiteY84" fmla="*/ 1252768 h 1353297"/>
              <a:gd name="connsiteX85" fmla="*/ 4679644 w 10678681"/>
              <a:gd name="connsiteY85" fmla="*/ 1276603 h 1353297"/>
              <a:gd name="connsiteX86" fmla="*/ 4632222 w 10678681"/>
              <a:gd name="connsiteY86" fmla="*/ 1318360 h 1353297"/>
              <a:gd name="connsiteX87" fmla="*/ 4617358 w 10678681"/>
              <a:gd name="connsiteY87" fmla="*/ 1327690 h 1353297"/>
              <a:gd name="connsiteX88" fmla="*/ 4589102 w 10678681"/>
              <a:gd name="connsiteY88" fmla="*/ 1321223 h 1353297"/>
              <a:gd name="connsiteX89" fmla="*/ 4578184 w 10678681"/>
              <a:gd name="connsiteY89" fmla="*/ 1326745 h 1353297"/>
              <a:gd name="connsiteX90" fmla="*/ 4574270 w 10678681"/>
              <a:gd name="connsiteY90" fmla="*/ 1325878 h 1353297"/>
              <a:gd name="connsiteX91" fmla="*/ 4564919 w 10678681"/>
              <a:gd name="connsiteY91" fmla="*/ 1325507 h 1353297"/>
              <a:gd name="connsiteX92" fmla="*/ 4566586 w 10678681"/>
              <a:gd name="connsiteY92" fmla="*/ 1316963 h 1353297"/>
              <a:gd name="connsiteX93" fmla="*/ 4556303 w 10678681"/>
              <a:gd name="connsiteY93" fmla="*/ 1300262 h 1353297"/>
              <a:gd name="connsiteX94" fmla="*/ 4502358 w 10678681"/>
              <a:gd name="connsiteY94" fmla="*/ 1302558 h 1353297"/>
              <a:gd name="connsiteX95" fmla="*/ 4498919 w 10678681"/>
              <a:gd name="connsiteY95" fmla="*/ 1312115 h 1353297"/>
              <a:gd name="connsiteX96" fmla="*/ 4492075 w 10678681"/>
              <a:gd name="connsiteY96" fmla="*/ 1313357 h 1353297"/>
              <a:gd name="connsiteX97" fmla="*/ 4487466 w 10678681"/>
              <a:gd name="connsiteY97" fmla="*/ 1304102 h 1353297"/>
              <a:gd name="connsiteX98" fmla="*/ 4398292 w 10678681"/>
              <a:gd name="connsiteY98" fmla="*/ 1278410 h 1353297"/>
              <a:gd name="connsiteX99" fmla="*/ 4306088 w 10678681"/>
              <a:gd name="connsiteY99" fmla="*/ 1282512 h 1353297"/>
              <a:gd name="connsiteX100" fmla="*/ 4188995 w 10678681"/>
              <a:gd name="connsiteY100" fmla="*/ 1296718 h 1353297"/>
              <a:gd name="connsiteX101" fmla="*/ 4136582 w 10678681"/>
              <a:gd name="connsiteY101" fmla="*/ 1287687 h 1353297"/>
              <a:gd name="connsiteX102" fmla="*/ 4064614 w 10678681"/>
              <a:gd name="connsiteY102" fmla="*/ 1296118 h 1353297"/>
              <a:gd name="connsiteX103" fmla="*/ 3906561 w 10678681"/>
              <a:gd name="connsiteY103" fmla="*/ 1352435 h 1353297"/>
              <a:gd name="connsiteX104" fmla="*/ 3787890 w 10678681"/>
              <a:gd name="connsiteY104" fmla="*/ 1352442 h 1353297"/>
              <a:gd name="connsiteX105" fmla="*/ 3745993 w 10678681"/>
              <a:gd name="connsiteY105" fmla="*/ 1342630 h 1353297"/>
              <a:gd name="connsiteX106" fmla="*/ 3675785 w 10678681"/>
              <a:gd name="connsiteY106" fmla="*/ 1326802 h 1353297"/>
              <a:gd name="connsiteX107" fmla="*/ 3623856 w 10678681"/>
              <a:gd name="connsiteY107" fmla="*/ 1290804 h 1353297"/>
              <a:gd name="connsiteX108" fmla="*/ 3564933 w 10678681"/>
              <a:gd name="connsiteY108" fmla="*/ 1287147 h 1353297"/>
              <a:gd name="connsiteX109" fmla="*/ 3550537 w 10678681"/>
              <a:gd name="connsiteY109" fmla="*/ 1317552 h 1353297"/>
              <a:gd name="connsiteX110" fmla="*/ 3487736 w 10678681"/>
              <a:gd name="connsiteY110" fmla="*/ 1303493 h 1353297"/>
              <a:gd name="connsiteX111" fmla="*/ 3392548 w 10678681"/>
              <a:gd name="connsiteY111" fmla="*/ 1278741 h 1353297"/>
              <a:gd name="connsiteX112" fmla="*/ 3337466 w 10678681"/>
              <a:gd name="connsiteY112" fmla="*/ 1272537 h 1353297"/>
              <a:gd name="connsiteX113" fmla="*/ 3187206 w 10678681"/>
              <a:gd name="connsiteY113" fmla="*/ 1246821 h 1353297"/>
              <a:gd name="connsiteX114" fmla="*/ 3036856 w 10678681"/>
              <a:gd name="connsiteY114" fmla="*/ 1214383 h 1353297"/>
              <a:gd name="connsiteX115" fmla="*/ 2824973 w 10678681"/>
              <a:gd name="connsiteY115" fmla="*/ 1134864 h 1353297"/>
              <a:gd name="connsiteX116" fmla="*/ 2804398 w 10678681"/>
              <a:gd name="connsiteY116" fmla="*/ 1125556 h 1353297"/>
              <a:gd name="connsiteX117" fmla="*/ 2736109 w 10678681"/>
              <a:gd name="connsiteY117" fmla="*/ 1137717 h 1353297"/>
              <a:gd name="connsiteX118" fmla="*/ 2659096 w 10678681"/>
              <a:gd name="connsiteY118" fmla="*/ 1150294 h 1353297"/>
              <a:gd name="connsiteX119" fmla="*/ 2567088 w 10678681"/>
              <a:gd name="connsiteY119" fmla="*/ 1181781 h 1353297"/>
              <a:gd name="connsiteX120" fmla="*/ 2454501 w 10678681"/>
              <a:gd name="connsiteY120" fmla="*/ 1155455 h 1353297"/>
              <a:gd name="connsiteX121" fmla="*/ 2385161 w 10678681"/>
              <a:gd name="connsiteY121" fmla="*/ 1161312 h 1353297"/>
              <a:gd name="connsiteX122" fmla="*/ 2273361 w 10678681"/>
              <a:gd name="connsiteY122" fmla="*/ 1134090 h 1353297"/>
              <a:gd name="connsiteX123" fmla="*/ 2132003 w 10678681"/>
              <a:gd name="connsiteY123" fmla="*/ 1139225 h 1353297"/>
              <a:gd name="connsiteX124" fmla="*/ 2041224 w 10678681"/>
              <a:gd name="connsiteY124" fmla="*/ 1147536 h 1353297"/>
              <a:gd name="connsiteX125" fmla="*/ 2010157 w 10678681"/>
              <a:gd name="connsiteY125" fmla="*/ 1152767 h 1353297"/>
              <a:gd name="connsiteX126" fmla="*/ 1859213 w 10678681"/>
              <a:gd name="connsiteY126" fmla="*/ 1199540 h 1353297"/>
              <a:gd name="connsiteX127" fmla="*/ 1735877 w 10678681"/>
              <a:gd name="connsiteY127" fmla="*/ 1246527 h 1353297"/>
              <a:gd name="connsiteX128" fmla="*/ 1705069 w 10678681"/>
              <a:gd name="connsiteY128" fmla="*/ 1251989 h 1353297"/>
              <a:gd name="connsiteX129" fmla="*/ 1307888 w 10678681"/>
              <a:gd name="connsiteY129" fmla="*/ 1283156 h 1353297"/>
              <a:gd name="connsiteX130" fmla="*/ 1220734 w 10678681"/>
              <a:gd name="connsiteY130" fmla="*/ 1257811 h 1353297"/>
              <a:gd name="connsiteX131" fmla="*/ 1021737 w 10678681"/>
              <a:gd name="connsiteY131" fmla="*/ 1238739 h 1353297"/>
              <a:gd name="connsiteX132" fmla="*/ 959820 w 10678681"/>
              <a:gd name="connsiteY132" fmla="*/ 1275863 h 1353297"/>
              <a:gd name="connsiteX133" fmla="*/ 929137 w 10678681"/>
              <a:gd name="connsiteY133" fmla="*/ 1273957 h 1353297"/>
              <a:gd name="connsiteX134" fmla="*/ 878849 w 10678681"/>
              <a:gd name="connsiteY134" fmla="*/ 1266740 h 1353297"/>
              <a:gd name="connsiteX135" fmla="*/ 800667 w 10678681"/>
              <a:gd name="connsiteY135" fmla="*/ 1282041 h 1353297"/>
              <a:gd name="connsiteX136" fmla="*/ 644906 w 10678681"/>
              <a:gd name="connsiteY136" fmla="*/ 1273685 h 1353297"/>
              <a:gd name="connsiteX137" fmla="*/ 379869 w 10678681"/>
              <a:gd name="connsiteY137" fmla="*/ 1339165 h 1353297"/>
              <a:gd name="connsiteX138" fmla="*/ 137696 w 10678681"/>
              <a:gd name="connsiteY138" fmla="*/ 1319217 h 1353297"/>
              <a:gd name="connsiteX139" fmla="*/ 54250 w 10678681"/>
              <a:gd name="connsiteY139" fmla="*/ 1315838 h 1353297"/>
              <a:gd name="connsiteX140" fmla="*/ 28042 w 10678681"/>
              <a:gd name="connsiteY140" fmla="*/ 1297822 h 1353297"/>
              <a:gd name="connsiteX141" fmla="*/ 0 w 10678681"/>
              <a:gd name="connsiteY141" fmla="*/ 1294612 h 1353297"/>
              <a:gd name="connsiteX142" fmla="*/ 0 w 10678681"/>
              <a:gd name="connsiteY142" fmla="*/ 0 h 1353297"/>
              <a:gd name="connsiteX0" fmla="*/ 0 w 10678681"/>
              <a:gd name="connsiteY0" fmla="*/ 0 h 1353297"/>
              <a:gd name="connsiteX1" fmla="*/ 10678681 w 10678681"/>
              <a:gd name="connsiteY1" fmla="*/ 0 h 1353297"/>
              <a:gd name="connsiteX2" fmla="*/ 10666019 w 10678681"/>
              <a:gd name="connsiteY2" fmla="*/ 7876 h 1353297"/>
              <a:gd name="connsiteX3" fmla="*/ 10632825 w 10678681"/>
              <a:gd name="connsiteY3" fmla="*/ 32153 h 1353297"/>
              <a:gd name="connsiteX4" fmla="*/ 10510605 w 10678681"/>
              <a:gd name="connsiteY4" fmla="*/ 30449 h 1353297"/>
              <a:gd name="connsiteX5" fmla="*/ 10456989 w 10678681"/>
              <a:gd name="connsiteY5" fmla="*/ 979 h 1353297"/>
              <a:gd name="connsiteX6" fmla="*/ 10438642 w 10678681"/>
              <a:gd name="connsiteY6" fmla="*/ 1524 h 1353297"/>
              <a:gd name="connsiteX7" fmla="*/ 10407146 w 10678681"/>
              <a:gd name="connsiteY7" fmla="*/ 43659 h 1353297"/>
              <a:gd name="connsiteX8" fmla="*/ 10357996 w 10678681"/>
              <a:gd name="connsiteY8" fmla="*/ 50836 h 1353297"/>
              <a:gd name="connsiteX9" fmla="*/ 10306667 w 10678681"/>
              <a:gd name="connsiteY9" fmla="*/ 109739 h 1353297"/>
              <a:gd name="connsiteX10" fmla="*/ 10115334 w 10678681"/>
              <a:gd name="connsiteY10" fmla="*/ 155658 h 1353297"/>
              <a:gd name="connsiteX11" fmla="*/ 10068157 w 10678681"/>
              <a:gd name="connsiteY11" fmla="*/ 215673 h 1353297"/>
              <a:gd name="connsiteX12" fmla="*/ 10045431 w 10678681"/>
              <a:gd name="connsiteY12" fmla="*/ 229568 h 1353297"/>
              <a:gd name="connsiteX13" fmla="*/ 10013265 w 10678681"/>
              <a:gd name="connsiteY13" fmla="*/ 284757 h 1353297"/>
              <a:gd name="connsiteX14" fmla="*/ 9862496 w 10678681"/>
              <a:gd name="connsiteY14" fmla="*/ 223033 h 1353297"/>
              <a:gd name="connsiteX15" fmla="*/ 9679638 w 10678681"/>
              <a:gd name="connsiteY15" fmla="*/ 277462 h 1353297"/>
              <a:gd name="connsiteX16" fmla="*/ 9498347 w 10678681"/>
              <a:gd name="connsiteY16" fmla="*/ 244723 h 1353297"/>
              <a:gd name="connsiteX17" fmla="*/ 9399702 w 10678681"/>
              <a:gd name="connsiteY17" fmla="*/ 276316 h 1353297"/>
              <a:gd name="connsiteX18" fmla="*/ 9378439 w 10678681"/>
              <a:gd name="connsiteY18" fmla="*/ 326244 h 1353297"/>
              <a:gd name="connsiteX19" fmla="*/ 9121744 w 10678681"/>
              <a:gd name="connsiteY19" fmla="*/ 365177 h 1353297"/>
              <a:gd name="connsiteX20" fmla="*/ 9061654 w 10678681"/>
              <a:gd name="connsiteY20" fmla="*/ 393730 h 1353297"/>
              <a:gd name="connsiteX21" fmla="*/ 8997577 w 10678681"/>
              <a:gd name="connsiteY21" fmla="*/ 380865 h 1353297"/>
              <a:gd name="connsiteX22" fmla="*/ 8907968 w 10678681"/>
              <a:gd name="connsiteY22" fmla="*/ 447345 h 1353297"/>
              <a:gd name="connsiteX23" fmla="*/ 8764163 w 10678681"/>
              <a:gd name="connsiteY23" fmla="*/ 471000 h 1353297"/>
              <a:gd name="connsiteX24" fmla="*/ 8680155 w 10678681"/>
              <a:gd name="connsiteY24" fmla="*/ 492404 h 1353297"/>
              <a:gd name="connsiteX25" fmla="*/ 8651436 w 10678681"/>
              <a:gd name="connsiteY25" fmla="*/ 511923 h 1353297"/>
              <a:gd name="connsiteX26" fmla="*/ 8609185 w 10678681"/>
              <a:gd name="connsiteY26" fmla="*/ 531525 h 1353297"/>
              <a:gd name="connsiteX27" fmla="*/ 8537091 w 10678681"/>
              <a:gd name="connsiteY27" fmla="*/ 574933 h 1353297"/>
              <a:gd name="connsiteX28" fmla="*/ 8435931 w 10678681"/>
              <a:gd name="connsiteY28" fmla="*/ 617926 h 1353297"/>
              <a:gd name="connsiteX29" fmla="*/ 8348623 w 10678681"/>
              <a:gd name="connsiteY29" fmla="*/ 600607 h 1353297"/>
              <a:gd name="connsiteX30" fmla="*/ 8344233 w 10678681"/>
              <a:gd name="connsiteY30" fmla="*/ 610922 h 1353297"/>
              <a:gd name="connsiteX31" fmla="*/ 8290622 w 10678681"/>
              <a:gd name="connsiteY31" fmla="*/ 622687 h 1353297"/>
              <a:gd name="connsiteX32" fmla="*/ 8086698 w 10678681"/>
              <a:gd name="connsiteY32" fmla="*/ 605185 h 1353297"/>
              <a:gd name="connsiteX33" fmla="*/ 7982378 w 10678681"/>
              <a:gd name="connsiteY33" fmla="*/ 629799 h 1353297"/>
              <a:gd name="connsiteX34" fmla="*/ 7947952 w 10678681"/>
              <a:gd name="connsiteY34" fmla="*/ 648003 h 1353297"/>
              <a:gd name="connsiteX35" fmla="*/ 7890112 w 10678681"/>
              <a:gd name="connsiteY35" fmla="*/ 677915 h 1353297"/>
              <a:gd name="connsiteX36" fmla="*/ 7853284 w 10678681"/>
              <a:gd name="connsiteY36" fmla="*/ 723588 h 1353297"/>
              <a:gd name="connsiteX37" fmla="*/ 7802383 w 10678681"/>
              <a:gd name="connsiteY37" fmla="*/ 739359 h 1353297"/>
              <a:gd name="connsiteX38" fmla="*/ 7730518 w 10678681"/>
              <a:gd name="connsiteY38" fmla="*/ 739526 h 1353297"/>
              <a:gd name="connsiteX39" fmla="*/ 7652907 w 10678681"/>
              <a:gd name="connsiteY39" fmla="*/ 783273 h 1353297"/>
              <a:gd name="connsiteX40" fmla="*/ 7606008 w 10678681"/>
              <a:gd name="connsiteY40" fmla="*/ 800717 h 1353297"/>
              <a:gd name="connsiteX41" fmla="*/ 7480223 w 10678681"/>
              <a:gd name="connsiteY41" fmla="*/ 856821 h 1353297"/>
              <a:gd name="connsiteX42" fmla="*/ 7356005 w 10678681"/>
              <a:gd name="connsiteY42" fmla="*/ 919462 h 1353297"/>
              <a:gd name="connsiteX43" fmla="*/ 7305396 w 10678681"/>
              <a:gd name="connsiteY43" fmla="*/ 986228 h 1353297"/>
              <a:gd name="connsiteX44" fmla="*/ 7266251 w 10678681"/>
              <a:gd name="connsiteY44" fmla="*/ 967864 h 1353297"/>
              <a:gd name="connsiteX45" fmla="*/ 7269396 w 10678681"/>
              <a:gd name="connsiteY45" fmla="*/ 989282 h 1353297"/>
              <a:gd name="connsiteX46" fmla="*/ 7258094 w 10678681"/>
              <a:gd name="connsiteY46" fmla="*/ 990679 h 1353297"/>
              <a:gd name="connsiteX47" fmla="*/ 7257893 w 10678681"/>
              <a:gd name="connsiteY47" fmla="*/ 991204 h 1353297"/>
              <a:gd name="connsiteX48" fmla="*/ 7247153 w 10678681"/>
              <a:gd name="connsiteY48" fmla="*/ 991550 h 1353297"/>
              <a:gd name="connsiteX49" fmla="*/ 7193612 w 10678681"/>
              <a:gd name="connsiteY49" fmla="*/ 987042 h 1353297"/>
              <a:gd name="connsiteX50" fmla="*/ 7132632 w 10678681"/>
              <a:gd name="connsiteY50" fmla="*/ 1042036 h 1353297"/>
              <a:gd name="connsiteX51" fmla="*/ 7105610 w 10678681"/>
              <a:gd name="connsiteY51" fmla="*/ 1053537 h 1353297"/>
              <a:gd name="connsiteX52" fmla="*/ 7069148 w 10678681"/>
              <a:gd name="connsiteY52" fmla="*/ 1047163 h 1353297"/>
              <a:gd name="connsiteX53" fmla="*/ 7039634 w 10678681"/>
              <a:gd name="connsiteY53" fmla="*/ 1059971 h 1353297"/>
              <a:gd name="connsiteX54" fmla="*/ 7033445 w 10678681"/>
              <a:gd name="connsiteY54" fmla="*/ 1063314 h 1353297"/>
              <a:gd name="connsiteX55" fmla="*/ 6999157 w 10678681"/>
              <a:gd name="connsiteY55" fmla="*/ 1055282 h 1353297"/>
              <a:gd name="connsiteX56" fmla="*/ 6981874 w 10678681"/>
              <a:gd name="connsiteY56" fmla="*/ 1053827 h 1353297"/>
              <a:gd name="connsiteX57" fmla="*/ 6976102 w 10678681"/>
              <a:gd name="connsiteY57" fmla="*/ 1047854 h 1353297"/>
              <a:gd name="connsiteX58" fmla="*/ 6951040 w 10678681"/>
              <a:gd name="connsiteY58" fmla="*/ 1048531 h 1353297"/>
              <a:gd name="connsiteX59" fmla="*/ 6948497 w 10678681"/>
              <a:gd name="connsiteY59" fmla="*/ 1050706 h 1353297"/>
              <a:gd name="connsiteX60" fmla="*/ 6926582 w 10678681"/>
              <a:gd name="connsiteY60" fmla="*/ 1043462 h 1353297"/>
              <a:gd name="connsiteX61" fmla="*/ 6833743 w 10678681"/>
              <a:gd name="connsiteY61" fmla="*/ 1027960 h 1353297"/>
              <a:gd name="connsiteX62" fmla="*/ 6687090 w 10678681"/>
              <a:gd name="connsiteY62" fmla="*/ 1063250 h 1353297"/>
              <a:gd name="connsiteX63" fmla="*/ 6437450 w 10678681"/>
              <a:gd name="connsiteY63" fmla="*/ 1101075 h 1353297"/>
              <a:gd name="connsiteX64" fmla="*/ 6327795 w 10678681"/>
              <a:gd name="connsiteY64" fmla="*/ 1088142 h 1353297"/>
              <a:gd name="connsiteX65" fmla="*/ 6136549 w 10678681"/>
              <a:gd name="connsiteY65" fmla="*/ 1100268 h 1353297"/>
              <a:gd name="connsiteX66" fmla="*/ 6004655 w 10678681"/>
              <a:gd name="connsiteY66" fmla="*/ 1114946 h 1353297"/>
              <a:gd name="connsiteX67" fmla="*/ 5936643 w 10678681"/>
              <a:gd name="connsiteY67" fmla="*/ 1095428 h 1353297"/>
              <a:gd name="connsiteX68" fmla="*/ 5912484 w 10678681"/>
              <a:gd name="connsiteY68" fmla="*/ 1112624 h 1353297"/>
              <a:gd name="connsiteX69" fmla="*/ 5908387 w 10678681"/>
              <a:gd name="connsiteY69" fmla="*/ 1116018 h 1353297"/>
              <a:gd name="connsiteX70" fmla="*/ 5890495 w 10678681"/>
              <a:gd name="connsiteY70" fmla="*/ 1120268 h 1353297"/>
              <a:gd name="connsiteX71" fmla="*/ 5887318 w 10678681"/>
              <a:gd name="connsiteY71" fmla="*/ 1133134 h 1353297"/>
              <a:gd name="connsiteX72" fmla="*/ 5861726 w 10678681"/>
              <a:gd name="connsiteY72" fmla="*/ 1147891 h 1353297"/>
              <a:gd name="connsiteX73" fmla="*/ 5805823 w 10678681"/>
              <a:gd name="connsiteY73" fmla="*/ 1152457 h 1353297"/>
              <a:gd name="connsiteX74" fmla="*/ 5689841 w 10678681"/>
              <a:gd name="connsiteY74" fmla="*/ 1176232 h 1353297"/>
              <a:gd name="connsiteX75" fmla="*/ 5605119 w 10678681"/>
              <a:gd name="connsiteY75" fmla="*/ 1190202 h 1353297"/>
              <a:gd name="connsiteX76" fmla="*/ 5488513 w 10678681"/>
              <a:gd name="connsiteY76" fmla="*/ 1205367 h 1353297"/>
              <a:gd name="connsiteX77" fmla="*/ 5402905 w 10678681"/>
              <a:gd name="connsiteY77" fmla="*/ 1241191 h 1353297"/>
              <a:gd name="connsiteX78" fmla="*/ 5285593 w 10678681"/>
              <a:gd name="connsiteY78" fmla="*/ 1273569 h 1353297"/>
              <a:gd name="connsiteX79" fmla="*/ 5192893 w 10678681"/>
              <a:gd name="connsiteY79" fmla="*/ 1247188 h 1353297"/>
              <a:gd name="connsiteX80" fmla="*/ 5186475 w 10678681"/>
              <a:gd name="connsiteY80" fmla="*/ 1257028 h 1353297"/>
              <a:gd name="connsiteX81" fmla="*/ 5126038 w 10678681"/>
              <a:gd name="connsiteY81" fmla="*/ 1263189 h 1353297"/>
              <a:gd name="connsiteX82" fmla="*/ 4894688 w 10678681"/>
              <a:gd name="connsiteY82" fmla="*/ 1247184 h 1353297"/>
              <a:gd name="connsiteX83" fmla="*/ 4788036 w 10678681"/>
              <a:gd name="connsiteY83" fmla="*/ 1238182 h 1353297"/>
              <a:gd name="connsiteX84" fmla="*/ 4747555 w 10678681"/>
              <a:gd name="connsiteY84" fmla="*/ 1252768 h 1353297"/>
              <a:gd name="connsiteX85" fmla="*/ 4679644 w 10678681"/>
              <a:gd name="connsiteY85" fmla="*/ 1276603 h 1353297"/>
              <a:gd name="connsiteX86" fmla="*/ 4632222 w 10678681"/>
              <a:gd name="connsiteY86" fmla="*/ 1318360 h 1353297"/>
              <a:gd name="connsiteX87" fmla="*/ 4617358 w 10678681"/>
              <a:gd name="connsiteY87" fmla="*/ 1327690 h 1353297"/>
              <a:gd name="connsiteX88" fmla="*/ 4589102 w 10678681"/>
              <a:gd name="connsiteY88" fmla="*/ 1321223 h 1353297"/>
              <a:gd name="connsiteX89" fmla="*/ 4578184 w 10678681"/>
              <a:gd name="connsiteY89" fmla="*/ 1326745 h 1353297"/>
              <a:gd name="connsiteX90" fmla="*/ 4574270 w 10678681"/>
              <a:gd name="connsiteY90" fmla="*/ 1325878 h 1353297"/>
              <a:gd name="connsiteX91" fmla="*/ 4564919 w 10678681"/>
              <a:gd name="connsiteY91" fmla="*/ 1325507 h 1353297"/>
              <a:gd name="connsiteX92" fmla="*/ 4566586 w 10678681"/>
              <a:gd name="connsiteY92" fmla="*/ 1316963 h 1353297"/>
              <a:gd name="connsiteX93" fmla="*/ 4556303 w 10678681"/>
              <a:gd name="connsiteY93" fmla="*/ 1300262 h 1353297"/>
              <a:gd name="connsiteX94" fmla="*/ 4502358 w 10678681"/>
              <a:gd name="connsiteY94" fmla="*/ 1302558 h 1353297"/>
              <a:gd name="connsiteX95" fmla="*/ 4498919 w 10678681"/>
              <a:gd name="connsiteY95" fmla="*/ 1312115 h 1353297"/>
              <a:gd name="connsiteX96" fmla="*/ 4492075 w 10678681"/>
              <a:gd name="connsiteY96" fmla="*/ 1313357 h 1353297"/>
              <a:gd name="connsiteX97" fmla="*/ 4487466 w 10678681"/>
              <a:gd name="connsiteY97" fmla="*/ 1304102 h 1353297"/>
              <a:gd name="connsiteX98" fmla="*/ 4398292 w 10678681"/>
              <a:gd name="connsiteY98" fmla="*/ 1278410 h 1353297"/>
              <a:gd name="connsiteX99" fmla="*/ 4306088 w 10678681"/>
              <a:gd name="connsiteY99" fmla="*/ 1282512 h 1353297"/>
              <a:gd name="connsiteX100" fmla="*/ 4188995 w 10678681"/>
              <a:gd name="connsiteY100" fmla="*/ 1296718 h 1353297"/>
              <a:gd name="connsiteX101" fmla="*/ 4136582 w 10678681"/>
              <a:gd name="connsiteY101" fmla="*/ 1287687 h 1353297"/>
              <a:gd name="connsiteX102" fmla="*/ 4064614 w 10678681"/>
              <a:gd name="connsiteY102" fmla="*/ 1296118 h 1353297"/>
              <a:gd name="connsiteX103" fmla="*/ 3906561 w 10678681"/>
              <a:gd name="connsiteY103" fmla="*/ 1352435 h 1353297"/>
              <a:gd name="connsiteX104" fmla="*/ 3787890 w 10678681"/>
              <a:gd name="connsiteY104" fmla="*/ 1352442 h 1353297"/>
              <a:gd name="connsiteX105" fmla="*/ 3745993 w 10678681"/>
              <a:gd name="connsiteY105" fmla="*/ 1342630 h 1353297"/>
              <a:gd name="connsiteX106" fmla="*/ 3675785 w 10678681"/>
              <a:gd name="connsiteY106" fmla="*/ 1326802 h 1353297"/>
              <a:gd name="connsiteX107" fmla="*/ 3623856 w 10678681"/>
              <a:gd name="connsiteY107" fmla="*/ 1290804 h 1353297"/>
              <a:gd name="connsiteX108" fmla="*/ 3564933 w 10678681"/>
              <a:gd name="connsiteY108" fmla="*/ 1287147 h 1353297"/>
              <a:gd name="connsiteX109" fmla="*/ 3550537 w 10678681"/>
              <a:gd name="connsiteY109" fmla="*/ 1317552 h 1353297"/>
              <a:gd name="connsiteX110" fmla="*/ 3487736 w 10678681"/>
              <a:gd name="connsiteY110" fmla="*/ 1303493 h 1353297"/>
              <a:gd name="connsiteX111" fmla="*/ 3392548 w 10678681"/>
              <a:gd name="connsiteY111" fmla="*/ 1278741 h 1353297"/>
              <a:gd name="connsiteX112" fmla="*/ 3337466 w 10678681"/>
              <a:gd name="connsiteY112" fmla="*/ 1272537 h 1353297"/>
              <a:gd name="connsiteX113" fmla="*/ 3175981 w 10678681"/>
              <a:gd name="connsiteY113" fmla="*/ 1208973 h 1353297"/>
              <a:gd name="connsiteX114" fmla="*/ 3036856 w 10678681"/>
              <a:gd name="connsiteY114" fmla="*/ 1214383 h 1353297"/>
              <a:gd name="connsiteX115" fmla="*/ 2824973 w 10678681"/>
              <a:gd name="connsiteY115" fmla="*/ 1134864 h 1353297"/>
              <a:gd name="connsiteX116" fmla="*/ 2804398 w 10678681"/>
              <a:gd name="connsiteY116" fmla="*/ 1125556 h 1353297"/>
              <a:gd name="connsiteX117" fmla="*/ 2736109 w 10678681"/>
              <a:gd name="connsiteY117" fmla="*/ 1137717 h 1353297"/>
              <a:gd name="connsiteX118" fmla="*/ 2659096 w 10678681"/>
              <a:gd name="connsiteY118" fmla="*/ 1150294 h 1353297"/>
              <a:gd name="connsiteX119" fmla="*/ 2567088 w 10678681"/>
              <a:gd name="connsiteY119" fmla="*/ 1181781 h 1353297"/>
              <a:gd name="connsiteX120" fmla="*/ 2454501 w 10678681"/>
              <a:gd name="connsiteY120" fmla="*/ 1155455 h 1353297"/>
              <a:gd name="connsiteX121" fmla="*/ 2385161 w 10678681"/>
              <a:gd name="connsiteY121" fmla="*/ 1161312 h 1353297"/>
              <a:gd name="connsiteX122" fmla="*/ 2273361 w 10678681"/>
              <a:gd name="connsiteY122" fmla="*/ 1134090 h 1353297"/>
              <a:gd name="connsiteX123" fmla="*/ 2132003 w 10678681"/>
              <a:gd name="connsiteY123" fmla="*/ 1139225 h 1353297"/>
              <a:gd name="connsiteX124" fmla="*/ 2041224 w 10678681"/>
              <a:gd name="connsiteY124" fmla="*/ 1147536 h 1353297"/>
              <a:gd name="connsiteX125" fmla="*/ 2010157 w 10678681"/>
              <a:gd name="connsiteY125" fmla="*/ 1152767 h 1353297"/>
              <a:gd name="connsiteX126" fmla="*/ 1859213 w 10678681"/>
              <a:gd name="connsiteY126" fmla="*/ 1199540 h 1353297"/>
              <a:gd name="connsiteX127" fmla="*/ 1735877 w 10678681"/>
              <a:gd name="connsiteY127" fmla="*/ 1246527 h 1353297"/>
              <a:gd name="connsiteX128" fmla="*/ 1705069 w 10678681"/>
              <a:gd name="connsiteY128" fmla="*/ 1251989 h 1353297"/>
              <a:gd name="connsiteX129" fmla="*/ 1307888 w 10678681"/>
              <a:gd name="connsiteY129" fmla="*/ 1283156 h 1353297"/>
              <a:gd name="connsiteX130" fmla="*/ 1220734 w 10678681"/>
              <a:gd name="connsiteY130" fmla="*/ 1257811 h 1353297"/>
              <a:gd name="connsiteX131" fmla="*/ 1021737 w 10678681"/>
              <a:gd name="connsiteY131" fmla="*/ 1238739 h 1353297"/>
              <a:gd name="connsiteX132" fmla="*/ 959820 w 10678681"/>
              <a:gd name="connsiteY132" fmla="*/ 1275863 h 1353297"/>
              <a:gd name="connsiteX133" fmla="*/ 929137 w 10678681"/>
              <a:gd name="connsiteY133" fmla="*/ 1273957 h 1353297"/>
              <a:gd name="connsiteX134" fmla="*/ 878849 w 10678681"/>
              <a:gd name="connsiteY134" fmla="*/ 1266740 h 1353297"/>
              <a:gd name="connsiteX135" fmla="*/ 800667 w 10678681"/>
              <a:gd name="connsiteY135" fmla="*/ 1282041 h 1353297"/>
              <a:gd name="connsiteX136" fmla="*/ 644906 w 10678681"/>
              <a:gd name="connsiteY136" fmla="*/ 1273685 h 1353297"/>
              <a:gd name="connsiteX137" fmla="*/ 379869 w 10678681"/>
              <a:gd name="connsiteY137" fmla="*/ 1339165 h 1353297"/>
              <a:gd name="connsiteX138" fmla="*/ 137696 w 10678681"/>
              <a:gd name="connsiteY138" fmla="*/ 1319217 h 1353297"/>
              <a:gd name="connsiteX139" fmla="*/ 54250 w 10678681"/>
              <a:gd name="connsiteY139" fmla="*/ 1315838 h 1353297"/>
              <a:gd name="connsiteX140" fmla="*/ 28042 w 10678681"/>
              <a:gd name="connsiteY140" fmla="*/ 1297822 h 1353297"/>
              <a:gd name="connsiteX141" fmla="*/ 0 w 10678681"/>
              <a:gd name="connsiteY141" fmla="*/ 1294612 h 1353297"/>
              <a:gd name="connsiteX142" fmla="*/ 0 w 10678681"/>
              <a:gd name="connsiteY142" fmla="*/ 0 h 1353297"/>
              <a:gd name="connsiteX0" fmla="*/ 0 w 10678681"/>
              <a:gd name="connsiteY0" fmla="*/ 0 h 1352443"/>
              <a:gd name="connsiteX1" fmla="*/ 10678681 w 10678681"/>
              <a:gd name="connsiteY1" fmla="*/ 0 h 1352443"/>
              <a:gd name="connsiteX2" fmla="*/ 10666019 w 10678681"/>
              <a:gd name="connsiteY2" fmla="*/ 7876 h 1352443"/>
              <a:gd name="connsiteX3" fmla="*/ 10632825 w 10678681"/>
              <a:gd name="connsiteY3" fmla="*/ 32153 h 1352443"/>
              <a:gd name="connsiteX4" fmla="*/ 10510605 w 10678681"/>
              <a:gd name="connsiteY4" fmla="*/ 30449 h 1352443"/>
              <a:gd name="connsiteX5" fmla="*/ 10456989 w 10678681"/>
              <a:gd name="connsiteY5" fmla="*/ 979 h 1352443"/>
              <a:gd name="connsiteX6" fmla="*/ 10438642 w 10678681"/>
              <a:gd name="connsiteY6" fmla="*/ 1524 h 1352443"/>
              <a:gd name="connsiteX7" fmla="*/ 10407146 w 10678681"/>
              <a:gd name="connsiteY7" fmla="*/ 43659 h 1352443"/>
              <a:gd name="connsiteX8" fmla="*/ 10357996 w 10678681"/>
              <a:gd name="connsiteY8" fmla="*/ 50836 h 1352443"/>
              <a:gd name="connsiteX9" fmla="*/ 10306667 w 10678681"/>
              <a:gd name="connsiteY9" fmla="*/ 109739 h 1352443"/>
              <a:gd name="connsiteX10" fmla="*/ 10115334 w 10678681"/>
              <a:gd name="connsiteY10" fmla="*/ 155658 h 1352443"/>
              <a:gd name="connsiteX11" fmla="*/ 10068157 w 10678681"/>
              <a:gd name="connsiteY11" fmla="*/ 215673 h 1352443"/>
              <a:gd name="connsiteX12" fmla="*/ 10045431 w 10678681"/>
              <a:gd name="connsiteY12" fmla="*/ 229568 h 1352443"/>
              <a:gd name="connsiteX13" fmla="*/ 10013265 w 10678681"/>
              <a:gd name="connsiteY13" fmla="*/ 284757 h 1352443"/>
              <a:gd name="connsiteX14" fmla="*/ 9862496 w 10678681"/>
              <a:gd name="connsiteY14" fmla="*/ 223033 h 1352443"/>
              <a:gd name="connsiteX15" fmla="*/ 9679638 w 10678681"/>
              <a:gd name="connsiteY15" fmla="*/ 277462 h 1352443"/>
              <a:gd name="connsiteX16" fmla="*/ 9498347 w 10678681"/>
              <a:gd name="connsiteY16" fmla="*/ 244723 h 1352443"/>
              <a:gd name="connsiteX17" fmla="*/ 9399702 w 10678681"/>
              <a:gd name="connsiteY17" fmla="*/ 276316 h 1352443"/>
              <a:gd name="connsiteX18" fmla="*/ 9378439 w 10678681"/>
              <a:gd name="connsiteY18" fmla="*/ 326244 h 1352443"/>
              <a:gd name="connsiteX19" fmla="*/ 9121744 w 10678681"/>
              <a:gd name="connsiteY19" fmla="*/ 365177 h 1352443"/>
              <a:gd name="connsiteX20" fmla="*/ 9061654 w 10678681"/>
              <a:gd name="connsiteY20" fmla="*/ 393730 h 1352443"/>
              <a:gd name="connsiteX21" fmla="*/ 8997577 w 10678681"/>
              <a:gd name="connsiteY21" fmla="*/ 380865 h 1352443"/>
              <a:gd name="connsiteX22" fmla="*/ 8907968 w 10678681"/>
              <a:gd name="connsiteY22" fmla="*/ 447345 h 1352443"/>
              <a:gd name="connsiteX23" fmla="*/ 8764163 w 10678681"/>
              <a:gd name="connsiteY23" fmla="*/ 471000 h 1352443"/>
              <a:gd name="connsiteX24" fmla="*/ 8680155 w 10678681"/>
              <a:gd name="connsiteY24" fmla="*/ 492404 h 1352443"/>
              <a:gd name="connsiteX25" fmla="*/ 8651436 w 10678681"/>
              <a:gd name="connsiteY25" fmla="*/ 511923 h 1352443"/>
              <a:gd name="connsiteX26" fmla="*/ 8609185 w 10678681"/>
              <a:gd name="connsiteY26" fmla="*/ 531525 h 1352443"/>
              <a:gd name="connsiteX27" fmla="*/ 8537091 w 10678681"/>
              <a:gd name="connsiteY27" fmla="*/ 574933 h 1352443"/>
              <a:gd name="connsiteX28" fmla="*/ 8435931 w 10678681"/>
              <a:gd name="connsiteY28" fmla="*/ 617926 h 1352443"/>
              <a:gd name="connsiteX29" fmla="*/ 8348623 w 10678681"/>
              <a:gd name="connsiteY29" fmla="*/ 600607 h 1352443"/>
              <a:gd name="connsiteX30" fmla="*/ 8344233 w 10678681"/>
              <a:gd name="connsiteY30" fmla="*/ 610922 h 1352443"/>
              <a:gd name="connsiteX31" fmla="*/ 8290622 w 10678681"/>
              <a:gd name="connsiteY31" fmla="*/ 622687 h 1352443"/>
              <a:gd name="connsiteX32" fmla="*/ 8086698 w 10678681"/>
              <a:gd name="connsiteY32" fmla="*/ 605185 h 1352443"/>
              <a:gd name="connsiteX33" fmla="*/ 7982378 w 10678681"/>
              <a:gd name="connsiteY33" fmla="*/ 629799 h 1352443"/>
              <a:gd name="connsiteX34" fmla="*/ 7947952 w 10678681"/>
              <a:gd name="connsiteY34" fmla="*/ 648003 h 1352443"/>
              <a:gd name="connsiteX35" fmla="*/ 7890112 w 10678681"/>
              <a:gd name="connsiteY35" fmla="*/ 677915 h 1352443"/>
              <a:gd name="connsiteX36" fmla="*/ 7853284 w 10678681"/>
              <a:gd name="connsiteY36" fmla="*/ 723588 h 1352443"/>
              <a:gd name="connsiteX37" fmla="*/ 7802383 w 10678681"/>
              <a:gd name="connsiteY37" fmla="*/ 739359 h 1352443"/>
              <a:gd name="connsiteX38" fmla="*/ 7730518 w 10678681"/>
              <a:gd name="connsiteY38" fmla="*/ 739526 h 1352443"/>
              <a:gd name="connsiteX39" fmla="*/ 7652907 w 10678681"/>
              <a:gd name="connsiteY39" fmla="*/ 783273 h 1352443"/>
              <a:gd name="connsiteX40" fmla="*/ 7606008 w 10678681"/>
              <a:gd name="connsiteY40" fmla="*/ 800717 h 1352443"/>
              <a:gd name="connsiteX41" fmla="*/ 7480223 w 10678681"/>
              <a:gd name="connsiteY41" fmla="*/ 856821 h 1352443"/>
              <a:gd name="connsiteX42" fmla="*/ 7356005 w 10678681"/>
              <a:gd name="connsiteY42" fmla="*/ 919462 h 1352443"/>
              <a:gd name="connsiteX43" fmla="*/ 7305396 w 10678681"/>
              <a:gd name="connsiteY43" fmla="*/ 986228 h 1352443"/>
              <a:gd name="connsiteX44" fmla="*/ 7266251 w 10678681"/>
              <a:gd name="connsiteY44" fmla="*/ 967864 h 1352443"/>
              <a:gd name="connsiteX45" fmla="*/ 7269396 w 10678681"/>
              <a:gd name="connsiteY45" fmla="*/ 989282 h 1352443"/>
              <a:gd name="connsiteX46" fmla="*/ 7258094 w 10678681"/>
              <a:gd name="connsiteY46" fmla="*/ 990679 h 1352443"/>
              <a:gd name="connsiteX47" fmla="*/ 7257893 w 10678681"/>
              <a:gd name="connsiteY47" fmla="*/ 991204 h 1352443"/>
              <a:gd name="connsiteX48" fmla="*/ 7247153 w 10678681"/>
              <a:gd name="connsiteY48" fmla="*/ 991550 h 1352443"/>
              <a:gd name="connsiteX49" fmla="*/ 7193612 w 10678681"/>
              <a:gd name="connsiteY49" fmla="*/ 987042 h 1352443"/>
              <a:gd name="connsiteX50" fmla="*/ 7132632 w 10678681"/>
              <a:gd name="connsiteY50" fmla="*/ 1042036 h 1352443"/>
              <a:gd name="connsiteX51" fmla="*/ 7105610 w 10678681"/>
              <a:gd name="connsiteY51" fmla="*/ 1053537 h 1352443"/>
              <a:gd name="connsiteX52" fmla="*/ 7069148 w 10678681"/>
              <a:gd name="connsiteY52" fmla="*/ 1047163 h 1352443"/>
              <a:gd name="connsiteX53" fmla="*/ 7039634 w 10678681"/>
              <a:gd name="connsiteY53" fmla="*/ 1059971 h 1352443"/>
              <a:gd name="connsiteX54" fmla="*/ 7033445 w 10678681"/>
              <a:gd name="connsiteY54" fmla="*/ 1063314 h 1352443"/>
              <a:gd name="connsiteX55" fmla="*/ 6999157 w 10678681"/>
              <a:gd name="connsiteY55" fmla="*/ 1055282 h 1352443"/>
              <a:gd name="connsiteX56" fmla="*/ 6981874 w 10678681"/>
              <a:gd name="connsiteY56" fmla="*/ 1053827 h 1352443"/>
              <a:gd name="connsiteX57" fmla="*/ 6976102 w 10678681"/>
              <a:gd name="connsiteY57" fmla="*/ 1047854 h 1352443"/>
              <a:gd name="connsiteX58" fmla="*/ 6951040 w 10678681"/>
              <a:gd name="connsiteY58" fmla="*/ 1048531 h 1352443"/>
              <a:gd name="connsiteX59" fmla="*/ 6948497 w 10678681"/>
              <a:gd name="connsiteY59" fmla="*/ 1050706 h 1352443"/>
              <a:gd name="connsiteX60" fmla="*/ 6926582 w 10678681"/>
              <a:gd name="connsiteY60" fmla="*/ 1043462 h 1352443"/>
              <a:gd name="connsiteX61" fmla="*/ 6833743 w 10678681"/>
              <a:gd name="connsiteY61" fmla="*/ 1027960 h 1352443"/>
              <a:gd name="connsiteX62" fmla="*/ 6687090 w 10678681"/>
              <a:gd name="connsiteY62" fmla="*/ 1063250 h 1352443"/>
              <a:gd name="connsiteX63" fmla="*/ 6437450 w 10678681"/>
              <a:gd name="connsiteY63" fmla="*/ 1101075 h 1352443"/>
              <a:gd name="connsiteX64" fmla="*/ 6327795 w 10678681"/>
              <a:gd name="connsiteY64" fmla="*/ 1088142 h 1352443"/>
              <a:gd name="connsiteX65" fmla="*/ 6136549 w 10678681"/>
              <a:gd name="connsiteY65" fmla="*/ 1100268 h 1352443"/>
              <a:gd name="connsiteX66" fmla="*/ 6004655 w 10678681"/>
              <a:gd name="connsiteY66" fmla="*/ 1114946 h 1352443"/>
              <a:gd name="connsiteX67" fmla="*/ 5936643 w 10678681"/>
              <a:gd name="connsiteY67" fmla="*/ 1095428 h 1352443"/>
              <a:gd name="connsiteX68" fmla="*/ 5912484 w 10678681"/>
              <a:gd name="connsiteY68" fmla="*/ 1112624 h 1352443"/>
              <a:gd name="connsiteX69" fmla="*/ 5908387 w 10678681"/>
              <a:gd name="connsiteY69" fmla="*/ 1116018 h 1352443"/>
              <a:gd name="connsiteX70" fmla="*/ 5890495 w 10678681"/>
              <a:gd name="connsiteY70" fmla="*/ 1120268 h 1352443"/>
              <a:gd name="connsiteX71" fmla="*/ 5887318 w 10678681"/>
              <a:gd name="connsiteY71" fmla="*/ 1133134 h 1352443"/>
              <a:gd name="connsiteX72" fmla="*/ 5861726 w 10678681"/>
              <a:gd name="connsiteY72" fmla="*/ 1147891 h 1352443"/>
              <a:gd name="connsiteX73" fmla="*/ 5805823 w 10678681"/>
              <a:gd name="connsiteY73" fmla="*/ 1152457 h 1352443"/>
              <a:gd name="connsiteX74" fmla="*/ 5689841 w 10678681"/>
              <a:gd name="connsiteY74" fmla="*/ 1176232 h 1352443"/>
              <a:gd name="connsiteX75" fmla="*/ 5605119 w 10678681"/>
              <a:gd name="connsiteY75" fmla="*/ 1190202 h 1352443"/>
              <a:gd name="connsiteX76" fmla="*/ 5488513 w 10678681"/>
              <a:gd name="connsiteY76" fmla="*/ 1205367 h 1352443"/>
              <a:gd name="connsiteX77" fmla="*/ 5402905 w 10678681"/>
              <a:gd name="connsiteY77" fmla="*/ 1241191 h 1352443"/>
              <a:gd name="connsiteX78" fmla="*/ 5285593 w 10678681"/>
              <a:gd name="connsiteY78" fmla="*/ 1273569 h 1352443"/>
              <a:gd name="connsiteX79" fmla="*/ 5192893 w 10678681"/>
              <a:gd name="connsiteY79" fmla="*/ 1247188 h 1352443"/>
              <a:gd name="connsiteX80" fmla="*/ 5186475 w 10678681"/>
              <a:gd name="connsiteY80" fmla="*/ 1257028 h 1352443"/>
              <a:gd name="connsiteX81" fmla="*/ 5126038 w 10678681"/>
              <a:gd name="connsiteY81" fmla="*/ 1263189 h 1352443"/>
              <a:gd name="connsiteX82" fmla="*/ 4894688 w 10678681"/>
              <a:gd name="connsiteY82" fmla="*/ 1247184 h 1352443"/>
              <a:gd name="connsiteX83" fmla="*/ 4788036 w 10678681"/>
              <a:gd name="connsiteY83" fmla="*/ 1238182 h 1352443"/>
              <a:gd name="connsiteX84" fmla="*/ 4747555 w 10678681"/>
              <a:gd name="connsiteY84" fmla="*/ 1252768 h 1352443"/>
              <a:gd name="connsiteX85" fmla="*/ 4679644 w 10678681"/>
              <a:gd name="connsiteY85" fmla="*/ 1276603 h 1352443"/>
              <a:gd name="connsiteX86" fmla="*/ 4632222 w 10678681"/>
              <a:gd name="connsiteY86" fmla="*/ 1318360 h 1352443"/>
              <a:gd name="connsiteX87" fmla="*/ 4617358 w 10678681"/>
              <a:gd name="connsiteY87" fmla="*/ 1327690 h 1352443"/>
              <a:gd name="connsiteX88" fmla="*/ 4589102 w 10678681"/>
              <a:gd name="connsiteY88" fmla="*/ 1321223 h 1352443"/>
              <a:gd name="connsiteX89" fmla="*/ 4578184 w 10678681"/>
              <a:gd name="connsiteY89" fmla="*/ 1326745 h 1352443"/>
              <a:gd name="connsiteX90" fmla="*/ 4574270 w 10678681"/>
              <a:gd name="connsiteY90" fmla="*/ 1325878 h 1352443"/>
              <a:gd name="connsiteX91" fmla="*/ 4564919 w 10678681"/>
              <a:gd name="connsiteY91" fmla="*/ 1325507 h 1352443"/>
              <a:gd name="connsiteX92" fmla="*/ 4566586 w 10678681"/>
              <a:gd name="connsiteY92" fmla="*/ 1316963 h 1352443"/>
              <a:gd name="connsiteX93" fmla="*/ 4556303 w 10678681"/>
              <a:gd name="connsiteY93" fmla="*/ 1300262 h 1352443"/>
              <a:gd name="connsiteX94" fmla="*/ 4502358 w 10678681"/>
              <a:gd name="connsiteY94" fmla="*/ 1302558 h 1352443"/>
              <a:gd name="connsiteX95" fmla="*/ 4498919 w 10678681"/>
              <a:gd name="connsiteY95" fmla="*/ 1312115 h 1352443"/>
              <a:gd name="connsiteX96" fmla="*/ 4492075 w 10678681"/>
              <a:gd name="connsiteY96" fmla="*/ 1313357 h 1352443"/>
              <a:gd name="connsiteX97" fmla="*/ 4487466 w 10678681"/>
              <a:gd name="connsiteY97" fmla="*/ 1304102 h 1352443"/>
              <a:gd name="connsiteX98" fmla="*/ 4398292 w 10678681"/>
              <a:gd name="connsiteY98" fmla="*/ 1278410 h 1352443"/>
              <a:gd name="connsiteX99" fmla="*/ 4306088 w 10678681"/>
              <a:gd name="connsiteY99" fmla="*/ 1282512 h 1352443"/>
              <a:gd name="connsiteX100" fmla="*/ 4188995 w 10678681"/>
              <a:gd name="connsiteY100" fmla="*/ 1296718 h 1352443"/>
              <a:gd name="connsiteX101" fmla="*/ 4136582 w 10678681"/>
              <a:gd name="connsiteY101" fmla="*/ 1287687 h 1352443"/>
              <a:gd name="connsiteX102" fmla="*/ 4064614 w 10678681"/>
              <a:gd name="connsiteY102" fmla="*/ 1296118 h 1352443"/>
              <a:gd name="connsiteX103" fmla="*/ 3900948 w 10678681"/>
              <a:gd name="connsiteY103" fmla="*/ 1322156 h 1352443"/>
              <a:gd name="connsiteX104" fmla="*/ 3787890 w 10678681"/>
              <a:gd name="connsiteY104" fmla="*/ 1352442 h 1352443"/>
              <a:gd name="connsiteX105" fmla="*/ 3745993 w 10678681"/>
              <a:gd name="connsiteY105" fmla="*/ 1342630 h 1352443"/>
              <a:gd name="connsiteX106" fmla="*/ 3675785 w 10678681"/>
              <a:gd name="connsiteY106" fmla="*/ 1326802 h 1352443"/>
              <a:gd name="connsiteX107" fmla="*/ 3623856 w 10678681"/>
              <a:gd name="connsiteY107" fmla="*/ 1290804 h 1352443"/>
              <a:gd name="connsiteX108" fmla="*/ 3564933 w 10678681"/>
              <a:gd name="connsiteY108" fmla="*/ 1287147 h 1352443"/>
              <a:gd name="connsiteX109" fmla="*/ 3550537 w 10678681"/>
              <a:gd name="connsiteY109" fmla="*/ 1317552 h 1352443"/>
              <a:gd name="connsiteX110" fmla="*/ 3487736 w 10678681"/>
              <a:gd name="connsiteY110" fmla="*/ 1303493 h 1352443"/>
              <a:gd name="connsiteX111" fmla="*/ 3392548 w 10678681"/>
              <a:gd name="connsiteY111" fmla="*/ 1278741 h 1352443"/>
              <a:gd name="connsiteX112" fmla="*/ 3337466 w 10678681"/>
              <a:gd name="connsiteY112" fmla="*/ 1272537 h 1352443"/>
              <a:gd name="connsiteX113" fmla="*/ 3175981 w 10678681"/>
              <a:gd name="connsiteY113" fmla="*/ 1208973 h 1352443"/>
              <a:gd name="connsiteX114" fmla="*/ 3036856 w 10678681"/>
              <a:gd name="connsiteY114" fmla="*/ 1214383 h 1352443"/>
              <a:gd name="connsiteX115" fmla="*/ 2824973 w 10678681"/>
              <a:gd name="connsiteY115" fmla="*/ 1134864 h 1352443"/>
              <a:gd name="connsiteX116" fmla="*/ 2804398 w 10678681"/>
              <a:gd name="connsiteY116" fmla="*/ 1125556 h 1352443"/>
              <a:gd name="connsiteX117" fmla="*/ 2736109 w 10678681"/>
              <a:gd name="connsiteY117" fmla="*/ 1137717 h 1352443"/>
              <a:gd name="connsiteX118" fmla="*/ 2659096 w 10678681"/>
              <a:gd name="connsiteY118" fmla="*/ 1150294 h 1352443"/>
              <a:gd name="connsiteX119" fmla="*/ 2567088 w 10678681"/>
              <a:gd name="connsiteY119" fmla="*/ 1181781 h 1352443"/>
              <a:gd name="connsiteX120" fmla="*/ 2454501 w 10678681"/>
              <a:gd name="connsiteY120" fmla="*/ 1155455 h 1352443"/>
              <a:gd name="connsiteX121" fmla="*/ 2385161 w 10678681"/>
              <a:gd name="connsiteY121" fmla="*/ 1161312 h 1352443"/>
              <a:gd name="connsiteX122" fmla="*/ 2273361 w 10678681"/>
              <a:gd name="connsiteY122" fmla="*/ 1134090 h 1352443"/>
              <a:gd name="connsiteX123" fmla="*/ 2132003 w 10678681"/>
              <a:gd name="connsiteY123" fmla="*/ 1139225 h 1352443"/>
              <a:gd name="connsiteX124" fmla="*/ 2041224 w 10678681"/>
              <a:gd name="connsiteY124" fmla="*/ 1147536 h 1352443"/>
              <a:gd name="connsiteX125" fmla="*/ 2010157 w 10678681"/>
              <a:gd name="connsiteY125" fmla="*/ 1152767 h 1352443"/>
              <a:gd name="connsiteX126" fmla="*/ 1859213 w 10678681"/>
              <a:gd name="connsiteY126" fmla="*/ 1199540 h 1352443"/>
              <a:gd name="connsiteX127" fmla="*/ 1735877 w 10678681"/>
              <a:gd name="connsiteY127" fmla="*/ 1246527 h 1352443"/>
              <a:gd name="connsiteX128" fmla="*/ 1705069 w 10678681"/>
              <a:gd name="connsiteY128" fmla="*/ 1251989 h 1352443"/>
              <a:gd name="connsiteX129" fmla="*/ 1307888 w 10678681"/>
              <a:gd name="connsiteY129" fmla="*/ 1283156 h 1352443"/>
              <a:gd name="connsiteX130" fmla="*/ 1220734 w 10678681"/>
              <a:gd name="connsiteY130" fmla="*/ 1257811 h 1352443"/>
              <a:gd name="connsiteX131" fmla="*/ 1021737 w 10678681"/>
              <a:gd name="connsiteY131" fmla="*/ 1238739 h 1352443"/>
              <a:gd name="connsiteX132" fmla="*/ 959820 w 10678681"/>
              <a:gd name="connsiteY132" fmla="*/ 1275863 h 1352443"/>
              <a:gd name="connsiteX133" fmla="*/ 929137 w 10678681"/>
              <a:gd name="connsiteY133" fmla="*/ 1273957 h 1352443"/>
              <a:gd name="connsiteX134" fmla="*/ 878849 w 10678681"/>
              <a:gd name="connsiteY134" fmla="*/ 1266740 h 1352443"/>
              <a:gd name="connsiteX135" fmla="*/ 800667 w 10678681"/>
              <a:gd name="connsiteY135" fmla="*/ 1282041 h 1352443"/>
              <a:gd name="connsiteX136" fmla="*/ 644906 w 10678681"/>
              <a:gd name="connsiteY136" fmla="*/ 1273685 h 1352443"/>
              <a:gd name="connsiteX137" fmla="*/ 379869 w 10678681"/>
              <a:gd name="connsiteY137" fmla="*/ 1339165 h 1352443"/>
              <a:gd name="connsiteX138" fmla="*/ 137696 w 10678681"/>
              <a:gd name="connsiteY138" fmla="*/ 1319217 h 1352443"/>
              <a:gd name="connsiteX139" fmla="*/ 54250 w 10678681"/>
              <a:gd name="connsiteY139" fmla="*/ 1315838 h 1352443"/>
              <a:gd name="connsiteX140" fmla="*/ 28042 w 10678681"/>
              <a:gd name="connsiteY140" fmla="*/ 1297822 h 1352443"/>
              <a:gd name="connsiteX141" fmla="*/ 0 w 10678681"/>
              <a:gd name="connsiteY141" fmla="*/ 1294612 h 1352443"/>
              <a:gd name="connsiteX142" fmla="*/ 0 w 10678681"/>
              <a:gd name="connsiteY142" fmla="*/ 0 h 1352443"/>
              <a:gd name="connsiteX0" fmla="*/ 0 w 10678681"/>
              <a:gd name="connsiteY0" fmla="*/ 0 h 1342734"/>
              <a:gd name="connsiteX1" fmla="*/ 10678681 w 10678681"/>
              <a:gd name="connsiteY1" fmla="*/ 0 h 1342734"/>
              <a:gd name="connsiteX2" fmla="*/ 10666019 w 10678681"/>
              <a:gd name="connsiteY2" fmla="*/ 7876 h 1342734"/>
              <a:gd name="connsiteX3" fmla="*/ 10632825 w 10678681"/>
              <a:gd name="connsiteY3" fmla="*/ 32153 h 1342734"/>
              <a:gd name="connsiteX4" fmla="*/ 10510605 w 10678681"/>
              <a:gd name="connsiteY4" fmla="*/ 30449 h 1342734"/>
              <a:gd name="connsiteX5" fmla="*/ 10456989 w 10678681"/>
              <a:gd name="connsiteY5" fmla="*/ 979 h 1342734"/>
              <a:gd name="connsiteX6" fmla="*/ 10438642 w 10678681"/>
              <a:gd name="connsiteY6" fmla="*/ 1524 h 1342734"/>
              <a:gd name="connsiteX7" fmla="*/ 10407146 w 10678681"/>
              <a:gd name="connsiteY7" fmla="*/ 43659 h 1342734"/>
              <a:gd name="connsiteX8" fmla="*/ 10357996 w 10678681"/>
              <a:gd name="connsiteY8" fmla="*/ 50836 h 1342734"/>
              <a:gd name="connsiteX9" fmla="*/ 10306667 w 10678681"/>
              <a:gd name="connsiteY9" fmla="*/ 109739 h 1342734"/>
              <a:gd name="connsiteX10" fmla="*/ 10115334 w 10678681"/>
              <a:gd name="connsiteY10" fmla="*/ 155658 h 1342734"/>
              <a:gd name="connsiteX11" fmla="*/ 10068157 w 10678681"/>
              <a:gd name="connsiteY11" fmla="*/ 215673 h 1342734"/>
              <a:gd name="connsiteX12" fmla="*/ 10045431 w 10678681"/>
              <a:gd name="connsiteY12" fmla="*/ 229568 h 1342734"/>
              <a:gd name="connsiteX13" fmla="*/ 10013265 w 10678681"/>
              <a:gd name="connsiteY13" fmla="*/ 284757 h 1342734"/>
              <a:gd name="connsiteX14" fmla="*/ 9862496 w 10678681"/>
              <a:gd name="connsiteY14" fmla="*/ 223033 h 1342734"/>
              <a:gd name="connsiteX15" fmla="*/ 9679638 w 10678681"/>
              <a:gd name="connsiteY15" fmla="*/ 277462 h 1342734"/>
              <a:gd name="connsiteX16" fmla="*/ 9498347 w 10678681"/>
              <a:gd name="connsiteY16" fmla="*/ 244723 h 1342734"/>
              <a:gd name="connsiteX17" fmla="*/ 9399702 w 10678681"/>
              <a:gd name="connsiteY17" fmla="*/ 276316 h 1342734"/>
              <a:gd name="connsiteX18" fmla="*/ 9378439 w 10678681"/>
              <a:gd name="connsiteY18" fmla="*/ 326244 h 1342734"/>
              <a:gd name="connsiteX19" fmla="*/ 9121744 w 10678681"/>
              <a:gd name="connsiteY19" fmla="*/ 365177 h 1342734"/>
              <a:gd name="connsiteX20" fmla="*/ 9061654 w 10678681"/>
              <a:gd name="connsiteY20" fmla="*/ 393730 h 1342734"/>
              <a:gd name="connsiteX21" fmla="*/ 8997577 w 10678681"/>
              <a:gd name="connsiteY21" fmla="*/ 380865 h 1342734"/>
              <a:gd name="connsiteX22" fmla="*/ 8907968 w 10678681"/>
              <a:gd name="connsiteY22" fmla="*/ 447345 h 1342734"/>
              <a:gd name="connsiteX23" fmla="*/ 8764163 w 10678681"/>
              <a:gd name="connsiteY23" fmla="*/ 471000 h 1342734"/>
              <a:gd name="connsiteX24" fmla="*/ 8680155 w 10678681"/>
              <a:gd name="connsiteY24" fmla="*/ 492404 h 1342734"/>
              <a:gd name="connsiteX25" fmla="*/ 8651436 w 10678681"/>
              <a:gd name="connsiteY25" fmla="*/ 511923 h 1342734"/>
              <a:gd name="connsiteX26" fmla="*/ 8609185 w 10678681"/>
              <a:gd name="connsiteY26" fmla="*/ 531525 h 1342734"/>
              <a:gd name="connsiteX27" fmla="*/ 8537091 w 10678681"/>
              <a:gd name="connsiteY27" fmla="*/ 574933 h 1342734"/>
              <a:gd name="connsiteX28" fmla="*/ 8435931 w 10678681"/>
              <a:gd name="connsiteY28" fmla="*/ 617926 h 1342734"/>
              <a:gd name="connsiteX29" fmla="*/ 8348623 w 10678681"/>
              <a:gd name="connsiteY29" fmla="*/ 600607 h 1342734"/>
              <a:gd name="connsiteX30" fmla="*/ 8344233 w 10678681"/>
              <a:gd name="connsiteY30" fmla="*/ 610922 h 1342734"/>
              <a:gd name="connsiteX31" fmla="*/ 8290622 w 10678681"/>
              <a:gd name="connsiteY31" fmla="*/ 622687 h 1342734"/>
              <a:gd name="connsiteX32" fmla="*/ 8086698 w 10678681"/>
              <a:gd name="connsiteY32" fmla="*/ 605185 h 1342734"/>
              <a:gd name="connsiteX33" fmla="*/ 7982378 w 10678681"/>
              <a:gd name="connsiteY33" fmla="*/ 629799 h 1342734"/>
              <a:gd name="connsiteX34" fmla="*/ 7947952 w 10678681"/>
              <a:gd name="connsiteY34" fmla="*/ 648003 h 1342734"/>
              <a:gd name="connsiteX35" fmla="*/ 7890112 w 10678681"/>
              <a:gd name="connsiteY35" fmla="*/ 677915 h 1342734"/>
              <a:gd name="connsiteX36" fmla="*/ 7853284 w 10678681"/>
              <a:gd name="connsiteY36" fmla="*/ 723588 h 1342734"/>
              <a:gd name="connsiteX37" fmla="*/ 7802383 w 10678681"/>
              <a:gd name="connsiteY37" fmla="*/ 739359 h 1342734"/>
              <a:gd name="connsiteX38" fmla="*/ 7730518 w 10678681"/>
              <a:gd name="connsiteY38" fmla="*/ 739526 h 1342734"/>
              <a:gd name="connsiteX39" fmla="*/ 7652907 w 10678681"/>
              <a:gd name="connsiteY39" fmla="*/ 783273 h 1342734"/>
              <a:gd name="connsiteX40" fmla="*/ 7606008 w 10678681"/>
              <a:gd name="connsiteY40" fmla="*/ 800717 h 1342734"/>
              <a:gd name="connsiteX41" fmla="*/ 7480223 w 10678681"/>
              <a:gd name="connsiteY41" fmla="*/ 856821 h 1342734"/>
              <a:gd name="connsiteX42" fmla="*/ 7356005 w 10678681"/>
              <a:gd name="connsiteY42" fmla="*/ 919462 h 1342734"/>
              <a:gd name="connsiteX43" fmla="*/ 7305396 w 10678681"/>
              <a:gd name="connsiteY43" fmla="*/ 986228 h 1342734"/>
              <a:gd name="connsiteX44" fmla="*/ 7266251 w 10678681"/>
              <a:gd name="connsiteY44" fmla="*/ 967864 h 1342734"/>
              <a:gd name="connsiteX45" fmla="*/ 7269396 w 10678681"/>
              <a:gd name="connsiteY45" fmla="*/ 989282 h 1342734"/>
              <a:gd name="connsiteX46" fmla="*/ 7258094 w 10678681"/>
              <a:gd name="connsiteY46" fmla="*/ 990679 h 1342734"/>
              <a:gd name="connsiteX47" fmla="*/ 7257893 w 10678681"/>
              <a:gd name="connsiteY47" fmla="*/ 991204 h 1342734"/>
              <a:gd name="connsiteX48" fmla="*/ 7247153 w 10678681"/>
              <a:gd name="connsiteY48" fmla="*/ 991550 h 1342734"/>
              <a:gd name="connsiteX49" fmla="*/ 7193612 w 10678681"/>
              <a:gd name="connsiteY49" fmla="*/ 987042 h 1342734"/>
              <a:gd name="connsiteX50" fmla="*/ 7132632 w 10678681"/>
              <a:gd name="connsiteY50" fmla="*/ 1042036 h 1342734"/>
              <a:gd name="connsiteX51" fmla="*/ 7105610 w 10678681"/>
              <a:gd name="connsiteY51" fmla="*/ 1053537 h 1342734"/>
              <a:gd name="connsiteX52" fmla="*/ 7069148 w 10678681"/>
              <a:gd name="connsiteY52" fmla="*/ 1047163 h 1342734"/>
              <a:gd name="connsiteX53" fmla="*/ 7039634 w 10678681"/>
              <a:gd name="connsiteY53" fmla="*/ 1059971 h 1342734"/>
              <a:gd name="connsiteX54" fmla="*/ 7033445 w 10678681"/>
              <a:gd name="connsiteY54" fmla="*/ 1063314 h 1342734"/>
              <a:gd name="connsiteX55" fmla="*/ 6999157 w 10678681"/>
              <a:gd name="connsiteY55" fmla="*/ 1055282 h 1342734"/>
              <a:gd name="connsiteX56" fmla="*/ 6981874 w 10678681"/>
              <a:gd name="connsiteY56" fmla="*/ 1053827 h 1342734"/>
              <a:gd name="connsiteX57" fmla="*/ 6976102 w 10678681"/>
              <a:gd name="connsiteY57" fmla="*/ 1047854 h 1342734"/>
              <a:gd name="connsiteX58" fmla="*/ 6951040 w 10678681"/>
              <a:gd name="connsiteY58" fmla="*/ 1048531 h 1342734"/>
              <a:gd name="connsiteX59" fmla="*/ 6948497 w 10678681"/>
              <a:gd name="connsiteY59" fmla="*/ 1050706 h 1342734"/>
              <a:gd name="connsiteX60" fmla="*/ 6926582 w 10678681"/>
              <a:gd name="connsiteY60" fmla="*/ 1043462 h 1342734"/>
              <a:gd name="connsiteX61" fmla="*/ 6833743 w 10678681"/>
              <a:gd name="connsiteY61" fmla="*/ 1027960 h 1342734"/>
              <a:gd name="connsiteX62" fmla="*/ 6687090 w 10678681"/>
              <a:gd name="connsiteY62" fmla="*/ 1063250 h 1342734"/>
              <a:gd name="connsiteX63" fmla="*/ 6437450 w 10678681"/>
              <a:gd name="connsiteY63" fmla="*/ 1101075 h 1342734"/>
              <a:gd name="connsiteX64" fmla="*/ 6327795 w 10678681"/>
              <a:gd name="connsiteY64" fmla="*/ 1088142 h 1342734"/>
              <a:gd name="connsiteX65" fmla="*/ 6136549 w 10678681"/>
              <a:gd name="connsiteY65" fmla="*/ 1100268 h 1342734"/>
              <a:gd name="connsiteX66" fmla="*/ 6004655 w 10678681"/>
              <a:gd name="connsiteY66" fmla="*/ 1114946 h 1342734"/>
              <a:gd name="connsiteX67" fmla="*/ 5936643 w 10678681"/>
              <a:gd name="connsiteY67" fmla="*/ 1095428 h 1342734"/>
              <a:gd name="connsiteX68" fmla="*/ 5912484 w 10678681"/>
              <a:gd name="connsiteY68" fmla="*/ 1112624 h 1342734"/>
              <a:gd name="connsiteX69" fmla="*/ 5908387 w 10678681"/>
              <a:gd name="connsiteY69" fmla="*/ 1116018 h 1342734"/>
              <a:gd name="connsiteX70" fmla="*/ 5890495 w 10678681"/>
              <a:gd name="connsiteY70" fmla="*/ 1120268 h 1342734"/>
              <a:gd name="connsiteX71" fmla="*/ 5887318 w 10678681"/>
              <a:gd name="connsiteY71" fmla="*/ 1133134 h 1342734"/>
              <a:gd name="connsiteX72" fmla="*/ 5861726 w 10678681"/>
              <a:gd name="connsiteY72" fmla="*/ 1147891 h 1342734"/>
              <a:gd name="connsiteX73" fmla="*/ 5805823 w 10678681"/>
              <a:gd name="connsiteY73" fmla="*/ 1152457 h 1342734"/>
              <a:gd name="connsiteX74" fmla="*/ 5689841 w 10678681"/>
              <a:gd name="connsiteY74" fmla="*/ 1176232 h 1342734"/>
              <a:gd name="connsiteX75" fmla="*/ 5605119 w 10678681"/>
              <a:gd name="connsiteY75" fmla="*/ 1190202 h 1342734"/>
              <a:gd name="connsiteX76" fmla="*/ 5488513 w 10678681"/>
              <a:gd name="connsiteY76" fmla="*/ 1205367 h 1342734"/>
              <a:gd name="connsiteX77" fmla="*/ 5402905 w 10678681"/>
              <a:gd name="connsiteY77" fmla="*/ 1241191 h 1342734"/>
              <a:gd name="connsiteX78" fmla="*/ 5285593 w 10678681"/>
              <a:gd name="connsiteY78" fmla="*/ 1273569 h 1342734"/>
              <a:gd name="connsiteX79" fmla="*/ 5192893 w 10678681"/>
              <a:gd name="connsiteY79" fmla="*/ 1247188 h 1342734"/>
              <a:gd name="connsiteX80" fmla="*/ 5186475 w 10678681"/>
              <a:gd name="connsiteY80" fmla="*/ 1257028 h 1342734"/>
              <a:gd name="connsiteX81" fmla="*/ 5126038 w 10678681"/>
              <a:gd name="connsiteY81" fmla="*/ 1263189 h 1342734"/>
              <a:gd name="connsiteX82" fmla="*/ 4894688 w 10678681"/>
              <a:gd name="connsiteY82" fmla="*/ 1247184 h 1342734"/>
              <a:gd name="connsiteX83" fmla="*/ 4788036 w 10678681"/>
              <a:gd name="connsiteY83" fmla="*/ 1238182 h 1342734"/>
              <a:gd name="connsiteX84" fmla="*/ 4747555 w 10678681"/>
              <a:gd name="connsiteY84" fmla="*/ 1252768 h 1342734"/>
              <a:gd name="connsiteX85" fmla="*/ 4679644 w 10678681"/>
              <a:gd name="connsiteY85" fmla="*/ 1276603 h 1342734"/>
              <a:gd name="connsiteX86" fmla="*/ 4632222 w 10678681"/>
              <a:gd name="connsiteY86" fmla="*/ 1318360 h 1342734"/>
              <a:gd name="connsiteX87" fmla="*/ 4617358 w 10678681"/>
              <a:gd name="connsiteY87" fmla="*/ 1327690 h 1342734"/>
              <a:gd name="connsiteX88" fmla="*/ 4589102 w 10678681"/>
              <a:gd name="connsiteY88" fmla="*/ 1321223 h 1342734"/>
              <a:gd name="connsiteX89" fmla="*/ 4578184 w 10678681"/>
              <a:gd name="connsiteY89" fmla="*/ 1326745 h 1342734"/>
              <a:gd name="connsiteX90" fmla="*/ 4574270 w 10678681"/>
              <a:gd name="connsiteY90" fmla="*/ 1325878 h 1342734"/>
              <a:gd name="connsiteX91" fmla="*/ 4564919 w 10678681"/>
              <a:gd name="connsiteY91" fmla="*/ 1325507 h 1342734"/>
              <a:gd name="connsiteX92" fmla="*/ 4566586 w 10678681"/>
              <a:gd name="connsiteY92" fmla="*/ 1316963 h 1342734"/>
              <a:gd name="connsiteX93" fmla="*/ 4556303 w 10678681"/>
              <a:gd name="connsiteY93" fmla="*/ 1300262 h 1342734"/>
              <a:gd name="connsiteX94" fmla="*/ 4502358 w 10678681"/>
              <a:gd name="connsiteY94" fmla="*/ 1302558 h 1342734"/>
              <a:gd name="connsiteX95" fmla="*/ 4498919 w 10678681"/>
              <a:gd name="connsiteY95" fmla="*/ 1312115 h 1342734"/>
              <a:gd name="connsiteX96" fmla="*/ 4492075 w 10678681"/>
              <a:gd name="connsiteY96" fmla="*/ 1313357 h 1342734"/>
              <a:gd name="connsiteX97" fmla="*/ 4487466 w 10678681"/>
              <a:gd name="connsiteY97" fmla="*/ 1304102 h 1342734"/>
              <a:gd name="connsiteX98" fmla="*/ 4398292 w 10678681"/>
              <a:gd name="connsiteY98" fmla="*/ 1278410 h 1342734"/>
              <a:gd name="connsiteX99" fmla="*/ 4306088 w 10678681"/>
              <a:gd name="connsiteY99" fmla="*/ 1282512 h 1342734"/>
              <a:gd name="connsiteX100" fmla="*/ 4188995 w 10678681"/>
              <a:gd name="connsiteY100" fmla="*/ 1296718 h 1342734"/>
              <a:gd name="connsiteX101" fmla="*/ 4136582 w 10678681"/>
              <a:gd name="connsiteY101" fmla="*/ 1287687 h 1342734"/>
              <a:gd name="connsiteX102" fmla="*/ 4064614 w 10678681"/>
              <a:gd name="connsiteY102" fmla="*/ 1296118 h 1342734"/>
              <a:gd name="connsiteX103" fmla="*/ 3900948 w 10678681"/>
              <a:gd name="connsiteY103" fmla="*/ 1322156 h 1342734"/>
              <a:gd name="connsiteX104" fmla="*/ 3787890 w 10678681"/>
              <a:gd name="connsiteY104" fmla="*/ 1322164 h 1342734"/>
              <a:gd name="connsiteX105" fmla="*/ 3745993 w 10678681"/>
              <a:gd name="connsiteY105" fmla="*/ 1342630 h 1342734"/>
              <a:gd name="connsiteX106" fmla="*/ 3675785 w 10678681"/>
              <a:gd name="connsiteY106" fmla="*/ 1326802 h 1342734"/>
              <a:gd name="connsiteX107" fmla="*/ 3623856 w 10678681"/>
              <a:gd name="connsiteY107" fmla="*/ 1290804 h 1342734"/>
              <a:gd name="connsiteX108" fmla="*/ 3564933 w 10678681"/>
              <a:gd name="connsiteY108" fmla="*/ 1287147 h 1342734"/>
              <a:gd name="connsiteX109" fmla="*/ 3550537 w 10678681"/>
              <a:gd name="connsiteY109" fmla="*/ 1317552 h 1342734"/>
              <a:gd name="connsiteX110" fmla="*/ 3487736 w 10678681"/>
              <a:gd name="connsiteY110" fmla="*/ 1303493 h 1342734"/>
              <a:gd name="connsiteX111" fmla="*/ 3392548 w 10678681"/>
              <a:gd name="connsiteY111" fmla="*/ 1278741 h 1342734"/>
              <a:gd name="connsiteX112" fmla="*/ 3337466 w 10678681"/>
              <a:gd name="connsiteY112" fmla="*/ 1272537 h 1342734"/>
              <a:gd name="connsiteX113" fmla="*/ 3175981 w 10678681"/>
              <a:gd name="connsiteY113" fmla="*/ 1208973 h 1342734"/>
              <a:gd name="connsiteX114" fmla="*/ 3036856 w 10678681"/>
              <a:gd name="connsiteY114" fmla="*/ 1214383 h 1342734"/>
              <a:gd name="connsiteX115" fmla="*/ 2824973 w 10678681"/>
              <a:gd name="connsiteY115" fmla="*/ 1134864 h 1342734"/>
              <a:gd name="connsiteX116" fmla="*/ 2804398 w 10678681"/>
              <a:gd name="connsiteY116" fmla="*/ 1125556 h 1342734"/>
              <a:gd name="connsiteX117" fmla="*/ 2736109 w 10678681"/>
              <a:gd name="connsiteY117" fmla="*/ 1137717 h 1342734"/>
              <a:gd name="connsiteX118" fmla="*/ 2659096 w 10678681"/>
              <a:gd name="connsiteY118" fmla="*/ 1150294 h 1342734"/>
              <a:gd name="connsiteX119" fmla="*/ 2567088 w 10678681"/>
              <a:gd name="connsiteY119" fmla="*/ 1181781 h 1342734"/>
              <a:gd name="connsiteX120" fmla="*/ 2454501 w 10678681"/>
              <a:gd name="connsiteY120" fmla="*/ 1155455 h 1342734"/>
              <a:gd name="connsiteX121" fmla="*/ 2385161 w 10678681"/>
              <a:gd name="connsiteY121" fmla="*/ 1161312 h 1342734"/>
              <a:gd name="connsiteX122" fmla="*/ 2273361 w 10678681"/>
              <a:gd name="connsiteY122" fmla="*/ 1134090 h 1342734"/>
              <a:gd name="connsiteX123" fmla="*/ 2132003 w 10678681"/>
              <a:gd name="connsiteY123" fmla="*/ 1139225 h 1342734"/>
              <a:gd name="connsiteX124" fmla="*/ 2041224 w 10678681"/>
              <a:gd name="connsiteY124" fmla="*/ 1147536 h 1342734"/>
              <a:gd name="connsiteX125" fmla="*/ 2010157 w 10678681"/>
              <a:gd name="connsiteY125" fmla="*/ 1152767 h 1342734"/>
              <a:gd name="connsiteX126" fmla="*/ 1859213 w 10678681"/>
              <a:gd name="connsiteY126" fmla="*/ 1199540 h 1342734"/>
              <a:gd name="connsiteX127" fmla="*/ 1735877 w 10678681"/>
              <a:gd name="connsiteY127" fmla="*/ 1246527 h 1342734"/>
              <a:gd name="connsiteX128" fmla="*/ 1705069 w 10678681"/>
              <a:gd name="connsiteY128" fmla="*/ 1251989 h 1342734"/>
              <a:gd name="connsiteX129" fmla="*/ 1307888 w 10678681"/>
              <a:gd name="connsiteY129" fmla="*/ 1283156 h 1342734"/>
              <a:gd name="connsiteX130" fmla="*/ 1220734 w 10678681"/>
              <a:gd name="connsiteY130" fmla="*/ 1257811 h 1342734"/>
              <a:gd name="connsiteX131" fmla="*/ 1021737 w 10678681"/>
              <a:gd name="connsiteY131" fmla="*/ 1238739 h 1342734"/>
              <a:gd name="connsiteX132" fmla="*/ 959820 w 10678681"/>
              <a:gd name="connsiteY132" fmla="*/ 1275863 h 1342734"/>
              <a:gd name="connsiteX133" fmla="*/ 929137 w 10678681"/>
              <a:gd name="connsiteY133" fmla="*/ 1273957 h 1342734"/>
              <a:gd name="connsiteX134" fmla="*/ 878849 w 10678681"/>
              <a:gd name="connsiteY134" fmla="*/ 1266740 h 1342734"/>
              <a:gd name="connsiteX135" fmla="*/ 800667 w 10678681"/>
              <a:gd name="connsiteY135" fmla="*/ 1282041 h 1342734"/>
              <a:gd name="connsiteX136" fmla="*/ 644906 w 10678681"/>
              <a:gd name="connsiteY136" fmla="*/ 1273685 h 1342734"/>
              <a:gd name="connsiteX137" fmla="*/ 379869 w 10678681"/>
              <a:gd name="connsiteY137" fmla="*/ 1339165 h 1342734"/>
              <a:gd name="connsiteX138" fmla="*/ 137696 w 10678681"/>
              <a:gd name="connsiteY138" fmla="*/ 1319217 h 1342734"/>
              <a:gd name="connsiteX139" fmla="*/ 54250 w 10678681"/>
              <a:gd name="connsiteY139" fmla="*/ 1315838 h 1342734"/>
              <a:gd name="connsiteX140" fmla="*/ 28042 w 10678681"/>
              <a:gd name="connsiteY140" fmla="*/ 1297822 h 1342734"/>
              <a:gd name="connsiteX141" fmla="*/ 0 w 10678681"/>
              <a:gd name="connsiteY141" fmla="*/ 1294612 h 1342734"/>
              <a:gd name="connsiteX142" fmla="*/ 0 w 10678681"/>
              <a:gd name="connsiteY142" fmla="*/ 0 h 1342734"/>
              <a:gd name="connsiteX0" fmla="*/ 0 w 10678681"/>
              <a:gd name="connsiteY0" fmla="*/ 0 h 1342734"/>
              <a:gd name="connsiteX1" fmla="*/ 10678681 w 10678681"/>
              <a:gd name="connsiteY1" fmla="*/ 0 h 1342734"/>
              <a:gd name="connsiteX2" fmla="*/ 10666019 w 10678681"/>
              <a:gd name="connsiteY2" fmla="*/ 7876 h 1342734"/>
              <a:gd name="connsiteX3" fmla="*/ 10632825 w 10678681"/>
              <a:gd name="connsiteY3" fmla="*/ 32153 h 1342734"/>
              <a:gd name="connsiteX4" fmla="*/ 10510605 w 10678681"/>
              <a:gd name="connsiteY4" fmla="*/ 30449 h 1342734"/>
              <a:gd name="connsiteX5" fmla="*/ 10456989 w 10678681"/>
              <a:gd name="connsiteY5" fmla="*/ 979 h 1342734"/>
              <a:gd name="connsiteX6" fmla="*/ 10438642 w 10678681"/>
              <a:gd name="connsiteY6" fmla="*/ 1524 h 1342734"/>
              <a:gd name="connsiteX7" fmla="*/ 10407146 w 10678681"/>
              <a:gd name="connsiteY7" fmla="*/ 43659 h 1342734"/>
              <a:gd name="connsiteX8" fmla="*/ 10357996 w 10678681"/>
              <a:gd name="connsiteY8" fmla="*/ 50836 h 1342734"/>
              <a:gd name="connsiteX9" fmla="*/ 10306667 w 10678681"/>
              <a:gd name="connsiteY9" fmla="*/ 109739 h 1342734"/>
              <a:gd name="connsiteX10" fmla="*/ 10115334 w 10678681"/>
              <a:gd name="connsiteY10" fmla="*/ 155658 h 1342734"/>
              <a:gd name="connsiteX11" fmla="*/ 10068157 w 10678681"/>
              <a:gd name="connsiteY11" fmla="*/ 215673 h 1342734"/>
              <a:gd name="connsiteX12" fmla="*/ 10045431 w 10678681"/>
              <a:gd name="connsiteY12" fmla="*/ 229568 h 1342734"/>
              <a:gd name="connsiteX13" fmla="*/ 10013265 w 10678681"/>
              <a:gd name="connsiteY13" fmla="*/ 284757 h 1342734"/>
              <a:gd name="connsiteX14" fmla="*/ 9862496 w 10678681"/>
              <a:gd name="connsiteY14" fmla="*/ 223033 h 1342734"/>
              <a:gd name="connsiteX15" fmla="*/ 9679638 w 10678681"/>
              <a:gd name="connsiteY15" fmla="*/ 277462 h 1342734"/>
              <a:gd name="connsiteX16" fmla="*/ 9498347 w 10678681"/>
              <a:gd name="connsiteY16" fmla="*/ 244723 h 1342734"/>
              <a:gd name="connsiteX17" fmla="*/ 9399702 w 10678681"/>
              <a:gd name="connsiteY17" fmla="*/ 276316 h 1342734"/>
              <a:gd name="connsiteX18" fmla="*/ 9378439 w 10678681"/>
              <a:gd name="connsiteY18" fmla="*/ 326244 h 1342734"/>
              <a:gd name="connsiteX19" fmla="*/ 9121744 w 10678681"/>
              <a:gd name="connsiteY19" fmla="*/ 365177 h 1342734"/>
              <a:gd name="connsiteX20" fmla="*/ 9061654 w 10678681"/>
              <a:gd name="connsiteY20" fmla="*/ 393730 h 1342734"/>
              <a:gd name="connsiteX21" fmla="*/ 8997577 w 10678681"/>
              <a:gd name="connsiteY21" fmla="*/ 380865 h 1342734"/>
              <a:gd name="connsiteX22" fmla="*/ 8907968 w 10678681"/>
              <a:gd name="connsiteY22" fmla="*/ 447345 h 1342734"/>
              <a:gd name="connsiteX23" fmla="*/ 8764163 w 10678681"/>
              <a:gd name="connsiteY23" fmla="*/ 471000 h 1342734"/>
              <a:gd name="connsiteX24" fmla="*/ 8680155 w 10678681"/>
              <a:gd name="connsiteY24" fmla="*/ 492404 h 1342734"/>
              <a:gd name="connsiteX25" fmla="*/ 8651436 w 10678681"/>
              <a:gd name="connsiteY25" fmla="*/ 511923 h 1342734"/>
              <a:gd name="connsiteX26" fmla="*/ 8609185 w 10678681"/>
              <a:gd name="connsiteY26" fmla="*/ 531525 h 1342734"/>
              <a:gd name="connsiteX27" fmla="*/ 8537091 w 10678681"/>
              <a:gd name="connsiteY27" fmla="*/ 574933 h 1342734"/>
              <a:gd name="connsiteX28" fmla="*/ 8435931 w 10678681"/>
              <a:gd name="connsiteY28" fmla="*/ 617926 h 1342734"/>
              <a:gd name="connsiteX29" fmla="*/ 8348623 w 10678681"/>
              <a:gd name="connsiteY29" fmla="*/ 600607 h 1342734"/>
              <a:gd name="connsiteX30" fmla="*/ 8344233 w 10678681"/>
              <a:gd name="connsiteY30" fmla="*/ 610922 h 1342734"/>
              <a:gd name="connsiteX31" fmla="*/ 8290622 w 10678681"/>
              <a:gd name="connsiteY31" fmla="*/ 622687 h 1342734"/>
              <a:gd name="connsiteX32" fmla="*/ 8086698 w 10678681"/>
              <a:gd name="connsiteY32" fmla="*/ 605185 h 1342734"/>
              <a:gd name="connsiteX33" fmla="*/ 7982378 w 10678681"/>
              <a:gd name="connsiteY33" fmla="*/ 629799 h 1342734"/>
              <a:gd name="connsiteX34" fmla="*/ 7947952 w 10678681"/>
              <a:gd name="connsiteY34" fmla="*/ 648003 h 1342734"/>
              <a:gd name="connsiteX35" fmla="*/ 7890112 w 10678681"/>
              <a:gd name="connsiteY35" fmla="*/ 677915 h 1342734"/>
              <a:gd name="connsiteX36" fmla="*/ 7853284 w 10678681"/>
              <a:gd name="connsiteY36" fmla="*/ 723588 h 1342734"/>
              <a:gd name="connsiteX37" fmla="*/ 7802383 w 10678681"/>
              <a:gd name="connsiteY37" fmla="*/ 739359 h 1342734"/>
              <a:gd name="connsiteX38" fmla="*/ 7730518 w 10678681"/>
              <a:gd name="connsiteY38" fmla="*/ 739526 h 1342734"/>
              <a:gd name="connsiteX39" fmla="*/ 7652907 w 10678681"/>
              <a:gd name="connsiteY39" fmla="*/ 783273 h 1342734"/>
              <a:gd name="connsiteX40" fmla="*/ 7606008 w 10678681"/>
              <a:gd name="connsiteY40" fmla="*/ 800717 h 1342734"/>
              <a:gd name="connsiteX41" fmla="*/ 7480223 w 10678681"/>
              <a:gd name="connsiteY41" fmla="*/ 856821 h 1342734"/>
              <a:gd name="connsiteX42" fmla="*/ 7356005 w 10678681"/>
              <a:gd name="connsiteY42" fmla="*/ 919462 h 1342734"/>
              <a:gd name="connsiteX43" fmla="*/ 7305396 w 10678681"/>
              <a:gd name="connsiteY43" fmla="*/ 986228 h 1342734"/>
              <a:gd name="connsiteX44" fmla="*/ 7266251 w 10678681"/>
              <a:gd name="connsiteY44" fmla="*/ 967864 h 1342734"/>
              <a:gd name="connsiteX45" fmla="*/ 7269396 w 10678681"/>
              <a:gd name="connsiteY45" fmla="*/ 989282 h 1342734"/>
              <a:gd name="connsiteX46" fmla="*/ 7258094 w 10678681"/>
              <a:gd name="connsiteY46" fmla="*/ 990679 h 1342734"/>
              <a:gd name="connsiteX47" fmla="*/ 7257893 w 10678681"/>
              <a:gd name="connsiteY47" fmla="*/ 991204 h 1342734"/>
              <a:gd name="connsiteX48" fmla="*/ 7247153 w 10678681"/>
              <a:gd name="connsiteY48" fmla="*/ 991550 h 1342734"/>
              <a:gd name="connsiteX49" fmla="*/ 7193612 w 10678681"/>
              <a:gd name="connsiteY49" fmla="*/ 987042 h 1342734"/>
              <a:gd name="connsiteX50" fmla="*/ 7132632 w 10678681"/>
              <a:gd name="connsiteY50" fmla="*/ 1042036 h 1342734"/>
              <a:gd name="connsiteX51" fmla="*/ 7105610 w 10678681"/>
              <a:gd name="connsiteY51" fmla="*/ 1053537 h 1342734"/>
              <a:gd name="connsiteX52" fmla="*/ 7069148 w 10678681"/>
              <a:gd name="connsiteY52" fmla="*/ 1047163 h 1342734"/>
              <a:gd name="connsiteX53" fmla="*/ 7039634 w 10678681"/>
              <a:gd name="connsiteY53" fmla="*/ 1059971 h 1342734"/>
              <a:gd name="connsiteX54" fmla="*/ 7033445 w 10678681"/>
              <a:gd name="connsiteY54" fmla="*/ 1063314 h 1342734"/>
              <a:gd name="connsiteX55" fmla="*/ 6999157 w 10678681"/>
              <a:gd name="connsiteY55" fmla="*/ 1055282 h 1342734"/>
              <a:gd name="connsiteX56" fmla="*/ 6981874 w 10678681"/>
              <a:gd name="connsiteY56" fmla="*/ 1053827 h 1342734"/>
              <a:gd name="connsiteX57" fmla="*/ 6976102 w 10678681"/>
              <a:gd name="connsiteY57" fmla="*/ 1047854 h 1342734"/>
              <a:gd name="connsiteX58" fmla="*/ 6951040 w 10678681"/>
              <a:gd name="connsiteY58" fmla="*/ 1048531 h 1342734"/>
              <a:gd name="connsiteX59" fmla="*/ 6948497 w 10678681"/>
              <a:gd name="connsiteY59" fmla="*/ 1050706 h 1342734"/>
              <a:gd name="connsiteX60" fmla="*/ 6926582 w 10678681"/>
              <a:gd name="connsiteY60" fmla="*/ 1043462 h 1342734"/>
              <a:gd name="connsiteX61" fmla="*/ 6833743 w 10678681"/>
              <a:gd name="connsiteY61" fmla="*/ 1027960 h 1342734"/>
              <a:gd name="connsiteX62" fmla="*/ 6687090 w 10678681"/>
              <a:gd name="connsiteY62" fmla="*/ 1063250 h 1342734"/>
              <a:gd name="connsiteX63" fmla="*/ 6437450 w 10678681"/>
              <a:gd name="connsiteY63" fmla="*/ 1101075 h 1342734"/>
              <a:gd name="connsiteX64" fmla="*/ 6327795 w 10678681"/>
              <a:gd name="connsiteY64" fmla="*/ 1088142 h 1342734"/>
              <a:gd name="connsiteX65" fmla="*/ 6136549 w 10678681"/>
              <a:gd name="connsiteY65" fmla="*/ 1100268 h 1342734"/>
              <a:gd name="connsiteX66" fmla="*/ 6004655 w 10678681"/>
              <a:gd name="connsiteY66" fmla="*/ 1114946 h 1342734"/>
              <a:gd name="connsiteX67" fmla="*/ 5936643 w 10678681"/>
              <a:gd name="connsiteY67" fmla="*/ 1095428 h 1342734"/>
              <a:gd name="connsiteX68" fmla="*/ 5912484 w 10678681"/>
              <a:gd name="connsiteY68" fmla="*/ 1112624 h 1342734"/>
              <a:gd name="connsiteX69" fmla="*/ 5908387 w 10678681"/>
              <a:gd name="connsiteY69" fmla="*/ 1116018 h 1342734"/>
              <a:gd name="connsiteX70" fmla="*/ 5890495 w 10678681"/>
              <a:gd name="connsiteY70" fmla="*/ 1120268 h 1342734"/>
              <a:gd name="connsiteX71" fmla="*/ 5887318 w 10678681"/>
              <a:gd name="connsiteY71" fmla="*/ 1133134 h 1342734"/>
              <a:gd name="connsiteX72" fmla="*/ 5861726 w 10678681"/>
              <a:gd name="connsiteY72" fmla="*/ 1147891 h 1342734"/>
              <a:gd name="connsiteX73" fmla="*/ 5805823 w 10678681"/>
              <a:gd name="connsiteY73" fmla="*/ 1152457 h 1342734"/>
              <a:gd name="connsiteX74" fmla="*/ 5689841 w 10678681"/>
              <a:gd name="connsiteY74" fmla="*/ 1176232 h 1342734"/>
              <a:gd name="connsiteX75" fmla="*/ 5605119 w 10678681"/>
              <a:gd name="connsiteY75" fmla="*/ 1190202 h 1342734"/>
              <a:gd name="connsiteX76" fmla="*/ 5488513 w 10678681"/>
              <a:gd name="connsiteY76" fmla="*/ 1205367 h 1342734"/>
              <a:gd name="connsiteX77" fmla="*/ 5402905 w 10678681"/>
              <a:gd name="connsiteY77" fmla="*/ 1241191 h 1342734"/>
              <a:gd name="connsiteX78" fmla="*/ 5285593 w 10678681"/>
              <a:gd name="connsiteY78" fmla="*/ 1273569 h 1342734"/>
              <a:gd name="connsiteX79" fmla="*/ 5192893 w 10678681"/>
              <a:gd name="connsiteY79" fmla="*/ 1247188 h 1342734"/>
              <a:gd name="connsiteX80" fmla="*/ 5186475 w 10678681"/>
              <a:gd name="connsiteY80" fmla="*/ 1257028 h 1342734"/>
              <a:gd name="connsiteX81" fmla="*/ 5126038 w 10678681"/>
              <a:gd name="connsiteY81" fmla="*/ 1263189 h 1342734"/>
              <a:gd name="connsiteX82" fmla="*/ 4894688 w 10678681"/>
              <a:gd name="connsiteY82" fmla="*/ 1247184 h 1342734"/>
              <a:gd name="connsiteX83" fmla="*/ 4788036 w 10678681"/>
              <a:gd name="connsiteY83" fmla="*/ 1238182 h 1342734"/>
              <a:gd name="connsiteX84" fmla="*/ 4747555 w 10678681"/>
              <a:gd name="connsiteY84" fmla="*/ 1252768 h 1342734"/>
              <a:gd name="connsiteX85" fmla="*/ 4679644 w 10678681"/>
              <a:gd name="connsiteY85" fmla="*/ 1276603 h 1342734"/>
              <a:gd name="connsiteX86" fmla="*/ 4632222 w 10678681"/>
              <a:gd name="connsiteY86" fmla="*/ 1318360 h 1342734"/>
              <a:gd name="connsiteX87" fmla="*/ 4617358 w 10678681"/>
              <a:gd name="connsiteY87" fmla="*/ 1327690 h 1342734"/>
              <a:gd name="connsiteX88" fmla="*/ 4589102 w 10678681"/>
              <a:gd name="connsiteY88" fmla="*/ 1321223 h 1342734"/>
              <a:gd name="connsiteX89" fmla="*/ 4578184 w 10678681"/>
              <a:gd name="connsiteY89" fmla="*/ 1326745 h 1342734"/>
              <a:gd name="connsiteX90" fmla="*/ 4574270 w 10678681"/>
              <a:gd name="connsiteY90" fmla="*/ 1325878 h 1342734"/>
              <a:gd name="connsiteX91" fmla="*/ 4564919 w 10678681"/>
              <a:gd name="connsiteY91" fmla="*/ 1325507 h 1342734"/>
              <a:gd name="connsiteX92" fmla="*/ 4566586 w 10678681"/>
              <a:gd name="connsiteY92" fmla="*/ 1316963 h 1342734"/>
              <a:gd name="connsiteX93" fmla="*/ 4556303 w 10678681"/>
              <a:gd name="connsiteY93" fmla="*/ 1300262 h 1342734"/>
              <a:gd name="connsiteX94" fmla="*/ 4502358 w 10678681"/>
              <a:gd name="connsiteY94" fmla="*/ 1302558 h 1342734"/>
              <a:gd name="connsiteX95" fmla="*/ 4498919 w 10678681"/>
              <a:gd name="connsiteY95" fmla="*/ 1312115 h 1342734"/>
              <a:gd name="connsiteX96" fmla="*/ 4492075 w 10678681"/>
              <a:gd name="connsiteY96" fmla="*/ 1313357 h 1342734"/>
              <a:gd name="connsiteX97" fmla="*/ 4487466 w 10678681"/>
              <a:gd name="connsiteY97" fmla="*/ 1304102 h 1342734"/>
              <a:gd name="connsiteX98" fmla="*/ 4398292 w 10678681"/>
              <a:gd name="connsiteY98" fmla="*/ 1278410 h 1342734"/>
              <a:gd name="connsiteX99" fmla="*/ 4306088 w 10678681"/>
              <a:gd name="connsiteY99" fmla="*/ 1282512 h 1342734"/>
              <a:gd name="connsiteX100" fmla="*/ 4188995 w 10678681"/>
              <a:gd name="connsiteY100" fmla="*/ 1296718 h 1342734"/>
              <a:gd name="connsiteX101" fmla="*/ 4136582 w 10678681"/>
              <a:gd name="connsiteY101" fmla="*/ 1287687 h 1342734"/>
              <a:gd name="connsiteX102" fmla="*/ 4064614 w 10678681"/>
              <a:gd name="connsiteY102" fmla="*/ 1296118 h 1342734"/>
              <a:gd name="connsiteX103" fmla="*/ 3900948 w 10678681"/>
              <a:gd name="connsiteY103" fmla="*/ 1322156 h 1342734"/>
              <a:gd name="connsiteX104" fmla="*/ 3787890 w 10678681"/>
              <a:gd name="connsiteY104" fmla="*/ 1322164 h 1342734"/>
              <a:gd name="connsiteX105" fmla="*/ 3745993 w 10678681"/>
              <a:gd name="connsiteY105" fmla="*/ 1342630 h 1342734"/>
              <a:gd name="connsiteX106" fmla="*/ 3675785 w 10678681"/>
              <a:gd name="connsiteY106" fmla="*/ 1326802 h 1342734"/>
              <a:gd name="connsiteX107" fmla="*/ 3623856 w 10678681"/>
              <a:gd name="connsiteY107" fmla="*/ 1290804 h 1342734"/>
              <a:gd name="connsiteX108" fmla="*/ 3564933 w 10678681"/>
              <a:gd name="connsiteY108" fmla="*/ 1287147 h 1342734"/>
              <a:gd name="connsiteX109" fmla="*/ 3550537 w 10678681"/>
              <a:gd name="connsiteY109" fmla="*/ 1317552 h 1342734"/>
              <a:gd name="connsiteX110" fmla="*/ 3487736 w 10678681"/>
              <a:gd name="connsiteY110" fmla="*/ 1303493 h 1342734"/>
              <a:gd name="connsiteX111" fmla="*/ 3392548 w 10678681"/>
              <a:gd name="connsiteY111" fmla="*/ 1278741 h 1342734"/>
              <a:gd name="connsiteX112" fmla="*/ 3337466 w 10678681"/>
              <a:gd name="connsiteY112" fmla="*/ 1272537 h 1342734"/>
              <a:gd name="connsiteX113" fmla="*/ 3175981 w 10678681"/>
              <a:gd name="connsiteY113" fmla="*/ 1208973 h 1342734"/>
              <a:gd name="connsiteX114" fmla="*/ 3036856 w 10678681"/>
              <a:gd name="connsiteY114" fmla="*/ 1214383 h 1342734"/>
              <a:gd name="connsiteX115" fmla="*/ 2824973 w 10678681"/>
              <a:gd name="connsiteY115" fmla="*/ 1134864 h 1342734"/>
              <a:gd name="connsiteX116" fmla="*/ 2804398 w 10678681"/>
              <a:gd name="connsiteY116" fmla="*/ 1125556 h 1342734"/>
              <a:gd name="connsiteX117" fmla="*/ 2736109 w 10678681"/>
              <a:gd name="connsiteY117" fmla="*/ 1137717 h 1342734"/>
              <a:gd name="connsiteX118" fmla="*/ 2659096 w 10678681"/>
              <a:gd name="connsiteY118" fmla="*/ 1150294 h 1342734"/>
              <a:gd name="connsiteX119" fmla="*/ 2567088 w 10678681"/>
              <a:gd name="connsiteY119" fmla="*/ 1181781 h 1342734"/>
              <a:gd name="connsiteX120" fmla="*/ 2454501 w 10678681"/>
              <a:gd name="connsiteY120" fmla="*/ 1155455 h 1342734"/>
              <a:gd name="connsiteX121" fmla="*/ 2385161 w 10678681"/>
              <a:gd name="connsiteY121" fmla="*/ 1161312 h 1342734"/>
              <a:gd name="connsiteX122" fmla="*/ 2273361 w 10678681"/>
              <a:gd name="connsiteY122" fmla="*/ 1134090 h 1342734"/>
              <a:gd name="connsiteX123" fmla="*/ 2132003 w 10678681"/>
              <a:gd name="connsiteY123" fmla="*/ 1139225 h 1342734"/>
              <a:gd name="connsiteX124" fmla="*/ 2041224 w 10678681"/>
              <a:gd name="connsiteY124" fmla="*/ 1147536 h 1342734"/>
              <a:gd name="connsiteX125" fmla="*/ 2010157 w 10678681"/>
              <a:gd name="connsiteY125" fmla="*/ 1152767 h 1342734"/>
              <a:gd name="connsiteX126" fmla="*/ 1859213 w 10678681"/>
              <a:gd name="connsiteY126" fmla="*/ 1199540 h 1342734"/>
              <a:gd name="connsiteX127" fmla="*/ 1735877 w 10678681"/>
              <a:gd name="connsiteY127" fmla="*/ 1246527 h 1342734"/>
              <a:gd name="connsiteX128" fmla="*/ 1705069 w 10678681"/>
              <a:gd name="connsiteY128" fmla="*/ 1251989 h 1342734"/>
              <a:gd name="connsiteX129" fmla="*/ 1307888 w 10678681"/>
              <a:gd name="connsiteY129" fmla="*/ 1283156 h 1342734"/>
              <a:gd name="connsiteX130" fmla="*/ 1220734 w 10678681"/>
              <a:gd name="connsiteY130" fmla="*/ 1257811 h 1342734"/>
              <a:gd name="connsiteX131" fmla="*/ 1021737 w 10678681"/>
              <a:gd name="connsiteY131" fmla="*/ 1238739 h 1342734"/>
              <a:gd name="connsiteX132" fmla="*/ 959820 w 10678681"/>
              <a:gd name="connsiteY132" fmla="*/ 1275863 h 1342734"/>
              <a:gd name="connsiteX133" fmla="*/ 929137 w 10678681"/>
              <a:gd name="connsiteY133" fmla="*/ 1273957 h 1342734"/>
              <a:gd name="connsiteX134" fmla="*/ 878849 w 10678681"/>
              <a:gd name="connsiteY134" fmla="*/ 1266740 h 1342734"/>
              <a:gd name="connsiteX135" fmla="*/ 800667 w 10678681"/>
              <a:gd name="connsiteY135" fmla="*/ 1282041 h 1342734"/>
              <a:gd name="connsiteX136" fmla="*/ 644906 w 10678681"/>
              <a:gd name="connsiteY136" fmla="*/ 1273685 h 1342734"/>
              <a:gd name="connsiteX137" fmla="*/ 379869 w 10678681"/>
              <a:gd name="connsiteY137" fmla="*/ 1339165 h 1342734"/>
              <a:gd name="connsiteX138" fmla="*/ 137696 w 10678681"/>
              <a:gd name="connsiteY138" fmla="*/ 1319217 h 1342734"/>
              <a:gd name="connsiteX139" fmla="*/ 54250 w 10678681"/>
              <a:gd name="connsiteY139" fmla="*/ 1315838 h 1342734"/>
              <a:gd name="connsiteX140" fmla="*/ 28042 w 10678681"/>
              <a:gd name="connsiteY140" fmla="*/ 1297822 h 1342734"/>
              <a:gd name="connsiteX141" fmla="*/ 0 w 10678681"/>
              <a:gd name="connsiteY141" fmla="*/ 1294612 h 1342734"/>
              <a:gd name="connsiteX142" fmla="*/ 0 w 10678681"/>
              <a:gd name="connsiteY142" fmla="*/ 0 h 1342734"/>
              <a:gd name="connsiteX0" fmla="*/ 0 w 10678681"/>
              <a:gd name="connsiteY0" fmla="*/ 0 h 1342734"/>
              <a:gd name="connsiteX1" fmla="*/ 10678681 w 10678681"/>
              <a:gd name="connsiteY1" fmla="*/ 0 h 1342734"/>
              <a:gd name="connsiteX2" fmla="*/ 10666019 w 10678681"/>
              <a:gd name="connsiteY2" fmla="*/ 7876 h 1342734"/>
              <a:gd name="connsiteX3" fmla="*/ 10632825 w 10678681"/>
              <a:gd name="connsiteY3" fmla="*/ 32153 h 1342734"/>
              <a:gd name="connsiteX4" fmla="*/ 10510605 w 10678681"/>
              <a:gd name="connsiteY4" fmla="*/ 30449 h 1342734"/>
              <a:gd name="connsiteX5" fmla="*/ 10456989 w 10678681"/>
              <a:gd name="connsiteY5" fmla="*/ 979 h 1342734"/>
              <a:gd name="connsiteX6" fmla="*/ 10438642 w 10678681"/>
              <a:gd name="connsiteY6" fmla="*/ 1524 h 1342734"/>
              <a:gd name="connsiteX7" fmla="*/ 10407146 w 10678681"/>
              <a:gd name="connsiteY7" fmla="*/ 43659 h 1342734"/>
              <a:gd name="connsiteX8" fmla="*/ 10357996 w 10678681"/>
              <a:gd name="connsiteY8" fmla="*/ 50836 h 1342734"/>
              <a:gd name="connsiteX9" fmla="*/ 10306667 w 10678681"/>
              <a:gd name="connsiteY9" fmla="*/ 109739 h 1342734"/>
              <a:gd name="connsiteX10" fmla="*/ 10115334 w 10678681"/>
              <a:gd name="connsiteY10" fmla="*/ 155658 h 1342734"/>
              <a:gd name="connsiteX11" fmla="*/ 10068157 w 10678681"/>
              <a:gd name="connsiteY11" fmla="*/ 215673 h 1342734"/>
              <a:gd name="connsiteX12" fmla="*/ 10045431 w 10678681"/>
              <a:gd name="connsiteY12" fmla="*/ 229568 h 1342734"/>
              <a:gd name="connsiteX13" fmla="*/ 10013265 w 10678681"/>
              <a:gd name="connsiteY13" fmla="*/ 284757 h 1342734"/>
              <a:gd name="connsiteX14" fmla="*/ 9862496 w 10678681"/>
              <a:gd name="connsiteY14" fmla="*/ 223033 h 1342734"/>
              <a:gd name="connsiteX15" fmla="*/ 9679638 w 10678681"/>
              <a:gd name="connsiteY15" fmla="*/ 277462 h 1342734"/>
              <a:gd name="connsiteX16" fmla="*/ 9498347 w 10678681"/>
              <a:gd name="connsiteY16" fmla="*/ 244723 h 1342734"/>
              <a:gd name="connsiteX17" fmla="*/ 9399702 w 10678681"/>
              <a:gd name="connsiteY17" fmla="*/ 276316 h 1342734"/>
              <a:gd name="connsiteX18" fmla="*/ 9378439 w 10678681"/>
              <a:gd name="connsiteY18" fmla="*/ 326244 h 1342734"/>
              <a:gd name="connsiteX19" fmla="*/ 9121744 w 10678681"/>
              <a:gd name="connsiteY19" fmla="*/ 365177 h 1342734"/>
              <a:gd name="connsiteX20" fmla="*/ 9061654 w 10678681"/>
              <a:gd name="connsiteY20" fmla="*/ 393730 h 1342734"/>
              <a:gd name="connsiteX21" fmla="*/ 8997577 w 10678681"/>
              <a:gd name="connsiteY21" fmla="*/ 380865 h 1342734"/>
              <a:gd name="connsiteX22" fmla="*/ 8907968 w 10678681"/>
              <a:gd name="connsiteY22" fmla="*/ 447345 h 1342734"/>
              <a:gd name="connsiteX23" fmla="*/ 8764163 w 10678681"/>
              <a:gd name="connsiteY23" fmla="*/ 471000 h 1342734"/>
              <a:gd name="connsiteX24" fmla="*/ 8680155 w 10678681"/>
              <a:gd name="connsiteY24" fmla="*/ 492404 h 1342734"/>
              <a:gd name="connsiteX25" fmla="*/ 8651436 w 10678681"/>
              <a:gd name="connsiteY25" fmla="*/ 511923 h 1342734"/>
              <a:gd name="connsiteX26" fmla="*/ 8609185 w 10678681"/>
              <a:gd name="connsiteY26" fmla="*/ 531525 h 1342734"/>
              <a:gd name="connsiteX27" fmla="*/ 8537091 w 10678681"/>
              <a:gd name="connsiteY27" fmla="*/ 574933 h 1342734"/>
              <a:gd name="connsiteX28" fmla="*/ 8435931 w 10678681"/>
              <a:gd name="connsiteY28" fmla="*/ 617926 h 1342734"/>
              <a:gd name="connsiteX29" fmla="*/ 8348623 w 10678681"/>
              <a:gd name="connsiteY29" fmla="*/ 600607 h 1342734"/>
              <a:gd name="connsiteX30" fmla="*/ 8344233 w 10678681"/>
              <a:gd name="connsiteY30" fmla="*/ 610922 h 1342734"/>
              <a:gd name="connsiteX31" fmla="*/ 8290622 w 10678681"/>
              <a:gd name="connsiteY31" fmla="*/ 622687 h 1342734"/>
              <a:gd name="connsiteX32" fmla="*/ 8086698 w 10678681"/>
              <a:gd name="connsiteY32" fmla="*/ 605185 h 1342734"/>
              <a:gd name="connsiteX33" fmla="*/ 7982378 w 10678681"/>
              <a:gd name="connsiteY33" fmla="*/ 629799 h 1342734"/>
              <a:gd name="connsiteX34" fmla="*/ 7947952 w 10678681"/>
              <a:gd name="connsiteY34" fmla="*/ 648003 h 1342734"/>
              <a:gd name="connsiteX35" fmla="*/ 7890112 w 10678681"/>
              <a:gd name="connsiteY35" fmla="*/ 677915 h 1342734"/>
              <a:gd name="connsiteX36" fmla="*/ 7853284 w 10678681"/>
              <a:gd name="connsiteY36" fmla="*/ 723588 h 1342734"/>
              <a:gd name="connsiteX37" fmla="*/ 7802383 w 10678681"/>
              <a:gd name="connsiteY37" fmla="*/ 739359 h 1342734"/>
              <a:gd name="connsiteX38" fmla="*/ 7730518 w 10678681"/>
              <a:gd name="connsiteY38" fmla="*/ 739526 h 1342734"/>
              <a:gd name="connsiteX39" fmla="*/ 7652907 w 10678681"/>
              <a:gd name="connsiteY39" fmla="*/ 783273 h 1342734"/>
              <a:gd name="connsiteX40" fmla="*/ 7606008 w 10678681"/>
              <a:gd name="connsiteY40" fmla="*/ 800717 h 1342734"/>
              <a:gd name="connsiteX41" fmla="*/ 7480223 w 10678681"/>
              <a:gd name="connsiteY41" fmla="*/ 856821 h 1342734"/>
              <a:gd name="connsiteX42" fmla="*/ 7356005 w 10678681"/>
              <a:gd name="connsiteY42" fmla="*/ 919462 h 1342734"/>
              <a:gd name="connsiteX43" fmla="*/ 7305396 w 10678681"/>
              <a:gd name="connsiteY43" fmla="*/ 986228 h 1342734"/>
              <a:gd name="connsiteX44" fmla="*/ 7266251 w 10678681"/>
              <a:gd name="connsiteY44" fmla="*/ 967864 h 1342734"/>
              <a:gd name="connsiteX45" fmla="*/ 7269396 w 10678681"/>
              <a:gd name="connsiteY45" fmla="*/ 989282 h 1342734"/>
              <a:gd name="connsiteX46" fmla="*/ 7258094 w 10678681"/>
              <a:gd name="connsiteY46" fmla="*/ 990679 h 1342734"/>
              <a:gd name="connsiteX47" fmla="*/ 7257893 w 10678681"/>
              <a:gd name="connsiteY47" fmla="*/ 991204 h 1342734"/>
              <a:gd name="connsiteX48" fmla="*/ 7247153 w 10678681"/>
              <a:gd name="connsiteY48" fmla="*/ 991550 h 1342734"/>
              <a:gd name="connsiteX49" fmla="*/ 7193612 w 10678681"/>
              <a:gd name="connsiteY49" fmla="*/ 987042 h 1342734"/>
              <a:gd name="connsiteX50" fmla="*/ 7132632 w 10678681"/>
              <a:gd name="connsiteY50" fmla="*/ 1042036 h 1342734"/>
              <a:gd name="connsiteX51" fmla="*/ 7105610 w 10678681"/>
              <a:gd name="connsiteY51" fmla="*/ 1053537 h 1342734"/>
              <a:gd name="connsiteX52" fmla="*/ 7069148 w 10678681"/>
              <a:gd name="connsiteY52" fmla="*/ 1047163 h 1342734"/>
              <a:gd name="connsiteX53" fmla="*/ 7039634 w 10678681"/>
              <a:gd name="connsiteY53" fmla="*/ 1059971 h 1342734"/>
              <a:gd name="connsiteX54" fmla="*/ 7033445 w 10678681"/>
              <a:gd name="connsiteY54" fmla="*/ 1063314 h 1342734"/>
              <a:gd name="connsiteX55" fmla="*/ 6999157 w 10678681"/>
              <a:gd name="connsiteY55" fmla="*/ 1055282 h 1342734"/>
              <a:gd name="connsiteX56" fmla="*/ 6981874 w 10678681"/>
              <a:gd name="connsiteY56" fmla="*/ 1053827 h 1342734"/>
              <a:gd name="connsiteX57" fmla="*/ 6976102 w 10678681"/>
              <a:gd name="connsiteY57" fmla="*/ 1047854 h 1342734"/>
              <a:gd name="connsiteX58" fmla="*/ 6951040 w 10678681"/>
              <a:gd name="connsiteY58" fmla="*/ 1048531 h 1342734"/>
              <a:gd name="connsiteX59" fmla="*/ 6948497 w 10678681"/>
              <a:gd name="connsiteY59" fmla="*/ 1050706 h 1342734"/>
              <a:gd name="connsiteX60" fmla="*/ 6926582 w 10678681"/>
              <a:gd name="connsiteY60" fmla="*/ 1043462 h 1342734"/>
              <a:gd name="connsiteX61" fmla="*/ 6833743 w 10678681"/>
              <a:gd name="connsiteY61" fmla="*/ 1027960 h 1342734"/>
              <a:gd name="connsiteX62" fmla="*/ 6687090 w 10678681"/>
              <a:gd name="connsiteY62" fmla="*/ 1063250 h 1342734"/>
              <a:gd name="connsiteX63" fmla="*/ 6437450 w 10678681"/>
              <a:gd name="connsiteY63" fmla="*/ 1101075 h 1342734"/>
              <a:gd name="connsiteX64" fmla="*/ 6327795 w 10678681"/>
              <a:gd name="connsiteY64" fmla="*/ 1088142 h 1342734"/>
              <a:gd name="connsiteX65" fmla="*/ 6136549 w 10678681"/>
              <a:gd name="connsiteY65" fmla="*/ 1100268 h 1342734"/>
              <a:gd name="connsiteX66" fmla="*/ 6004655 w 10678681"/>
              <a:gd name="connsiteY66" fmla="*/ 1114946 h 1342734"/>
              <a:gd name="connsiteX67" fmla="*/ 5936643 w 10678681"/>
              <a:gd name="connsiteY67" fmla="*/ 1095428 h 1342734"/>
              <a:gd name="connsiteX68" fmla="*/ 5912484 w 10678681"/>
              <a:gd name="connsiteY68" fmla="*/ 1112624 h 1342734"/>
              <a:gd name="connsiteX69" fmla="*/ 5908387 w 10678681"/>
              <a:gd name="connsiteY69" fmla="*/ 1116018 h 1342734"/>
              <a:gd name="connsiteX70" fmla="*/ 5890495 w 10678681"/>
              <a:gd name="connsiteY70" fmla="*/ 1120268 h 1342734"/>
              <a:gd name="connsiteX71" fmla="*/ 5887318 w 10678681"/>
              <a:gd name="connsiteY71" fmla="*/ 1133134 h 1342734"/>
              <a:gd name="connsiteX72" fmla="*/ 5861726 w 10678681"/>
              <a:gd name="connsiteY72" fmla="*/ 1147891 h 1342734"/>
              <a:gd name="connsiteX73" fmla="*/ 5805823 w 10678681"/>
              <a:gd name="connsiteY73" fmla="*/ 1152457 h 1342734"/>
              <a:gd name="connsiteX74" fmla="*/ 5689841 w 10678681"/>
              <a:gd name="connsiteY74" fmla="*/ 1176232 h 1342734"/>
              <a:gd name="connsiteX75" fmla="*/ 5605119 w 10678681"/>
              <a:gd name="connsiteY75" fmla="*/ 1190202 h 1342734"/>
              <a:gd name="connsiteX76" fmla="*/ 5488513 w 10678681"/>
              <a:gd name="connsiteY76" fmla="*/ 1205367 h 1342734"/>
              <a:gd name="connsiteX77" fmla="*/ 5402905 w 10678681"/>
              <a:gd name="connsiteY77" fmla="*/ 1241191 h 1342734"/>
              <a:gd name="connsiteX78" fmla="*/ 5285593 w 10678681"/>
              <a:gd name="connsiteY78" fmla="*/ 1273569 h 1342734"/>
              <a:gd name="connsiteX79" fmla="*/ 5192893 w 10678681"/>
              <a:gd name="connsiteY79" fmla="*/ 1247188 h 1342734"/>
              <a:gd name="connsiteX80" fmla="*/ 5186475 w 10678681"/>
              <a:gd name="connsiteY80" fmla="*/ 1257028 h 1342734"/>
              <a:gd name="connsiteX81" fmla="*/ 5126038 w 10678681"/>
              <a:gd name="connsiteY81" fmla="*/ 1263189 h 1342734"/>
              <a:gd name="connsiteX82" fmla="*/ 4894688 w 10678681"/>
              <a:gd name="connsiteY82" fmla="*/ 1247184 h 1342734"/>
              <a:gd name="connsiteX83" fmla="*/ 4788036 w 10678681"/>
              <a:gd name="connsiteY83" fmla="*/ 1238182 h 1342734"/>
              <a:gd name="connsiteX84" fmla="*/ 4747555 w 10678681"/>
              <a:gd name="connsiteY84" fmla="*/ 1252768 h 1342734"/>
              <a:gd name="connsiteX85" fmla="*/ 4679644 w 10678681"/>
              <a:gd name="connsiteY85" fmla="*/ 1276603 h 1342734"/>
              <a:gd name="connsiteX86" fmla="*/ 4632222 w 10678681"/>
              <a:gd name="connsiteY86" fmla="*/ 1318360 h 1342734"/>
              <a:gd name="connsiteX87" fmla="*/ 4617358 w 10678681"/>
              <a:gd name="connsiteY87" fmla="*/ 1327690 h 1342734"/>
              <a:gd name="connsiteX88" fmla="*/ 4589102 w 10678681"/>
              <a:gd name="connsiteY88" fmla="*/ 1321223 h 1342734"/>
              <a:gd name="connsiteX89" fmla="*/ 4578184 w 10678681"/>
              <a:gd name="connsiteY89" fmla="*/ 1326745 h 1342734"/>
              <a:gd name="connsiteX90" fmla="*/ 4574270 w 10678681"/>
              <a:gd name="connsiteY90" fmla="*/ 1325878 h 1342734"/>
              <a:gd name="connsiteX91" fmla="*/ 4564919 w 10678681"/>
              <a:gd name="connsiteY91" fmla="*/ 1325507 h 1342734"/>
              <a:gd name="connsiteX92" fmla="*/ 4566586 w 10678681"/>
              <a:gd name="connsiteY92" fmla="*/ 1316963 h 1342734"/>
              <a:gd name="connsiteX93" fmla="*/ 4556303 w 10678681"/>
              <a:gd name="connsiteY93" fmla="*/ 1300262 h 1342734"/>
              <a:gd name="connsiteX94" fmla="*/ 4502358 w 10678681"/>
              <a:gd name="connsiteY94" fmla="*/ 1302558 h 1342734"/>
              <a:gd name="connsiteX95" fmla="*/ 4498919 w 10678681"/>
              <a:gd name="connsiteY95" fmla="*/ 1312115 h 1342734"/>
              <a:gd name="connsiteX96" fmla="*/ 4492075 w 10678681"/>
              <a:gd name="connsiteY96" fmla="*/ 1313357 h 1342734"/>
              <a:gd name="connsiteX97" fmla="*/ 4487466 w 10678681"/>
              <a:gd name="connsiteY97" fmla="*/ 1304102 h 1342734"/>
              <a:gd name="connsiteX98" fmla="*/ 4398292 w 10678681"/>
              <a:gd name="connsiteY98" fmla="*/ 1278410 h 1342734"/>
              <a:gd name="connsiteX99" fmla="*/ 4306088 w 10678681"/>
              <a:gd name="connsiteY99" fmla="*/ 1282512 h 1342734"/>
              <a:gd name="connsiteX100" fmla="*/ 4188995 w 10678681"/>
              <a:gd name="connsiteY100" fmla="*/ 1296718 h 1342734"/>
              <a:gd name="connsiteX101" fmla="*/ 4136582 w 10678681"/>
              <a:gd name="connsiteY101" fmla="*/ 1287687 h 1342734"/>
              <a:gd name="connsiteX102" fmla="*/ 4064614 w 10678681"/>
              <a:gd name="connsiteY102" fmla="*/ 1296118 h 1342734"/>
              <a:gd name="connsiteX103" fmla="*/ 3900948 w 10678681"/>
              <a:gd name="connsiteY103" fmla="*/ 1322156 h 1342734"/>
              <a:gd name="connsiteX104" fmla="*/ 3787890 w 10678681"/>
              <a:gd name="connsiteY104" fmla="*/ 1322164 h 1342734"/>
              <a:gd name="connsiteX105" fmla="*/ 3745993 w 10678681"/>
              <a:gd name="connsiteY105" fmla="*/ 1342630 h 1342734"/>
              <a:gd name="connsiteX106" fmla="*/ 3675785 w 10678681"/>
              <a:gd name="connsiteY106" fmla="*/ 1326802 h 1342734"/>
              <a:gd name="connsiteX107" fmla="*/ 3623856 w 10678681"/>
              <a:gd name="connsiteY107" fmla="*/ 1290804 h 1342734"/>
              <a:gd name="connsiteX108" fmla="*/ 3564933 w 10678681"/>
              <a:gd name="connsiteY108" fmla="*/ 1287147 h 1342734"/>
              <a:gd name="connsiteX109" fmla="*/ 3550537 w 10678681"/>
              <a:gd name="connsiteY109" fmla="*/ 1317552 h 1342734"/>
              <a:gd name="connsiteX110" fmla="*/ 3487736 w 10678681"/>
              <a:gd name="connsiteY110" fmla="*/ 1303493 h 1342734"/>
              <a:gd name="connsiteX111" fmla="*/ 3392548 w 10678681"/>
              <a:gd name="connsiteY111" fmla="*/ 1278741 h 1342734"/>
              <a:gd name="connsiteX112" fmla="*/ 3337466 w 10678681"/>
              <a:gd name="connsiteY112" fmla="*/ 1272537 h 1342734"/>
              <a:gd name="connsiteX113" fmla="*/ 3175981 w 10678681"/>
              <a:gd name="connsiteY113" fmla="*/ 1208973 h 1342734"/>
              <a:gd name="connsiteX114" fmla="*/ 3036856 w 10678681"/>
              <a:gd name="connsiteY114" fmla="*/ 1214383 h 1342734"/>
              <a:gd name="connsiteX115" fmla="*/ 2824973 w 10678681"/>
              <a:gd name="connsiteY115" fmla="*/ 1134864 h 1342734"/>
              <a:gd name="connsiteX116" fmla="*/ 2804398 w 10678681"/>
              <a:gd name="connsiteY116" fmla="*/ 1125556 h 1342734"/>
              <a:gd name="connsiteX117" fmla="*/ 2736109 w 10678681"/>
              <a:gd name="connsiteY117" fmla="*/ 1137717 h 1342734"/>
              <a:gd name="connsiteX118" fmla="*/ 2659096 w 10678681"/>
              <a:gd name="connsiteY118" fmla="*/ 1150294 h 1342734"/>
              <a:gd name="connsiteX119" fmla="*/ 2567088 w 10678681"/>
              <a:gd name="connsiteY119" fmla="*/ 1181781 h 1342734"/>
              <a:gd name="connsiteX120" fmla="*/ 2454501 w 10678681"/>
              <a:gd name="connsiteY120" fmla="*/ 1155455 h 1342734"/>
              <a:gd name="connsiteX121" fmla="*/ 2385161 w 10678681"/>
              <a:gd name="connsiteY121" fmla="*/ 1161312 h 1342734"/>
              <a:gd name="connsiteX122" fmla="*/ 2273361 w 10678681"/>
              <a:gd name="connsiteY122" fmla="*/ 1134090 h 1342734"/>
              <a:gd name="connsiteX123" fmla="*/ 2132003 w 10678681"/>
              <a:gd name="connsiteY123" fmla="*/ 1139225 h 1342734"/>
              <a:gd name="connsiteX124" fmla="*/ 2041224 w 10678681"/>
              <a:gd name="connsiteY124" fmla="*/ 1147536 h 1342734"/>
              <a:gd name="connsiteX125" fmla="*/ 2010157 w 10678681"/>
              <a:gd name="connsiteY125" fmla="*/ 1152767 h 1342734"/>
              <a:gd name="connsiteX126" fmla="*/ 1859213 w 10678681"/>
              <a:gd name="connsiteY126" fmla="*/ 1199540 h 1342734"/>
              <a:gd name="connsiteX127" fmla="*/ 1735877 w 10678681"/>
              <a:gd name="connsiteY127" fmla="*/ 1246527 h 1342734"/>
              <a:gd name="connsiteX128" fmla="*/ 1705069 w 10678681"/>
              <a:gd name="connsiteY128" fmla="*/ 1251989 h 1342734"/>
              <a:gd name="connsiteX129" fmla="*/ 1307888 w 10678681"/>
              <a:gd name="connsiteY129" fmla="*/ 1283156 h 1342734"/>
              <a:gd name="connsiteX130" fmla="*/ 1220734 w 10678681"/>
              <a:gd name="connsiteY130" fmla="*/ 1257811 h 1342734"/>
              <a:gd name="connsiteX131" fmla="*/ 1021737 w 10678681"/>
              <a:gd name="connsiteY131" fmla="*/ 1238739 h 1342734"/>
              <a:gd name="connsiteX132" fmla="*/ 959820 w 10678681"/>
              <a:gd name="connsiteY132" fmla="*/ 1275863 h 1342734"/>
              <a:gd name="connsiteX133" fmla="*/ 929137 w 10678681"/>
              <a:gd name="connsiteY133" fmla="*/ 1273957 h 1342734"/>
              <a:gd name="connsiteX134" fmla="*/ 878849 w 10678681"/>
              <a:gd name="connsiteY134" fmla="*/ 1266740 h 1342734"/>
              <a:gd name="connsiteX135" fmla="*/ 800667 w 10678681"/>
              <a:gd name="connsiteY135" fmla="*/ 1282041 h 1342734"/>
              <a:gd name="connsiteX136" fmla="*/ 644906 w 10678681"/>
              <a:gd name="connsiteY136" fmla="*/ 1273685 h 1342734"/>
              <a:gd name="connsiteX137" fmla="*/ 379869 w 10678681"/>
              <a:gd name="connsiteY137" fmla="*/ 1339165 h 1342734"/>
              <a:gd name="connsiteX138" fmla="*/ 137696 w 10678681"/>
              <a:gd name="connsiteY138" fmla="*/ 1319217 h 1342734"/>
              <a:gd name="connsiteX139" fmla="*/ 54250 w 10678681"/>
              <a:gd name="connsiteY139" fmla="*/ 1315838 h 1342734"/>
              <a:gd name="connsiteX140" fmla="*/ 28042 w 10678681"/>
              <a:gd name="connsiteY140" fmla="*/ 1297822 h 1342734"/>
              <a:gd name="connsiteX141" fmla="*/ 0 w 10678681"/>
              <a:gd name="connsiteY141" fmla="*/ 1294612 h 1342734"/>
              <a:gd name="connsiteX142" fmla="*/ 0 w 10678681"/>
              <a:gd name="connsiteY142" fmla="*/ 0 h 1342734"/>
              <a:gd name="connsiteX0" fmla="*/ 0 w 10678681"/>
              <a:gd name="connsiteY0" fmla="*/ 0 h 1342734"/>
              <a:gd name="connsiteX1" fmla="*/ 10678681 w 10678681"/>
              <a:gd name="connsiteY1" fmla="*/ 0 h 1342734"/>
              <a:gd name="connsiteX2" fmla="*/ 10666019 w 10678681"/>
              <a:gd name="connsiteY2" fmla="*/ 7876 h 1342734"/>
              <a:gd name="connsiteX3" fmla="*/ 10632825 w 10678681"/>
              <a:gd name="connsiteY3" fmla="*/ 32153 h 1342734"/>
              <a:gd name="connsiteX4" fmla="*/ 10510605 w 10678681"/>
              <a:gd name="connsiteY4" fmla="*/ 30449 h 1342734"/>
              <a:gd name="connsiteX5" fmla="*/ 10456989 w 10678681"/>
              <a:gd name="connsiteY5" fmla="*/ 979 h 1342734"/>
              <a:gd name="connsiteX6" fmla="*/ 10438642 w 10678681"/>
              <a:gd name="connsiteY6" fmla="*/ 1524 h 1342734"/>
              <a:gd name="connsiteX7" fmla="*/ 10407146 w 10678681"/>
              <a:gd name="connsiteY7" fmla="*/ 43659 h 1342734"/>
              <a:gd name="connsiteX8" fmla="*/ 10357996 w 10678681"/>
              <a:gd name="connsiteY8" fmla="*/ 50836 h 1342734"/>
              <a:gd name="connsiteX9" fmla="*/ 10306667 w 10678681"/>
              <a:gd name="connsiteY9" fmla="*/ 109739 h 1342734"/>
              <a:gd name="connsiteX10" fmla="*/ 10115334 w 10678681"/>
              <a:gd name="connsiteY10" fmla="*/ 155658 h 1342734"/>
              <a:gd name="connsiteX11" fmla="*/ 10068157 w 10678681"/>
              <a:gd name="connsiteY11" fmla="*/ 215673 h 1342734"/>
              <a:gd name="connsiteX12" fmla="*/ 10045431 w 10678681"/>
              <a:gd name="connsiteY12" fmla="*/ 229568 h 1342734"/>
              <a:gd name="connsiteX13" fmla="*/ 10013265 w 10678681"/>
              <a:gd name="connsiteY13" fmla="*/ 284757 h 1342734"/>
              <a:gd name="connsiteX14" fmla="*/ 9862496 w 10678681"/>
              <a:gd name="connsiteY14" fmla="*/ 223033 h 1342734"/>
              <a:gd name="connsiteX15" fmla="*/ 9679638 w 10678681"/>
              <a:gd name="connsiteY15" fmla="*/ 277462 h 1342734"/>
              <a:gd name="connsiteX16" fmla="*/ 9498347 w 10678681"/>
              <a:gd name="connsiteY16" fmla="*/ 244723 h 1342734"/>
              <a:gd name="connsiteX17" fmla="*/ 9399702 w 10678681"/>
              <a:gd name="connsiteY17" fmla="*/ 276316 h 1342734"/>
              <a:gd name="connsiteX18" fmla="*/ 9378439 w 10678681"/>
              <a:gd name="connsiteY18" fmla="*/ 326244 h 1342734"/>
              <a:gd name="connsiteX19" fmla="*/ 9121744 w 10678681"/>
              <a:gd name="connsiteY19" fmla="*/ 365177 h 1342734"/>
              <a:gd name="connsiteX20" fmla="*/ 9061654 w 10678681"/>
              <a:gd name="connsiteY20" fmla="*/ 393730 h 1342734"/>
              <a:gd name="connsiteX21" fmla="*/ 8997577 w 10678681"/>
              <a:gd name="connsiteY21" fmla="*/ 380865 h 1342734"/>
              <a:gd name="connsiteX22" fmla="*/ 8907968 w 10678681"/>
              <a:gd name="connsiteY22" fmla="*/ 447345 h 1342734"/>
              <a:gd name="connsiteX23" fmla="*/ 8764163 w 10678681"/>
              <a:gd name="connsiteY23" fmla="*/ 471000 h 1342734"/>
              <a:gd name="connsiteX24" fmla="*/ 8680155 w 10678681"/>
              <a:gd name="connsiteY24" fmla="*/ 492404 h 1342734"/>
              <a:gd name="connsiteX25" fmla="*/ 8651436 w 10678681"/>
              <a:gd name="connsiteY25" fmla="*/ 511923 h 1342734"/>
              <a:gd name="connsiteX26" fmla="*/ 8609185 w 10678681"/>
              <a:gd name="connsiteY26" fmla="*/ 531525 h 1342734"/>
              <a:gd name="connsiteX27" fmla="*/ 8537091 w 10678681"/>
              <a:gd name="connsiteY27" fmla="*/ 574933 h 1342734"/>
              <a:gd name="connsiteX28" fmla="*/ 8435931 w 10678681"/>
              <a:gd name="connsiteY28" fmla="*/ 617926 h 1342734"/>
              <a:gd name="connsiteX29" fmla="*/ 8348623 w 10678681"/>
              <a:gd name="connsiteY29" fmla="*/ 600607 h 1342734"/>
              <a:gd name="connsiteX30" fmla="*/ 8344233 w 10678681"/>
              <a:gd name="connsiteY30" fmla="*/ 610922 h 1342734"/>
              <a:gd name="connsiteX31" fmla="*/ 8290622 w 10678681"/>
              <a:gd name="connsiteY31" fmla="*/ 622687 h 1342734"/>
              <a:gd name="connsiteX32" fmla="*/ 8086698 w 10678681"/>
              <a:gd name="connsiteY32" fmla="*/ 605185 h 1342734"/>
              <a:gd name="connsiteX33" fmla="*/ 7982378 w 10678681"/>
              <a:gd name="connsiteY33" fmla="*/ 629799 h 1342734"/>
              <a:gd name="connsiteX34" fmla="*/ 7947952 w 10678681"/>
              <a:gd name="connsiteY34" fmla="*/ 648003 h 1342734"/>
              <a:gd name="connsiteX35" fmla="*/ 7890112 w 10678681"/>
              <a:gd name="connsiteY35" fmla="*/ 677915 h 1342734"/>
              <a:gd name="connsiteX36" fmla="*/ 7853284 w 10678681"/>
              <a:gd name="connsiteY36" fmla="*/ 723588 h 1342734"/>
              <a:gd name="connsiteX37" fmla="*/ 7802383 w 10678681"/>
              <a:gd name="connsiteY37" fmla="*/ 739359 h 1342734"/>
              <a:gd name="connsiteX38" fmla="*/ 7730518 w 10678681"/>
              <a:gd name="connsiteY38" fmla="*/ 739526 h 1342734"/>
              <a:gd name="connsiteX39" fmla="*/ 7652907 w 10678681"/>
              <a:gd name="connsiteY39" fmla="*/ 783273 h 1342734"/>
              <a:gd name="connsiteX40" fmla="*/ 7606008 w 10678681"/>
              <a:gd name="connsiteY40" fmla="*/ 800717 h 1342734"/>
              <a:gd name="connsiteX41" fmla="*/ 7480223 w 10678681"/>
              <a:gd name="connsiteY41" fmla="*/ 856821 h 1342734"/>
              <a:gd name="connsiteX42" fmla="*/ 7356005 w 10678681"/>
              <a:gd name="connsiteY42" fmla="*/ 919462 h 1342734"/>
              <a:gd name="connsiteX43" fmla="*/ 7305396 w 10678681"/>
              <a:gd name="connsiteY43" fmla="*/ 986228 h 1342734"/>
              <a:gd name="connsiteX44" fmla="*/ 7266251 w 10678681"/>
              <a:gd name="connsiteY44" fmla="*/ 967864 h 1342734"/>
              <a:gd name="connsiteX45" fmla="*/ 7269396 w 10678681"/>
              <a:gd name="connsiteY45" fmla="*/ 989282 h 1342734"/>
              <a:gd name="connsiteX46" fmla="*/ 7258094 w 10678681"/>
              <a:gd name="connsiteY46" fmla="*/ 990679 h 1342734"/>
              <a:gd name="connsiteX47" fmla="*/ 7257893 w 10678681"/>
              <a:gd name="connsiteY47" fmla="*/ 991204 h 1342734"/>
              <a:gd name="connsiteX48" fmla="*/ 7247153 w 10678681"/>
              <a:gd name="connsiteY48" fmla="*/ 991550 h 1342734"/>
              <a:gd name="connsiteX49" fmla="*/ 7193612 w 10678681"/>
              <a:gd name="connsiteY49" fmla="*/ 987042 h 1342734"/>
              <a:gd name="connsiteX50" fmla="*/ 7132632 w 10678681"/>
              <a:gd name="connsiteY50" fmla="*/ 1042036 h 1342734"/>
              <a:gd name="connsiteX51" fmla="*/ 7105610 w 10678681"/>
              <a:gd name="connsiteY51" fmla="*/ 1053537 h 1342734"/>
              <a:gd name="connsiteX52" fmla="*/ 7069148 w 10678681"/>
              <a:gd name="connsiteY52" fmla="*/ 1047163 h 1342734"/>
              <a:gd name="connsiteX53" fmla="*/ 7039634 w 10678681"/>
              <a:gd name="connsiteY53" fmla="*/ 1059971 h 1342734"/>
              <a:gd name="connsiteX54" fmla="*/ 7033445 w 10678681"/>
              <a:gd name="connsiteY54" fmla="*/ 1063314 h 1342734"/>
              <a:gd name="connsiteX55" fmla="*/ 6999157 w 10678681"/>
              <a:gd name="connsiteY55" fmla="*/ 1055282 h 1342734"/>
              <a:gd name="connsiteX56" fmla="*/ 6981874 w 10678681"/>
              <a:gd name="connsiteY56" fmla="*/ 1053827 h 1342734"/>
              <a:gd name="connsiteX57" fmla="*/ 6976102 w 10678681"/>
              <a:gd name="connsiteY57" fmla="*/ 1047854 h 1342734"/>
              <a:gd name="connsiteX58" fmla="*/ 6951040 w 10678681"/>
              <a:gd name="connsiteY58" fmla="*/ 1048531 h 1342734"/>
              <a:gd name="connsiteX59" fmla="*/ 6948497 w 10678681"/>
              <a:gd name="connsiteY59" fmla="*/ 1050706 h 1342734"/>
              <a:gd name="connsiteX60" fmla="*/ 6926582 w 10678681"/>
              <a:gd name="connsiteY60" fmla="*/ 1043462 h 1342734"/>
              <a:gd name="connsiteX61" fmla="*/ 6833743 w 10678681"/>
              <a:gd name="connsiteY61" fmla="*/ 1027960 h 1342734"/>
              <a:gd name="connsiteX62" fmla="*/ 6687090 w 10678681"/>
              <a:gd name="connsiteY62" fmla="*/ 1063250 h 1342734"/>
              <a:gd name="connsiteX63" fmla="*/ 6437450 w 10678681"/>
              <a:gd name="connsiteY63" fmla="*/ 1101075 h 1342734"/>
              <a:gd name="connsiteX64" fmla="*/ 6327795 w 10678681"/>
              <a:gd name="connsiteY64" fmla="*/ 1088142 h 1342734"/>
              <a:gd name="connsiteX65" fmla="*/ 6136549 w 10678681"/>
              <a:gd name="connsiteY65" fmla="*/ 1100268 h 1342734"/>
              <a:gd name="connsiteX66" fmla="*/ 6004655 w 10678681"/>
              <a:gd name="connsiteY66" fmla="*/ 1114946 h 1342734"/>
              <a:gd name="connsiteX67" fmla="*/ 5936643 w 10678681"/>
              <a:gd name="connsiteY67" fmla="*/ 1095428 h 1342734"/>
              <a:gd name="connsiteX68" fmla="*/ 5912484 w 10678681"/>
              <a:gd name="connsiteY68" fmla="*/ 1112624 h 1342734"/>
              <a:gd name="connsiteX69" fmla="*/ 5908387 w 10678681"/>
              <a:gd name="connsiteY69" fmla="*/ 1116018 h 1342734"/>
              <a:gd name="connsiteX70" fmla="*/ 5890495 w 10678681"/>
              <a:gd name="connsiteY70" fmla="*/ 1120268 h 1342734"/>
              <a:gd name="connsiteX71" fmla="*/ 5887318 w 10678681"/>
              <a:gd name="connsiteY71" fmla="*/ 1133134 h 1342734"/>
              <a:gd name="connsiteX72" fmla="*/ 5861726 w 10678681"/>
              <a:gd name="connsiteY72" fmla="*/ 1147891 h 1342734"/>
              <a:gd name="connsiteX73" fmla="*/ 5805823 w 10678681"/>
              <a:gd name="connsiteY73" fmla="*/ 1152457 h 1342734"/>
              <a:gd name="connsiteX74" fmla="*/ 5689841 w 10678681"/>
              <a:gd name="connsiteY74" fmla="*/ 1176232 h 1342734"/>
              <a:gd name="connsiteX75" fmla="*/ 5605119 w 10678681"/>
              <a:gd name="connsiteY75" fmla="*/ 1190202 h 1342734"/>
              <a:gd name="connsiteX76" fmla="*/ 5488513 w 10678681"/>
              <a:gd name="connsiteY76" fmla="*/ 1205367 h 1342734"/>
              <a:gd name="connsiteX77" fmla="*/ 5402905 w 10678681"/>
              <a:gd name="connsiteY77" fmla="*/ 1241191 h 1342734"/>
              <a:gd name="connsiteX78" fmla="*/ 5285593 w 10678681"/>
              <a:gd name="connsiteY78" fmla="*/ 1273569 h 1342734"/>
              <a:gd name="connsiteX79" fmla="*/ 5192893 w 10678681"/>
              <a:gd name="connsiteY79" fmla="*/ 1247188 h 1342734"/>
              <a:gd name="connsiteX80" fmla="*/ 5186475 w 10678681"/>
              <a:gd name="connsiteY80" fmla="*/ 1257028 h 1342734"/>
              <a:gd name="connsiteX81" fmla="*/ 5126038 w 10678681"/>
              <a:gd name="connsiteY81" fmla="*/ 1263189 h 1342734"/>
              <a:gd name="connsiteX82" fmla="*/ 4894688 w 10678681"/>
              <a:gd name="connsiteY82" fmla="*/ 1247184 h 1342734"/>
              <a:gd name="connsiteX83" fmla="*/ 4788036 w 10678681"/>
              <a:gd name="connsiteY83" fmla="*/ 1238182 h 1342734"/>
              <a:gd name="connsiteX84" fmla="*/ 4747555 w 10678681"/>
              <a:gd name="connsiteY84" fmla="*/ 1252768 h 1342734"/>
              <a:gd name="connsiteX85" fmla="*/ 4679644 w 10678681"/>
              <a:gd name="connsiteY85" fmla="*/ 1276603 h 1342734"/>
              <a:gd name="connsiteX86" fmla="*/ 4632222 w 10678681"/>
              <a:gd name="connsiteY86" fmla="*/ 1318360 h 1342734"/>
              <a:gd name="connsiteX87" fmla="*/ 4617358 w 10678681"/>
              <a:gd name="connsiteY87" fmla="*/ 1327690 h 1342734"/>
              <a:gd name="connsiteX88" fmla="*/ 4589102 w 10678681"/>
              <a:gd name="connsiteY88" fmla="*/ 1321223 h 1342734"/>
              <a:gd name="connsiteX89" fmla="*/ 4578184 w 10678681"/>
              <a:gd name="connsiteY89" fmla="*/ 1326745 h 1342734"/>
              <a:gd name="connsiteX90" fmla="*/ 4574270 w 10678681"/>
              <a:gd name="connsiteY90" fmla="*/ 1325878 h 1342734"/>
              <a:gd name="connsiteX91" fmla="*/ 4564919 w 10678681"/>
              <a:gd name="connsiteY91" fmla="*/ 1325507 h 1342734"/>
              <a:gd name="connsiteX92" fmla="*/ 4566586 w 10678681"/>
              <a:gd name="connsiteY92" fmla="*/ 1316963 h 1342734"/>
              <a:gd name="connsiteX93" fmla="*/ 4556303 w 10678681"/>
              <a:gd name="connsiteY93" fmla="*/ 1300262 h 1342734"/>
              <a:gd name="connsiteX94" fmla="*/ 4502358 w 10678681"/>
              <a:gd name="connsiteY94" fmla="*/ 1302558 h 1342734"/>
              <a:gd name="connsiteX95" fmla="*/ 4498919 w 10678681"/>
              <a:gd name="connsiteY95" fmla="*/ 1312115 h 1342734"/>
              <a:gd name="connsiteX96" fmla="*/ 4492075 w 10678681"/>
              <a:gd name="connsiteY96" fmla="*/ 1313357 h 1342734"/>
              <a:gd name="connsiteX97" fmla="*/ 4487466 w 10678681"/>
              <a:gd name="connsiteY97" fmla="*/ 1304102 h 1342734"/>
              <a:gd name="connsiteX98" fmla="*/ 4398292 w 10678681"/>
              <a:gd name="connsiteY98" fmla="*/ 1278410 h 1342734"/>
              <a:gd name="connsiteX99" fmla="*/ 4306088 w 10678681"/>
              <a:gd name="connsiteY99" fmla="*/ 1282512 h 1342734"/>
              <a:gd name="connsiteX100" fmla="*/ 4188995 w 10678681"/>
              <a:gd name="connsiteY100" fmla="*/ 1296718 h 1342734"/>
              <a:gd name="connsiteX101" fmla="*/ 4136582 w 10678681"/>
              <a:gd name="connsiteY101" fmla="*/ 1287687 h 1342734"/>
              <a:gd name="connsiteX102" fmla="*/ 4064614 w 10678681"/>
              <a:gd name="connsiteY102" fmla="*/ 1296118 h 1342734"/>
              <a:gd name="connsiteX103" fmla="*/ 3900948 w 10678681"/>
              <a:gd name="connsiteY103" fmla="*/ 1322156 h 1342734"/>
              <a:gd name="connsiteX104" fmla="*/ 3787890 w 10678681"/>
              <a:gd name="connsiteY104" fmla="*/ 1322164 h 1342734"/>
              <a:gd name="connsiteX105" fmla="*/ 3745993 w 10678681"/>
              <a:gd name="connsiteY105" fmla="*/ 1342630 h 1342734"/>
              <a:gd name="connsiteX106" fmla="*/ 3675785 w 10678681"/>
              <a:gd name="connsiteY106" fmla="*/ 1326802 h 1342734"/>
              <a:gd name="connsiteX107" fmla="*/ 3623856 w 10678681"/>
              <a:gd name="connsiteY107" fmla="*/ 1290804 h 1342734"/>
              <a:gd name="connsiteX108" fmla="*/ 3564933 w 10678681"/>
              <a:gd name="connsiteY108" fmla="*/ 1287147 h 1342734"/>
              <a:gd name="connsiteX109" fmla="*/ 3550537 w 10678681"/>
              <a:gd name="connsiteY109" fmla="*/ 1317552 h 1342734"/>
              <a:gd name="connsiteX110" fmla="*/ 3487736 w 10678681"/>
              <a:gd name="connsiteY110" fmla="*/ 1303493 h 1342734"/>
              <a:gd name="connsiteX111" fmla="*/ 3392548 w 10678681"/>
              <a:gd name="connsiteY111" fmla="*/ 1278741 h 1342734"/>
              <a:gd name="connsiteX112" fmla="*/ 3337466 w 10678681"/>
              <a:gd name="connsiteY112" fmla="*/ 1272537 h 1342734"/>
              <a:gd name="connsiteX113" fmla="*/ 3175981 w 10678681"/>
              <a:gd name="connsiteY113" fmla="*/ 1208973 h 1342734"/>
              <a:gd name="connsiteX114" fmla="*/ 3036856 w 10678681"/>
              <a:gd name="connsiteY114" fmla="*/ 1214383 h 1342734"/>
              <a:gd name="connsiteX115" fmla="*/ 2824973 w 10678681"/>
              <a:gd name="connsiteY115" fmla="*/ 1134864 h 1342734"/>
              <a:gd name="connsiteX116" fmla="*/ 2804398 w 10678681"/>
              <a:gd name="connsiteY116" fmla="*/ 1125556 h 1342734"/>
              <a:gd name="connsiteX117" fmla="*/ 2736109 w 10678681"/>
              <a:gd name="connsiteY117" fmla="*/ 1137717 h 1342734"/>
              <a:gd name="connsiteX118" fmla="*/ 2659096 w 10678681"/>
              <a:gd name="connsiteY118" fmla="*/ 1150294 h 1342734"/>
              <a:gd name="connsiteX119" fmla="*/ 2567088 w 10678681"/>
              <a:gd name="connsiteY119" fmla="*/ 1181781 h 1342734"/>
              <a:gd name="connsiteX120" fmla="*/ 2454501 w 10678681"/>
              <a:gd name="connsiteY120" fmla="*/ 1155455 h 1342734"/>
              <a:gd name="connsiteX121" fmla="*/ 2385161 w 10678681"/>
              <a:gd name="connsiteY121" fmla="*/ 1161312 h 1342734"/>
              <a:gd name="connsiteX122" fmla="*/ 2273361 w 10678681"/>
              <a:gd name="connsiteY122" fmla="*/ 1134090 h 1342734"/>
              <a:gd name="connsiteX123" fmla="*/ 2132003 w 10678681"/>
              <a:gd name="connsiteY123" fmla="*/ 1139225 h 1342734"/>
              <a:gd name="connsiteX124" fmla="*/ 2041224 w 10678681"/>
              <a:gd name="connsiteY124" fmla="*/ 1147536 h 1342734"/>
              <a:gd name="connsiteX125" fmla="*/ 2010157 w 10678681"/>
              <a:gd name="connsiteY125" fmla="*/ 1152767 h 1342734"/>
              <a:gd name="connsiteX126" fmla="*/ 1859213 w 10678681"/>
              <a:gd name="connsiteY126" fmla="*/ 1199540 h 1342734"/>
              <a:gd name="connsiteX127" fmla="*/ 1735877 w 10678681"/>
              <a:gd name="connsiteY127" fmla="*/ 1246527 h 1342734"/>
              <a:gd name="connsiteX128" fmla="*/ 1705069 w 10678681"/>
              <a:gd name="connsiteY128" fmla="*/ 1251989 h 1342734"/>
              <a:gd name="connsiteX129" fmla="*/ 1307888 w 10678681"/>
              <a:gd name="connsiteY129" fmla="*/ 1283156 h 1342734"/>
              <a:gd name="connsiteX130" fmla="*/ 1220734 w 10678681"/>
              <a:gd name="connsiteY130" fmla="*/ 1257811 h 1342734"/>
              <a:gd name="connsiteX131" fmla="*/ 1021737 w 10678681"/>
              <a:gd name="connsiteY131" fmla="*/ 1238739 h 1342734"/>
              <a:gd name="connsiteX132" fmla="*/ 959820 w 10678681"/>
              <a:gd name="connsiteY132" fmla="*/ 1275863 h 1342734"/>
              <a:gd name="connsiteX133" fmla="*/ 929137 w 10678681"/>
              <a:gd name="connsiteY133" fmla="*/ 1273957 h 1342734"/>
              <a:gd name="connsiteX134" fmla="*/ 878849 w 10678681"/>
              <a:gd name="connsiteY134" fmla="*/ 1266740 h 1342734"/>
              <a:gd name="connsiteX135" fmla="*/ 800667 w 10678681"/>
              <a:gd name="connsiteY135" fmla="*/ 1282041 h 1342734"/>
              <a:gd name="connsiteX136" fmla="*/ 644906 w 10678681"/>
              <a:gd name="connsiteY136" fmla="*/ 1273685 h 1342734"/>
              <a:gd name="connsiteX137" fmla="*/ 379869 w 10678681"/>
              <a:gd name="connsiteY137" fmla="*/ 1339165 h 1342734"/>
              <a:gd name="connsiteX138" fmla="*/ 137696 w 10678681"/>
              <a:gd name="connsiteY138" fmla="*/ 1319217 h 1342734"/>
              <a:gd name="connsiteX139" fmla="*/ 54250 w 10678681"/>
              <a:gd name="connsiteY139" fmla="*/ 1315838 h 1342734"/>
              <a:gd name="connsiteX140" fmla="*/ 28042 w 10678681"/>
              <a:gd name="connsiteY140" fmla="*/ 1297822 h 1342734"/>
              <a:gd name="connsiteX141" fmla="*/ 0 w 10678681"/>
              <a:gd name="connsiteY141" fmla="*/ 1294612 h 1342734"/>
              <a:gd name="connsiteX142" fmla="*/ 0 w 10678681"/>
              <a:gd name="connsiteY142" fmla="*/ 0 h 1342734"/>
              <a:gd name="connsiteX0" fmla="*/ 0 w 10678681"/>
              <a:gd name="connsiteY0" fmla="*/ 0 h 1342734"/>
              <a:gd name="connsiteX1" fmla="*/ 10678681 w 10678681"/>
              <a:gd name="connsiteY1" fmla="*/ 0 h 1342734"/>
              <a:gd name="connsiteX2" fmla="*/ 10666019 w 10678681"/>
              <a:gd name="connsiteY2" fmla="*/ 7876 h 1342734"/>
              <a:gd name="connsiteX3" fmla="*/ 10632825 w 10678681"/>
              <a:gd name="connsiteY3" fmla="*/ 32153 h 1342734"/>
              <a:gd name="connsiteX4" fmla="*/ 10510605 w 10678681"/>
              <a:gd name="connsiteY4" fmla="*/ 30449 h 1342734"/>
              <a:gd name="connsiteX5" fmla="*/ 10456989 w 10678681"/>
              <a:gd name="connsiteY5" fmla="*/ 979 h 1342734"/>
              <a:gd name="connsiteX6" fmla="*/ 10438642 w 10678681"/>
              <a:gd name="connsiteY6" fmla="*/ 1524 h 1342734"/>
              <a:gd name="connsiteX7" fmla="*/ 10407146 w 10678681"/>
              <a:gd name="connsiteY7" fmla="*/ 43659 h 1342734"/>
              <a:gd name="connsiteX8" fmla="*/ 10357996 w 10678681"/>
              <a:gd name="connsiteY8" fmla="*/ 50836 h 1342734"/>
              <a:gd name="connsiteX9" fmla="*/ 10306667 w 10678681"/>
              <a:gd name="connsiteY9" fmla="*/ 109739 h 1342734"/>
              <a:gd name="connsiteX10" fmla="*/ 10115334 w 10678681"/>
              <a:gd name="connsiteY10" fmla="*/ 155658 h 1342734"/>
              <a:gd name="connsiteX11" fmla="*/ 10068157 w 10678681"/>
              <a:gd name="connsiteY11" fmla="*/ 215673 h 1342734"/>
              <a:gd name="connsiteX12" fmla="*/ 10045431 w 10678681"/>
              <a:gd name="connsiteY12" fmla="*/ 229568 h 1342734"/>
              <a:gd name="connsiteX13" fmla="*/ 10013265 w 10678681"/>
              <a:gd name="connsiteY13" fmla="*/ 284757 h 1342734"/>
              <a:gd name="connsiteX14" fmla="*/ 9862496 w 10678681"/>
              <a:gd name="connsiteY14" fmla="*/ 223033 h 1342734"/>
              <a:gd name="connsiteX15" fmla="*/ 9679638 w 10678681"/>
              <a:gd name="connsiteY15" fmla="*/ 277462 h 1342734"/>
              <a:gd name="connsiteX16" fmla="*/ 9498347 w 10678681"/>
              <a:gd name="connsiteY16" fmla="*/ 244723 h 1342734"/>
              <a:gd name="connsiteX17" fmla="*/ 9399702 w 10678681"/>
              <a:gd name="connsiteY17" fmla="*/ 276316 h 1342734"/>
              <a:gd name="connsiteX18" fmla="*/ 9378439 w 10678681"/>
              <a:gd name="connsiteY18" fmla="*/ 326244 h 1342734"/>
              <a:gd name="connsiteX19" fmla="*/ 9121744 w 10678681"/>
              <a:gd name="connsiteY19" fmla="*/ 365177 h 1342734"/>
              <a:gd name="connsiteX20" fmla="*/ 9061654 w 10678681"/>
              <a:gd name="connsiteY20" fmla="*/ 393730 h 1342734"/>
              <a:gd name="connsiteX21" fmla="*/ 8997577 w 10678681"/>
              <a:gd name="connsiteY21" fmla="*/ 380865 h 1342734"/>
              <a:gd name="connsiteX22" fmla="*/ 8907968 w 10678681"/>
              <a:gd name="connsiteY22" fmla="*/ 447345 h 1342734"/>
              <a:gd name="connsiteX23" fmla="*/ 8764163 w 10678681"/>
              <a:gd name="connsiteY23" fmla="*/ 471000 h 1342734"/>
              <a:gd name="connsiteX24" fmla="*/ 8680155 w 10678681"/>
              <a:gd name="connsiteY24" fmla="*/ 492404 h 1342734"/>
              <a:gd name="connsiteX25" fmla="*/ 8651436 w 10678681"/>
              <a:gd name="connsiteY25" fmla="*/ 511923 h 1342734"/>
              <a:gd name="connsiteX26" fmla="*/ 8609185 w 10678681"/>
              <a:gd name="connsiteY26" fmla="*/ 531525 h 1342734"/>
              <a:gd name="connsiteX27" fmla="*/ 8537091 w 10678681"/>
              <a:gd name="connsiteY27" fmla="*/ 574933 h 1342734"/>
              <a:gd name="connsiteX28" fmla="*/ 8435931 w 10678681"/>
              <a:gd name="connsiteY28" fmla="*/ 617926 h 1342734"/>
              <a:gd name="connsiteX29" fmla="*/ 8348623 w 10678681"/>
              <a:gd name="connsiteY29" fmla="*/ 600607 h 1342734"/>
              <a:gd name="connsiteX30" fmla="*/ 8344233 w 10678681"/>
              <a:gd name="connsiteY30" fmla="*/ 610922 h 1342734"/>
              <a:gd name="connsiteX31" fmla="*/ 8290622 w 10678681"/>
              <a:gd name="connsiteY31" fmla="*/ 622687 h 1342734"/>
              <a:gd name="connsiteX32" fmla="*/ 8086698 w 10678681"/>
              <a:gd name="connsiteY32" fmla="*/ 605185 h 1342734"/>
              <a:gd name="connsiteX33" fmla="*/ 7982378 w 10678681"/>
              <a:gd name="connsiteY33" fmla="*/ 629799 h 1342734"/>
              <a:gd name="connsiteX34" fmla="*/ 7947952 w 10678681"/>
              <a:gd name="connsiteY34" fmla="*/ 648003 h 1342734"/>
              <a:gd name="connsiteX35" fmla="*/ 7890112 w 10678681"/>
              <a:gd name="connsiteY35" fmla="*/ 677915 h 1342734"/>
              <a:gd name="connsiteX36" fmla="*/ 7853284 w 10678681"/>
              <a:gd name="connsiteY36" fmla="*/ 723588 h 1342734"/>
              <a:gd name="connsiteX37" fmla="*/ 7802383 w 10678681"/>
              <a:gd name="connsiteY37" fmla="*/ 739359 h 1342734"/>
              <a:gd name="connsiteX38" fmla="*/ 7730518 w 10678681"/>
              <a:gd name="connsiteY38" fmla="*/ 739526 h 1342734"/>
              <a:gd name="connsiteX39" fmla="*/ 7652907 w 10678681"/>
              <a:gd name="connsiteY39" fmla="*/ 783273 h 1342734"/>
              <a:gd name="connsiteX40" fmla="*/ 7606008 w 10678681"/>
              <a:gd name="connsiteY40" fmla="*/ 800717 h 1342734"/>
              <a:gd name="connsiteX41" fmla="*/ 7480223 w 10678681"/>
              <a:gd name="connsiteY41" fmla="*/ 856821 h 1342734"/>
              <a:gd name="connsiteX42" fmla="*/ 7356005 w 10678681"/>
              <a:gd name="connsiteY42" fmla="*/ 919462 h 1342734"/>
              <a:gd name="connsiteX43" fmla="*/ 7305396 w 10678681"/>
              <a:gd name="connsiteY43" fmla="*/ 986228 h 1342734"/>
              <a:gd name="connsiteX44" fmla="*/ 7266251 w 10678681"/>
              <a:gd name="connsiteY44" fmla="*/ 967864 h 1342734"/>
              <a:gd name="connsiteX45" fmla="*/ 7269396 w 10678681"/>
              <a:gd name="connsiteY45" fmla="*/ 989282 h 1342734"/>
              <a:gd name="connsiteX46" fmla="*/ 7258094 w 10678681"/>
              <a:gd name="connsiteY46" fmla="*/ 990679 h 1342734"/>
              <a:gd name="connsiteX47" fmla="*/ 7257893 w 10678681"/>
              <a:gd name="connsiteY47" fmla="*/ 991204 h 1342734"/>
              <a:gd name="connsiteX48" fmla="*/ 7247153 w 10678681"/>
              <a:gd name="connsiteY48" fmla="*/ 991550 h 1342734"/>
              <a:gd name="connsiteX49" fmla="*/ 7193612 w 10678681"/>
              <a:gd name="connsiteY49" fmla="*/ 987042 h 1342734"/>
              <a:gd name="connsiteX50" fmla="*/ 7132632 w 10678681"/>
              <a:gd name="connsiteY50" fmla="*/ 1042036 h 1342734"/>
              <a:gd name="connsiteX51" fmla="*/ 7105610 w 10678681"/>
              <a:gd name="connsiteY51" fmla="*/ 1053537 h 1342734"/>
              <a:gd name="connsiteX52" fmla="*/ 7069148 w 10678681"/>
              <a:gd name="connsiteY52" fmla="*/ 1047163 h 1342734"/>
              <a:gd name="connsiteX53" fmla="*/ 7039634 w 10678681"/>
              <a:gd name="connsiteY53" fmla="*/ 1059971 h 1342734"/>
              <a:gd name="connsiteX54" fmla="*/ 7033445 w 10678681"/>
              <a:gd name="connsiteY54" fmla="*/ 1063314 h 1342734"/>
              <a:gd name="connsiteX55" fmla="*/ 6999157 w 10678681"/>
              <a:gd name="connsiteY55" fmla="*/ 1055282 h 1342734"/>
              <a:gd name="connsiteX56" fmla="*/ 6981874 w 10678681"/>
              <a:gd name="connsiteY56" fmla="*/ 1053827 h 1342734"/>
              <a:gd name="connsiteX57" fmla="*/ 6976102 w 10678681"/>
              <a:gd name="connsiteY57" fmla="*/ 1047854 h 1342734"/>
              <a:gd name="connsiteX58" fmla="*/ 6951040 w 10678681"/>
              <a:gd name="connsiteY58" fmla="*/ 1048531 h 1342734"/>
              <a:gd name="connsiteX59" fmla="*/ 6948497 w 10678681"/>
              <a:gd name="connsiteY59" fmla="*/ 1050706 h 1342734"/>
              <a:gd name="connsiteX60" fmla="*/ 6926582 w 10678681"/>
              <a:gd name="connsiteY60" fmla="*/ 1043462 h 1342734"/>
              <a:gd name="connsiteX61" fmla="*/ 6833743 w 10678681"/>
              <a:gd name="connsiteY61" fmla="*/ 1027960 h 1342734"/>
              <a:gd name="connsiteX62" fmla="*/ 6687090 w 10678681"/>
              <a:gd name="connsiteY62" fmla="*/ 1063250 h 1342734"/>
              <a:gd name="connsiteX63" fmla="*/ 6437450 w 10678681"/>
              <a:gd name="connsiteY63" fmla="*/ 1101075 h 1342734"/>
              <a:gd name="connsiteX64" fmla="*/ 6327795 w 10678681"/>
              <a:gd name="connsiteY64" fmla="*/ 1088142 h 1342734"/>
              <a:gd name="connsiteX65" fmla="*/ 6136549 w 10678681"/>
              <a:gd name="connsiteY65" fmla="*/ 1100268 h 1342734"/>
              <a:gd name="connsiteX66" fmla="*/ 6004655 w 10678681"/>
              <a:gd name="connsiteY66" fmla="*/ 1114946 h 1342734"/>
              <a:gd name="connsiteX67" fmla="*/ 5936643 w 10678681"/>
              <a:gd name="connsiteY67" fmla="*/ 1095428 h 1342734"/>
              <a:gd name="connsiteX68" fmla="*/ 5912484 w 10678681"/>
              <a:gd name="connsiteY68" fmla="*/ 1112624 h 1342734"/>
              <a:gd name="connsiteX69" fmla="*/ 5908387 w 10678681"/>
              <a:gd name="connsiteY69" fmla="*/ 1116018 h 1342734"/>
              <a:gd name="connsiteX70" fmla="*/ 5890495 w 10678681"/>
              <a:gd name="connsiteY70" fmla="*/ 1120268 h 1342734"/>
              <a:gd name="connsiteX71" fmla="*/ 5887318 w 10678681"/>
              <a:gd name="connsiteY71" fmla="*/ 1133134 h 1342734"/>
              <a:gd name="connsiteX72" fmla="*/ 5861726 w 10678681"/>
              <a:gd name="connsiteY72" fmla="*/ 1147891 h 1342734"/>
              <a:gd name="connsiteX73" fmla="*/ 5805823 w 10678681"/>
              <a:gd name="connsiteY73" fmla="*/ 1152457 h 1342734"/>
              <a:gd name="connsiteX74" fmla="*/ 5689841 w 10678681"/>
              <a:gd name="connsiteY74" fmla="*/ 1176232 h 1342734"/>
              <a:gd name="connsiteX75" fmla="*/ 5605119 w 10678681"/>
              <a:gd name="connsiteY75" fmla="*/ 1190202 h 1342734"/>
              <a:gd name="connsiteX76" fmla="*/ 5488513 w 10678681"/>
              <a:gd name="connsiteY76" fmla="*/ 1205367 h 1342734"/>
              <a:gd name="connsiteX77" fmla="*/ 5402905 w 10678681"/>
              <a:gd name="connsiteY77" fmla="*/ 1241191 h 1342734"/>
              <a:gd name="connsiteX78" fmla="*/ 5285593 w 10678681"/>
              <a:gd name="connsiteY78" fmla="*/ 1273569 h 1342734"/>
              <a:gd name="connsiteX79" fmla="*/ 5192893 w 10678681"/>
              <a:gd name="connsiteY79" fmla="*/ 1247188 h 1342734"/>
              <a:gd name="connsiteX80" fmla="*/ 5186475 w 10678681"/>
              <a:gd name="connsiteY80" fmla="*/ 1257028 h 1342734"/>
              <a:gd name="connsiteX81" fmla="*/ 5126038 w 10678681"/>
              <a:gd name="connsiteY81" fmla="*/ 1263189 h 1342734"/>
              <a:gd name="connsiteX82" fmla="*/ 4894688 w 10678681"/>
              <a:gd name="connsiteY82" fmla="*/ 1247184 h 1342734"/>
              <a:gd name="connsiteX83" fmla="*/ 4788036 w 10678681"/>
              <a:gd name="connsiteY83" fmla="*/ 1238182 h 1342734"/>
              <a:gd name="connsiteX84" fmla="*/ 4747555 w 10678681"/>
              <a:gd name="connsiteY84" fmla="*/ 1252768 h 1342734"/>
              <a:gd name="connsiteX85" fmla="*/ 4679644 w 10678681"/>
              <a:gd name="connsiteY85" fmla="*/ 1276603 h 1342734"/>
              <a:gd name="connsiteX86" fmla="*/ 4632222 w 10678681"/>
              <a:gd name="connsiteY86" fmla="*/ 1318360 h 1342734"/>
              <a:gd name="connsiteX87" fmla="*/ 4617358 w 10678681"/>
              <a:gd name="connsiteY87" fmla="*/ 1327690 h 1342734"/>
              <a:gd name="connsiteX88" fmla="*/ 4589102 w 10678681"/>
              <a:gd name="connsiteY88" fmla="*/ 1321223 h 1342734"/>
              <a:gd name="connsiteX89" fmla="*/ 4578184 w 10678681"/>
              <a:gd name="connsiteY89" fmla="*/ 1326745 h 1342734"/>
              <a:gd name="connsiteX90" fmla="*/ 4574270 w 10678681"/>
              <a:gd name="connsiteY90" fmla="*/ 1325878 h 1342734"/>
              <a:gd name="connsiteX91" fmla="*/ 4564919 w 10678681"/>
              <a:gd name="connsiteY91" fmla="*/ 1325507 h 1342734"/>
              <a:gd name="connsiteX92" fmla="*/ 4566586 w 10678681"/>
              <a:gd name="connsiteY92" fmla="*/ 1316963 h 1342734"/>
              <a:gd name="connsiteX93" fmla="*/ 4556303 w 10678681"/>
              <a:gd name="connsiteY93" fmla="*/ 1300262 h 1342734"/>
              <a:gd name="connsiteX94" fmla="*/ 4502358 w 10678681"/>
              <a:gd name="connsiteY94" fmla="*/ 1302558 h 1342734"/>
              <a:gd name="connsiteX95" fmla="*/ 4498919 w 10678681"/>
              <a:gd name="connsiteY95" fmla="*/ 1312115 h 1342734"/>
              <a:gd name="connsiteX96" fmla="*/ 4492075 w 10678681"/>
              <a:gd name="connsiteY96" fmla="*/ 1313357 h 1342734"/>
              <a:gd name="connsiteX97" fmla="*/ 4487466 w 10678681"/>
              <a:gd name="connsiteY97" fmla="*/ 1304102 h 1342734"/>
              <a:gd name="connsiteX98" fmla="*/ 4398292 w 10678681"/>
              <a:gd name="connsiteY98" fmla="*/ 1278410 h 1342734"/>
              <a:gd name="connsiteX99" fmla="*/ 4306088 w 10678681"/>
              <a:gd name="connsiteY99" fmla="*/ 1282512 h 1342734"/>
              <a:gd name="connsiteX100" fmla="*/ 4188995 w 10678681"/>
              <a:gd name="connsiteY100" fmla="*/ 1296718 h 1342734"/>
              <a:gd name="connsiteX101" fmla="*/ 4136582 w 10678681"/>
              <a:gd name="connsiteY101" fmla="*/ 1287687 h 1342734"/>
              <a:gd name="connsiteX102" fmla="*/ 4064614 w 10678681"/>
              <a:gd name="connsiteY102" fmla="*/ 1296118 h 1342734"/>
              <a:gd name="connsiteX103" fmla="*/ 3900948 w 10678681"/>
              <a:gd name="connsiteY103" fmla="*/ 1322156 h 1342734"/>
              <a:gd name="connsiteX104" fmla="*/ 3787890 w 10678681"/>
              <a:gd name="connsiteY104" fmla="*/ 1322164 h 1342734"/>
              <a:gd name="connsiteX105" fmla="*/ 3745993 w 10678681"/>
              <a:gd name="connsiteY105" fmla="*/ 1342630 h 1342734"/>
              <a:gd name="connsiteX106" fmla="*/ 3675785 w 10678681"/>
              <a:gd name="connsiteY106" fmla="*/ 1326802 h 1342734"/>
              <a:gd name="connsiteX107" fmla="*/ 3623856 w 10678681"/>
              <a:gd name="connsiteY107" fmla="*/ 1290804 h 1342734"/>
              <a:gd name="connsiteX108" fmla="*/ 3564933 w 10678681"/>
              <a:gd name="connsiteY108" fmla="*/ 1287147 h 1342734"/>
              <a:gd name="connsiteX109" fmla="*/ 3550537 w 10678681"/>
              <a:gd name="connsiteY109" fmla="*/ 1317552 h 1342734"/>
              <a:gd name="connsiteX110" fmla="*/ 3487736 w 10678681"/>
              <a:gd name="connsiteY110" fmla="*/ 1303493 h 1342734"/>
              <a:gd name="connsiteX111" fmla="*/ 3392548 w 10678681"/>
              <a:gd name="connsiteY111" fmla="*/ 1278741 h 1342734"/>
              <a:gd name="connsiteX112" fmla="*/ 3337466 w 10678681"/>
              <a:gd name="connsiteY112" fmla="*/ 1272537 h 1342734"/>
              <a:gd name="connsiteX113" fmla="*/ 3175981 w 10678681"/>
              <a:gd name="connsiteY113" fmla="*/ 1208973 h 1342734"/>
              <a:gd name="connsiteX114" fmla="*/ 3036856 w 10678681"/>
              <a:gd name="connsiteY114" fmla="*/ 1214383 h 1342734"/>
              <a:gd name="connsiteX115" fmla="*/ 2824973 w 10678681"/>
              <a:gd name="connsiteY115" fmla="*/ 1134864 h 1342734"/>
              <a:gd name="connsiteX116" fmla="*/ 2804398 w 10678681"/>
              <a:gd name="connsiteY116" fmla="*/ 1125556 h 1342734"/>
              <a:gd name="connsiteX117" fmla="*/ 2736109 w 10678681"/>
              <a:gd name="connsiteY117" fmla="*/ 1137717 h 1342734"/>
              <a:gd name="connsiteX118" fmla="*/ 2659096 w 10678681"/>
              <a:gd name="connsiteY118" fmla="*/ 1150294 h 1342734"/>
              <a:gd name="connsiteX119" fmla="*/ 2567088 w 10678681"/>
              <a:gd name="connsiteY119" fmla="*/ 1181781 h 1342734"/>
              <a:gd name="connsiteX120" fmla="*/ 2454501 w 10678681"/>
              <a:gd name="connsiteY120" fmla="*/ 1155455 h 1342734"/>
              <a:gd name="connsiteX121" fmla="*/ 2385161 w 10678681"/>
              <a:gd name="connsiteY121" fmla="*/ 1161312 h 1342734"/>
              <a:gd name="connsiteX122" fmla="*/ 2273361 w 10678681"/>
              <a:gd name="connsiteY122" fmla="*/ 1134090 h 1342734"/>
              <a:gd name="connsiteX123" fmla="*/ 2132003 w 10678681"/>
              <a:gd name="connsiteY123" fmla="*/ 1139225 h 1342734"/>
              <a:gd name="connsiteX124" fmla="*/ 2041224 w 10678681"/>
              <a:gd name="connsiteY124" fmla="*/ 1147536 h 1342734"/>
              <a:gd name="connsiteX125" fmla="*/ 2010157 w 10678681"/>
              <a:gd name="connsiteY125" fmla="*/ 1152767 h 1342734"/>
              <a:gd name="connsiteX126" fmla="*/ 1859213 w 10678681"/>
              <a:gd name="connsiteY126" fmla="*/ 1199540 h 1342734"/>
              <a:gd name="connsiteX127" fmla="*/ 1735877 w 10678681"/>
              <a:gd name="connsiteY127" fmla="*/ 1246527 h 1342734"/>
              <a:gd name="connsiteX128" fmla="*/ 1705069 w 10678681"/>
              <a:gd name="connsiteY128" fmla="*/ 1251989 h 1342734"/>
              <a:gd name="connsiteX129" fmla="*/ 1307888 w 10678681"/>
              <a:gd name="connsiteY129" fmla="*/ 1283156 h 1342734"/>
              <a:gd name="connsiteX130" fmla="*/ 1220734 w 10678681"/>
              <a:gd name="connsiteY130" fmla="*/ 1257811 h 1342734"/>
              <a:gd name="connsiteX131" fmla="*/ 1021737 w 10678681"/>
              <a:gd name="connsiteY131" fmla="*/ 1238739 h 1342734"/>
              <a:gd name="connsiteX132" fmla="*/ 959820 w 10678681"/>
              <a:gd name="connsiteY132" fmla="*/ 1275863 h 1342734"/>
              <a:gd name="connsiteX133" fmla="*/ 929137 w 10678681"/>
              <a:gd name="connsiteY133" fmla="*/ 1273957 h 1342734"/>
              <a:gd name="connsiteX134" fmla="*/ 878849 w 10678681"/>
              <a:gd name="connsiteY134" fmla="*/ 1266740 h 1342734"/>
              <a:gd name="connsiteX135" fmla="*/ 800667 w 10678681"/>
              <a:gd name="connsiteY135" fmla="*/ 1282041 h 1342734"/>
              <a:gd name="connsiteX136" fmla="*/ 644906 w 10678681"/>
              <a:gd name="connsiteY136" fmla="*/ 1273685 h 1342734"/>
              <a:gd name="connsiteX137" fmla="*/ 379869 w 10678681"/>
              <a:gd name="connsiteY137" fmla="*/ 1339165 h 1342734"/>
              <a:gd name="connsiteX138" fmla="*/ 137696 w 10678681"/>
              <a:gd name="connsiteY138" fmla="*/ 1319217 h 1342734"/>
              <a:gd name="connsiteX139" fmla="*/ 54250 w 10678681"/>
              <a:gd name="connsiteY139" fmla="*/ 1315838 h 1342734"/>
              <a:gd name="connsiteX140" fmla="*/ 28042 w 10678681"/>
              <a:gd name="connsiteY140" fmla="*/ 1297822 h 1342734"/>
              <a:gd name="connsiteX141" fmla="*/ 0 w 10678681"/>
              <a:gd name="connsiteY141" fmla="*/ 1294612 h 1342734"/>
              <a:gd name="connsiteX142" fmla="*/ 0 w 10678681"/>
              <a:gd name="connsiteY142" fmla="*/ 0 h 1342734"/>
              <a:gd name="connsiteX0" fmla="*/ 0 w 10678681"/>
              <a:gd name="connsiteY0" fmla="*/ 0 h 1342734"/>
              <a:gd name="connsiteX1" fmla="*/ 10678681 w 10678681"/>
              <a:gd name="connsiteY1" fmla="*/ 0 h 1342734"/>
              <a:gd name="connsiteX2" fmla="*/ 10666019 w 10678681"/>
              <a:gd name="connsiteY2" fmla="*/ 7876 h 1342734"/>
              <a:gd name="connsiteX3" fmla="*/ 10632825 w 10678681"/>
              <a:gd name="connsiteY3" fmla="*/ 32153 h 1342734"/>
              <a:gd name="connsiteX4" fmla="*/ 10510605 w 10678681"/>
              <a:gd name="connsiteY4" fmla="*/ 30449 h 1342734"/>
              <a:gd name="connsiteX5" fmla="*/ 10456989 w 10678681"/>
              <a:gd name="connsiteY5" fmla="*/ 979 h 1342734"/>
              <a:gd name="connsiteX6" fmla="*/ 10438642 w 10678681"/>
              <a:gd name="connsiteY6" fmla="*/ 1524 h 1342734"/>
              <a:gd name="connsiteX7" fmla="*/ 10407146 w 10678681"/>
              <a:gd name="connsiteY7" fmla="*/ 43659 h 1342734"/>
              <a:gd name="connsiteX8" fmla="*/ 10357996 w 10678681"/>
              <a:gd name="connsiteY8" fmla="*/ 50836 h 1342734"/>
              <a:gd name="connsiteX9" fmla="*/ 10306667 w 10678681"/>
              <a:gd name="connsiteY9" fmla="*/ 109739 h 1342734"/>
              <a:gd name="connsiteX10" fmla="*/ 10115334 w 10678681"/>
              <a:gd name="connsiteY10" fmla="*/ 155658 h 1342734"/>
              <a:gd name="connsiteX11" fmla="*/ 10068157 w 10678681"/>
              <a:gd name="connsiteY11" fmla="*/ 215673 h 1342734"/>
              <a:gd name="connsiteX12" fmla="*/ 10045431 w 10678681"/>
              <a:gd name="connsiteY12" fmla="*/ 229568 h 1342734"/>
              <a:gd name="connsiteX13" fmla="*/ 10013265 w 10678681"/>
              <a:gd name="connsiteY13" fmla="*/ 284757 h 1342734"/>
              <a:gd name="connsiteX14" fmla="*/ 9840045 w 10678681"/>
              <a:gd name="connsiteY14" fmla="*/ 223033 h 1342734"/>
              <a:gd name="connsiteX15" fmla="*/ 9679638 w 10678681"/>
              <a:gd name="connsiteY15" fmla="*/ 277462 h 1342734"/>
              <a:gd name="connsiteX16" fmla="*/ 9498347 w 10678681"/>
              <a:gd name="connsiteY16" fmla="*/ 244723 h 1342734"/>
              <a:gd name="connsiteX17" fmla="*/ 9399702 w 10678681"/>
              <a:gd name="connsiteY17" fmla="*/ 276316 h 1342734"/>
              <a:gd name="connsiteX18" fmla="*/ 9378439 w 10678681"/>
              <a:gd name="connsiteY18" fmla="*/ 326244 h 1342734"/>
              <a:gd name="connsiteX19" fmla="*/ 9121744 w 10678681"/>
              <a:gd name="connsiteY19" fmla="*/ 365177 h 1342734"/>
              <a:gd name="connsiteX20" fmla="*/ 9061654 w 10678681"/>
              <a:gd name="connsiteY20" fmla="*/ 393730 h 1342734"/>
              <a:gd name="connsiteX21" fmla="*/ 8997577 w 10678681"/>
              <a:gd name="connsiteY21" fmla="*/ 380865 h 1342734"/>
              <a:gd name="connsiteX22" fmla="*/ 8907968 w 10678681"/>
              <a:gd name="connsiteY22" fmla="*/ 447345 h 1342734"/>
              <a:gd name="connsiteX23" fmla="*/ 8764163 w 10678681"/>
              <a:gd name="connsiteY23" fmla="*/ 471000 h 1342734"/>
              <a:gd name="connsiteX24" fmla="*/ 8680155 w 10678681"/>
              <a:gd name="connsiteY24" fmla="*/ 492404 h 1342734"/>
              <a:gd name="connsiteX25" fmla="*/ 8651436 w 10678681"/>
              <a:gd name="connsiteY25" fmla="*/ 511923 h 1342734"/>
              <a:gd name="connsiteX26" fmla="*/ 8609185 w 10678681"/>
              <a:gd name="connsiteY26" fmla="*/ 531525 h 1342734"/>
              <a:gd name="connsiteX27" fmla="*/ 8537091 w 10678681"/>
              <a:gd name="connsiteY27" fmla="*/ 574933 h 1342734"/>
              <a:gd name="connsiteX28" fmla="*/ 8435931 w 10678681"/>
              <a:gd name="connsiteY28" fmla="*/ 617926 h 1342734"/>
              <a:gd name="connsiteX29" fmla="*/ 8348623 w 10678681"/>
              <a:gd name="connsiteY29" fmla="*/ 600607 h 1342734"/>
              <a:gd name="connsiteX30" fmla="*/ 8344233 w 10678681"/>
              <a:gd name="connsiteY30" fmla="*/ 610922 h 1342734"/>
              <a:gd name="connsiteX31" fmla="*/ 8290622 w 10678681"/>
              <a:gd name="connsiteY31" fmla="*/ 622687 h 1342734"/>
              <a:gd name="connsiteX32" fmla="*/ 8086698 w 10678681"/>
              <a:gd name="connsiteY32" fmla="*/ 605185 h 1342734"/>
              <a:gd name="connsiteX33" fmla="*/ 7982378 w 10678681"/>
              <a:gd name="connsiteY33" fmla="*/ 629799 h 1342734"/>
              <a:gd name="connsiteX34" fmla="*/ 7947952 w 10678681"/>
              <a:gd name="connsiteY34" fmla="*/ 648003 h 1342734"/>
              <a:gd name="connsiteX35" fmla="*/ 7890112 w 10678681"/>
              <a:gd name="connsiteY35" fmla="*/ 677915 h 1342734"/>
              <a:gd name="connsiteX36" fmla="*/ 7853284 w 10678681"/>
              <a:gd name="connsiteY36" fmla="*/ 723588 h 1342734"/>
              <a:gd name="connsiteX37" fmla="*/ 7802383 w 10678681"/>
              <a:gd name="connsiteY37" fmla="*/ 739359 h 1342734"/>
              <a:gd name="connsiteX38" fmla="*/ 7730518 w 10678681"/>
              <a:gd name="connsiteY38" fmla="*/ 739526 h 1342734"/>
              <a:gd name="connsiteX39" fmla="*/ 7652907 w 10678681"/>
              <a:gd name="connsiteY39" fmla="*/ 783273 h 1342734"/>
              <a:gd name="connsiteX40" fmla="*/ 7606008 w 10678681"/>
              <a:gd name="connsiteY40" fmla="*/ 800717 h 1342734"/>
              <a:gd name="connsiteX41" fmla="*/ 7480223 w 10678681"/>
              <a:gd name="connsiteY41" fmla="*/ 856821 h 1342734"/>
              <a:gd name="connsiteX42" fmla="*/ 7356005 w 10678681"/>
              <a:gd name="connsiteY42" fmla="*/ 919462 h 1342734"/>
              <a:gd name="connsiteX43" fmla="*/ 7305396 w 10678681"/>
              <a:gd name="connsiteY43" fmla="*/ 986228 h 1342734"/>
              <a:gd name="connsiteX44" fmla="*/ 7266251 w 10678681"/>
              <a:gd name="connsiteY44" fmla="*/ 967864 h 1342734"/>
              <a:gd name="connsiteX45" fmla="*/ 7269396 w 10678681"/>
              <a:gd name="connsiteY45" fmla="*/ 989282 h 1342734"/>
              <a:gd name="connsiteX46" fmla="*/ 7258094 w 10678681"/>
              <a:gd name="connsiteY46" fmla="*/ 990679 h 1342734"/>
              <a:gd name="connsiteX47" fmla="*/ 7257893 w 10678681"/>
              <a:gd name="connsiteY47" fmla="*/ 991204 h 1342734"/>
              <a:gd name="connsiteX48" fmla="*/ 7247153 w 10678681"/>
              <a:gd name="connsiteY48" fmla="*/ 991550 h 1342734"/>
              <a:gd name="connsiteX49" fmla="*/ 7193612 w 10678681"/>
              <a:gd name="connsiteY49" fmla="*/ 987042 h 1342734"/>
              <a:gd name="connsiteX50" fmla="*/ 7132632 w 10678681"/>
              <a:gd name="connsiteY50" fmla="*/ 1042036 h 1342734"/>
              <a:gd name="connsiteX51" fmla="*/ 7105610 w 10678681"/>
              <a:gd name="connsiteY51" fmla="*/ 1053537 h 1342734"/>
              <a:gd name="connsiteX52" fmla="*/ 7069148 w 10678681"/>
              <a:gd name="connsiteY52" fmla="*/ 1047163 h 1342734"/>
              <a:gd name="connsiteX53" fmla="*/ 7039634 w 10678681"/>
              <a:gd name="connsiteY53" fmla="*/ 1059971 h 1342734"/>
              <a:gd name="connsiteX54" fmla="*/ 7033445 w 10678681"/>
              <a:gd name="connsiteY54" fmla="*/ 1063314 h 1342734"/>
              <a:gd name="connsiteX55" fmla="*/ 6999157 w 10678681"/>
              <a:gd name="connsiteY55" fmla="*/ 1055282 h 1342734"/>
              <a:gd name="connsiteX56" fmla="*/ 6981874 w 10678681"/>
              <a:gd name="connsiteY56" fmla="*/ 1053827 h 1342734"/>
              <a:gd name="connsiteX57" fmla="*/ 6976102 w 10678681"/>
              <a:gd name="connsiteY57" fmla="*/ 1047854 h 1342734"/>
              <a:gd name="connsiteX58" fmla="*/ 6951040 w 10678681"/>
              <a:gd name="connsiteY58" fmla="*/ 1048531 h 1342734"/>
              <a:gd name="connsiteX59" fmla="*/ 6948497 w 10678681"/>
              <a:gd name="connsiteY59" fmla="*/ 1050706 h 1342734"/>
              <a:gd name="connsiteX60" fmla="*/ 6926582 w 10678681"/>
              <a:gd name="connsiteY60" fmla="*/ 1043462 h 1342734"/>
              <a:gd name="connsiteX61" fmla="*/ 6833743 w 10678681"/>
              <a:gd name="connsiteY61" fmla="*/ 1027960 h 1342734"/>
              <a:gd name="connsiteX62" fmla="*/ 6687090 w 10678681"/>
              <a:gd name="connsiteY62" fmla="*/ 1063250 h 1342734"/>
              <a:gd name="connsiteX63" fmla="*/ 6437450 w 10678681"/>
              <a:gd name="connsiteY63" fmla="*/ 1101075 h 1342734"/>
              <a:gd name="connsiteX64" fmla="*/ 6327795 w 10678681"/>
              <a:gd name="connsiteY64" fmla="*/ 1088142 h 1342734"/>
              <a:gd name="connsiteX65" fmla="*/ 6136549 w 10678681"/>
              <a:gd name="connsiteY65" fmla="*/ 1100268 h 1342734"/>
              <a:gd name="connsiteX66" fmla="*/ 6004655 w 10678681"/>
              <a:gd name="connsiteY66" fmla="*/ 1114946 h 1342734"/>
              <a:gd name="connsiteX67" fmla="*/ 5936643 w 10678681"/>
              <a:gd name="connsiteY67" fmla="*/ 1095428 h 1342734"/>
              <a:gd name="connsiteX68" fmla="*/ 5912484 w 10678681"/>
              <a:gd name="connsiteY68" fmla="*/ 1112624 h 1342734"/>
              <a:gd name="connsiteX69" fmla="*/ 5908387 w 10678681"/>
              <a:gd name="connsiteY69" fmla="*/ 1116018 h 1342734"/>
              <a:gd name="connsiteX70" fmla="*/ 5890495 w 10678681"/>
              <a:gd name="connsiteY70" fmla="*/ 1120268 h 1342734"/>
              <a:gd name="connsiteX71" fmla="*/ 5887318 w 10678681"/>
              <a:gd name="connsiteY71" fmla="*/ 1133134 h 1342734"/>
              <a:gd name="connsiteX72" fmla="*/ 5861726 w 10678681"/>
              <a:gd name="connsiteY72" fmla="*/ 1147891 h 1342734"/>
              <a:gd name="connsiteX73" fmla="*/ 5805823 w 10678681"/>
              <a:gd name="connsiteY73" fmla="*/ 1152457 h 1342734"/>
              <a:gd name="connsiteX74" fmla="*/ 5689841 w 10678681"/>
              <a:gd name="connsiteY74" fmla="*/ 1176232 h 1342734"/>
              <a:gd name="connsiteX75" fmla="*/ 5605119 w 10678681"/>
              <a:gd name="connsiteY75" fmla="*/ 1190202 h 1342734"/>
              <a:gd name="connsiteX76" fmla="*/ 5488513 w 10678681"/>
              <a:gd name="connsiteY76" fmla="*/ 1205367 h 1342734"/>
              <a:gd name="connsiteX77" fmla="*/ 5402905 w 10678681"/>
              <a:gd name="connsiteY77" fmla="*/ 1241191 h 1342734"/>
              <a:gd name="connsiteX78" fmla="*/ 5285593 w 10678681"/>
              <a:gd name="connsiteY78" fmla="*/ 1273569 h 1342734"/>
              <a:gd name="connsiteX79" fmla="*/ 5192893 w 10678681"/>
              <a:gd name="connsiteY79" fmla="*/ 1247188 h 1342734"/>
              <a:gd name="connsiteX80" fmla="*/ 5186475 w 10678681"/>
              <a:gd name="connsiteY80" fmla="*/ 1257028 h 1342734"/>
              <a:gd name="connsiteX81" fmla="*/ 5126038 w 10678681"/>
              <a:gd name="connsiteY81" fmla="*/ 1263189 h 1342734"/>
              <a:gd name="connsiteX82" fmla="*/ 4894688 w 10678681"/>
              <a:gd name="connsiteY82" fmla="*/ 1247184 h 1342734"/>
              <a:gd name="connsiteX83" fmla="*/ 4788036 w 10678681"/>
              <a:gd name="connsiteY83" fmla="*/ 1238182 h 1342734"/>
              <a:gd name="connsiteX84" fmla="*/ 4747555 w 10678681"/>
              <a:gd name="connsiteY84" fmla="*/ 1252768 h 1342734"/>
              <a:gd name="connsiteX85" fmla="*/ 4679644 w 10678681"/>
              <a:gd name="connsiteY85" fmla="*/ 1276603 h 1342734"/>
              <a:gd name="connsiteX86" fmla="*/ 4632222 w 10678681"/>
              <a:gd name="connsiteY86" fmla="*/ 1318360 h 1342734"/>
              <a:gd name="connsiteX87" fmla="*/ 4617358 w 10678681"/>
              <a:gd name="connsiteY87" fmla="*/ 1327690 h 1342734"/>
              <a:gd name="connsiteX88" fmla="*/ 4589102 w 10678681"/>
              <a:gd name="connsiteY88" fmla="*/ 1321223 h 1342734"/>
              <a:gd name="connsiteX89" fmla="*/ 4578184 w 10678681"/>
              <a:gd name="connsiteY89" fmla="*/ 1326745 h 1342734"/>
              <a:gd name="connsiteX90" fmla="*/ 4574270 w 10678681"/>
              <a:gd name="connsiteY90" fmla="*/ 1325878 h 1342734"/>
              <a:gd name="connsiteX91" fmla="*/ 4564919 w 10678681"/>
              <a:gd name="connsiteY91" fmla="*/ 1325507 h 1342734"/>
              <a:gd name="connsiteX92" fmla="*/ 4566586 w 10678681"/>
              <a:gd name="connsiteY92" fmla="*/ 1316963 h 1342734"/>
              <a:gd name="connsiteX93" fmla="*/ 4556303 w 10678681"/>
              <a:gd name="connsiteY93" fmla="*/ 1300262 h 1342734"/>
              <a:gd name="connsiteX94" fmla="*/ 4502358 w 10678681"/>
              <a:gd name="connsiteY94" fmla="*/ 1302558 h 1342734"/>
              <a:gd name="connsiteX95" fmla="*/ 4498919 w 10678681"/>
              <a:gd name="connsiteY95" fmla="*/ 1312115 h 1342734"/>
              <a:gd name="connsiteX96" fmla="*/ 4492075 w 10678681"/>
              <a:gd name="connsiteY96" fmla="*/ 1313357 h 1342734"/>
              <a:gd name="connsiteX97" fmla="*/ 4487466 w 10678681"/>
              <a:gd name="connsiteY97" fmla="*/ 1304102 h 1342734"/>
              <a:gd name="connsiteX98" fmla="*/ 4398292 w 10678681"/>
              <a:gd name="connsiteY98" fmla="*/ 1278410 h 1342734"/>
              <a:gd name="connsiteX99" fmla="*/ 4306088 w 10678681"/>
              <a:gd name="connsiteY99" fmla="*/ 1282512 h 1342734"/>
              <a:gd name="connsiteX100" fmla="*/ 4188995 w 10678681"/>
              <a:gd name="connsiteY100" fmla="*/ 1296718 h 1342734"/>
              <a:gd name="connsiteX101" fmla="*/ 4136582 w 10678681"/>
              <a:gd name="connsiteY101" fmla="*/ 1287687 h 1342734"/>
              <a:gd name="connsiteX102" fmla="*/ 4064614 w 10678681"/>
              <a:gd name="connsiteY102" fmla="*/ 1296118 h 1342734"/>
              <a:gd name="connsiteX103" fmla="*/ 3900948 w 10678681"/>
              <a:gd name="connsiteY103" fmla="*/ 1322156 h 1342734"/>
              <a:gd name="connsiteX104" fmla="*/ 3787890 w 10678681"/>
              <a:gd name="connsiteY104" fmla="*/ 1322164 h 1342734"/>
              <a:gd name="connsiteX105" fmla="*/ 3745993 w 10678681"/>
              <a:gd name="connsiteY105" fmla="*/ 1342630 h 1342734"/>
              <a:gd name="connsiteX106" fmla="*/ 3675785 w 10678681"/>
              <a:gd name="connsiteY106" fmla="*/ 1326802 h 1342734"/>
              <a:gd name="connsiteX107" fmla="*/ 3623856 w 10678681"/>
              <a:gd name="connsiteY107" fmla="*/ 1290804 h 1342734"/>
              <a:gd name="connsiteX108" fmla="*/ 3564933 w 10678681"/>
              <a:gd name="connsiteY108" fmla="*/ 1287147 h 1342734"/>
              <a:gd name="connsiteX109" fmla="*/ 3550537 w 10678681"/>
              <a:gd name="connsiteY109" fmla="*/ 1317552 h 1342734"/>
              <a:gd name="connsiteX110" fmla="*/ 3487736 w 10678681"/>
              <a:gd name="connsiteY110" fmla="*/ 1303493 h 1342734"/>
              <a:gd name="connsiteX111" fmla="*/ 3392548 w 10678681"/>
              <a:gd name="connsiteY111" fmla="*/ 1278741 h 1342734"/>
              <a:gd name="connsiteX112" fmla="*/ 3337466 w 10678681"/>
              <a:gd name="connsiteY112" fmla="*/ 1272537 h 1342734"/>
              <a:gd name="connsiteX113" fmla="*/ 3175981 w 10678681"/>
              <a:gd name="connsiteY113" fmla="*/ 1208973 h 1342734"/>
              <a:gd name="connsiteX114" fmla="*/ 3036856 w 10678681"/>
              <a:gd name="connsiteY114" fmla="*/ 1214383 h 1342734"/>
              <a:gd name="connsiteX115" fmla="*/ 2824973 w 10678681"/>
              <a:gd name="connsiteY115" fmla="*/ 1134864 h 1342734"/>
              <a:gd name="connsiteX116" fmla="*/ 2804398 w 10678681"/>
              <a:gd name="connsiteY116" fmla="*/ 1125556 h 1342734"/>
              <a:gd name="connsiteX117" fmla="*/ 2736109 w 10678681"/>
              <a:gd name="connsiteY117" fmla="*/ 1137717 h 1342734"/>
              <a:gd name="connsiteX118" fmla="*/ 2659096 w 10678681"/>
              <a:gd name="connsiteY118" fmla="*/ 1150294 h 1342734"/>
              <a:gd name="connsiteX119" fmla="*/ 2567088 w 10678681"/>
              <a:gd name="connsiteY119" fmla="*/ 1181781 h 1342734"/>
              <a:gd name="connsiteX120" fmla="*/ 2454501 w 10678681"/>
              <a:gd name="connsiteY120" fmla="*/ 1155455 h 1342734"/>
              <a:gd name="connsiteX121" fmla="*/ 2385161 w 10678681"/>
              <a:gd name="connsiteY121" fmla="*/ 1161312 h 1342734"/>
              <a:gd name="connsiteX122" fmla="*/ 2273361 w 10678681"/>
              <a:gd name="connsiteY122" fmla="*/ 1134090 h 1342734"/>
              <a:gd name="connsiteX123" fmla="*/ 2132003 w 10678681"/>
              <a:gd name="connsiteY123" fmla="*/ 1139225 h 1342734"/>
              <a:gd name="connsiteX124" fmla="*/ 2041224 w 10678681"/>
              <a:gd name="connsiteY124" fmla="*/ 1147536 h 1342734"/>
              <a:gd name="connsiteX125" fmla="*/ 2010157 w 10678681"/>
              <a:gd name="connsiteY125" fmla="*/ 1152767 h 1342734"/>
              <a:gd name="connsiteX126" fmla="*/ 1859213 w 10678681"/>
              <a:gd name="connsiteY126" fmla="*/ 1199540 h 1342734"/>
              <a:gd name="connsiteX127" fmla="*/ 1735877 w 10678681"/>
              <a:gd name="connsiteY127" fmla="*/ 1246527 h 1342734"/>
              <a:gd name="connsiteX128" fmla="*/ 1705069 w 10678681"/>
              <a:gd name="connsiteY128" fmla="*/ 1251989 h 1342734"/>
              <a:gd name="connsiteX129" fmla="*/ 1307888 w 10678681"/>
              <a:gd name="connsiteY129" fmla="*/ 1283156 h 1342734"/>
              <a:gd name="connsiteX130" fmla="*/ 1220734 w 10678681"/>
              <a:gd name="connsiteY130" fmla="*/ 1257811 h 1342734"/>
              <a:gd name="connsiteX131" fmla="*/ 1021737 w 10678681"/>
              <a:gd name="connsiteY131" fmla="*/ 1238739 h 1342734"/>
              <a:gd name="connsiteX132" fmla="*/ 959820 w 10678681"/>
              <a:gd name="connsiteY132" fmla="*/ 1275863 h 1342734"/>
              <a:gd name="connsiteX133" fmla="*/ 929137 w 10678681"/>
              <a:gd name="connsiteY133" fmla="*/ 1273957 h 1342734"/>
              <a:gd name="connsiteX134" fmla="*/ 878849 w 10678681"/>
              <a:gd name="connsiteY134" fmla="*/ 1266740 h 1342734"/>
              <a:gd name="connsiteX135" fmla="*/ 800667 w 10678681"/>
              <a:gd name="connsiteY135" fmla="*/ 1282041 h 1342734"/>
              <a:gd name="connsiteX136" fmla="*/ 644906 w 10678681"/>
              <a:gd name="connsiteY136" fmla="*/ 1273685 h 1342734"/>
              <a:gd name="connsiteX137" fmla="*/ 379869 w 10678681"/>
              <a:gd name="connsiteY137" fmla="*/ 1339165 h 1342734"/>
              <a:gd name="connsiteX138" fmla="*/ 137696 w 10678681"/>
              <a:gd name="connsiteY138" fmla="*/ 1319217 h 1342734"/>
              <a:gd name="connsiteX139" fmla="*/ 54250 w 10678681"/>
              <a:gd name="connsiteY139" fmla="*/ 1315838 h 1342734"/>
              <a:gd name="connsiteX140" fmla="*/ 28042 w 10678681"/>
              <a:gd name="connsiteY140" fmla="*/ 1297822 h 1342734"/>
              <a:gd name="connsiteX141" fmla="*/ 0 w 10678681"/>
              <a:gd name="connsiteY141" fmla="*/ 1294612 h 1342734"/>
              <a:gd name="connsiteX142" fmla="*/ 0 w 10678681"/>
              <a:gd name="connsiteY142" fmla="*/ 0 h 1342734"/>
              <a:gd name="connsiteX0" fmla="*/ 0 w 10678681"/>
              <a:gd name="connsiteY0" fmla="*/ 0 h 1342734"/>
              <a:gd name="connsiteX1" fmla="*/ 10678681 w 10678681"/>
              <a:gd name="connsiteY1" fmla="*/ 0 h 1342734"/>
              <a:gd name="connsiteX2" fmla="*/ 10666019 w 10678681"/>
              <a:gd name="connsiteY2" fmla="*/ 7876 h 1342734"/>
              <a:gd name="connsiteX3" fmla="*/ 10632825 w 10678681"/>
              <a:gd name="connsiteY3" fmla="*/ 32153 h 1342734"/>
              <a:gd name="connsiteX4" fmla="*/ 10510605 w 10678681"/>
              <a:gd name="connsiteY4" fmla="*/ 30449 h 1342734"/>
              <a:gd name="connsiteX5" fmla="*/ 10456989 w 10678681"/>
              <a:gd name="connsiteY5" fmla="*/ 979 h 1342734"/>
              <a:gd name="connsiteX6" fmla="*/ 10438642 w 10678681"/>
              <a:gd name="connsiteY6" fmla="*/ 1524 h 1342734"/>
              <a:gd name="connsiteX7" fmla="*/ 10407146 w 10678681"/>
              <a:gd name="connsiteY7" fmla="*/ 43659 h 1342734"/>
              <a:gd name="connsiteX8" fmla="*/ 10357996 w 10678681"/>
              <a:gd name="connsiteY8" fmla="*/ 50836 h 1342734"/>
              <a:gd name="connsiteX9" fmla="*/ 10306667 w 10678681"/>
              <a:gd name="connsiteY9" fmla="*/ 109739 h 1342734"/>
              <a:gd name="connsiteX10" fmla="*/ 10115334 w 10678681"/>
              <a:gd name="connsiteY10" fmla="*/ 155658 h 1342734"/>
              <a:gd name="connsiteX11" fmla="*/ 10068157 w 10678681"/>
              <a:gd name="connsiteY11" fmla="*/ 215673 h 1342734"/>
              <a:gd name="connsiteX12" fmla="*/ 10045431 w 10678681"/>
              <a:gd name="connsiteY12" fmla="*/ 229568 h 1342734"/>
              <a:gd name="connsiteX13" fmla="*/ 9929077 w 10678681"/>
              <a:gd name="connsiteY13" fmla="*/ 254478 h 1342734"/>
              <a:gd name="connsiteX14" fmla="*/ 9840045 w 10678681"/>
              <a:gd name="connsiteY14" fmla="*/ 223033 h 1342734"/>
              <a:gd name="connsiteX15" fmla="*/ 9679638 w 10678681"/>
              <a:gd name="connsiteY15" fmla="*/ 277462 h 1342734"/>
              <a:gd name="connsiteX16" fmla="*/ 9498347 w 10678681"/>
              <a:gd name="connsiteY16" fmla="*/ 244723 h 1342734"/>
              <a:gd name="connsiteX17" fmla="*/ 9399702 w 10678681"/>
              <a:gd name="connsiteY17" fmla="*/ 276316 h 1342734"/>
              <a:gd name="connsiteX18" fmla="*/ 9378439 w 10678681"/>
              <a:gd name="connsiteY18" fmla="*/ 326244 h 1342734"/>
              <a:gd name="connsiteX19" fmla="*/ 9121744 w 10678681"/>
              <a:gd name="connsiteY19" fmla="*/ 365177 h 1342734"/>
              <a:gd name="connsiteX20" fmla="*/ 9061654 w 10678681"/>
              <a:gd name="connsiteY20" fmla="*/ 393730 h 1342734"/>
              <a:gd name="connsiteX21" fmla="*/ 8997577 w 10678681"/>
              <a:gd name="connsiteY21" fmla="*/ 380865 h 1342734"/>
              <a:gd name="connsiteX22" fmla="*/ 8907968 w 10678681"/>
              <a:gd name="connsiteY22" fmla="*/ 447345 h 1342734"/>
              <a:gd name="connsiteX23" fmla="*/ 8764163 w 10678681"/>
              <a:gd name="connsiteY23" fmla="*/ 471000 h 1342734"/>
              <a:gd name="connsiteX24" fmla="*/ 8680155 w 10678681"/>
              <a:gd name="connsiteY24" fmla="*/ 492404 h 1342734"/>
              <a:gd name="connsiteX25" fmla="*/ 8651436 w 10678681"/>
              <a:gd name="connsiteY25" fmla="*/ 511923 h 1342734"/>
              <a:gd name="connsiteX26" fmla="*/ 8609185 w 10678681"/>
              <a:gd name="connsiteY26" fmla="*/ 531525 h 1342734"/>
              <a:gd name="connsiteX27" fmla="*/ 8537091 w 10678681"/>
              <a:gd name="connsiteY27" fmla="*/ 574933 h 1342734"/>
              <a:gd name="connsiteX28" fmla="*/ 8435931 w 10678681"/>
              <a:gd name="connsiteY28" fmla="*/ 617926 h 1342734"/>
              <a:gd name="connsiteX29" fmla="*/ 8348623 w 10678681"/>
              <a:gd name="connsiteY29" fmla="*/ 600607 h 1342734"/>
              <a:gd name="connsiteX30" fmla="*/ 8344233 w 10678681"/>
              <a:gd name="connsiteY30" fmla="*/ 610922 h 1342734"/>
              <a:gd name="connsiteX31" fmla="*/ 8290622 w 10678681"/>
              <a:gd name="connsiteY31" fmla="*/ 622687 h 1342734"/>
              <a:gd name="connsiteX32" fmla="*/ 8086698 w 10678681"/>
              <a:gd name="connsiteY32" fmla="*/ 605185 h 1342734"/>
              <a:gd name="connsiteX33" fmla="*/ 7982378 w 10678681"/>
              <a:gd name="connsiteY33" fmla="*/ 629799 h 1342734"/>
              <a:gd name="connsiteX34" fmla="*/ 7947952 w 10678681"/>
              <a:gd name="connsiteY34" fmla="*/ 648003 h 1342734"/>
              <a:gd name="connsiteX35" fmla="*/ 7890112 w 10678681"/>
              <a:gd name="connsiteY35" fmla="*/ 677915 h 1342734"/>
              <a:gd name="connsiteX36" fmla="*/ 7853284 w 10678681"/>
              <a:gd name="connsiteY36" fmla="*/ 723588 h 1342734"/>
              <a:gd name="connsiteX37" fmla="*/ 7802383 w 10678681"/>
              <a:gd name="connsiteY37" fmla="*/ 739359 h 1342734"/>
              <a:gd name="connsiteX38" fmla="*/ 7730518 w 10678681"/>
              <a:gd name="connsiteY38" fmla="*/ 739526 h 1342734"/>
              <a:gd name="connsiteX39" fmla="*/ 7652907 w 10678681"/>
              <a:gd name="connsiteY39" fmla="*/ 783273 h 1342734"/>
              <a:gd name="connsiteX40" fmla="*/ 7606008 w 10678681"/>
              <a:gd name="connsiteY40" fmla="*/ 800717 h 1342734"/>
              <a:gd name="connsiteX41" fmla="*/ 7480223 w 10678681"/>
              <a:gd name="connsiteY41" fmla="*/ 856821 h 1342734"/>
              <a:gd name="connsiteX42" fmla="*/ 7356005 w 10678681"/>
              <a:gd name="connsiteY42" fmla="*/ 919462 h 1342734"/>
              <a:gd name="connsiteX43" fmla="*/ 7305396 w 10678681"/>
              <a:gd name="connsiteY43" fmla="*/ 986228 h 1342734"/>
              <a:gd name="connsiteX44" fmla="*/ 7266251 w 10678681"/>
              <a:gd name="connsiteY44" fmla="*/ 967864 h 1342734"/>
              <a:gd name="connsiteX45" fmla="*/ 7269396 w 10678681"/>
              <a:gd name="connsiteY45" fmla="*/ 989282 h 1342734"/>
              <a:gd name="connsiteX46" fmla="*/ 7258094 w 10678681"/>
              <a:gd name="connsiteY46" fmla="*/ 990679 h 1342734"/>
              <a:gd name="connsiteX47" fmla="*/ 7257893 w 10678681"/>
              <a:gd name="connsiteY47" fmla="*/ 991204 h 1342734"/>
              <a:gd name="connsiteX48" fmla="*/ 7247153 w 10678681"/>
              <a:gd name="connsiteY48" fmla="*/ 991550 h 1342734"/>
              <a:gd name="connsiteX49" fmla="*/ 7193612 w 10678681"/>
              <a:gd name="connsiteY49" fmla="*/ 987042 h 1342734"/>
              <a:gd name="connsiteX50" fmla="*/ 7132632 w 10678681"/>
              <a:gd name="connsiteY50" fmla="*/ 1042036 h 1342734"/>
              <a:gd name="connsiteX51" fmla="*/ 7105610 w 10678681"/>
              <a:gd name="connsiteY51" fmla="*/ 1053537 h 1342734"/>
              <a:gd name="connsiteX52" fmla="*/ 7069148 w 10678681"/>
              <a:gd name="connsiteY52" fmla="*/ 1047163 h 1342734"/>
              <a:gd name="connsiteX53" fmla="*/ 7039634 w 10678681"/>
              <a:gd name="connsiteY53" fmla="*/ 1059971 h 1342734"/>
              <a:gd name="connsiteX54" fmla="*/ 7033445 w 10678681"/>
              <a:gd name="connsiteY54" fmla="*/ 1063314 h 1342734"/>
              <a:gd name="connsiteX55" fmla="*/ 6999157 w 10678681"/>
              <a:gd name="connsiteY55" fmla="*/ 1055282 h 1342734"/>
              <a:gd name="connsiteX56" fmla="*/ 6981874 w 10678681"/>
              <a:gd name="connsiteY56" fmla="*/ 1053827 h 1342734"/>
              <a:gd name="connsiteX57" fmla="*/ 6976102 w 10678681"/>
              <a:gd name="connsiteY57" fmla="*/ 1047854 h 1342734"/>
              <a:gd name="connsiteX58" fmla="*/ 6951040 w 10678681"/>
              <a:gd name="connsiteY58" fmla="*/ 1048531 h 1342734"/>
              <a:gd name="connsiteX59" fmla="*/ 6948497 w 10678681"/>
              <a:gd name="connsiteY59" fmla="*/ 1050706 h 1342734"/>
              <a:gd name="connsiteX60" fmla="*/ 6926582 w 10678681"/>
              <a:gd name="connsiteY60" fmla="*/ 1043462 h 1342734"/>
              <a:gd name="connsiteX61" fmla="*/ 6833743 w 10678681"/>
              <a:gd name="connsiteY61" fmla="*/ 1027960 h 1342734"/>
              <a:gd name="connsiteX62" fmla="*/ 6687090 w 10678681"/>
              <a:gd name="connsiteY62" fmla="*/ 1063250 h 1342734"/>
              <a:gd name="connsiteX63" fmla="*/ 6437450 w 10678681"/>
              <a:gd name="connsiteY63" fmla="*/ 1101075 h 1342734"/>
              <a:gd name="connsiteX64" fmla="*/ 6327795 w 10678681"/>
              <a:gd name="connsiteY64" fmla="*/ 1088142 h 1342734"/>
              <a:gd name="connsiteX65" fmla="*/ 6136549 w 10678681"/>
              <a:gd name="connsiteY65" fmla="*/ 1100268 h 1342734"/>
              <a:gd name="connsiteX66" fmla="*/ 6004655 w 10678681"/>
              <a:gd name="connsiteY66" fmla="*/ 1114946 h 1342734"/>
              <a:gd name="connsiteX67" fmla="*/ 5936643 w 10678681"/>
              <a:gd name="connsiteY67" fmla="*/ 1095428 h 1342734"/>
              <a:gd name="connsiteX68" fmla="*/ 5912484 w 10678681"/>
              <a:gd name="connsiteY68" fmla="*/ 1112624 h 1342734"/>
              <a:gd name="connsiteX69" fmla="*/ 5908387 w 10678681"/>
              <a:gd name="connsiteY69" fmla="*/ 1116018 h 1342734"/>
              <a:gd name="connsiteX70" fmla="*/ 5890495 w 10678681"/>
              <a:gd name="connsiteY70" fmla="*/ 1120268 h 1342734"/>
              <a:gd name="connsiteX71" fmla="*/ 5887318 w 10678681"/>
              <a:gd name="connsiteY71" fmla="*/ 1133134 h 1342734"/>
              <a:gd name="connsiteX72" fmla="*/ 5861726 w 10678681"/>
              <a:gd name="connsiteY72" fmla="*/ 1147891 h 1342734"/>
              <a:gd name="connsiteX73" fmla="*/ 5805823 w 10678681"/>
              <a:gd name="connsiteY73" fmla="*/ 1152457 h 1342734"/>
              <a:gd name="connsiteX74" fmla="*/ 5689841 w 10678681"/>
              <a:gd name="connsiteY74" fmla="*/ 1176232 h 1342734"/>
              <a:gd name="connsiteX75" fmla="*/ 5605119 w 10678681"/>
              <a:gd name="connsiteY75" fmla="*/ 1190202 h 1342734"/>
              <a:gd name="connsiteX76" fmla="*/ 5488513 w 10678681"/>
              <a:gd name="connsiteY76" fmla="*/ 1205367 h 1342734"/>
              <a:gd name="connsiteX77" fmla="*/ 5402905 w 10678681"/>
              <a:gd name="connsiteY77" fmla="*/ 1241191 h 1342734"/>
              <a:gd name="connsiteX78" fmla="*/ 5285593 w 10678681"/>
              <a:gd name="connsiteY78" fmla="*/ 1273569 h 1342734"/>
              <a:gd name="connsiteX79" fmla="*/ 5192893 w 10678681"/>
              <a:gd name="connsiteY79" fmla="*/ 1247188 h 1342734"/>
              <a:gd name="connsiteX80" fmla="*/ 5186475 w 10678681"/>
              <a:gd name="connsiteY80" fmla="*/ 1257028 h 1342734"/>
              <a:gd name="connsiteX81" fmla="*/ 5126038 w 10678681"/>
              <a:gd name="connsiteY81" fmla="*/ 1263189 h 1342734"/>
              <a:gd name="connsiteX82" fmla="*/ 4894688 w 10678681"/>
              <a:gd name="connsiteY82" fmla="*/ 1247184 h 1342734"/>
              <a:gd name="connsiteX83" fmla="*/ 4788036 w 10678681"/>
              <a:gd name="connsiteY83" fmla="*/ 1238182 h 1342734"/>
              <a:gd name="connsiteX84" fmla="*/ 4747555 w 10678681"/>
              <a:gd name="connsiteY84" fmla="*/ 1252768 h 1342734"/>
              <a:gd name="connsiteX85" fmla="*/ 4679644 w 10678681"/>
              <a:gd name="connsiteY85" fmla="*/ 1276603 h 1342734"/>
              <a:gd name="connsiteX86" fmla="*/ 4632222 w 10678681"/>
              <a:gd name="connsiteY86" fmla="*/ 1318360 h 1342734"/>
              <a:gd name="connsiteX87" fmla="*/ 4617358 w 10678681"/>
              <a:gd name="connsiteY87" fmla="*/ 1327690 h 1342734"/>
              <a:gd name="connsiteX88" fmla="*/ 4589102 w 10678681"/>
              <a:gd name="connsiteY88" fmla="*/ 1321223 h 1342734"/>
              <a:gd name="connsiteX89" fmla="*/ 4578184 w 10678681"/>
              <a:gd name="connsiteY89" fmla="*/ 1326745 h 1342734"/>
              <a:gd name="connsiteX90" fmla="*/ 4574270 w 10678681"/>
              <a:gd name="connsiteY90" fmla="*/ 1325878 h 1342734"/>
              <a:gd name="connsiteX91" fmla="*/ 4564919 w 10678681"/>
              <a:gd name="connsiteY91" fmla="*/ 1325507 h 1342734"/>
              <a:gd name="connsiteX92" fmla="*/ 4566586 w 10678681"/>
              <a:gd name="connsiteY92" fmla="*/ 1316963 h 1342734"/>
              <a:gd name="connsiteX93" fmla="*/ 4556303 w 10678681"/>
              <a:gd name="connsiteY93" fmla="*/ 1300262 h 1342734"/>
              <a:gd name="connsiteX94" fmla="*/ 4502358 w 10678681"/>
              <a:gd name="connsiteY94" fmla="*/ 1302558 h 1342734"/>
              <a:gd name="connsiteX95" fmla="*/ 4498919 w 10678681"/>
              <a:gd name="connsiteY95" fmla="*/ 1312115 h 1342734"/>
              <a:gd name="connsiteX96" fmla="*/ 4492075 w 10678681"/>
              <a:gd name="connsiteY96" fmla="*/ 1313357 h 1342734"/>
              <a:gd name="connsiteX97" fmla="*/ 4487466 w 10678681"/>
              <a:gd name="connsiteY97" fmla="*/ 1304102 h 1342734"/>
              <a:gd name="connsiteX98" fmla="*/ 4398292 w 10678681"/>
              <a:gd name="connsiteY98" fmla="*/ 1278410 h 1342734"/>
              <a:gd name="connsiteX99" fmla="*/ 4306088 w 10678681"/>
              <a:gd name="connsiteY99" fmla="*/ 1282512 h 1342734"/>
              <a:gd name="connsiteX100" fmla="*/ 4188995 w 10678681"/>
              <a:gd name="connsiteY100" fmla="*/ 1296718 h 1342734"/>
              <a:gd name="connsiteX101" fmla="*/ 4136582 w 10678681"/>
              <a:gd name="connsiteY101" fmla="*/ 1287687 h 1342734"/>
              <a:gd name="connsiteX102" fmla="*/ 4064614 w 10678681"/>
              <a:gd name="connsiteY102" fmla="*/ 1296118 h 1342734"/>
              <a:gd name="connsiteX103" fmla="*/ 3900948 w 10678681"/>
              <a:gd name="connsiteY103" fmla="*/ 1322156 h 1342734"/>
              <a:gd name="connsiteX104" fmla="*/ 3787890 w 10678681"/>
              <a:gd name="connsiteY104" fmla="*/ 1322164 h 1342734"/>
              <a:gd name="connsiteX105" fmla="*/ 3745993 w 10678681"/>
              <a:gd name="connsiteY105" fmla="*/ 1342630 h 1342734"/>
              <a:gd name="connsiteX106" fmla="*/ 3675785 w 10678681"/>
              <a:gd name="connsiteY106" fmla="*/ 1326802 h 1342734"/>
              <a:gd name="connsiteX107" fmla="*/ 3623856 w 10678681"/>
              <a:gd name="connsiteY107" fmla="*/ 1290804 h 1342734"/>
              <a:gd name="connsiteX108" fmla="*/ 3564933 w 10678681"/>
              <a:gd name="connsiteY108" fmla="*/ 1287147 h 1342734"/>
              <a:gd name="connsiteX109" fmla="*/ 3550537 w 10678681"/>
              <a:gd name="connsiteY109" fmla="*/ 1317552 h 1342734"/>
              <a:gd name="connsiteX110" fmla="*/ 3487736 w 10678681"/>
              <a:gd name="connsiteY110" fmla="*/ 1303493 h 1342734"/>
              <a:gd name="connsiteX111" fmla="*/ 3392548 w 10678681"/>
              <a:gd name="connsiteY111" fmla="*/ 1278741 h 1342734"/>
              <a:gd name="connsiteX112" fmla="*/ 3337466 w 10678681"/>
              <a:gd name="connsiteY112" fmla="*/ 1272537 h 1342734"/>
              <a:gd name="connsiteX113" fmla="*/ 3175981 w 10678681"/>
              <a:gd name="connsiteY113" fmla="*/ 1208973 h 1342734"/>
              <a:gd name="connsiteX114" fmla="*/ 3036856 w 10678681"/>
              <a:gd name="connsiteY114" fmla="*/ 1214383 h 1342734"/>
              <a:gd name="connsiteX115" fmla="*/ 2824973 w 10678681"/>
              <a:gd name="connsiteY115" fmla="*/ 1134864 h 1342734"/>
              <a:gd name="connsiteX116" fmla="*/ 2804398 w 10678681"/>
              <a:gd name="connsiteY116" fmla="*/ 1125556 h 1342734"/>
              <a:gd name="connsiteX117" fmla="*/ 2736109 w 10678681"/>
              <a:gd name="connsiteY117" fmla="*/ 1137717 h 1342734"/>
              <a:gd name="connsiteX118" fmla="*/ 2659096 w 10678681"/>
              <a:gd name="connsiteY118" fmla="*/ 1150294 h 1342734"/>
              <a:gd name="connsiteX119" fmla="*/ 2567088 w 10678681"/>
              <a:gd name="connsiteY119" fmla="*/ 1181781 h 1342734"/>
              <a:gd name="connsiteX120" fmla="*/ 2454501 w 10678681"/>
              <a:gd name="connsiteY120" fmla="*/ 1155455 h 1342734"/>
              <a:gd name="connsiteX121" fmla="*/ 2385161 w 10678681"/>
              <a:gd name="connsiteY121" fmla="*/ 1161312 h 1342734"/>
              <a:gd name="connsiteX122" fmla="*/ 2273361 w 10678681"/>
              <a:gd name="connsiteY122" fmla="*/ 1134090 h 1342734"/>
              <a:gd name="connsiteX123" fmla="*/ 2132003 w 10678681"/>
              <a:gd name="connsiteY123" fmla="*/ 1139225 h 1342734"/>
              <a:gd name="connsiteX124" fmla="*/ 2041224 w 10678681"/>
              <a:gd name="connsiteY124" fmla="*/ 1147536 h 1342734"/>
              <a:gd name="connsiteX125" fmla="*/ 2010157 w 10678681"/>
              <a:gd name="connsiteY125" fmla="*/ 1152767 h 1342734"/>
              <a:gd name="connsiteX126" fmla="*/ 1859213 w 10678681"/>
              <a:gd name="connsiteY126" fmla="*/ 1199540 h 1342734"/>
              <a:gd name="connsiteX127" fmla="*/ 1735877 w 10678681"/>
              <a:gd name="connsiteY127" fmla="*/ 1246527 h 1342734"/>
              <a:gd name="connsiteX128" fmla="*/ 1705069 w 10678681"/>
              <a:gd name="connsiteY128" fmla="*/ 1251989 h 1342734"/>
              <a:gd name="connsiteX129" fmla="*/ 1307888 w 10678681"/>
              <a:gd name="connsiteY129" fmla="*/ 1283156 h 1342734"/>
              <a:gd name="connsiteX130" fmla="*/ 1220734 w 10678681"/>
              <a:gd name="connsiteY130" fmla="*/ 1257811 h 1342734"/>
              <a:gd name="connsiteX131" fmla="*/ 1021737 w 10678681"/>
              <a:gd name="connsiteY131" fmla="*/ 1238739 h 1342734"/>
              <a:gd name="connsiteX132" fmla="*/ 959820 w 10678681"/>
              <a:gd name="connsiteY132" fmla="*/ 1275863 h 1342734"/>
              <a:gd name="connsiteX133" fmla="*/ 929137 w 10678681"/>
              <a:gd name="connsiteY133" fmla="*/ 1273957 h 1342734"/>
              <a:gd name="connsiteX134" fmla="*/ 878849 w 10678681"/>
              <a:gd name="connsiteY134" fmla="*/ 1266740 h 1342734"/>
              <a:gd name="connsiteX135" fmla="*/ 800667 w 10678681"/>
              <a:gd name="connsiteY135" fmla="*/ 1282041 h 1342734"/>
              <a:gd name="connsiteX136" fmla="*/ 644906 w 10678681"/>
              <a:gd name="connsiteY136" fmla="*/ 1273685 h 1342734"/>
              <a:gd name="connsiteX137" fmla="*/ 379869 w 10678681"/>
              <a:gd name="connsiteY137" fmla="*/ 1339165 h 1342734"/>
              <a:gd name="connsiteX138" fmla="*/ 137696 w 10678681"/>
              <a:gd name="connsiteY138" fmla="*/ 1319217 h 1342734"/>
              <a:gd name="connsiteX139" fmla="*/ 54250 w 10678681"/>
              <a:gd name="connsiteY139" fmla="*/ 1315838 h 1342734"/>
              <a:gd name="connsiteX140" fmla="*/ 28042 w 10678681"/>
              <a:gd name="connsiteY140" fmla="*/ 1297822 h 1342734"/>
              <a:gd name="connsiteX141" fmla="*/ 0 w 10678681"/>
              <a:gd name="connsiteY141" fmla="*/ 1294612 h 1342734"/>
              <a:gd name="connsiteX142" fmla="*/ 0 w 10678681"/>
              <a:gd name="connsiteY142" fmla="*/ 0 h 1342734"/>
              <a:gd name="connsiteX0" fmla="*/ 0 w 10678681"/>
              <a:gd name="connsiteY0" fmla="*/ 0 h 1342734"/>
              <a:gd name="connsiteX1" fmla="*/ 10678681 w 10678681"/>
              <a:gd name="connsiteY1" fmla="*/ 0 h 1342734"/>
              <a:gd name="connsiteX2" fmla="*/ 10666019 w 10678681"/>
              <a:gd name="connsiteY2" fmla="*/ 7876 h 1342734"/>
              <a:gd name="connsiteX3" fmla="*/ 10632825 w 10678681"/>
              <a:gd name="connsiteY3" fmla="*/ 32153 h 1342734"/>
              <a:gd name="connsiteX4" fmla="*/ 10510605 w 10678681"/>
              <a:gd name="connsiteY4" fmla="*/ 30449 h 1342734"/>
              <a:gd name="connsiteX5" fmla="*/ 10456989 w 10678681"/>
              <a:gd name="connsiteY5" fmla="*/ 979 h 1342734"/>
              <a:gd name="connsiteX6" fmla="*/ 10438642 w 10678681"/>
              <a:gd name="connsiteY6" fmla="*/ 1524 h 1342734"/>
              <a:gd name="connsiteX7" fmla="*/ 10407146 w 10678681"/>
              <a:gd name="connsiteY7" fmla="*/ 43659 h 1342734"/>
              <a:gd name="connsiteX8" fmla="*/ 10357996 w 10678681"/>
              <a:gd name="connsiteY8" fmla="*/ 50836 h 1342734"/>
              <a:gd name="connsiteX9" fmla="*/ 10306667 w 10678681"/>
              <a:gd name="connsiteY9" fmla="*/ 109739 h 1342734"/>
              <a:gd name="connsiteX10" fmla="*/ 10115334 w 10678681"/>
              <a:gd name="connsiteY10" fmla="*/ 155658 h 1342734"/>
              <a:gd name="connsiteX11" fmla="*/ 10068157 w 10678681"/>
              <a:gd name="connsiteY11" fmla="*/ 215673 h 1342734"/>
              <a:gd name="connsiteX12" fmla="*/ 10045431 w 10678681"/>
              <a:gd name="connsiteY12" fmla="*/ 229568 h 1342734"/>
              <a:gd name="connsiteX13" fmla="*/ 9929077 w 10678681"/>
              <a:gd name="connsiteY13" fmla="*/ 254478 h 1342734"/>
              <a:gd name="connsiteX14" fmla="*/ 9840045 w 10678681"/>
              <a:gd name="connsiteY14" fmla="*/ 223033 h 1342734"/>
              <a:gd name="connsiteX15" fmla="*/ 9679638 w 10678681"/>
              <a:gd name="connsiteY15" fmla="*/ 277462 h 1342734"/>
              <a:gd name="connsiteX16" fmla="*/ 9498347 w 10678681"/>
              <a:gd name="connsiteY16" fmla="*/ 244723 h 1342734"/>
              <a:gd name="connsiteX17" fmla="*/ 9399702 w 10678681"/>
              <a:gd name="connsiteY17" fmla="*/ 276316 h 1342734"/>
              <a:gd name="connsiteX18" fmla="*/ 9378439 w 10678681"/>
              <a:gd name="connsiteY18" fmla="*/ 326244 h 1342734"/>
              <a:gd name="connsiteX19" fmla="*/ 9121744 w 10678681"/>
              <a:gd name="connsiteY19" fmla="*/ 365177 h 1342734"/>
              <a:gd name="connsiteX20" fmla="*/ 9061654 w 10678681"/>
              <a:gd name="connsiteY20" fmla="*/ 393730 h 1342734"/>
              <a:gd name="connsiteX21" fmla="*/ 8997577 w 10678681"/>
              <a:gd name="connsiteY21" fmla="*/ 380865 h 1342734"/>
              <a:gd name="connsiteX22" fmla="*/ 8907968 w 10678681"/>
              <a:gd name="connsiteY22" fmla="*/ 447345 h 1342734"/>
              <a:gd name="connsiteX23" fmla="*/ 8764163 w 10678681"/>
              <a:gd name="connsiteY23" fmla="*/ 471000 h 1342734"/>
              <a:gd name="connsiteX24" fmla="*/ 8680155 w 10678681"/>
              <a:gd name="connsiteY24" fmla="*/ 492404 h 1342734"/>
              <a:gd name="connsiteX25" fmla="*/ 8651436 w 10678681"/>
              <a:gd name="connsiteY25" fmla="*/ 511923 h 1342734"/>
              <a:gd name="connsiteX26" fmla="*/ 8609185 w 10678681"/>
              <a:gd name="connsiteY26" fmla="*/ 531525 h 1342734"/>
              <a:gd name="connsiteX27" fmla="*/ 8537091 w 10678681"/>
              <a:gd name="connsiteY27" fmla="*/ 574933 h 1342734"/>
              <a:gd name="connsiteX28" fmla="*/ 8435931 w 10678681"/>
              <a:gd name="connsiteY28" fmla="*/ 617926 h 1342734"/>
              <a:gd name="connsiteX29" fmla="*/ 8348623 w 10678681"/>
              <a:gd name="connsiteY29" fmla="*/ 600607 h 1342734"/>
              <a:gd name="connsiteX30" fmla="*/ 8344233 w 10678681"/>
              <a:gd name="connsiteY30" fmla="*/ 610922 h 1342734"/>
              <a:gd name="connsiteX31" fmla="*/ 8290622 w 10678681"/>
              <a:gd name="connsiteY31" fmla="*/ 622687 h 1342734"/>
              <a:gd name="connsiteX32" fmla="*/ 8086698 w 10678681"/>
              <a:gd name="connsiteY32" fmla="*/ 605185 h 1342734"/>
              <a:gd name="connsiteX33" fmla="*/ 7982378 w 10678681"/>
              <a:gd name="connsiteY33" fmla="*/ 629799 h 1342734"/>
              <a:gd name="connsiteX34" fmla="*/ 7947952 w 10678681"/>
              <a:gd name="connsiteY34" fmla="*/ 648003 h 1342734"/>
              <a:gd name="connsiteX35" fmla="*/ 7890112 w 10678681"/>
              <a:gd name="connsiteY35" fmla="*/ 677915 h 1342734"/>
              <a:gd name="connsiteX36" fmla="*/ 7853284 w 10678681"/>
              <a:gd name="connsiteY36" fmla="*/ 723588 h 1342734"/>
              <a:gd name="connsiteX37" fmla="*/ 7802383 w 10678681"/>
              <a:gd name="connsiteY37" fmla="*/ 739359 h 1342734"/>
              <a:gd name="connsiteX38" fmla="*/ 7730518 w 10678681"/>
              <a:gd name="connsiteY38" fmla="*/ 739526 h 1342734"/>
              <a:gd name="connsiteX39" fmla="*/ 7652907 w 10678681"/>
              <a:gd name="connsiteY39" fmla="*/ 783273 h 1342734"/>
              <a:gd name="connsiteX40" fmla="*/ 7606008 w 10678681"/>
              <a:gd name="connsiteY40" fmla="*/ 800717 h 1342734"/>
              <a:gd name="connsiteX41" fmla="*/ 7480223 w 10678681"/>
              <a:gd name="connsiteY41" fmla="*/ 856821 h 1342734"/>
              <a:gd name="connsiteX42" fmla="*/ 7356005 w 10678681"/>
              <a:gd name="connsiteY42" fmla="*/ 919462 h 1342734"/>
              <a:gd name="connsiteX43" fmla="*/ 7305396 w 10678681"/>
              <a:gd name="connsiteY43" fmla="*/ 986228 h 1342734"/>
              <a:gd name="connsiteX44" fmla="*/ 7266251 w 10678681"/>
              <a:gd name="connsiteY44" fmla="*/ 967864 h 1342734"/>
              <a:gd name="connsiteX45" fmla="*/ 7269396 w 10678681"/>
              <a:gd name="connsiteY45" fmla="*/ 989282 h 1342734"/>
              <a:gd name="connsiteX46" fmla="*/ 7258094 w 10678681"/>
              <a:gd name="connsiteY46" fmla="*/ 990679 h 1342734"/>
              <a:gd name="connsiteX47" fmla="*/ 7257893 w 10678681"/>
              <a:gd name="connsiteY47" fmla="*/ 991204 h 1342734"/>
              <a:gd name="connsiteX48" fmla="*/ 7247153 w 10678681"/>
              <a:gd name="connsiteY48" fmla="*/ 991550 h 1342734"/>
              <a:gd name="connsiteX49" fmla="*/ 7193612 w 10678681"/>
              <a:gd name="connsiteY49" fmla="*/ 987042 h 1342734"/>
              <a:gd name="connsiteX50" fmla="*/ 7132632 w 10678681"/>
              <a:gd name="connsiteY50" fmla="*/ 1042036 h 1342734"/>
              <a:gd name="connsiteX51" fmla="*/ 7105610 w 10678681"/>
              <a:gd name="connsiteY51" fmla="*/ 1053537 h 1342734"/>
              <a:gd name="connsiteX52" fmla="*/ 7069148 w 10678681"/>
              <a:gd name="connsiteY52" fmla="*/ 1047163 h 1342734"/>
              <a:gd name="connsiteX53" fmla="*/ 7039634 w 10678681"/>
              <a:gd name="connsiteY53" fmla="*/ 1059971 h 1342734"/>
              <a:gd name="connsiteX54" fmla="*/ 7033445 w 10678681"/>
              <a:gd name="connsiteY54" fmla="*/ 1063314 h 1342734"/>
              <a:gd name="connsiteX55" fmla="*/ 6999157 w 10678681"/>
              <a:gd name="connsiteY55" fmla="*/ 1055282 h 1342734"/>
              <a:gd name="connsiteX56" fmla="*/ 6981874 w 10678681"/>
              <a:gd name="connsiteY56" fmla="*/ 1053827 h 1342734"/>
              <a:gd name="connsiteX57" fmla="*/ 6976102 w 10678681"/>
              <a:gd name="connsiteY57" fmla="*/ 1047854 h 1342734"/>
              <a:gd name="connsiteX58" fmla="*/ 6951040 w 10678681"/>
              <a:gd name="connsiteY58" fmla="*/ 1048531 h 1342734"/>
              <a:gd name="connsiteX59" fmla="*/ 6948497 w 10678681"/>
              <a:gd name="connsiteY59" fmla="*/ 1050706 h 1342734"/>
              <a:gd name="connsiteX60" fmla="*/ 6926582 w 10678681"/>
              <a:gd name="connsiteY60" fmla="*/ 1043462 h 1342734"/>
              <a:gd name="connsiteX61" fmla="*/ 6833743 w 10678681"/>
              <a:gd name="connsiteY61" fmla="*/ 1027960 h 1342734"/>
              <a:gd name="connsiteX62" fmla="*/ 6687090 w 10678681"/>
              <a:gd name="connsiteY62" fmla="*/ 1063250 h 1342734"/>
              <a:gd name="connsiteX63" fmla="*/ 6437450 w 10678681"/>
              <a:gd name="connsiteY63" fmla="*/ 1101075 h 1342734"/>
              <a:gd name="connsiteX64" fmla="*/ 6327795 w 10678681"/>
              <a:gd name="connsiteY64" fmla="*/ 1088142 h 1342734"/>
              <a:gd name="connsiteX65" fmla="*/ 6136549 w 10678681"/>
              <a:gd name="connsiteY65" fmla="*/ 1100268 h 1342734"/>
              <a:gd name="connsiteX66" fmla="*/ 6004655 w 10678681"/>
              <a:gd name="connsiteY66" fmla="*/ 1114946 h 1342734"/>
              <a:gd name="connsiteX67" fmla="*/ 5936643 w 10678681"/>
              <a:gd name="connsiteY67" fmla="*/ 1095428 h 1342734"/>
              <a:gd name="connsiteX68" fmla="*/ 5912484 w 10678681"/>
              <a:gd name="connsiteY68" fmla="*/ 1112624 h 1342734"/>
              <a:gd name="connsiteX69" fmla="*/ 5908387 w 10678681"/>
              <a:gd name="connsiteY69" fmla="*/ 1116018 h 1342734"/>
              <a:gd name="connsiteX70" fmla="*/ 5890495 w 10678681"/>
              <a:gd name="connsiteY70" fmla="*/ 1120268 h 1342734"/>
              <a:gd name="connsiteX71" fmla="*/ 5887318 w 10678681"/>
              <a:gd name="connsiteY71" fmla="*/ 1133134 h 1342734"/>
              <a:gd name="connsiteX72" fmla="*/ 5861726 w 10678681"/>
              <a:gd name="connsiteY72" fmla="*/ 1147891 h 1342734"/>
              <a:gd name="connsiteX73" fmla="*/ 5805823 w 10678681"/>
              <a:gd name="connsiteY73" fmla="*/ 1152457 h 1342734"/>
              <a:gd name="connsiteX74" fmla="*/ 5689841 w 10678681"/>
              <a:gd name="connsiteY74" fmla="*/ 1176232 h 1342734"/>
              <a:gd name="connsiteX75" fmla="*/ 5605119 w 10678681"/>
              <a:gd name="connsiteY75" fmla="*/ 1190202 h 1342734"/>
              <a:gd name="connsiteX76" fmla="*/ 5488513 w 10678681"/>
              <a:gd name="connsiteY76" fmla="*/ 1205367 h 1342734"/>
              <a:gd name="connsiteX77" fmla="*/ 5402905 w 10678681"/>
              <a:gd name="connsiteY77" fmla="*/ 1241191 h 1342734"/>
              <a:gd name="connsiteX78" fmla="*/ 5285593 w 10678681"/>
              <a:gd name="connsiteY78" fmla="*/ 1273569 h 1342734"/>
              <a:gd name="connsiteX79" fmla="*/ 5192893 w 10678681"/>
              <a:gd name="connsiteY79" fmla="*/ 1247188 h 1342734"/>
              <a:gd name="connsiteX80" fmla="*/ 5186475 w 10678681"/>
              <a:gd name="connsiteY80" fmla="*/ 1257028 h 1342734"/>
              <a:gd name="connsiteX81" fmla="*/ 5126038 w 10678681"/>
              <a:gd name="connsiteY81" fmla="*/ 1263189 h 1342734"/>
              <a:gd name="connsiteX82" fmla="*/ 4894688 w 10678681"/>
              <a:gd name="connsiteY82" fmla="*/ 1247184 h 1342734"/>
              <a:gd name="connsiteX83" fmla="*/ 4788036 w 10678681"/>
              <a:gd name="connsiteY83" fmla="*/ 1238182 h 1342734"/>
              <a:gd name="connsiteX84" fmla="*/ 4747555 w 10678681"/>
              <a:gd name="connsiteY84" fmla="*/ 1252768 h 1342734"/>
              <a:gd name="connsiteX85" fmla="*/ 4679644 w 10678681"/>
              <a:gd name="connsiteY85" fmla="*/ 1276603 h 1342734"/>
              <a:gd name="connsiteX86" fmla="*/ 4632222 w 10678681"/>
              <a:gd name="connsiteY86" fmla="*/ 1318360 h 1342734"/>
              <a:gd name="connsiteX87" fmla="*/ 4617358 w 10678681"/>
              <a:gd name="connsiteY87" fmla="*/ 1327690 h 1342734"/>
              <a:gd name="connsiteX88" fmla="*/ 4589102 w 10678681"/>
              <a:gd name="connsiteY88" fmla="*/ 1321223 h 1342734"/>
              <a:gd name="connsiteX89" fmla="*/ 4578184 w 10678681"/>
              <a:gd name="connsiteY89" fmla="*/ 1326745 h 1342734"/>
              <a:gd name="connsiteX90" fmla="*/ 4574270 w 10678681"/>
              <a:gd name="connsiteY90" fmla="*/ 1325878 h 1342734"/>
              <a:gd name="connsiteX91" fmla="*/ 4564919 w 10678681"/>
              <a:gd name="connsiteY91" fmla="*/ 1325507 h 1342734"/>
              <a:gd name="connsiteX92" fmla="*/ 4566586 w 10678681"/>
              <a:gd name="connsiteY92" fmla="*/ 1316963 h 1342734"/>
              <a:gd name="connsiteX93" fmla="*/ 4556303 w 10678681"/>
              <a:gd name="connsiteY93" fmla="*/ 1300262 h 1342734"/>
              <a:gd name="connsiteX94" fmla="*/ 4502358 w 10678681"/>
              <a:gd name="connsiteY94" fmla="*/ 1302558 h 1342734"/>
              <a:gd name="connsiteX95" fmla="*/ 4498919 w 10678681"/>
              <a:gd name="connsiteY95" fmla="*/ 1312115 h 1342734"/>
              <a:gd name="connsiteX96" fmla="*/ 4492075 w 10678681"/>
              <a:gd name="connsiteY96" fmla="*/ 1313357 h 1342734"/>
              <a:gd name="connsiteX97" fmla="*/ 4487466 w 10678681"/>
              <a:gd name="connsiteY97" fmla="*/ 1304102 h 1342734"/>
              <a:gd name="connsiteX98" fmla="*/ 4398292 w 10678681"/>
              <a:gd name="connsiteY98" fmla="*/ 1278410 h 1342734"/>
              <a:gd name="connsiteX99" fmla="*/ 4306088 w 10678681"/>
              <a:gd name="connsiteY99" fmla="*/ 1282512 h 1342734"/>
              <a:gd name="connsiteX100" fmla="*/ 4188995 w 10678681"/>
              <a:gd name="connsiteY100" fmla="*/ 1296718 h 1342734"/>
              <a:gd name="connsiteX101" fmla="*/ 4136582 w 10678681"/>
              <a:gd name="connsiteY101" fmla="*/ 1287687 h 1342734"/>
              <a:gd name="connsiteX102" fmla="*/ 4064614 w 10678681"/>
              <a:gd name="connsiteY102" fmla="*/ 1296118 h 1342734"/>
              <a:gd name="connsiteX103" fmla="*/ 3900948 w 10678681"/>
              <a:gd name="connsiteY103" fmla="*/ 1322156 h 1342734"/>
              <a:gd name="connsiteX104" fmla="*/ 3787890 w 10678681"/>
              <a:gd name="connsiteY104" fmla="*/ 1322164 h 1342734"/>
              <a:gd name="connsiteX105" fmla="*/ 3745993 w 10678681"/>
              <a:gd name="connsiteY105" fmla="*/ 1342630 h 1342734"/>
              <a:gd name="connsiteX106" fmla="*/ 3675785 w 10678681"/>
              <a:gd name="connsiteY106" fmla="*/ 1326802 h 1342734"/>
              <a:gd name="connsiteX107" fmla="*/ 3623856 w 10678681"/>
              <a:gd name="connsiteY107" fmla="*/ 1290804 h 1342734"/>
              <a:gd name="connsiteX108" fmla="*/ 3564933 w 10678681"/>
              <a:gd name="connsiteY108" fmla="*/ 1287147 h 1342734"/>
              <a:gd name="connsiteX109" fmla="*/ 3550537 w 10678681"/>
              <a:gd name="connsiteY109" fmla="*/ 1317552 h 1342734"/>
              <a:gd name="connsiteX110" fmla="*/ 3487736 w 10678681"/>
              <a:gd name="connsiteY110" fmla="*/ 1303493 h 1342734"/>
              <a:gd name="connsiteX111" fmla="*/ 3392548 w 10678681"/>
              <a:gd name="connsiteY111" fmla="*/ 1278741 h 1342734"/>
              <a:gd name="connsiteX112" fmla="*/ 3337466 w 10678681"/>
              <a:gd name="connsiteY112" fmla="*/ 1272537 h 1342734"/>
              <a:gd name="connsiteX113" fmla="*/ 3175981 w 10678681"/>
              <a:gd name="connsiteY113" fmla="*/ 1208973 h 1342734"/>
              <a:gd name="connsiteX114" fmla="*/ 3036856 w 10678681"/>
              <a:gd name="connsiteY114" fmla="*/ 1214383 h 1342734"/>
              <a:gd name="connsiteX115" fmla="*/ 2824973 w 10678681"/>
              <a:gd name="connsiteY115" fmla="*/ 1134864 h 1342734"/>
              <a:gd name="connsiteX116" fmla="*/ 2804398 w 10678681"/>
              <a:gd name="connsiteY116" fmla="*/ 1125556 h 1342734"/>
              <a:gd name="connsiteX117" fmla="*/ 2736109 w 10678681"/>
              <a:gd name="connsiteY117" fmla="*/ 1137717 h 1342734"/>
              <a:gd name="connsiteX118" fmla="*/ 2659096 w 10678681"/>
              <a:gd name="connsiteY118" fmla="*/ 1150294 h 1342734"/>
              <a:gd name="connsiteX119" fmla="*/ 2567088 w 10678681"/>
              <a:gd name="connsiteY119" fmla="*/ 1181781 h 1342734"/>
              <a:gd name="connsiteX120" fmla="*/ 2454501 w 10678681"/>
              <a:gd name="connsiteY120" fmla="*/ 1155455 h 1342734"/>
              <a:gd name="connsiteX121" fmla="*/ 2385161 w 10678681"/>
              <a:gd name="connsiteY121" fmla="*/ 1161312 h 1342734"/>
              <a:gd name="connsiteX122" fmla="*/ 2273361 w 10678681"/>
              <a:gd name="connsiteY122" fmla="*/ 1134090 h 1342734"/>
              <a:gd name="connsiteX123" fmla="*/ 2132003 w 10678681"/>
              <a:gd name="connsiteY123" fmla="*/ 1139225 h 1342734"/>
              <a:gd name="connsiteX124" fmla="*/ 2041224 w 10678681"/>
              <a:gd name="connsiteY124" fmla="*/ 1147536 h 1342734"/>
              <a:gd name="connsiteX125" fmla="*/ 2010157 w 10678681"/>
              <a:gd name="connsiteY125" fmla="*/ 1152767 h 1342734"/>
              <a:gd name="connsiteX126" fmla="*/ 1859213 w 10678681"/>
              <a:gd name="connsiteY126" fmla="*/ 1199540 h 1342734"/>
              <a:gd name="connsiteX127" fmla="*/ 1735877 w 10678681"/>
              <a:gd name="connsiteY127" fmla="*/ 1246527 h 1342734"/>
              <a:gd name="connsiteX128" fmla="*/ 1705069 w 10678681"/>
              <a:gd name="connsiteY128" fmla="*/ 1251989 h 1342734"/>
              <a:gd name="connsiteX129" fmla="*/ 1307888 w 10678681"/>
              <a:gd name="connsiteY129" fmla="*/ 1283156 h 1342734"/>
              <a:gd name="connsiteX130" fmla="*/ 1220734 w 10678681"/>
              <a:gd name="connsiteY130" fmla="*/ 1257811 h 1342734"/>
              <a:gd name="connsiteX131" fmla="*/ 1021737 w 10678681"/>
              <a:gd name="connsiteY131" fmla="*/ 1238739 h 1342734"/>
              <a:gd name="connsiteX132" fmla="*/ 959820 w 10678681"/>
              <a:gd name="connsiteY132" fmla="*/ 1275863 h 1342734"/>
              <a:gd name="connsiteX133" fmla="*/ 929137 w 10678681"/>
              <a:gd name="connsiteY133" fmla="*/ 1273957 h 1342734"/>
              <a:gd name="connsiteX134" fmla="*/ 878849 w 10678681"/>
              <a:gd name="connsiteY134" fmla="*/ 1266740 h 1342734"/>
              <a:gd name="connsiteX135" fmla="*/ 800667 w 10678681"/>
              <a:gd name="connsiteY135" fmla="*/ 1282041 h 1342734"/>
              <a:gd name="connsiteX136" fmla="*/ 644906 w 10678681"/>
              <a:gd name="connsiteY136" fmla="*/ 1273685 h 1342734"/>
              <a:gd name="connsiteX137" fmla="*/ 379869 w 10678681"/>
              <a:gd name="connsiteY137" fmla="*/ 1339165 h 1342734"/>
              <a:gd name="connsiteX138" fmla="*/ 137696 w 10678681"/>
              <a:gd name="connsiteY138" fmla="*/ 1319217 h 1342734"/>
              <a:gd name="connsiteX139" fmla="*/ 54250 w 10678681"/>
              <a:gd name="connsiteY139" fmla="*/ 1315838 h 1342734"/>
              <a:gd name="connsiteX140" fmla="*/ 28042 w 10678681"/>
              <a:gd name="connsiteY140" fmla="*/ 1297822 h 1342734"/>
              <a:gd name="connsiteX141" fmla="*/ 0 w 10678681"/>
              <a:gd name="connsiteY141" fmla="*/ 1294612 h 1342734"/>
              <a:gd name="connsiteX142" fmla="*/ 0 w 10678681"/>
              <a:gd name="connsiteY142" fmla="*/ 0 h 1342734"/>
              <a:gd name="connsiteX0" fmla="*/ 0 w 10678681"/>
              <a:gd name="connsiteY0" fmla="*/ 0 h 1342734"/>
              <a:gd name="connsiteX1" fmla="*/ 10678681 w 10678681"/>
              <a:gd name="connsiteY1" fmla="*/ 0 h 1342734"/>
              <a:gd name="connsiteX2" fmla="*/ 10666019 w 10678681"/>
              <a:gd name="connsiteY2" fmla="*/ 7876 h 1342734"/>
              <a:gd name="connsiteX3" fmla="*/ 10632825 w 10678681"/>
              <a:gd name="connsiteY3" fmla="*/ 32153 h 1342734"/>
              <a:gd name="connsiteX4" fmla="*/ 10510605 w 10678681"/>
              <a:gd name="connsiteY4" fmla="*/ 30449 h 1342734"/>
              <a:gd name="connsiteX5" fmla="*/ 10456989 w 10678681"/>
              <a:gd name="connsiteY5" fmla="*/ 979 h 1342734"/>
              <a:gd name="connsiteX6" fmla="*/ 10438642 w 10678681"/>
              <a:gd name="connsiteY6" fmla="*/ 1524 h 1342734"/>
              <a:gd name="connsiteX7" fmla="*/ 10407146 w 10678681"/>
              <a:gd name="connsiteY7" fmla="*/ 43659 h 1342734"/>
              <a:gd name="connsiteX8" fmla="*/ 10357996 w 10678681"/>
              <a:gd name="connsiteY8" fmla="*/ 50836 h 1342734"/>
              <a:gd name="connsiteX9" fmla="*/ 10244930 w 10678681"/>
              <a:gd name="connsiteY9" fmla="*/ 94599 h 1342734"/>
              <a:gd name="connsiteX10" fmla="*/ 10115334 w 10678681"/>
              <a:gd name="connsiteY10" fmla="*/ 155658 h 1342734"/>
              <a:gd name="connsiteX11" fmla="*/ 10068157 w 10678681"/>
              <a:gd name="connsiteY11" fmla="*/ 215673 h 1342734"/>
              <a:gd name="connsiteX12" fmla="*/ 10045431 w 10678681"/>
              <a:gd name="connsiteY12" fmla="*/ 229568 h 1342734"/>
              <a:gd name="connsiteX13" fmla="*/ 9929077 w 10678681"/>
              <a:gd name="connsiteY13" fmla="*/ 254478 h 1342734"/>
              <a:gd name="connsiteX14" fmla="*/ 9840045 w 10678681"/>
              <a:gd name="connsiteY14" fmla="*/ 223033 h 1342734"/>
              <a:gd name="connsiteX15" fmla="*/ 9679638 w 10678681"/>
              <a:gd name="connsiteY15" fmla="*/ 277462 h 1342734"/>
              <a:gd name="connsiteX16" fmla="*/ 9498347 w 10678681"/>
              <a:gd name="connsiteY16" fmla="*/ 244723 h 1342734"/>
              <a:gd name="connsiteX17" fmla="*/ 9399702 w 10678681"/>
              <a:gd name="connsiteY17" fmla="*/ 276316 h 1342734"/>
              <a:gd name="connsiteX18" fmla="*/ 9378439 w 10678681"/>
              <a:gd name="connsiteY18" fmla="*/ 326244 h 1342734"/>
              <a:gd name="connsiteX19" fmla="*/ 9121744 w 10678681"/>
              <a:gd name="connsiteY19" fmla="*/ 365177 h 1342734"/>
              <a:gd name="connsiteX20" fmla="*/ 9061654 w 10678681"/>
              <a:gd name="connsiteY20" fmla="*/ 393730 h 1342734"/>
              <a:gd name="connsiteX21" fmla="*/ 8997577 w 10678681"/>
              <a:gd name="connsiteY21" fmla="*/ 380865 h 1342734"/>
              <a:gd name="connsiteX22" fmla="*/ 8907968 w 10678681"/>
              <a:gd name="connsiteY22" fmla="*/ 447345 h 1342734"/>
              <a:gd name="connsiteX23" fmla="*/ 8764163 w 10678681"/>
              <a:gd name="connsiteY23" fmla="*/ 471000 h 1342734"/>
              <a:gd name="connsiteX24" fmla="*/ 8680155 w 10678681"/>
              <a:gd name="connsiteY24" fmla="*/ 492404 h 1342734"/>
              <a:gd name="connsiteX25" fmla="*/ 8651436 w 10678681"/>
              <a:gd name="connsiteY25" fmla="*/ 511923 h 1342734"/>
              <a:gd name="connsiteX26" fmla="*/ 8609185 w 10678681"/>
              <a:gd name="connsiteY26" fmla="*/ 531525 h 1342734"/>
              <a:gd name="connsiteX27" fmla="*/ 8537091 w 10678681"/>
              <a:gd name="connsiteY27" fmla="*/ 574933 h 1342734"/>
              <a:gd name="connsiteX28" fmla="*/ 8435931 w 10678681"/>
              <a:gd name="connsiteY28" fmla="*/ 617926 h 1342734"/>
              <a:gd name="connsiteX29" fmla="*/ 8348623 w 10678681"/>
              <a:gd name="connsiteY29" fmla="*/ 600607 h 1342734"/>
              <a:gd name="connsiteX30" fmla="*/ 8344233 w 10678681"/>
              <a:gd name="connsiteY30" fmla="*/ 610922 h 1342734"/>
              <a:gd name="connsiteX31" fmla="*/ 8290622 w 10678681"/>
              <a:gd name="connsiteY31" fmla="*/ 622687 h 1342734"/>
              <a:gd name="connsiteX32" fmla="*/ 8086698 w 10678681"/>
              <a:gd name="connsiteY32" fmla="*/ 605185 h 1342734"/>
              <a:gd name="connsiteX33" fmla="*/ 7982378 w 10678681"/>
              <a:gd name="connsiteY33" fmla="*/ 629799 h 1342734"/>
              <a:gd name="connsiteX34" fmla="*/ 7947952 w 10678681"/>
              <a:gd name="connsiteY34" fmla="*/ 648003 h 1342734"/>
              <a:gd name="connsiteX35" fmla="*/ 7890112 w 10678681"/>
              <a:gd name="connsiteY35" fmla="*/ 677915 h 1342734"/>
              <a:gd name="connsiteX36" fmla="*/ 7853284 w 10678681"/>
              <a:gd name="connsiteY36" fmla="*/ 723588 h 1342734"/>
              <a:gd name="connsiteX37" fmla="*/ 7802383 w 10678681"/>
              <a:gd name="connsiteY37" fmla="*/ 739359 h 1342734"/>
              <a:gd name="connsiteX38" fmla="*/ 7730518 w 10678681"/>
              <a:gd name="connsiteY38" fmla="*/ 739526 h 1342734"/>
              <a:gd name="connsiteX39" fmla="*/ 7652907 w 10678681"/>
              <a:gd name="connsiteY39" fmla="*/ 783273 h 1342734"/>
              <a:gd name="connsiteX40" fmla="*/ 7606008 w 10678681"/>
              <a:gd name="connsiteY40" fmla="*/ 800717 h 1342734"/>
              <a:gd name="connsiteX41" fmla="*/ 7480223 w 10678681"/>
              <a:gd name="connsiteY41" fmla="*/ 856821 h 1342734"/>
              <a:gd name="connsiteX42" fmla="*/ 7356005 w 10678681"/>
              <a:gd name="connsiteY42" fmla="*/ 919462 h 1342734"/>
              <a:gd name="connsiteX43" fmla="*/ 7305396 w 10678681"/>
              <a:gd name="connsiteY43" fmla="*/ 986228 h 1342734"/>
              <a:gd name="connsiteX44" fmla="*/ 7266251 w 10678681"/>
              <a:gd name="connsiteY44" fmla="*/ 967864 h 1342734"/>
              <a:gd name="connsiteX45" fmla="*/ 7269396 w 10678681"/>
              <a:gd name="connsiteY45" fmla="*/ 989282 h 1342734"/>
              <a:gd name="connsiteX46" fmla="*/ 7258094 w 10678681"/>
              <a:gd name="connsiteY46" fmla="*/ 990679 h 1342734"/>
              <a:gd name="connsiteX47" fmla="*/ 7257893 w 10678681"/>
              <a:gd name="connsiteY47" fmla="*/ 991204 h 1342734"/>
              <a:gd name="connsiteX48" fmla="*/ 7247153 w 10678681"/>
              <a:gd name="connsiteY48" fmla="*/ 991550 h 1342734"/>
              <a:gd name="connsiteX49" fmla="*/ 7193612 w 10678681"/>
              <a:gd name="connsiteY49" fmla="*/ 987042 h 1342734"/>
              <a:gd name="connsiteX50" fmla="*/ 7132632 w 10678681"/>
              <a:gd name="connsiteY50" fmla="*/ 1042036 h 1342734"/>
              <a:gd name="connsiteX51" fmla="*/ 7105610 w 10678681"/>
              <a:gd name="connsiteY51" fmla="*/ 1053537 h 1342734"/>
              <a:gd name="connsiteX52" fmla="*/ 7069148 w 10678681"/>
              <a:gd name="connsiteY52" fmla="*/ 1047163 h 1342734"/>
              <a:gd name="connsiteX53" fmla="*/ 7039634 w 10678681"/>
              <a:gd name="connsiteY53" fmla="*/ 1059971 h 1342734"/>
              <a:gd name="connsiteX54" fmla="*/ 7033445 w 10678681"/>
              <a:gd name="connsiteY54" fmla="*/ 1063314 h 1342734"/>
              <a:gd name="connsiteX55" fmla="*/ 6999157 w 10678681"/>
              <a:gd name="connsiteY55" fmla="*/ 1055282 h 1342734"/>
              <a:gd name="connsiteX56" fmla="*/ 6981874 w 10678681"/>
              <a:gd name="connsiteY56" fmla="*/ 1053827 h 1342734"/>
              <a:gd name="connsiteX57" fmla="*/ 6976102 w 10678681"/>
              <a:gd name="connsiteY57" fmla="*/ 1047854 h 1342734"/>
              <a:gd name="connsiteX58" fmla="*/ 6951040 w 10678681"/>
              <a:gd name="connsiteY58" fmla="*/ 1048531 h 1342734"/>
              <a:gd name="connsiteX59" fmla="*/ 6948497 w 10678681"/>
              <a:gd name="connsiteY59" fmla="*/ 1050706 h 1342734"/>
              <a:gd name="connsiteX60" fmla="*/ 6926582 w 10678681"/>
              <a:gd name="connsiteY60" fmla="*/ 1043462 h 1342734"/>
              <a:gd name="connsiteX61" fmla="*/ 6833743 w 10678681"/>
              <a:gd name="connsiteY61" fmla="*/ 1027960 h 1342734"/>
              <a:gd name="connsiteX62" fmla="*/ 6687090 w 10678681"/>
              <a:gd name="connsiteY62" fmla="*/ 1063250 h 1342734"/>
              <a:gd name="connsiteX63" fmla="*/ 6437450 w 10678681"/>
              <a:gd name="connsiteY63" fmla="*/ 1101075 h 1342734"/>
              <a:gd name="connsiteX64" fmla="*/ 6327795 w 10678681"/>
              <a:gd name="connsiteY64" fmla="*/ 1088142 h 1342734"/>
              <a:gd name="connsiteX65" fmla="*/ 6136549 w 10678681"/>
              <a:gd name="connsiteY65" fmla="*/ 1100268 h 1342734"/>
              <a:gd name="connsiteX66" fmla="*/ 6004655 w 10678681"/>
              <a:gd name="connsiteY66" fmla="*/ 1114946 h 1342734"/>
              <a:gd name="connsiteX67" fmla="*/ 5936643 w 10678681"/>
              <a:gd name="connsiteY67" fmla="*/ 1095428 h 1342734"/>
              <a:gd name="connsiteX68" fmla="*/ 5912484 w 10678681"/>
              <a:gd name="connsiteY68" fmla="*/ 1112624 h 1342734"/>
              <a:gd name="connsiteX69" fmla="*/ 5908387 w 10678681"/>
              <a:gd name="connsiteY69" fmla="*/ 1116018 h 1342734"/>
              <a:gd name="connsiteX70" fmla="*/ 5890495 w 10678681"/>
              <a:gd name="connsiteY70" fmla="*/ 1120268 h 1342734"/>
              <a:gd name="connsiteX71" fmla="*/ 5887318 w 10678681"/>
              <a:gd name="connsiteY71" fmla="*/ 1133134 h 1342734"/>
              <a:gd name="connsiteX72" fmla="*/ 5861726 w 10678681"/>
              <a:gd name="connsiteY72" fmla="*/ 1147891 h 1342734"/>
              <a:gd name="connsiteX73" fmla="*/ 5805823 w 10678681"/>
              <a:gd name="connsiteY73" fmla="*/ 1152457 h 1342734"/>
              <a:gd name="connsiteX74" fmla="*/ 5689841 w 10678681"/>
              <a:gd name="connsiteY74" fmla="*/ 1176232 h 1342734"/>
              <a:gd name="connsiteX75" fmla="*/ 5605119 w 10678681"/>
              <a:gd name="connsiteY75" fmla="*/ 1190202 h 1342734"/>
              <a:gd name="connsiteX76" fmla="*/ 5488513 w 10678681"/>
              <a:gd name="connsiteY76" fmla="*/ 1205367 h 1342734"/>
              <a:gd name="connsiteX77" fmla="*/ 5402905 w 10678681"/>
              <a:gd name="connsiteY77" fmla="*/ 1241191 h 1342734"/>
              <a:gd name="connsiteX78" fmla="*/ 5285593 w 10678681"/>
              <a:gd name="connsiteY78" fmla="*/ 1273569 h 1342734"/>
              <a:gd name="connsiteX79" fmla="*/ 5192893 w 10678681"/>
              <a:gd name="connsiteY79" fmla="*/ 1247188 h 1342734"/>
              <a:gd name="connsiteX80" fmla="*/ 5186475 w 10678681"/>
              <a:gd name="connsiteY80" fmla="*/ 1257028 h 1342734"/>
              <a:gd name="connsiteX81" fmla="*/ 5126038 w 10678681"/>
              <a:gd name="connsiteY81" fmla="*/ 1263189 h 1342734"/>
              <a:gd name="connsiteX82" fmla="*/ 4894688 w 10678681"/>
              <a:gd name="connsiteY82" fmla="*/ 1247184 h 1342734"/>
              <a:gd name="connsiteX83" fmla="*/ 4788036 w 10678681"/>
              <a:gd name="connsiteY83" fmla="*/ 1238182 h 1342734"/>
              <a:gd name="connsiteX84" fmla="*/ 4747555 w 10678681"/>
              <a:gd name="connsiteY84" fmla="*/ 1252768 h 1342734"/>
              <a:gd name="connsiteX85" fmla="*/ 4679644 w 10678681"/>
              <a:gd name="connsiteY85" fmla="*/ 1276603 h 1342734"/>
              <a:gd name="connsiteX86" fmla="*/ 4632222 w 10678681"/>
              <a:gd name="connsiteY86" fmla="*/ 1318360 h 1342734"/>
              <a:gd name="connsiteX87" fmla="*/ 4617358 w 10678681"/>
              <a:gd name="connsiteY87" fmla="*/ 1327690 h 1342734"/>
              <a:gd name="connsiteX88" fmla="*/ 4589102 w 10678681"/>
              <a:gd name="connsiteY88" fmla="*/ 1321223 h 1342734"/>
              <a:gd name="connsiteX89" fmla="*/ 4578184 w 10678681"/>
              <a:gd name="connsiteY89" fmla="*/ 1326745 h 1342734"/>
              <a:gd name="connsiteX90" fmla="*/ 4574270 w 10678681"/>
              <a:gd name="connsiteY90" fmla="*/ 1325878 h 1342734"/>
              <a:gd name="connsiteX91" fmla="*/ 4564919 w 10678681"/>
              <a:gd name="connsiteY91" fmla="*/ 1325507 h 1342734"/>
              <a:gd name="connsiteX92" fmla="*/ 4566586 w 10678681"/>
              <a:gd name="connsiteY92" fmla="*/ 1316963 h 1342734"/>
              <a:gd name="connsiteX93" fmla="*/ 4556303 w 10678681"/>
              <a:gd name="connsiteY93" fmla="*/ 1300262 h 1342734"/>
              <a:gd name="connsiteX94" fmla="*/ 4502358 w 10678681"/>
              <a:gd name="connsiteY94" fmla="*/ 1302558 h 1342734"/>
              <a:gd name="connsiteX95" fmla="*/ 4498919 w 10678681"/>
              <a:gd name="connsiteY95" fmla="*/ 1312115 h 1342734"/>
              <a:gd name="connsiteX96" fmla="*/ 4492075 w 10678681"/>
              <a:gd name="connsiteY96" fmla="*/ 1313357 h 1342734"/>
              <a:gd name="connsiteX97" fmla="*/ 4487466 w 10678681"/>
              <a:gd name="connsiteY97" fmla="*/ 1304102 h 1342734"/>
              <a:gd name="connsiteX98" fmla="*/ 4398292 w 10678681"/>
              <a:gd name="connsiteY98" fmla="*/ 1278410 h 1342734"/>
              <a:gd name="connsiteX99" fmla="*/ 4306088 w 10678681"/>
              <a:gd name="connsiteY99" fmla="*/ 1282512 h 1342734"/>
              <a:gd name="connsiteX100" fmla="*/ 4188995 w 10678681"/>
              <a:gd name="connsiteY100" fmla="*/ 1296718 h 1342734"/>
              <a:gd name="connsiteX101" fmla="*/ 4136582 w 10678681"/>
              <a:gd name="connsiteY101" fmla="*/ 1287687 h 1342734"/>
              <a:gd name="connsiteX102" fmla="*/ 4064614 w 10678681"/>
              <a:gd name="connsiteY102" fmla="*/ 1296118 h 1342734"/>
              <a:gd name="connsiteX103" fmla="*/ 3900948 w 10678681"/>
              <a:gd name="connsiteY103" fmla="*/ 1322156 h 1342734"/>
              <a:gd name="connsiteX104" fmla="*/ 3787890 w 10678681"/>
              <a:gd name="connsiteY104" fmla="*/ 1322164 h 1342734"/>
              <a:gd name="connsiteX105" fmla="*/ 3745993 w 10678681"/>
              <a:gd name="connsiteY105" fmla="*/ 1342630 h 1342734"/>
              <a:gd name="connsiteX106" fmla="*/ 3675785 w 10678681"/>
              <a:gd name="connsiteY106" fmla="*/ 1326802 h 1342734"/>
              <a:gd name="connsiteX107" fmla="*/ 3623856 w 10678681"/>
              <a:gd name="connsiteY107" fmla="*/ 1290804 h 1342734"/>
              <a:gd name="connsiteX108" fmla="*/ 3564933 w 10678681"/>
              <a:gd name="connsiteY108" fmla="*/ 1287147 h 1342734"/>
              <a:gd name="connsiteX109" fmla="*/ 3550537 w 10678681"/>
              <a:gd name="connsiteY109" fmla="*/ 1317552 h 1342734"/>
              <a:gd name="connsiteX110" fmla="*/ 3487736 w 10678681"/>
              <a:gd name="connsiteY110" fmla="*/ 1303493 h 1342734"/>
              <a:gd name="connsiteX111" fmla="*/ 3392548 w 10678681"/>
              <a:gd name="connsiteY111" fmla="*/ 1278741 h 1342734"/>
              <a:gd name="connsiteX112" fmla="*/ 3337466 w 10678681"/>
              <a:gd name="connsiteY112" fmla="*/ 1272537 h 1342734"/>
              <a:gd name="connsiteX113" fmla="*/ 3175981 w 10678681"/>
              <a:gd name="connsiteY113" fmla="*/ 1208973 h 1342734"/>
              <a:gd name="connsiteX114" fmla="*/ 3036856 w 10678681"/>
              <a:gd name="connsiteY114" fmla="*/ 1214383 h 1342734"/>
              <a:gd name="connsiteX115" fmla="*/ 2824973 w 10678681"/>
              <a:gd name="connsiteY115" fmla="*/ 1134864 h 1342734"/>
              <a:gd name="connsiteX116" fmla="*/ 2804398 w 10678681"/>
              <a:gd name="connsiteY116" fmla="*/ 1125556 h 1342734"/>
              <a:gd name="connsiteX117" fmla="*/ 2736109 w 10678681"/>
              <a:gd name="connsiteY117" fmla="*/ 1137717 h 1342734"/>
              <a:gd name="connsiteX118" fmla="*/ 2659096 w 10678681"/>
              <a:gd name="connsiteY118" fmla="*/ 1150294 h 1342734"/>
              <a:gd name="connsiteX119" fmla="*/ 2567088 w 10678681"/>
              <a:gd name="connsiteY119" fmla="*/ 1181781 h 1342734"/>
              <a:gd name="connsiteX120" fmla="*/ 2454501 w 10678681"/>
              <a:gd name="connsiteY120" fmla="*/ 1155455 h 1342734"/>
              <a:gd name="connsiteX121" fmla="*/ 2385161 w 10678681"/>
              <a:gd name="connsiteY121" fmla="*/ 1161312 h 1342734"/>
              <a:gd name="connsiteX122" fmla="*/ 2273361 w 10678681"/>
              <a:gd name="connsiteY122" fmla="*/ 1134090 h 1342734"/>
              <a:gd name="connsiteX123" fmla="*/ 2132003 w 10678681"/>
              <a:gd name="connsiteY123" fmla="*/ 1139225 h 1342734"/>
              <a:gd name="connsiteX124" fmla="*/ 2041224 w 10678681"/>
              <a:gd name="connsiteY124" fmla="*/ 1147536 h 1342734"/>
              <a:gd name="connsiteX125" fmla="*/ 2010157 w 10678681"/>
              <a:gd name="connsiteY125" fmla="*/ 1152767 h 1342734"/>
              <a:gd name="connsiteX126" fmla="*/ 1859213 w 10678681"/>
              <a:gd name="connsiteY126" fmla="*/ 1199540 h 1342734"/>
              <a:gd name="connsiteX127" fmla="*/ 1735877 w 10678681"/>
              <a:gd name="connsiteY127" fmla="*/ 1246527 h 1342734"/>
              <a:gd name="connsiteX128" fmla="*/ 1705069 w 10678681"/>
              <a:gd name="connsiteY128" fmla="*/ 1251989 h 1342734"/>
              <a:gd name="connsiteX129" fmla="*/ 1307888 w 10678681"/>
              <a:gd name="connsiteY129" fmla="*/ 1283156 h 1342734"/>
              <a:gd name="connsiteX130" fmla="*/ 1220734 w 10678681"/>
              <a:gd name="connsiteY130" fmla="*/ 1257811 h 1342734"/>
              <a:gd name="connsiteX131" fmla="*/ 1021737 w 10678681"/>
              <a:gd name="connsiteY131" fmla="*/ 1238739 h 1342734"/>
              <a:gd name="connsiteX132" fmla="*/ 959820 w 10678681"/>
              <a:gd name="connsiteY132" fmla="*/ 1275863 h 1342734"/>
              <a:gd name="connsiteX133" fmla="*/ 929137 w 10678681"/>
              <a:gd name="connsiteY133" fmla="*/ 1273957 h 1342734"/>
              <a:gd name="connsiteX134" fmla="*/ 878849 w 10678681"/>
              <a:gd name="connsiteY134" fmla="*/ 1266740 h 1342734"/>
              <a:gd name="connsiteX135" fmla="*/ 800667 w 10678681"/>
              <a:gd name="connsiteY135" fmla="*/ 1282041 h 1342734"/>
              <a:gd name="connsiteX136" fmla="*/ 644906 w 10678681"/>
              <a:gd name="connsiteY136" fmla="*/ 1273685 h 1342734"/>
              <a:gd name="connsiteX137" fmla="*/ 379869 w 10678681"/>
              <a:gd name="connsiteY137" fmla="*/ 1339165 h 1342734"/>
              <a:gd name="connsiteX138" fmla="*/ 137696 w 10678681"/>
              <a:gd name="connsiteY138" fmla="*/ 1319217 h 1342734"/>
              <a:gd name="connsiteX139" fmla="*/ 54250 w 10678681"/>
              <a:gd name="connsiteY139" fmla="*/ 1315838 h 1342734"/>
              <a:gd name="connsiteX140" fmla="*/ 28042 w 10678681"/>
              <a:gd name="connsiteY140" fmla="*/ 1297822 h 1342734"/>
              <a:gd name="connsiteX141" fmla="*/ 0 w 10678681"/>
              <a:gd name="connsiteY141" fmla="*/ 1294612 h 1342734"/>
              <a:gd name="connsiteX142" fmla="*/ 0 w 10678681"/>
              <a:gd name="connsiteY142" fmla="*/ 0 h 1342734"/>
              <a:gd name="connsiteX0" fmla="*/ 0 w 10678681"/>
              <a:gd name="connsiteY0" fmla="*/ 0 h 1342734"/>
              <a:gd name="connsiteX1" fmla="*/ 10678681 w 10678681"/>
              <a:gd name="connsiteY1" fmla="*/ 0 h 1342734"/>
              <a:gd name="connsiteX2" fmla="*/ 10666019 w 10678681"/>
              <a:gd name="connsiteY2" fmla="*/ 7876 h 1342734"/>
              <a:gd name="connsiteX3" fmla="*/ 10632825 w 10678681"/>
              <a:gd name="connsiteY3" fmla="*/ 32153 h 1342734"/>
              <a:gd name="connsiteX4" fmla="*/ 10510605 w 10678681"/>
              <a:gd name="connsiteY4" fmla="*/ 30449 h 1342734"/>
              <a:gd name="connsiteX5" fmla="*/ 10456989 w 10678681"/>
              <a:gd name="connsiteY5" fmla="*/ 979 h 1342734"/>
              <a:gd name="connsiteX6" fmla="*/ 10438642 w 10678681"/>
              <a:gd name="connsiteY6" fmla="*/ 1524 h 1342734"/>
              <a:gd name="connsiteX7" fmla="*/ 10407146 w 10678681"/>
              <a:gd name="connsiteY7" fmla="*/ 43659 h 1342734"/>
              <a:gd name="connsiteX8" fmla="*/ 10341159 w 10678681"/>
              <a:gd name="connsiteY8" fmla="*/ 103824 h 1342734"/>
              <a:gd name="connsiteX9" fmla="*/ 10244930 w 10678681"/>
              <a:gd name="connsiteY9" fmla="*/ 94599 h 1342734"/>
              <a:gd name="connsiteX10" fmla="*/ 10115334 w 10678681"/>
              <a:gd name="connsiteY10" fmla="*/ 155658 h 1342734"/>
              <a:gd name="connsiteX11" fmla="*/ 10068157 w 10678681"/>
              <a:gd name="connsiteY11" fmla="*/ 215673 h 1342734"/>
              <a:gd name="connsiteX12" fmla="*/ 10045431 w 10678681"/>
              <a:gd name="connsiteY12" fmla="*/ 229568 h 1342734"/>
              <a:gd name="connsiteX13" fmla="*/ 9929077 w 10678681"/>
              <a:gd name="connsiteY13" fmla="*/ 254478 h 1342734"/>
              <a:gd name="connsiteX14" fmla="*/ 9840045 w 10678681"/>
              <a:gd name="connsiteY14" fmla="*/ 223033 h 1342734"/>
              <a:gd name="connsiteX15" fmla="*/ 9679638 w 10678681"/>
              <a:gd name="connsiteY15" fmla="*/ 277462 h 1342734"/>
              <a:gd name="connsiteX16" fmla="*/ 9498347 w 10678681"/>
              <a:gd name="connsiteY16" fmla="*/ 244723 h 1342734"/>
              <a:gd name="connsiteX17" fmla="*/ 9399702 w 10678681"/>
              <a:gd name="connsiteY17" fmla="*/ 276316 h 1342734"/>
              <a:gd name="connsiteX18" fmla="*/ 9378439 w 10678681"/>
              <a:gd name="connsiteY18" fmla="*/ 326244 h 1342734"/>
              <a:gd name="connsiteX19" fmla="*/ 9121744 w 10678681"/>
              <a:gd name="connsiteY19" fmla="*/ 365177 h 1342734"/>
              <a:gd name="connsiteX20" fmla="*/ 9061654 w 10678681"/>
              <a:gd name="connsiteY20" fmla="*/ 393730 h 1342734"/>
              <a:gd name="connsiteX21" fmla="*/ 8997577 w 10678681"/>
              <a:gd name="connsiteY21" fmla="*/ 380865 h 1342734"/>
              <a:gd name="connsiteX22" fmla="*/ 8907968 w 10678681"/>
              <a:gd name="connsiteY22" fmla="*/ 447345 h 1342734"/>
              <a:gd name="connsiteX23" fmla="*/ 8764163 w 10678681"/>
              <a:gd name="connsiteY23" fmla="*/ 471000 h 1342734"/>
              <a:gd name="connsiteX24" fmla="*/ 8680155 w 10678681"/>
              <a:gd name="connsiteY24" fmla="*/ 492404 h 1342734"/>
              <a:gd name="connsiteX25" fmla="*/ 8651436 w 10678681"/>
              <a:gd name="connsiteY25" fmla="*/ 511923 h 1342734"/>
              <a:gd name="connsiteX26" fmla="*/ 8609185 w 10678681"/>
              <a:gd name="connsiteY26" fmla="*/ 531525 h 1342734"/>
              <a:gd name="connsiteX27" fmla="*/ 8537091 w 10678681"/>
              <a:gd name="connsiteY27" fmla="*/ 574933 h 1342734"/>
              <a:gd name="connsiteX28" fmla="*/ 8435931 w 10678681"/>
              <a:gd name="connsiteY28" fmla="*/ 617926 h 1342734"/>
              <a:gd name="connsiteX29" fmla="*/ 8348623 w 10678681"/>
              <a:gd name="connsiteY29" fmla="*/ 600607 h 1342734"/>
              <a:gd name="connsiteX30" fmla="*/ 8344233 w 10678681"/>
              <a:gd name="connsiteY30" fmla="*/ 610922 h 1342734"/>
              <a:gd name="connsiteX31" fmla="*/ 8290622 w 10678681"/>
              <a:gd name="connsiteY31" fmla="*/ 622687 h 1342734"/>
              <a:gd name="connsiteX32" fmla="*/ 8086698 w 10678681"/>
              <a:gd name="connsiteY32" fmla="*/ 605185 h 1342734"/>
              <a:gd name="connsiteX33" fmla="*/ 7982378 w 10678681"/>
              <a:gd name="connsiteY33" fmla="*/ 629799 h 1342734"/>
              <a:gd name="connsiteX34" fmla="*/ 7947952 w 10678681"/>
              <a:gd name="connsiteY34" fmla="*/ 648003 h 1342734"/>
              <a:gd name="connsiteX35" fmla="*/ 7890112 w 10678681"/>
              <a:gd name="connsiteY35" fmla="*/ 677915 h 1342734"/>
              <a:gd name="connsiteX36" fmla="*/ 7853284 w 10678681"/>
              <a:gd name="connsiteY36" fmla="*/ 723588 h 1342734"/>
              <a:gd name="connsiteX37" fmla="*/ 7802383 w 10678681"/>
              <a:gd name="connsiteY37" fmla="*/ 739359 h 1342734"/>
              <a:gd name="connsiteX38" fmla="*/ 7730518 w 10678681"/>
              <a:gd name="connsiteY38" fmla="*/ 739526 h 1342734"/>
              <a:gd name="connsiteX39" fmla="*/ 7652907 w 10678681"/>
              <a:gd name="connsiteY39" fmla="*/ 783273 h 1342734"/>
              <a:gd name="connsiteX40" fmla="*/ 7606008 w 10678681"/>
              <a:gd name="connsiteY40" fmla="*/ 800717 h 1342734"/>
              <a:gd name="connsiteX41" fmla="*/ 7480223 w 10678681"/>
              <a:gd name="connsiteY41" fmla="*/ 856821 h 1342734"/>
              <a:gd name="connsiteX42" fmla="*/ 7356005 w 10678681"/>
              <a:gd name="connsiteY42" fmla="*/ 919462 h 1342734"/>
              <a:gd name="connsiteX43" fmla="*/ 7305396 w 10678681"/>
              <a:gd name="connsiteY43" fmla="*/ 986228 h 1342734"/>
              <a:gd name="connsiteX44" fmla="*/ 7266251 w 10678681"/>
              <a:gd name="connsiteY44" fmla="*/ 967864 h 1342734"/>
              <a:gd name="connsiteX45" fmla="*/ 7269396 w 10678681"/>
              <a:gd name="connsiteY45" fmla="*/ 989282 h 1342734"/>
              <a:gd name="connsiteX46" fmla="*/ 7258094 w 10678681"/>
              <a:gd name="connsiteY46" fmla="*/ 990679 h 1342734"/>
              <a:gd name="connsiteX47" fmla="*/ 7257893 w 10678681"/>
              <a:gd name="connsiteY47" fmla="*/ 991204 h 1342734"/>
              <a:gd name="connsiteX48" fmla="*/ 7247153 w 10678681"/>
              <a:gd name="connsiteY48" fmla="*/ 991550 h 1342734"/>
              <a:gd name="connsiteX49" fmla="*/ 7193612 w 10678681"/>
              <a:gd name="connsiteY49" fmla="*/ 987042 h 1342734"/>
              <a:gd name="connsiteX50" fmla="*/ 7132632 w 10678681"/>
              <a:gd name="connsiteY50" fmla="*/ 1042036 h 1342734"/>
              <a:gd name="connsiteX51" fmla="*/ 7105610 w 10678681"/>
              <a:gd name="connsiteY51" fmla="*/ 1053537 h 1342734"/>
              <a:gd name="connsiteX52" fmla="*/ 7069148 w 10678681"/>
              <a:gd name="connsiteY52" fmla="*/ 1047163 h 1342734"/>
              <a:gd name="connsiteX53" fmla="*/ 7039634 w 10678681"/>
              <a:gd name="connsiteY53" fmla="*/ 1059971 h 1342734"/>
              <a:gd name="connsiteX54" fmla="*/ 7033445 w 10678681"/>
              <a:gd name="connsiteY54" fmla="*/ 1063314 h 1342734"/>
              <a:gd name="connsiteX55" fmla="*/ 6999157 w 10678681"/>
              <a:gd name="connsiteY55" fmla="*/ 1055282 h 1342734"/>
              <a:gd name="connsiteX56" fmla="*/ 6981874 w 10678681"/>
              <a:gd name="connsiteY56" fmla="*/ 1053827 h 1342734"/>
              <a:gd name="connsiteX57" fmla="*/ 6976102 w 10678681"/>
              <a:gd name="connsiteY57" fmla="*/ 1047854 h 1342734"/>
              <a:gd name="connsiteX58" fmla="*/ 6951040 w 10678681"/>
              <a:gd name="connsiteY58" fmla="*/ 1048531 h 1342734"/>
              <a:gd name="connsiteX59" fmla="*/ 6948497 w 10678681"/>
              <a:gd name="connsiteY59" fmla="*/ 1050706 h 1342734"/>
              <a:gd name="connsiteX60" fmla="*/ 6926582 w 10678681"/>
              <a:gd name="connsiteY60" fmla="*/ 1043462 h 1342734"/>
              <a:gd name="connsiteX61" fmla="*/ 6833743 w 10678681"/>
              <a:gd name="connsiteY61" fmla="*/ 1027960 h 1342734"/>
              <a:gd name="connsiteX62" fmla="*/ 6687090 w 10678681"/>
              <a:gd name="connsiteY62" fmla="*/ 1063250 h 1342734"/>
              <a:gd name="connsiteX63" fmla="*/ 6437450 w 10678681"/>
              <a:gd name="connsiteY63" fmla="*/ 1101075 h 1342734"/>
              <a:gd name="connsiteX64" fmla="*/ 6327795 w 10678681"/>
              <a:gd name="connsiteY64" fmla="*/ 1088142 h 1342734"/>
              <a:gd name="connsiteX65" fmla="*/ 6136549 w 10678681"/>
              <a:gd name="connsiteY65" fmla="*/ 1100268 h 1342734"/>
              <a:gd name="connsiteX66" fmla="*/ 6004655 w 10678681"/>
              <a:gd name="connsiteY66" fmla="*/ 1114946 h 1342734"/>
              <a:gd name="connsiteX67" fmla="*/ 5936643 w 10678681"/>
              <a:gd name="connsiteY67" fmla="*/ 1095428 h 1342734"/>
              <a:gd name="connsiteX68" fmla="*/ 5912484 w 10678681"/>
              <a:gd name="connsiteY68" fmla="*/ 1112624 h 1342734"/>
              <a:gd name="connsiteX69" fmla="*/ 5908387 w 10678681"/>
              <a:gd name="connsiteY69" fmla="*/ 1116018 h 1342734"/>
              <a:gd name="connsiteX70" fmla="*/ 5890495 w 10678681"/>
              <a:gd name="connsiteY70" fmla="*/ 1120268 h 1342734"/>
              <a:gd name="connsiteX71" fmla="*/ 5887318 w 10678681"/>
              <a:gd name="connsiteY71" fmla="*/ 1133134 h 1342734"/>
              <a:gd name="connsiteX72" fmla="*/ 5861726 w 10678681"/>
              <a:gd name="connsiteY72" fmla="*/ 1147891 h 1342734"/>
              <a:gd name="connsiteX73" fmla="*/ 5805823 w 10678681"/>
              <a:gd name="connsiteY73" fmla="*/ 1152457 h 1342734"/>
              <a:gd name="connsiteX74" fmla="*/ 5689841 w 10678681"/>
              <a:gd name="connsiteY74" fmla="*/ 1176232 h 1342734"/>
              <a:gd name="connsiteX75" fmla="*/ 5605119 w 10678681"/>
              <a:gd name="connsiteY75" fmla="*/ 1190202 h 1342734"/>
              <a:gd name="connsiteX76" fmla="*/ 5488513 w 10678681"/>
              <a:gd name="connsiteY76" fmla="*/ 1205367 h 1342734"/>
              <a:gd name="connsiteX77" fmla="*/ 5402905 w 10678681"/>
              <a:gd name="connsiteY77" fmla="*/ 1241191 h 1342734"/>
              <a:gd name="connsiteX78" fmla="*/ 5285593 w 10678681"/>
              <a:gd name="connsiteY78" fmla="*/ 1273569 h 1342734"/>
              <a:gd name="connsiteX79" fmla="*/ 5192893 w 10678681"/>
              <a:gd name="connsiteY79" fmla="*/ 1247188 h 1342734"/>
              <a:gd name="connsiteX80" fmla="*/ 5186475 w 10678681"/>
              <a:gd name="connsiteY80" fmla="*/ 1257028 h 1342734"/>
              <a:gd name="connsiteX81" fmla="*/ 5126038 w 10678681"/>
              <a:gd name="connsiteY81" fmla="*/ 1263189 h 1342734"/>
              <a:gd name="connsiteX82" fmla="*/ 4894688 w 10678681"/>
              <a:gd name="connsiteY82" fmla="*/ 1247184 h 1342734"/>
              <a:gd name="connsiteX83" fmla="*/ 4788036 w 10678681"/>
              <a:gd name="connsiteY83" fmla="*/ 1238182 h 1342734"/>
              <a:gd name="connsiteX84" fmla="*/ 4747555 w 10678681"/>
              <a:gd name="connsiteY84" fmla="*/ 1252768 h 1342734"/>
              <a:gd name="connsiteX85" fmla="*/ 4679644 w 10678681"/>
              <a:gd name="connsiteY85" fmla="*/ 1276603 h 1342734"/>
              <a:gd name="connsiteX86" fmla="*/ 4632222 w 10678681"/>
              <a:gd name="connsiteY86" fmla="*/ 1318360 h 1342734"/>
              <a:gd name="connsiteX87" fmla="*/ 4617358 w 10678681"/>
              <a:gd name="connsiteY87" fmla="*/ 1327690 h 1342734"/>
              <a:gd name="connsiteX88" fmla="*/ 4589102 w 10678681"/>
              <a:gd name="connsiteY88" fmla="*/ 1321223 h 1342734"/>
              <a:gd name="connsiteX89" fmla="*/ 4578184 w 10678681"/>
              <a:gd name="connsiteY89" fmla="*/ 1326745 h 1342734"/>
              <a:gd name="connsiteX90" fmla="*/ 4574270 w 10678681"/>
              <a:gd name="connsiteY90" fmla="*/ 1325878 h 1342734"/>
              <a:gd name="connsiteX91" fmla="*/ 4564919 w 10678681"/>
              <a:gd name="connsiteY91" fmla="*/ 1325507 h 1342734"/>
              <a:gd name="connsiteX92" fmla="*/ 4566586 w 10678681"/>
              <a:gd name="connsiteY92" fmla="*/ 1316963 h 1342734"/>
              <a:gd name="connsiteX93" fmla="*/ 4556303 w 10678681"/>
              <a:gd name="connsiteY93" fmla="*/ 1300262 h 1342734"/>
              <a:gd name="connsiteX94" fmla="*/ 4502358 w 10678681"/>
              <a:gd name="connsiteY94" fmla="*/ 1302558 h 1342734"/>
              <a:gd name="connsiteX95" fmla="*/ 4498919 w 10678681"/>
              <a:gd name="connsiteY95" fmla="*/ 1312115 h 1342734"/>
              <a:gd name="connsiteX96" fmla="*/ 4492075 w 10678681"/>
              <a:gd name="connsiteY96" fmla="*/ 1313357 h 1342734"/>
              <a:gd name="connsiteX97" fmla="*/ 4487466 w 10678681"/>
              <a:gd name="connsiteY97" fmla="*/ 1304102 h 1342734"/>
              <a:gd name="connsiteX98" fmla="*/ 4398292 w 10678681"/>
              <a:gd name="connsiteY98" fmla="*/ 1278410 h 1342734"/>
              <a:gd name="connsiteX99" fmla="*/ 4306088 w 10678681"/>
              <a:gd name="connsiteY99" fmla="*/ 1282512 h 1342734"/>
              <a:gd name="connsiteX100" fmla="*/ 4188995 w 10678681"/>
              <a:gd name="connsiteY100" fmla="*/ 1296718 h 1342734"/>
              <a:gd name="connsiteX101" fmla="*/ 4136582 w 10678681"/>
              <a:gd name="connsiteY101" fmla="*/ 1287687 h 1342734"/>
              <a:gd name="connsiteX102" fmla="*/ 4064614 w 10678681"/>
              <a:gd name="connsiteY102" fmla="*/ 1296118 h 1342734"/>
              <a:gd name="connsiteX103" fmla="*/ 3900948 w 10678681"/>
              <a:gd name="connsiteY103" fmla="*/ 1322156 h 1342734"/>
              <a:gd name="connsiteX104" fmla="*/ 3787890 w 10678681"/>
              <a:gd name="connsiteY104" fmla="*/ 1322164 h 1342734"/>
              <a:gd name="connsiteX105" fmla="*/ 3745993 w 10678681"/>
              <a:gd name="connsiteY105" fmla="*/ 1342630 h 1342734"/>
              <a:gd name="connsiteX106" fmla="*/ 3675785 w 10678681"/>
              <a:gd name="connsiteY106" fmla="*/ 1326802 h 1342734"/>
              <a:gd name="connsiteX107" fmla="*/ 3623856 w 10678681"/>
              <a:gd name="connsiteY107" fmla="*/ 1290804 h 1342734"/>
              <a:gd name="connsiteX108" fmla="*/ 3564933 w 10678681"/>
              <a:gd name="connsiteY108" fmla="*/ 1287147 h 1342734"/>
              <a:gd name="connsiteX109" fmla="*/ 3550537 w 10678681"/>
              <a:gd name="connsiteY109" fmla="*/ 1317552 h 1342734"/>
              <a:gd name="connsiteX110" fmla="*/ 3487736 w 10678681"/>
              <a:gd name="connsiteY110" fmla="*/ 1303493 h 1342734"/>
              <a:gd name="connsiteX111" fmla="*/ 3392548 w 10678681"/>
              <a:gd name="connsiteY111" fmla="*/ 1278741 h 1342734"/>
              <a:gd name="connsiteX112" fmla="*/ 3337466 w 10678681"/>
              <a:gd name="connsiteY112" fmla="*/ 1272537 h 1342734"/>
              <a:gd name="connsiteX113" fmla="*/ 3175981 w 10678681"/>
              <a:gd name="connsiteY113" fmla="*/ 1208973 h 1342734"/>
              <a:gd name="connsiteX114" fmla="*/ 3036856 w 10678681"/>
              <a:gd name="connsiteY114" fmla="*/ 1214383 h 1342734"/>
              <a:gd name="connsiteX115" fmla="*/ 2824973 w 10678681"/>
              <a:gd name="connsiteY115" fmla="*/ 1134864 h 1342734"/>
              <a:gd name="connsiteX116" fmla="*/ 2804398 w 10678681"/>
              <a:gd name="connsiteY116" fmla="*/ 1125556 h 1342734"/>
              <a:gd name="connsiteX117" fmla="*/ 2736109 w 10678681"/>
              <a:gd name="connsiteY117" fmla="*/ 1137717 h 1342734"/>
              <a:gd name="connsiteX118" fmla="*/ 2659096 w 10678681"/>
              <a:gd name="connsiteY118" fmla="*/ 1150294 h 1342734"/>
              <a:gd name="connsiteX119" fmla="*/ 2567088 w 10678681"/>
              <a:gd name="connsiteY119" fmla="*/ 1181781 h 1342734"/>
              <a:gd name="connsiteX120" fmla="*/ 2454501 w 10678681"/>
              <a:gd name="connsiteY120" fmla="*/ 1155455 h 1342734"/>
              <a:gd name="connsiteX121" fmla="*/ 2385161 w 10678681"/>
              <a:gd name="connsiteY121" fmla="*/ 1161312 h 1342734"/>
              <a:gd name="connsiteX122" fmla="*/ 2273361 w 10678681"/>
              <a:gd name="connsiteY122" fmla="*/ 1134090 h 1342734"/>
              <a:gd name="connsiteX123" fmla="*/ 2132003 w 10678681"/>
              <a:gd name="connsiteY123" fmla="*/ 1139225 h 1342734"/>
              <a:gd name="connsiteX124" fmla="*/ 2041224 w 10678681"/>
              <a:gd name="connsiteY124" fmla="*/ 1147536 h 1342734"/>
              <a:gd name="connsiteX125" fmla="*/ 2010157 w 10678681"/>
              <a:gd name="connsiteY125" fmla="*/ 1152767 h 1342734"/>
              <a:gd name="connsiteX126" fmla="*/ 1859213 w 10678681"/>
              <a:gd name="connsiteY126" fmla="*/ 1199540 h 1342734"/>
              <a:gd name="connsiteX127" fmla="*/ 1735877 w 10678681"/>
              <a:gd name="connsiteY127" fmla="*/ 1246527 h 1342734"/>
              <a:gd name="connsiteX128" fmla="*/ 1705069 w 10678681"/>
              <a:gd name="connsiteY128" fmla="*/ 1251989 h 1342734"/>
              <a:gd name="connsiteX129" fmla="*/ 1307888 w 10678681"/>
              <a:gd name="connsiteY129" fmla="*/ 1283156 h 1342734"/>
              <a:gd name="connsiteX130" fmla="*/ 1220734 w 10678681"/>
              <a:gd name="connsiteY130" fmla="*/ 1257811 h 1342734"/>
              <a:gd name="connsiteX131" fmla="*/ 1021737 w 10678681"/>
              <a:gd name="connsiteY131" fmla="*/ 1238739 h 1342734"/>
              <a:gd name="connsiteX132" fmla="*/ 959820 w 10678681"/>
              <a:gd name="connsiteY132" fmla="*/ 1275863 h 1342734"/>
              <a:gd name="connsiteX133" fmla="*/ 929137 w 10678681"/>
              <a:gd name="connsiteY133" fmla="*/ 1273957 h 1342734"/>
              <a:gd name="connsiteX134" fmla="*/ 878849 w 10678681"/>
              <a:gd name="connsiteY134" fmla="*/ 1266740 h 1342734"/>
              <a:gd name="connsiteX135" fmla="*/ 800667 w 10678681"/>
              <a:gd name="connsiteY135" fmla="*/ 1282041 h 1342734"/>
              <a:gd name="connsiteX136" fmla="*/ 644906 w 10678681"/>
              <a:gd name="connsiteY136" fmla="*/ 1273685 h 1342734"/>
              <a:gd name="connsiteX137" fmla="*/ 379869 w 10678681"/>
              <a:gd name="connsiteY137" fmla="*/ 1339165 h 1342734"/>
              <a:gd name="connsiteX138" fmla="*/ 137696 w 10678681"/>
              <a:gd name="connsiteY138" fmla="*/ 1319217 h 1342734"/>
              <a:gd name="connsiteX139" fmla="*/ 54250 w 10678681"/>
              <a:gd name="connsiteY139" fmla="*/ 1315838 h 1342734"/>
              <a:gd name="connsiteX140" fmla="*/ 28042 w 10678681"/>
              <a:gd name="connsiteY140" fmla="*/ 1297822 h 1342734"/>
              <a:gd name="connsiteX141" fmla="*/ 0 w 10678681"/>
              <a:gd name="connsiteY141" fmla="*/ 1294612 h 1342734"/>
              <a:gd name="connsiteX142" fmla="*/ 0 w 10678681"/>
              <a:gd name="connsiteY142" fmla="*/ 0 h 1342734"/>
              <a:gd name="connsiteX0" fmla="*/ 0 w 10678681"/>
              <a:gd name="connsiteY0" fmla="*/ 0 h 1342734"/>
              <a:gd name="connsiteX1" fmla="*/ 10678681 w 10678681"/>
              <a:gd name="connsiteY1" fmla="*/ 0 h 1342734"/>
              <a:gd name="connsiteX2" fmla="*/ 10666019 w 10678681"/>
              <a:gd name="connsiteY2" fmla="*/ 7876 h 1342734"/>
              <a:gd name="connsiteX3" fmla="*/ 10632825 w 10678681"/>
              <a:gd name="connsiteY3" fmla="*/ 32153 h 1342734"/>
              <a:gd name="connsiteX4" fmla="*/ 10516219 w 10678681"/>
              <a:gd name="connsiteY4" fmla="*/ 45588 h 1342734"/>
              <a:gd name="connsiteX5" fmla="*/ 10456989 w 10678681"/>
              <a:gd name="connsiteY5" fmla="*/ 979 h 1342734"/>
              <a:gd name="connsiteX6" fmla="*/ 10438642 w 10678681"/>
              <a:gd name="connsiteY6" fmla="*/ 1524 h 1342734"/>
              <a:gd name="connsiteX7" fmla="*/ 10407146 w 10678681"/>
              <a:gd name="connsiteY7" fmla="*/ 43659 h 1342734"/>
              <a:gd name="connsiteX8" fmla="*/ 10341159 w 10678681"/>
              <a:gd name="connsiteY8" fmla="*/ 103824 h 1342734"/>
              <a:gd name="connsiteX9" fmla="*/ 10244930 w 10678681"/>
              <a:gd name="connsiteY9" fmla="*/ 94599 h 1342734"/>
              <a:gd name="connsiteX10" fmla="*/ 10115334 w 10678681"/>
              <a:gd name="connsiteY10" fmla="*/ 155658 h 1342734"/>
              <a:gd name="connsiteX11" fmla="*/ 10068157 w 10678681"/>
              <a:gd name="connsiteY11" fmla="*/ 215673 h 1342734"/>
              <a:gd name="connsiteX12" fmla="*/ 10045431 w 10678681"/>
              <a:gd name="connsiteY12" fmla="*/ 229568 h 1342734"/>
              <a:gd name="connsiteX13" fmla="*/ 9929077 w 10678681"/>
              <a:gd name="connsiteY13" fmla="*/ 254478 h 1342734"/>
              <a:gd name="connsiteX14" fmla="*/ 9840045 w 10678681"/>
              <a:gd name="connsiteY14" fmla="*/ 223033 h 1342734"/>
              <a:gd name="connsiteX15" fmla="*/ 9679638 w 10678681"/>
              <a:gd name="connsiteY15" fmla="*/ 277462 h 1342734"/>
              <a:gd name="connsiteX16" fmla="*/ 9498347 w 10678681"/>
              <a:gd name="connsiteY16" fmla="*/ 244723 h 1342734"/>
              <a:gd name="connsiteX17" fmla="*/ 9399702 w 10678681"/>
              <a:gd name="connsiteY17" fmla="*/ 276316 h 1342734"/>
              <a:gd name="connsiteX18" fmla="*/ 9378439 w 10678681"/>
              <a:gd name="connsiteY18" fmla="*/ 326244 h 1342734"/>
              <a:gd name="connsiteX19" fmla="*/ 9121744 w 10678681"/>
              <a:gd name="connsiteY19" fmla="*/ 365177 h 1342734"/>
              <a:gd name="connsiteX20" fmla="*/ 9061654 w 10678681"/>
              <a:gd name="connsiteY20" fmla="*/ 393730 h 1342734"/>
              <a:gd name="connsiteX21" fmla="*/ 8997577 w 10678681"/>
              <a:gd name="connsiteY21" fmla="*/ 380865 h 1342734"/>
              <a:gd name="connsiteX22" fmla="*/ 8907968 w 10678681"/>
              <a:gd name="connsiteY22" fmla="*/ 447345 h 1342734"/>
              <a:gd name="connsiteX23" fmla="*/ 8764163 w 10678681"/>
              <a:gd name="connsiteY23" fmla="*/ 471000 h 1342734"/>
              <a:gd name="connsiteX24" fmla="*/ 8680155 w 10678681"/>
              <a:gd name="connsiteY24" fmla="*/ 492404 h 1342734"/>
              <a:gd name="connsiteX25" fmla="*/ 8651436 w 10678681"/>
              <a:gd name="connsiteY25" fmla="*/ 511923 h 1342734"/>
              <a:gd name="connsiteX26" fmla="*/ 8609185 w 10678681"/>
              <a:gd name="connsiteY26" fmla="*/ 531525 h 1342734"/>
              <a:gd name="connsiteX27" fmla="*/ 8537091 w 10678681"/>
              <a:gd name="connsiteY27" fmla="*/ 574933 h 1342734"/>
              <a:gd name="connsiteX28" fmla="*/ 8435931 w 10678681"/>
              <a:gd name="connsiteY28" fmla="*/ 617926 h 1342734"/>
              <a:gd name="connsiteX29" fmla="*/ 8348623 w 10678681"/>
              <a:gd name="connsiteY29" fmla="*/ 600607 h 1342734"/>
              <a:gd name="connsiteX30" fmla="*/ 8344233 w 10678681"/>
              <a:gd name="connsiteY30" fmla="*/ 610922 h 1342734"/>
              <a:gd name="connsiteX31" fmla="*/ 8290622 w 10678681"/>
              <a:gd name="connsiteY31" fmla="*/ 622687 h 1342734"/>
              <a:gd name="connsiteX32" fmla="*/ 8086698 w 10678681"/>
              <a:gd name="connsiteY32" fmla="*/ 605185 h 1342734"/>
              <a:gd name="connsiteX33" fmla="*/ 7982378 w 10678681"/>
              <a:gd name="connsiteY33" fmla="*/ 629799 h 1342734"/>
              <a:gd name="connsiteX34" fmla="*/ 7947952 w 10678681"/>
              <a:gd name="connsiteY34" fmla="*/ 648003 h 1342734"/>
              <a:gd name="connsiteX35" fmla="*/ 7890112 w 10678681"/>
              <a:gd name="connsiteY35" fmla="*/ 677915 h 1342734"/>
              <a:gd name="connsiteX36" fmla="*/ 7853284 w 10678681"/>
              <a:gd name="connsiteY36" fmla="*/ 723588 h 1342734"/>
              <a:gd name="connsiteX37" fmla="*/ 7802383 w 10678681"/>
              <a:gd name="connsiteY37" fmla="*/ 739359 h 1342734"/>
              <a:gd name="connsiteX38" fmla="*/ 7730518 w 10678681"/>
              <a:gd name="connsiteY38" fmla="*/ 739526 h 1342734"/>
              <a:gd name="connsiteX39" fmla="*/ 7652907 w 10678681"/>
              <a:gd name="connsiteY39" fmla="*/ 783273 h 1342734"/>
              <a:gd name="connsiteX40" fmla="*/ 7606008 w 10678681"/>
              <a:gd name="connsiteY40" fmla="*/ 800717 h 1342734"/>
              <a:gd name="connsiteX41" fmla="*/ 7480223 w 10678681"/>
              <a:gd name="connsiteY41" fmla="*/ 856821 h 1342734"/>
              <a:gd name="connsiteX42" fmla="*/ 7356005 w 10678681"/>
              <a:gd name="connsiteY42" fmla="*/ 919462 h 1342734"/>
              <a:gd name="connsiteX43" fmla="*/ 7305396 w 10678681"/>
              <a:gd name="connsiteY43" fmla="*/ 986228 h 1342734"/>
              <a:gd name="connsiteX44" fmla="*/ 7266251 w 10678681"/>
              <a:gd name="connsiteY44" fmla="*/ 967864 h 1342734"/>
              <a:gd name="connsiteX45" fmla="*/ 7269396 w 10678681"/>
              <a:gd name="connsiteY45" fmla="*/ 989282 h 1342734"/>
              <a:gd name="connsiteX46" fmla="*/ 7258094 w 10678681"/>
              <a:gd name="connsiteY46" fmla="*/ 990679 h 1342734"/>
              <a:gd name="connsiteX47" fmla="*/ 7257893 w 10678681"/>
              <a:gd name="connsiteY47" fmla="*/ 991204 h 1342734"/>
              <a:gd name="connsiteX48" fmla="*/ 7247153 w 10678681"/>
              <a:gd name="connsiteY48" fmla="*/ 991550 h 1342734"/>
              <a:gd name="connsiteX49" fmla="*/ 7193612 w 10678681"/>
              <a:gd name="connsiteY49" fmla="*/ 987042 h 1342734"/>
              <a:gd name="connsiteX50" fmla="*/ 7132632 w 10678681"/>
              <a:gd name="connsiteY50" fmla="*/ 1042036 h 1342734"/>
              <a:gd name="connsiteX51" fmla="*/ 7105610 w 10678681"/>
              <a:gd name="connsiteY51" fmla="*/ 1053537 h 1342734"/>
              <a:gd name="connsiteX52" fmla="*/ 7069148 w 10678681"/>
              <a:gd name="connsiteY52" fmla="*/ 1047163 h 1342734"/>
              <a:gd name="connsiteX53" fmla="*/ 7039634 w 10678681"/>
              <a:gd name="connsiteY53" fmla="*/ 1059971 h 1342734"/>
              <a:gd name="connsiteX54" fmla="*/ 7033445 w 10678681"/>
              <a:gd name="connsiteY54" fmla="*/ 1063314 h 1342734"/>
              <a:gd name="connsiteX55" fmla="*/ 6999157 w 10678681"/>
              <a:gd name="connsiteY55" fmla="*/ 1055282 h 1342734"/>
              <a:gd name="connsiteX56" fmla="*/ 6981874 w 10678681"/>
              <a:gd name="connsiteY56" fmla="*/ 1053827 h 1342734"/>
              <a:gd name="connsiteX57" fmla="*/ 6976102 w 10678681"/>
              <a:gd name="connsiteY57" fmla="*/ 1047854 h 1342734"/>
              <a:gd name="connsiteX58" fmla="*/ 6951040 w 10678681"/>
              <a:gd name="connsiteY58" fmla="*/ 1048531 h 1342734"/>
              <a:gd name="connsiteX59" fmla="*/ 6948497 w 10678681"/>
              <a:gd name="connsiteY59" fmla="*/ 1050706 h 1342734"/>
              <a:gd name="connsiteX60" fmla="*/ 6926582 w 10678681"/>
              <a:gd name="connsiteY60" fmla="*/ 1043462 h 1342734"/>
              <a:gd name="connsiteX61" fmla="*/ 6833743 w 10678681"/>
              <a:gd name="connsiteY61" fmla="*/ 1027960 h 1342734"/>
              <a:gd name="connsiteX62" fmla="*/ 6687090 w 10678681"/>
              <a:gd name="connsiteY62" fmla="*/ 1063250 h 1342734"/>
              <a:gd name="connsiteX63" fmla="*/ 6437450 w 10678681"/>
              <a:gd name="connsiteY63" fmla="*/ 1101075 h 1342734"/>
              <a:gd name="connsiteX64" fmla="*/ 6327795 w 10678681"/>
              <a:gd name="connsiteY64" fmla="*/ 1088142 h 1342734"/>
              <a:gd name="connsiteX65" fmla="*/ 6136549 w 10678681"/>
              <a:gd name="connsiteY65" fmla="*/ 1100268 h 1342734"/>
              <a:gd name="connsiteX66" fmla="*/ 6004655 w 10678681"/>
              <a:gd name="connsiteY66" fmla="*/ 1114946 h 1342734"/>
              <a:gd name="connsiteX67" fmla="*/ 5936643 w 10678681"/>
              <a:gd name="connsiteY67" fmla="*/ 1095428 h 1342734"/>
              <a:gd name="connsiteX68" fmla="*/ 5912484 w 10678681"/>
              <a:gd name="connsiteY68" fmla="*/ 1112624 h 1342734"/>
              <a:gd name="connsiteX69" fmla="*/ 5908387 w 10678681"/>
              <a:gd name="connsiteY69" fmla="*/ 1116018 h 1342734"/>
              <a:gd name="connsiteX70" fmla="*/ 5890495 w 10678681"/>
              <a:gd name="connsiteY70" fmla="*/ 1120268 h 1342734"/>
              <a:gd name="connsiteX71" fmla="*/ 5887318 w 10678681"/>
              <a:gd name="connsiteY71" fmla="*/ 1133134 h 1342734"/>
              <a:gd name="connsiteX72" fmla="*/ 5861726 w 10678681"/>
              <a:gd name="connsiteY72" fmla="*/ 1147891 h 1342734"/>
              <a:gd name="connsiteX73" fmla="*/ 5805823 w 10678681"/>
              <a:gd name="connsiteY73" fmla="*/ 1152457 h 1342734"/>
              <a:gd name="connsiteX74" fmla="*/ 5689841 w 10678681"/>
              <a:gd name="connsiteY74" fmla="*/ 1176232 h 1342734"/>
              <a:gd name="connsiteX75" fmla="*/ 5605119 w 10678681"/>
              <a:gd name="connsiteY75" fmla="*/ 1190202 h 1342734"/>
              <a:gd name="connsiteX76" fmla="*/ 5488513 w 10678681"/>
              <a:gd name="connsiteY76" fmla="*/ 1205367 h 1342734"/>
              <a:gd name="connsiteX77" fmla="*/ 5402905 w 10678681"/>
              <a:gd name="connsiteY77" fmla="*/ 1241191 h 1342734"/>
              <a:gd name="connsiteX78" fmla="*/ 5285593 w 10678681"/>
              <a:gd name="connsiteY78" fmla="*/ 1273569 h 1342734"/>
              <a:gd name="connsiteX79" fmla="*/ 5192893 w 10678681"/>
              <a:gd name="connsiteY79" fmla="*/ 1247188 h 1342734"/>
              <a:gd name="connsiteX80" fmla="*/ 5186475 w 10678681"/>
              <a:gd name="connsiteY80" fmla="*/ 1257028 h 1342734"/>
              <a:gd name="connsiteX81" fmla="*/ 5126038 w 10678681"/>
              <a:gd name="connsiteY81" fmla="*/ 1263189 h 1342734"/>
              <a:gd name="connsiteX82" fmla="*/ 4894688 w 10678681"/>
              <a:gd name="connsiteY82" fmla="*/ 1247184 h 1342734"/>
              <a:gd name="connsiteX83" fmla="*/ 4788036 w 10678681"/>
              <a:gd name="connsiteY83" fmla="*/ 1238182 h 1342734"/>
              <a:gd name="connsiteX84" fmla="*/ 4747555 w 10678681"/>
              <a:gd name="connsiteY84" fmla="*/ 1252768 h 1342734"/>
              <a:gd name="connsiteX85" fmla="*/ 4679644 w 10678681"/>
              <a:gd name="connsiteY85" fmla="*/ 1276603 h 1342734"/>
              <a:gd name="connsiteX86" fmla="*/ 4632222 w 10678681"/>
              <a:gd name="connsiteY86" fmla="*/ 1318360 h 1342734"/>
              <a:gd name="connsiteX87" fmla="*/ 4617358 w 10678681"/>
              <a:gd name="connsiteY87" fmla="*/ 1327690 h 1342734"/>
              <a:gd name="connsiteX88" fmla="*/ 4589102 w 10678681"/>
              <a:gd name="connsiteY88" fmla="*/ 1321223 h 1342734"/>
              <a:gd name="connsiteX89" fmla="*/ 4578184 w 10678681"/>
              <a:gd name="connsiteY89" fmla="*/ 1326745 h 1342734"/>
              <a:gd name="connsiteX90" fmla="*/ 4574270 w 10678681"/>
              <a:gd name="connsiteY90" fmla="*/ 1325878 h 1342734"/>
              <a:gd name="connsiteX91" fmla="*/ 4564919 w 10678681"/>
              <a:gd name="connsiteY91" fmla="*/ 1325507 h 1342734"/>
              <a:gd name="connsiteX92" fmla="*/ 4566586 w 10678681"/>
              <a:gd name="connsiteY92" fmla="*/ 1316963 h 1342734"/>
              <a:gd name="connsiteX93" fmla="*/ 4556303 w 10678681"/>
              <a:gd name="connsiteY93" fmla="*/ 1300262 h 1342734"/>
              <a:gd name="connsiteX94" fmla="*/ 4502358 w 10678681"/>
              <a:gd name="connsiteY94" fmla="*/ 1302558 h 1342734"/>
              <a:gd name="connsiteX95" fmla="*/ 4498919 w 10678681"/>
              <a:gd name="connsiteY95" fmla="*/ 1312115 h 1342734"/>
              <a:gd name="connsiteX96" fmla="*/ 4492075 w 10678681"/>
              <a:gd name="connsiteY96" fmla="*/ 1313357 h 1342734"/>
              <a:gd name="connsiteX97" fmla="*/ 4487466 w 10678681"/>
              <a:gd name="connsiteY97" fmla="*/ 1304102 h 1342734"/>
              <a:gd name="connsiteX98" fmla="*/ 4398292 w 10678681"/>
              <a:gd name="connsiteY98" fmla="*/ 1278410 h 1342734"/>
              <a:gd name="connsiteX99" fmla="*/ 4306088 w 10678681"/>
              <a:gd name="connsiteY99" fmla="*/ 1282512 h 1342734"/>
              <a:gd name="connsiteX100" fmla="*/ 4188995 w 10678681"/>
              <a:gd name="connsiteY100" fmla="*/ 1296718 h 1342734"/>
              <a:gd name="connsiteX101" fmla="*/ 4136582 w 10678681"/>
              <a:gd name="connsiteY101" fmla="*/ 1287687 h 1342734"/>
              <a:gd name="connsiteX102" fmla="*/ 4064614 w 10678681"/>
              <a:gd name="connsiteY102" fmla="*/ 1296118 h 1342734"/>
              <a:gd name="connsiteX103" fmla="*/ 3900948 w 10678681"/>
              <a:gd name="connsiteY103" fmla="*/ 1322156 h 1342734"/>
              <a:gd name="connsiteX104" fmla="*/ 3787890 w 10678681"/>
              <a:gd name="connsiteY104" fmla="*/ 1322164 h 1342734"/>
              <a:gd name="connsiteX105" fmla="*/ 3745993 w 10678681"/>
              <a:gd name="connsiteY105" fmla="*/ 1342630 h 1342734"/>
              <a:gd name="connsiteX106" fmla="*/ 3675785 w 10678681"/>
              <a:gd name="connsiteY106" fmla="*/ 1326802 h 1342734"/>
              <a:gd name="connsiteX107" fmla="*/ 3623856 w 10678681"/>
              <a:gd name="connsiteY107" fmla="*/ 1290804 h 1342734"/>
              <a:gd name="connsiteX108" fmla="*/ 3564933 w 10678681"/>
              <a:gd name="connsiteY108" fmla="*/ 1287147 h 1342734"/>
              <a:gd name="connsiteX109" fmla="*/ 3550537 w 10678681"/>
              <a:gd name="connsiteY109" fmla="*/ 1317552 h 1342734"/>
              <a:gd name="connsiteX110" fmla="*/ 3487736 w 10678681"/>
              <a:gd name="connsiteY110" fmla="*/ 1303493 h 1342734"/>
              <a:gd name="connsiteX111" fmla="*/ 3392548 w 10678681"/>
              <a:gd name="connsiteY111" fmla="*/ 1278741 h 1342734"/>
              <a:gd name="connsiteX112" fmla="*/ 3337466 w 10678681"/>
              <a:gd name="connsiteY112" fmla="*/ 1272537 h 1342734"/>
              <a:gd name="connsiteX113" fmla="*/ 3175981 w 10678681"/>
              <a:gd name="connsiteY113" fmla="*/ 1208973 h 1342734"/>
              <a:gd name="connsiteX114" fmla="*/ 3036856 w 10678681"/>
              <a:gd name="connsiteY114" fmla="*/ 1214383 h 1342734"/>
              <a:gd name="connsiteX115" fmla="*/ 2824973 w 10678681"/>
              <a:gd name="connsiteY115" fmla="*/ 1134864 h 1342734"/>
              <a:gd name="connsiteX116" fmla="*/ 2804398 w 10678681"/>
              <a:gd name="connsiteY116" fmla="*/ 1125556 h 1342734"/>
              <a:gd name="connsiteX117" fmla="*/ 2736109 w 10678681"/>
              <a:gd name="connsiteY117" fmla="*/ 1137717 h 1342734"/>
              <a:gd name="connsiteX118" fmla="*/ 2659096 w 10678681"/>
              <a:gd name="connsiteY118" fmla="*/ 1150294 h 1342734"/>
              <a:gd name="connsiteX119" fmla="*/ 2567088 w 10678681"/>
              <a:gd name="connsiteY119" fmla="*/ 1181781 h 1342734"/>
              <a:gd name="connsiteX120" fmla="*/ 2454501 w 10678681"/>
              <a:gd name="connsiteY120" fmla="*/ 1155455 h 1342734"/>
              <a:gd name="connsiteX121" fmla="*/ 2385161 w 10678681"/>
              <a:gd name="connsiteY121" fmla="*/ 1161312 h 1342734"/>
              <a:gd name="connsiteX122" fmla="*/ 2273361 w 10678681"/>
              <a:gd name="connsiteY122" fmla="*/ 1134090 h 1342734"/>
              <a:gd name="connsiteX123" fmla="*/ 2132003 w 10678681"/>
              <a:gd name="connsiteY123" fmla="*/ 1139225 h 1342734"/>
              <a:gd name="connsiteX124" fmla="*/ 2041224 w 10678681"/>
              <a:gd name="connsiteY124" fmla="*/ 1147536 h 1342734"/>
              <a:gd name="connsiteX125" fmla="*/ 2010157 w 10678681"/>
              <a:gd name="connsiteY125" fmla="*/ 1152767 h 1342734"/>
              <a:gd name="connsiteX126" fmla="*/ 1859213 w 10678681"/>
              <a:gd name="connsiteY126" fmla="*/ 1199540 h 1342734"/>
              <a:gd name="connsiteX127" fmla="*/ 1735877 w 10678681"/>
              <a:gd name="connsiteY127" fmla="*/ 1246527 h 1342734"/>
              <a:gd name="connsiteX128" fmla="*/ 1705069 w 10678681"/>
              <a:gd name="connsiteY128" fmla="*/ 1251989 h 1342734"/>
              <a:gd name="connsiteX129" fmla="*/ 1307888 w 10678681"/>
              <a:gd name="connsiteY129" fmla="*/ 1283156 h 1342734"/>
              <a:gd name="connsiteX130" fmla="*/ 1220734 w 10678681"/>
              <a:gd name="connsiteY130" fmla="*/ 1257811 h 1342734"/>
              <a:gd name="connsiteX131" fmla="*/ 1021737 w 10678681"/>
              <a:gd name="connsiteY131" fmla="*/ 1238739 h 1342734"/>
              <a:gd name="connsiteX132" fmla="*/ 959820 w 10678681"/>
              <a:gd name="connsiteY132" fmla="*/ 1275863 h 1342734"/>
              <a:gd name="connsiteX133" fmla="*/ 929137 w 10678681"/>
              <a:gd name="connsiteY133" fmla="*/ 1273957 h 1342734"/>
              <a:gd name="connsiteX134" fmla="*/ 878849 w 10678681"/>
              <a:gd name="connsiteY134" fmla="*/ 1266740 h 1342734"/>
              <a:gd name="connsiteX135" fmla="*/ 800667 w 10678681"/>
              <a:gd name="connsiteY135" fmla="*/ 1282041 h 1342734"/>
              <a:gd name="connsiteX136" fmla="*/ 644906 w 10678681"/>
              <a:gd name="connsiteY136" fmla="*/ 1273685 h 1342734"/>
              <a:gd name="connsiteX137" fmla="*/ 379869 w 10678681"/>
              <a:gd name="connsiteY137" fmla="*/ 1339165 h 1342734"/>
              <a:gd name="connsiteX138" fmla="*/ 137696 w 10678681"/>
              <a:gd name="connsiteY138" fmla="*/ 1319217 h 1342734"/>
              <a:gd name="connsiteX139" fmla="*/ 54250 w 10678681"/>
              <a:gd name="connsiteY139" fmla="*/ 1315838 h 1342734"/>
              <a:gd name="connsiteX140" fmla="*/ 28042 w 10678681"/>
              <a:gd name="connsiteY140" fmla="*/ 1297822 h 1342734"/>
              <a:gd name="connsiteX141" fmla="*/ 0 w 10678681"/>
              <a:gd name="connsiteY141" fmla="*/ 1294612 h 1342734"/>
              <a:gd name="connsiteX142" fmla="*/ 0 w 10678681"/>
              <a:gd name="connsiteY142" fmla="*/ 0 h 1342734"/>
              <a:gd name="connsiteX0" fmla="*/ 0 w 10678681"/>
              <a:gd name="connsiteY0" fmla="*/ 0 h 1342734"/>
              <a:gd name="connsiteX1" fmla="*/ 10678681 w 10678681"/>
              <a:gd name="connsiteY1" fmla="*/ 0 h 1342734"/>
              <a:gd name="connsiteX2" fmla="*/ 10666019 w 10678681"/>
              <a:gd name="connsiteY2" fmla="*/ 7876 h 1342734"/>
              <a:gd name="connsiteX3" fmla="*/ 10632825 w 10678681"/>
              <a:gd name="connsiteY3" fmla="*/ 32153 h 1342734"/>
              <a:gd name="connsiteX4" fmla="*/ 10516219 w 10678681"/>
              <a:gd name="connsiteY4" fmla="*/ 45588 h 1342734"/>
              <a:gd name="connsiteX5" fmla="*/ 10456989 w 10678681"/>
              <a:gd name="connsiteY5" fmla="*/ 979 h 1342734"/>
              <a:gd name="connsiteX6" fmla="*/ 10438642 w 10678681"/>
              <a:gd name="connsiteY6" fmla="*/ 1524 h 1342734"/>
              <a:gd name="connsiteX7" fmla="*/ 10407146 w 10678681"/>
              <a:gd name="connsiteY7" fmla="*/ 43659 h 1342734"/>
              <a:gd name="connsiteX8" fmla="*/ 10341159 w 10678681"/>
              <a:gd name="connsiteY8" fmla="*/ 103824 h 1342734"/>
              <a:gd name="connsiteX9" fmla="*/ 10244930 w 10678681"/>
              <a:gd name="connsiteY9" fmla="*/ 94599 h 1342734"/>
              <a:gd name="connsiteX10" fmla="*/ 10115334 w 10678681"/>
              <a:gd name="connsiteY10" fmla="*/ 155658 h 1342734"/>
              <a:gd name="connsiteX11" fmla="*/ 10068157 w 10678681"/>
              <a:gd name="connsiteY11" fmla="*/ 215673 h 1342734"/>
              <a:gd name="connsiteX12" fmla="*/ 10045431 w 10678681"/>
              <a:gd name="connsiteY12" fmla="*/ 229568 h 1342734"/>
              <a:gd name="connsiteX13" fmla="*/ 9929077 w 10678681"/>
              <a:gd name="connsiteY13" fmla="*/ 254478 h 1342734"/>
              <a:gd name="connsiteX14" fmla="*/ 9840045 w 10678681"/>
              <a:gd name="connsiteY14" fmla="*/ 223033 h 1342734"/>
              <a:gd name="connsiteX15" fmla="*/ 9679638 w 10678681"/>
              <a:gd name="connsiteY15" fmla="*/ 277462 h 1342734"/>
              <a:gd name="connsiteX16" fmla="*/ 9498347 w 10678681"/>
              <a:gd name="connsiteY16" fmla="*/ 244723 h 1342734"/>
              <a:gd name="connsiteX17" fmla="*/ 9399702 w 10678681"/>
              <a:gd name="connsiteY17" fmla="*/ 276316 h 1342734"/>
              <a:gd name="connsiteX18" fmla="*/ 9378439 w 10678681"/>
              <a:gd name="connsiteY18" fmla="*/ 326244 h 1342734"/>
              <a:gd name="connsiteX19" fmla="*/ 9121744 w 10678681"/>
              <a:gd name="connsiteY19" fmla="*/ 365177 h 1342734"/>
              <a:gd name="connsiteX20" fmla="*/ 9061654 w 10678681"/>
              <a:gd name="connsiteY20" fmla="*/ 393730 h 1342734"/>
              <a:gd name="connsiteX21" fmla="*/ 8997577 w 10678681"/>
              <a:gd name="connsiteY21" fmla="*/ 380865 h 1342734"/>
              <a:gd name="connsiteX22" fmla="*/ 8907968 w 10678681"/>
              <a:gd name="connsiteY22" fmla="*/ 447345 h 1342734"/>
              <a:gd name="connsiteX23" fmla="*/ 8764163 w 10678681"/>
              <a:gd name="connsiteY23" fmla="*/ 471000 h 1342734"/>
              <a:gd name="connsiteX24" fmla="*/ 8680155 w 10678681"/>
              <a:gd name="connsiteY24" fmla="*/ 492404 h 1342734"/>
              <a:gd name="connsiteX25" fmla="*/ 8651436 w 10678681"/>
              <a:gd name="connsiteY25" fmla="*/ 511923 h 1342734"/>
              <a:gd name="connsiteX26" fmla="*/ 8609185 w 10678681"/>
              <a:gd name="connsiteY26" fmla="*/ 531525 h 1342734"/>
              <a:gd name="connsiteX27" fmla="*/ 8537091 w 10678681"/>
              <a:gd name="connsiteY27" fmla="*/ 574933 h 1342734"/>
              <a:gd name="connsiteX28" fmla="*/ 8435931 w 10678681"/>
              <a:gd name="connsiteY28" fmla="*/ 617926 h 1342734"/>
              <a:gd name="connsiteX29" fmla="*/ 8348623 w 10678681"/>
              <a:gd name="connsiteY29" fmla="*/ 600607 h 1342734"/>
              <a:gd name="connsiteX30" fmla="*/ 8344233 w 10678681"/>
              <a:gd name="connsiteY30" fmla="*/ 610922 h 1342734"/>
              <a:gd name="connsiteX31" fmla="*/ 8290622 w 10678681"/>
              <a:gd name="connsiteY31" fmla="*/ 622687 h 1342734"/>
              <a:gd name="connsiteX32" fmla="*/ 8086698 w 10678681"/>
              <a:gd name="connsiteY32" fmla="*/ 605185 h 1342734"/>
              <a:gd name="connsiteX33" fmla="*/ 7982378 w 10678681"/>
              <a:gd name="connsiteY33" fmla="*/ 629799 h 1342734"/>
              <a:gd name="connsiteX34" fmla="*/ 7947952 w 10678681"/>
              <a:gd name="connsiteY34" fmla="*/ 648003 h 1342734"/>
              <a:gd name="connsiteX35" fmla="*/ 7890112 w 10678681"/>
              <a:gd name="connsiteY35" fmla="*/ 677915 h 1342734"/>
              <a:gd name="connsiteX36" fmla="*/ 7853284 w 10678681"/>
              <a:gd name="connsiteY36" fmla="*/ 723588 h 1342734"/>
              <a:gd name="connsiteX37" fmla="*/ 7802383 w 10678681"/>
              <a:gd name="connsiteY37" fmla="*/ 739359 h 1342734"/>
              <a:gd name="connsiteX38" fmla="*/ 7730518 w 10678681"/>
              <a:gd name="connsiteY38" fmla="*/ 739526 h 1342734"/>
              <a:gd name="connsiteX39" fmla="*/ 7652907 w 10678681"/>
              <a:gd name="connsiteY39" fmla="*/ 783273 h 1342734"/>
              <a:gd name="connsiteX40" fmla="*/ 7606008 w 10678681"/>
              <a:gd name="connsiteY40" fmla="*/ 800717 h 1342734"/>
              <a:gd name="connsiteX41" fmla="*/ 7480223 w 10678681"/>
              <a:gd name="connsiteY41" fmla="*/ 856821 h 1342734"/>
              <a:gd name="connsiteX42" fmla="*/ 7356005 w 10678681"/>
              <a:gd name="connsiteY42" fmla="*/ 919462 h 1342734"/>
              <a:gd name="connsiteX43" fmla="*/ 7305396 w 10678681"/>
              <a:gd name="connsiteY43" fmla="*/ 986228 h 1342734"/>
              <a:gd name="connsiteX44" fmla="*/ 7266251 w 10678681"/>
              <a:gd name="connsiteY44" fmla="*/ 967864 h 1342734"/>
              <a:gd name="connsiteX45" fmla="*/ 7269396 w 10678681"/>
              <a:gd name="connsiteY45" fmla="*/ 989282 h 1342734"/>
              <a:gd name="connsiteX46" fmla="*/ 7258094 w 10678681"/>
              <a:gd name="connsiteY46" fmla="*/ 990679 h 1342734"/>
              <a:gd name="connsiteX47" fmla="*/ 7257893 w 10678681"/>
              <a:gd name="connsiteY47" fmla="*/ 991204 h 1342734"/>
              <a:gd name="connsiteX48" fmla="*/ 7247153 w 10678681"/>
              <a:gd name="connsiteY48" fmla="*/ 991550 h 1342734"/>
              <a:gd name="connsiteX49" fmla="*/ 7193612 w 10678681"/>
              <a:gd name="connsiteY49" fmla="*/ 987042 h 1342734"/>
              <a:gd name="connsiteX50" fmla="*/ 7132632 w 10678681"/>
              <a:gd name="connsiteY50" fmla="*/ 1042036 h 1342734"/>
              <a:gd name="connsiteX51" fmla="*/ 7105610 w 10678681"/>
              <a:gd name="connsiteY51" fmla="*/ 1053537 h 1342734"/>
              <a:gd name="connsiteX52" fmla="*/ 7069148 w 10678681"/>
              <a:gd name="connsiteY52" fmla="*/ 1047163 h 1342734"/>
              <a:gd name="connsiteX53" fmla="*/ 7039634 w 10678681"/>
              <a:gd name="connsiteY53" fmla="*/ 1059971 h 1342734"/>
              <a:gd name="connsiteX54" fmla="*/ 7033445 w 10678681"/>
              <a:gd name="connsiteY54" fmla="*/ 1063314 h 1342734"/>
              <a:gd name="connsiteX55" fmla="*/ 6999157 w 10678681"/>
              <a:gd name="connsiteY55" fmla="*/ 1055282 h 1342734"/>
              <a:gd name="connsiteX56" fmla="*/ 6981874 w 10678681"/>
              <a:gd name="connsiteY56" fmla="*/ 1053827 h 1342734"/>
              <a:gd name="connsiteX57" fmla="*/ 6976102 w 10678681"/>
              <a:gd name="connsiteY57" fmla="*/ 1047854 h 1342734"/>
              <a:gd name="connsiteX58" fmla="*/ 6951040 w 10678681"/>
              <a:gd name="connsiteY58" fmla="*/ 1048531 h 1342734"/>
              <a:gd name="connsiteX59" fmla="*/ 6948497 w 10678681"/>
              <a:gd name="connsiteY59" fmla="*/ 1050706 h 1342734"/>
              <a:gd name="connsiteX60" fmla="*/ 6926582 w 10678681"/>
              <a:gd name="connsiteY60" fmla="*/ 1043462 h 1342734"/>
              <a:gd name="connsiteX61" fmla="*/ 6833743 w 10678681"/>
              <a:gd name="connsiteY61" fmla="*/ 1027960 h 1342734"/>
              <a:gd name="connsiteX62" fmla="*/ 6687090 w 10678681"/>
              <a:gd name="connsiteY62" fmla="*/ 1063250 h 1342734"/>
              <a:gd name="connsiteX63" fmla="*/ 6437450 w 10678681"/>
              <a:gd name="connsiteY63" fmla="*/ 1101075 h 1342734"/>
              <a:gd name="connsiteX64" fmla="*/ 6327795 w 10678681"/>
              <a:gd name="connsiteY64" fmla="*/ 1088142 h 1342734"/>
              <a:gd name="connsiteX65" fmla="*/ 6136549 w 10678681"/>
              <a:gd name="connsiteY65" fmla="*/ 1100268 h 1342734"/>
              <a:gd name="connsiteX66" fmla="*/ 6004655 w 10678681"/>
              <a:gd name="connsiteY66" fmla="*/ 1114946 h 1342734"/>
              <a:gd name="connsiteX67" fmla="*/ 5936643 w 10678681"/>
              <a:gd name="connsiteY67" fmla="*/ 1095428 h 1342734"/>
              <a:gd name="connsiteX68" fmla="*/ 5912484 w 10678681"/>
              <a:gd name="connsiteY68" fmla="*/ 1112624 h 1342734"/>
              <a:gd name="connsiteX69" fmla="*/ 5908387 w 10678681"/>
              <a:gd name="connsiteY69" fmla="*/ 1116018 h 1342734"/>
              <a:gd name="connsiteX70" fmla="*/ 5890495 w 10678681"/>
              <a:gd name="connsiteY70" fmla="*/ 1120268 h 1342734"/>
              <a:gd name="connsiteX71" fmla="*/ 5887318 w 10678681"/>
              <a:gd name="connsiteY71" fmla="*/ 1133134 h 1342734"/>
              <a:gd name="connsiteX72" fmla="*/ 5861726 w 10678681"/>
              <a:gd name="connsiteY72" fmla="*/ 1147891 h 1342734"/>
              <a:gd name="connsiteX73" fmla="*/ 5805823 w 10678681"/>
              <a:gd name="connsiteY73" fmla="*/ 1152457 h 1342734"/>
              <a:gd name="connsiteX74" fmla="*/ 5689841 w 10678681"/>
              <a:gd name="connsiteY74" fmla="*/ 1176232 h 1342734"/>
              <a:gd name="connsiteX75" fmla="*/ 5605119 w 10678681"/>
              <a:gd name="connsiteY75" fmla="*/ 1190202 h 1342734"/>
              <a:gd name="connsiteX76" fmla="*/ 5488513 w 10678681"/>
              <a:gd name="connsiteY76" fmla="*/ 1205367 h 1342734"/>
              <a:gd name="connsiteX77" fmla="*/ 5402905 w 10678681"/>
              <a:gd name="connsiteY77" fmla="*/ 1241191 h 1342734"/>
              <a:gd name="connsiteX78" fmla="*/ 5285593 w 10678681"/>
              <a:gd name="connsiteY78" fmla="*/ 1273569 h 1342734"/>
              <a:gd name="connsiteX79" fmla="*/ 5192893 w 10678681"/>
              <a:gd name="connsiteY79" fmla="*/ 1247188 h 1342734"/>
              <a:gd name="connsiteX80" fmla="*/ 5186475 w 10678681"/>
              <a:gd name="connsiteY80" fmla="*/ 1257028 h 1342734"/>
              <a:gd name="connsiteX81" fmla="*/ 5126038 w 10678681"/>
              <a:gd name="connsiteY81" fmla="*/ 1263189 h 1342734"/>
              <a:gd name="connsiteX82" fmla="*/ 4894688 w 10678681"/>
              <a:gd name="connsiteY82" fmla="*/ 1247184 h 1342734"/>
              <a:gd name="connsiteX83" fmla="*/ 4788036 w 10678681"/>
              <a:gd name="connsiteY83" fmla="*/ 1238182 h 1342734"/>
              <a:gd name="connsiteX84" fmla="*/ 4747555 w 10678681"/>
              <a:gd name="connsiteY84" fmla="*/ 1252768 h 1342734"/>
              <a:gd name="connsiteX85" fmla="*/ 4679644 w 10678681"/>
              <a:gd name="connsiteY85" fmla="*/ 1276603 h 1342734"/>
              <a:gd name="connsiteX86" fmla="*/ 4632222 w 10678681"/>
              <a:gd name="connsiteY86" fmla="*/ 1318360 h 1342734"/>
              <a:gd name="connsiteX87" fmla="*/ 4617358 w 10678681"/>
              <a:gd name="connsiteY87" fmla="*/ 1327690 h 1342734"/>
              <a:gd name="connsiteX88" fmla="*/ 4589102 w 10678681"/>
              <a:gd name="connsiteY88" fmla="*/ 1321223 h 1342734"/>
              <a:gd name="connsiteX89" fmla="*/ 4578184 w 10678681"/>
              <a:gd name="connsiteY89" fmla="*/ 1326745 h 1342734"/>
              <a:gd name="connsiteX90" fmla="*/ 4574270 w 10678681"/>
              <a:gd name="connsiteY90" fmla="*/ 1325878 h 1342734"/>
              <a:gd name="connsiteX91" fmla="*/ 4564919 w 10678681"/>
              <a:gd name="connsiteY91" fmla="*/ 1325507 h 1342734"/>
              <a:gd name="connsiteX92" fmla="*/ 4566586 w 10678681"/>
              <a:gd name="connsiteY92" fmla="*/ 1316963 h 1342734"/>
              <a:gd name="connsiteX93" fmla="*/ 4556303 w 10678681"/>
              <a:gd name="connsiteY93" fmla="*/ 1300262 h 1342734"/>
              <a:gd name="connsiteX94" fmla="*/ 4502358 w 10678681"/>
              <a:gd name="connsiteY94" fmla="*/ 1302558 h 1342734"/>
              <a:gd name="connsiteX95" fmla="*/ 4498919 w 10678681"/>
              <a:gd name="connsiteY95" fmla="*/ 1312115 h 1342734"/>
              <a:gd name="connsiteX96" fmla="*/ 4492075 w 10678681"/>
              <a:gd name="connsiteY96" fmla="*/ 1313357 h 1342734"/>
              <a:gd name="connsiteX97" fmla="*/ 4487466 w 10678681"/>
              <a:gd name="connsiteY97" fmla="*/ 1304102 h 1342734"/>
              <a:gd name="connsiteX98" fmla="*/ 4398292 w 10678681"/>
              <a:gd name="connsiteY98" fmla="*/ 1278410 h 1342734"/>
              <a:gd name="connsiteX99" fmla="*/ 4306088 w 10678681"/>
              <a:gd name="connsiteY99" fmla="*/ 1282512 h 1342734"/>
              <a:gd name="connsiteX100" fmla="*/ 4188995 w 10678681"/>
              <a:gd name="connsiteY100" fmla="*/ 1296718 h 1342734"/>
              <a:gd name="connsiteX101" fmla="*/ 4136582 w 10678681"/>
              <a:gd name="connsiteY101" fmla="*/ 1287687 h 1342734"/>
              <a:gd name="connsiteX102" fmla="*/ 4064614 w 10678681"/>
              <a:gd name="connsiteY102" fmla="*/ 1296118 h 1342734"/>
              <a:gd name="connsiteX103" fmla="*/ 3900948 w 10678681"/>
              <a:gd name="connsiteY103" fmla="*/ 1322156 h 1342734"/>
              <a:gd name="connsiteX104" fmla="*/ 3787890 w 10678681"/>
              <a:gd name="connsiteY104" fmla="*/ 1322164 h 1342734"/>
              <a:gd name="connsiteX105" fmla="*/ 3745993 w 10678681"/>
              <a:gd name="connsiteY105" fmla="*/ 1342630 h 1342734"/>
              <a:gd name="connsiteX106" fmla="*/ 3675785 w 10678681"/>
              <a:gd name="connsiteY106" fmla="*/ 1326802 h 1342734"/>
              <a:gd name="connsiteX107" fmla="*/ 3623856 w 10678681"/>
              <a:gd name="connsiteY107" fmla="*/ 1290804 h 1342734"/>
              <a:gd name="connsiteX108" fmla="*/ 3564933 w 10678681"/>
              <a:gd name="connsiteY108" fmla="*/ 1287147 h 1342734"/>
              <a:gd name="connsiteX109" fmla="*/ 3550537 w 10678681"/>
              <a:gd name="connsiteY109" fmla="*/ 1317552 h 1342734"/>
              <a:gd name="connsiteX110" fmla="*/ 3487736 w 10678681"/>
              <a:gd name="connsiteY110" fmla="*/ 1303493 h 1342734"/>
              <a:gd name="connsiteX111" fmla="*/ 3392548 w 10678681"/>
              <a:gd name="connsiteY111" fmla="*/ 1278741 h 1342734"/>
              <a:gd name="connsiteX112" fmla="*/ 3337466 w 10678681"/>
              <a:gd name="connsiteY112" fmla="*/ 1272537 h 1342734"/>
              <a:gd name="connsiteX113" fmla="*/ 3175981 w 10678681"/>
              <a:gd name="connsiteY113" fmla="*/ 1208973 h 1342734"/>
              <a:gd name="connsiteX114" fmla="*/ 3036856 w 10678681"/>
              <a:gd name="connsiteY114" fmla="*/ 1214383 h 1342734"/>
              <a:gd name="connsiteX115" fmla="*/ 2824973 w 10678681"/>
              <a:gd name="connsiteY115" fmla="*/ 1134864 h 1342734"/>
              <a:gd name="connsiteX116" fmla="*/ 2804398 w 10678681"/>
              <a:gd name="connsiteY116" fmla="*/ 1125556 h 1342734"/>
              <a:gd name="connsiteX117" fmla="*/ 2736109 w 10678681"/>
              <a:gd name="connsiteY117" fmla="*/ 1137717 h 1342734"/>
              <a:gd name="connsiteX118" fmla="*/ 2659096 w 10678681"/>
              <a:gd name="connsiteY118" fmla="*/ 1150294 h 1342734"/>
              <a:gd name="connsiteX119" fmla="*/ 2567088 w 10678681"/>
              <a:gd name="connsiteY119" fmla="*/ 1181781 h 1342734"/>
              <a:gd name="connsiteX120" fmla="*/ 2454501 w 10678681"/>
              <a:gd name="connsiteY120" fmla="*/ 1155455 h 1342734"/>
              <a:gd name="connsiteX121" fmla="*/ 2385161 w 10678681"/>
              <a:gd name="connsiteY121" fmla="*/ 1161312 h 1342734"/>
              <a:gd name="connsiteX122" fmla="*/ 2273361 w 10678681"/>
              <a:gd name="connsiteY122" fmla="*/ 1134090 h 1342734"/>
              <a:gd name="connsiteX123" fmla="*/ 2132003 w 10678681"/>
              <a:gd name="connsiteY123" fmla="*/ 1139225 h 1342734"/>
              <a:gd name="connsiteX124" fmla="*/ 2041224 w 10678681"/>
              <a:gd name="connsiteY124" fmla="*/ 1147536 h 1342734"/>
              <a:gd name="connsiteX125" fmla="*/ 2010157 w 10678681"/>
              <a:gd name="connsiteY125" fmla="*/ 1152767 h 1342734"/>
              <a:gd name="connsiteX126" fmla="*/ 1859213 w 10678681"/>
              <a:gd name="connsiteY126" fmla="*/ 1199540 h 1342734"/>
              <a:gd name="connsiteX127" fmla="*/ 1735877 w 10678681"/>
              <a:gd name="connsiteY127" fmla="*/ 1246527 h 1342734"/>
              <a:gd name="connsiteX128" fmla="*/ 1705069 w 10678681"/>
              <a:gd name="connsiteY128" fmla="*/ 1251989 h 1342734"/>
              <a:gd name="connsiteX129" fmla="*/ 1307888 w 10678681"/>
              <a:gd name="connsiteY129" fmla="*/ 1283156 h 1342734"/>
              <a:gd name="connsiteX130" fmla="*/ 1220734 w 10678681"/>
              <a:gd name="connsiteY130" fmla="*/ 1257811 h 1342734"/>
              <a:gd name="connsiteX131" fmla="*/ 1021737 w 10678681"/>
              <a:gd name="connsiteY131" fmla="*/ 1238739 h 1342734"/>
              <a:gd name="connsiteX132" fmla="*/ 959820 w 10678681"/>
              <a:gd name="connsiteY132" fmla="*/ 1275863 h 1342734"/>
              <a:gd name="connsiteX133" fmla="*/ 929137 w 10678681"/>
              <a:gd name="connsiteY133" fmla="*/ 1273957 h 1342734"/>
              <a:gd name="connsiteX134" fmla="*/ 878849 w 10678681"/>
              <a:gd name="connsiteY134" fmla="*/ 1266740 h 1342734"/>
              <a:gd name="connsiteX135" fmla="*/ 800667 w 10678681"/>
              <a:gd name="connsiteY135" fmla="*/ 1282041 h 1342734"/>
              <a:gd name="connsiteX136" fmla="*/ 644906 w 10678681"/>
              <a:gd name="connsiteY136" fmla="*/ 1273685 h 1342734"/>
              <a:gd name="connsiteX137" fmla="*/ 379869 w 10678681"/>
              <a:gd name="connsiteY137" fmla="*/ 1339165 h 1342734"/>
              <a:gd name="connsiteX138" fmla="*/ 137696 w 10678681"/>
              <a:gd name="connsiteY138" fmla="*/ 1319217 h 1342734"/>
              <a:gd name="connsiteX139" fmla="*/ 54250 w 10678681"/>
              <a:gd name="connsiteY139" fmla="*/ 1315838 h 1342734"/>
              <a:gd name="connsiteX140" fmla="*/ 28042 w 10678681"/>
              <a:gd name="connsiteY140" fmla="*/ 1297822 h 1342734"/>
              <a:gd name="connsiteX141" fmla="*/ 0 w 10678681"/>
              <a:gd name="connsiteY141" fmla="*/ 1294612 h 1342734"/>
              <a:gd name="connsiteX142" fmla="*/ 0 w 10678681"/>
              <a:gd name="connsiteY142" fmla="*/ 0 h 1342734"/>
              <a:gd name="connsiteX0" fmla="*/ 0 w 10678681"/>
              <a:gd name="connsiteY0" fmla="*/ 0 h 1342734"/>
              <a:gd name="connsiteX1" fmla="*/ 10678681 w 10678681"/>
              <a:gd name="connsiteY1" fmla="*/ 0 h 1342734"/>
              <a:gd name="connsiteX2" fmla="*/ 10666019 w 10678681"/>
              <a:gd name="connsiteY2" fmla="*/ 7876 h 1342734"/>
              <a:gd name="connsiteX3" fmla="*/ 10632825 w 10678681"/>
              <a:gd name="connsiteY3" fmla="*/ 32153 h 1342734"/>
              <a:gd name="connsiteX4" fmla="*/ 10516219 w 10678681"/>
              <a:gd name="connsiteY4" fmla="*/ 45588 h 1342734"/>
              <a:gd name="connsiteX5" fmla="*/ 10456989 w 10678681"/>
              <a:gd name="connsiteY5" fmla="*/ 979 h 1342734"/>
              <a:gd name="connsiteX6" fmla="*/ 10438642 w 10678681"/>
              <a:gd name="connsiteY6" fmla="*/ 1524 h 1342734"/>
              <a:gd name="connsiteX7" fmla="*/ 10407146 w 10678681"/>
              <a:gd name="connsiteY7" fmla="*/ 43659 h 1342734"/>
              <a:gd name="connsiteX8" fmla="*/ 10341159 w 10678681"/>
              <a:gd name="connsiteY8" fmla="*/ 103824 h 1342734"/>
              <a:gd name="connsiteX9" fmla="*/ 10244930 w 10678681"/>
              <a:gd name="connsiteY9" fmla="*/ 94599 h 1342734"/>
              <a:gd name="connsiteX10" fmla="*/ 10115334 w 10678681"/>
              <a:gd name="connsiteY10" fmla="*/ 155658 h 1342734"/>
              <a:gd name="connsiteX11" fmla="*/ 10068157 w 10678681"/>
              <a:gd name="connsiteY11" fmla="*/ 215673 h 1342734"/>
              <a:gd name="connsiteX12" fmla="*/ 10045431 w 10678681"/>
              <a:gd name="connsiteY12" fmla="*/ 229568 h 1342734"/>
              <a:gd name="connsiteX13" fmla="*/ 9929077 w 10678681"/>
              <a:gd name="connsiteY13" fmla="*/ 254478 h 1342734"/>
              <a:gd name="connsiteX14" fmla="*/ 9840045 w 10678681"/>
              <a:gd name="connsiteY14" fmla="*/ 223033 h 1342734"/>
              <a:gd name="connsiteX15" fmla="*/ 9679638 w 10678681"/>
              <a:gd name="connsiteY15" fmla="*/ 277462 h 1342734"/>
              <a:gd name="connsiteX16" fmla="*/ 9498347 w 10678681"/>
              <a:gd name="connsiteY16" fmla="*/ 244723 h 1342734"/>
              <a:gd name="connsiteX17" fmla="*/ 9399702 w 10678681"/>
              <a:gd name="connsiteY17" fmla="*/ 276316 h 1342734"/>
              <a:gd name="connsiteX18" fmla="*/ 9322314 w 10678681"/>
              <a:gd name="connsiteY18" fmla="*/ 333814 h 1342734"/>
              <a:gd name="connsiteX19" fmla="*/ 9121744 w 10678681"/>
              <a:gd name="connsiteY19" fmla="*/ 365177 h 1342734"/>
              <a:gd name="connsiteX20" fmla="*/ 9061654 w 10678681"/>
              <a:gd name="connsiteY20" fmla="*/ 393730 h 1342734"/>
              <a:gd name="connsiteX21" fmla="*/ 8997577 w 10678681"/>
              <a:gd name="connsiteY21" fmla="*/ 380865 h 1342734"/>
              <a:gd name="connsiteX22" fmla="*/ 8907968 w 10678681"/>
              <a:gd name="connsiteY22" fmla="*/ 447345 h 1342734"/>
              <a:gd name="connsiteX23" fmla="*/ 8764163 w 10678681"/>
              <a:gd name="connsiteY23" fmla="*/ 471000 h 1342734"/>
              <a:gd name="connsiteX24" fmla="*/ 8680155 w 10678681"/>
              <a:gd name="connsiteY24" fmla="*/ 492404 h 1342734"/>
              <a:gd name="connsiteX25" fmla="*/ 8651436 w 10678681"/>
              <a:gd name="connsiteY25" fmla="*/ 511923 h 1342734"/>
              <a:gd name="connsiteX26" fmla="*/ 8609185 w 10678681"/>
              <a:gd name="connsiteY26" fmla="*/ 531525 h 1342734"/>
              <a:gd name="connsiteX27" fmla="*/ 8537091 w 10678681"/>
              <a:gd name="connsiteY27" fmla="*/ 574933 h 1342734"/>
              <a:gd name="connsiteX28" fmla="*/ 8435931 w 10678681"/>
              <a:gd name="connsiteY28" fmla="*/ 617926 h 1342734"/>
              <a:gd name="connsiteX29" fmla="*/ 8348623 w 10678681"/>
              <a:gd name="connsiteY29" fmla="*/ 600607 h 1342734"/>
              <a:gd name="connsiteX30" fmla="*/ 8344233 w 10678681"/>
              <a:gd name="connsiteY30" fmla="*/ 610922 h 1342734"/>
              <a:gd name="connsiteX31" fmla="*/ 8290622 w 10678681"/>
              <a:gd name="connsiteY31" fmla="*/ 622687 h 1342734"/>
              <a:gd name="connsiteX32" fmla="*/ 8086698 w 10678681"/>
              <a:gd name="connsiteY32" fmla="*/ 605185 h 1342734"/>
              <a:gd name="connsiteX33" fmla="*/ 7982378 w 10678681"/>
              <a:gd name="connsiteY33" fmla="*/ 629799 h 1342734"/>
              <a:gd name="connsiteX34" fmla="*/ 7947952 w 10678681"/>
              <a:gd name="connsiteY34" fmla="*/ 648003 h 1342734"/>
              <a:gd name="connsiteX35" fmla="*/ 7890112 w 10678681"/>
              <a:gd name="connsiteY35" fmla="*/ 677915 h 1342734"/>
              <a:gd name="connsiteX36" fmla="*/ 7853284 w 10678681"/>
              <a:gd name="connsiteY36" fmla="*/ 723588 h 1342734"/>
              <a:gd name="connsiteX37" fmla="*/ 7802383 w 10678681"/>
              <a:gd name="connsiteY37" fmla="*/ 739359 h 1342734"/>
              <a:gd name="connsiteX38" fmla="*/ 7730518 w 10678681"/>
              <a:gd name="connsiteY38" fmla="*/ 739526 h 1342734"/>
              <a:gd name="connsiteX39" fmla="*/ 7652907 w 10678681"/>
              <a:gd name="connsiteY39" fmla="*/ 783273 h 1342734"/>
              <a:gd name="connsiteX40" fmla="*/ 7606008 w 10678681"/>
              <a:gd name="connsiteY40" fmla="*/ 800717 h 1342734"/>
              <a:gd name="connsiteX41" fmla="*/ 7480223 w 10678681"/>
              <a:gd name="connsiteY41" fmla="*/ 856821 h 1342734"/>
              <a:gd name="connsiteX42" fmla="*/ 7356005 w 10678681"/>
              <a:gd name="connsiteY42" fmla="*/ 919462 h 1342734"/>
              <a:gd name="connsiteX43" fmla="*/ 7305396 w 10678681"/>
              <a:gd name="connsiteY43" fmla="*/ 986228 h 1342734"/>
              <a:gd name="connsiteX44" fmla="*/ 7266251 w 10678681"/>
              <a:gd name="connsiteY44" fmla="*/ 967864 h 1342734"/>
              <a:gd name="connsiteX45" fmla="*/ 7269396 w 10678681"/>
              <a:gd name="connsiteY45" fmla="*/ 989282 h 1342734"/>
              <a:gd name="connsiteX46" fmla="*/ 7258094 w 10678681"/>
              <a:gd name="connsiteY46" fmla="*/ 990679 h 1342734"/>
              <a:gd name="connsiteX47" fmla="*/ 7257893 w 10678681"/>
              <a:gd name="connsiteY47" fmla="*/ 991204 h 1342734"/>
              <a:gd name="connsiteX48" fmla="*/ 7247153 w 10678681"/>
              <a:gd name="connsiteY48" fmla="*/ 991550 h 1342734"/>
              <a:gd name="connsiteX49" fmla="*/ 7193612 w 10678681"/>
              <a:gd name="connsiteY49" fmla="*/ 987042 h 1342734"/>
              <a:gd name="connsiteX50" fmla="*/ 7132632 w 10678681"/>
              <a:gd name="connsiteY50" fmla="*/ 1042036 h 1342734"/>
              <a:gd name="connsiteX51" fmla="*/ 7105610 w 10678681"/>
              <a:gd name="connsiteY51" fmla="*/ 1053537 h 1342734"/>
              <a:gd name="connsiteX52" fmla="*/ 7069148 w 10678681"/>
              <a:gd name="connsiteY52" fmla="*/ 1047163 h 1342734"/>
              <a:gd name="connsiteX53" fmla="*/ 7039634 w 10678681"/>
              <a:gd name="connsiteY53" fmla="*/ 1059971 h 1342734"/>
              <a:gd name="connsiteX54" fmla="*/ 7033445 w 10678681"/>
              <a:gd name="connsiteY54" fmla="*/ 1063314 h 1342734"/>
              <a:gd name="connsiteX55" fmla="*/ 6999157 w 10678681"/>
              <a:gd name="connsiteY55" fmla="*/ 1055282 h 1342734"/>
              <a:gd name="connsiteX56" fmla="*/ 6981874 w 10678681"/>
              <a:gd name="connsiteY56" fmla="*/ 1053827 h 1342734"/>
              <a:gd name="connsiteX57" fmla="*/ 6976102 w 10678681"/>
              <a:gd name="connsiteY57" fmla="*/ 1047854 h 1342734"/>
              <a:gd name="connsiteX58" fmla="*/ 6951040 w 10678681"/>
              <a:gd name="connsiteY58" fmla="*/ 1048531 h 1342734"/>
              <a:gd name="connsiteX59" fmla="*/ 6948497 w 10678681"/>
              <a:gd name="connsiteY59" fmla="*/ 1050706 h 1342734"/>
              <a:gd name="connsiteX60" fmla="*/ 6926582 w 10678681"/>
              <a:gd name="connsiteY60" fmla="*/ 1043462 h 1342734"/>
              <a:gd name="connsiteX61" fmla="*/ 6833743 w 10678681"/>
              <a:gd name="connsiteY61" fmla="*/ 1027960 h 1342734"/>
              <a:gd name="connsiteX62" fmla="*/ 6687090 w 10678681"/>
              <a:gd name="connsiteY62" fmla="*/ 1063250 h 1342734"/>
              <a:gd name="connsiteX63" fmla="*/ 6437450 w 10678681"/>
              <a:gd name="connsiteY63" fmla="*/ 1101075 h 1342734"/>
              <a:gd name="connsiteX64" fmla="*/ 6327795 w 10678681"/>
              <a:gd name="connsiteY64" fmla="*/ 1088142 h 1342734"/>
              <a:gd name="connsiteX65" fmla="*/ 6136549 w 10678681"/>
              <a:gd name="connsiteY65" fmla="*/ 1100268 h 1342734"/>
              <a:gd name="connsiteX66" fmla="*/ 6004655 w 10678681"/>
              <a:gd name="connsiteY66" fmla="*/ 1114946 h 1342734"/>
              <a:gd name="connsiteX67" fmla="*/ 5936643 w 10678681"/>
              <a:gd name="connsiteY67" fmla="*/ 1095428 h 1342734"/>
              <a:gd name="connsiteX68" fmla="*/ 5912484 w 10678681"/>
              <a:gd name="connsiteY68" fmla="*/ 1112624 h 1342734"/>
              <a:gd name="connsiteX69" fmla="*/ 5908387 w 10678681"/>
              <a:gd name="connsiteY69" fmla="*/ 1116018 h 1342734"/>
              <a:gd name="connsiteX70" fmla="*/ 5890495 w 10678681"/>
              <a:gd name="connsiteY70" fmla="*/ 1120268 h 1342734"/>
              <a:gd name="connsiteX71" fmla="*/ 5887318 w 10678681"/>
              <a:gd name="connsiteY71" fmla="*/ 1133134 h 1342734"/>
              <a:gd name="connsiteX72" fmla="*/ 5861726 w 10678681"/>
              <a:gd name="connsiteY72" fmla="*/ 1147891 h 1342734"/>
              <a:gd name="connsiteX73" fmla="*/ 5805823 w 10678681"/>
              <a:gd name="connsiteY73" fmla="*/ 1152457 h 1342734"/>
              <a:gd name="connsiteX74" fmla="*/ 5689841 w 10678681"/>
              <a:gd name="connsiteY74" fmla="*/ 1176232 h 1342734"/>
              <a:gd name="connsiteX75" fmla="*/ 5605119 w 10678681"/>
              <a:gd name="connsiteY75" fmla="*/ 1190202 h 1342734"/>
              <a:gd name="connsiteX76" fmla="*/ 5488513 w 10678681"/>
              <a:gd name="connsiteY76" fmla="*/ 1205367 h 1342734"/>
              <a:gd name="connsiteX77" fmla="*/ 5402905 w 10678681"/>
              <a:gd name="connsiteY77" fmla="*/ 1241191 h 1342734"/>
              <a:gd name="connsiteX78" fmla="*/ 5285593 w 10678681"/>
              <a:gd name="connsiteY78" fmla="*/ 1273569 h 1342734"/>
              <a:gd name="connsiteX79" fmla="*/ 5192893 w 10678681"/>
              <a:gd name="connsiteY79" fmla="*/ 1247188 h 1342734"/>
              <a:gd name="connsiteX80" fmla="*/ 5186475 w 10678681"/>
              <a:gd name="connsiteY80" fmla="*/ 1257028 h 1342734"/>
              <a:gd name="connsiteX81" fmla="*/ 5126038 w 10678681"/>
              <a:gd name="connsiteY81" fmla="*/ 1263189 h 1342734"/>
              <a:gd name="connsiteX82" fmla="*/ 4894688 w 10678681"/>
              <a:gd name="connsiteY82" fmla="*/ 1247184 h 1342734"/>
              <a:gd name="connsiteX83" fmla="*/ 4788036 w 10678681"/>
              <a:gd name="connsiteY83" fmla="*/ 1238182 h 1342734"/>
              <a:gd name="connsiteX84" fmla="*/ 4747555 w 10678681"/>
              <a:gd name="connsiteY84" fmla="*/ 1252768 h 1342734"/>
              <a:gd name="connsiteX85" fmla="*/ 4679644 w 10678681"/>
              <a:gd name="connsiteY85" fmla="*/ 1276603 h 1342734"/>
              <a:gd name="connsiteX86" fmla="*/ 4632222 w 10678681"/>
              <a:gd name="connsiteY86" fmla="*/ 1318360 h 1342734"/>
              <a:gd name="connsiteX87" fmla="*/ 4617358 w 10678681"/>
              <a:gd name="connsiteY87" fmla="*/ 1327690 h 1342734"/>
              <a:gd name="connsiteX88" fmla="*/ 4589102 w 10678681"/>
              <a:gd name="connsiteY88" fmla="*/ 1321223 h 1342734"/>
              <a:gd name="connsiteX89" fmla="*/ 4578184 w 10678681"/>
              <a:gd name="connsiteY89" fmla="*/ 1326745 h 1342734"/>
              <a:gd name="connsiteX90" fmla="*/ 4574270 w 10678681"/>
              <a:gd name="connsiteY90" fmla="*/ 1325878 h 1342734"/>
              <a:gd name="connsiteX91" fmla="*/ 4564919 w 10678681"/>
              <a:gd name="connsiteY91" fmla="*/ 1325507 h 1342734"/>
              <a:gd name="connsiteX92" fmla="*/ 4566586 w 10678681"/>
              <a:gd name="connsiteY92" fmla="*/ 1316963 h 1342734"/>
              <a:gd name="connsiteX93" fmla="*/ 4556303 w 10678681"/>
              <a:gd name="connsiteY93" fmla="*/ 1300262 h 1342734"/>
              <a:gd name="connsiteX94" fmla="*/ 4502358 w 10678681"/>
              <a:gd name="connsiteY94" fmla="*/ 1302558 h 1342734"/>
              <a:gd name="connsiteX95" fmla="*/ 4498919 w 10678681"/>
              <a:gd name="connsiteY95" fmla="*/ 1312115 h 1342734"/>
              <a:gd name="connsiteX96" fmla="*/ 4492075 w 10678681"/>
              <a:gd name="connsiteY96" fmla="*/ 1313357 h 1342734"/>
              <a:gd name="connsiteX97" fmla="*/ 4487466 w 10678681"/>
              <a:gd name="connsiteY97" fmla="*/ 1304102 h 1342734"/>
              <a:gd name="connsiteX98" fmla="*/ 4398292 w 10678681"/>
              <a:gd name="connsiteY98" fmla="*/ 1278410 h 1342734"/>
              <a:gd name="connsiteX99" fmla="*/ 4306088 w 10678681"/>
              <a:gd name="connsiteY99" fmla="*/ 1282512 h 1342734"/>
              <a:gd name="connsiteX100" fmla="*/ 4188995 w 10678681"/>
              <a:gd name="connsiteY100" fmla="*/ 1296718 h 1342734"/>
              <a:gd name="connsiteX101" fmla="*/ 4136582 w 10678681"/>
              <a:gd name="connsiteY101" fmla="*/ 1287687 h 1342734"/>
              <a:gd name="connsiteX102" fmla="*/ 4064614 w 10678681"/>
              <a:gd name="connsiteY102" fmla="*/ 1296118 h 1342734"/>
              <a:gd name="connsiteX103" fmla="*/ 3900948 w 10678681"/>
              <a:gd name="connsiteY103" fmla="*/ 1322156 h 1342734"/>
              <a:gd name="connsiteX104" fmla="*/ 3787890 w 10678681"/>
              <a:gd name="connsiteY104" fmla="*/ 1322164 h 1342734"/>
              <a:gd name="connsiteX105" fmla="*/ 3745993 w 10678681"/>
              <a:gd name="connsiteY105" fmla="*/ 1342630 h 1342734"/>
              <a:gd name="connsiteX106" fmla="*/ 3675785 w 10678681"/>
              <a:gd name="connsiteY106" fmla="*/ 1326802 h 1342734"/>
              <a:gd name="connsiteX107" fmla="*/ 3623856 w 10678681"/>
              <a:gd name="connsiteY107" fmla="*/ 1290804 h 1342734"/>
              <a:gd name="connsiteX108" fmla="*/ 3564933 w 10678681"/>
              <a:gd name="connsiteY108" fmla="*/ 1287147 h 1342734"/>
              <a:gd name="connsiteX109" fmla="*/ 3550537 w 10678681"/>
              <a:gd name="connsiteY109" fmla="*/ 1317552 h 1342734"/>
              <a:gd name="connsiteX110" fmla="*/ 3487736 w 10678681"/>
              <a:gd name="connsiteY110" fmla="*/ 1303493 h 1342734"/>
              <a:gd name="connsiteX111" fmla="*/ 3392548 w 10678681"/>
              <a:gd name="connsiteY111" fmla="*/ 1278741 h 1342734"/>
              <a:gd name="connsiteX112" fmla="*/ 3337466 w 10678681"/>
              <a:gd name="connsiteY112" fmla="*/ 1272537 h 1342734"/>
              <a:gd name="connsiteX113" fmla="*/ 3175981 w 10678681"/>
              <a:gd name="connsiteY113" fmla="*/ 1208973 h 1342734"/>
              <a:gd name="connsiteX114" fmla="*/ 3036856 w 10678681"/>
              <a:gd name="connsiteY114" fmla="*/ 1214383 h 1342734"/>
              <a:gd name="connsiteX115" fmla="*/ 2824973 w 10678681"/>
              <a:gd name="connsiteY115" fmla="*/ 1134864 h 1342734"/>
              <a:gd name="connsiteX116" fmla="*/ 2804398 w 10678681"/>
              <a:gd name="connsiteY116" fmla="*/ 1125556 h 1342734"/>
              <a:gd name="connsiteX117" fmla="*/ 2736109 w 10678681"/>
              <a:gd name="connsiteY117" fmla="*/ 1137717 h 1342734"/>
              <a:gd name="connsiteX118" fmla="*/ 2659096 w 10678681"/>
              <a:gd name="connsiteY118" fmla="*/ 1150294 h 1342734"/>
              <a:gd name="connsiteX119" fmla="*/ 2567088 w 10678681"/>
              <a:gd name="connsiteY119" fmla="*/ 1181781 h 1342734"/>
              <a:gd name="connsiteX120" fmla="*/ 2454501 w 10678681"/>
              <a:gd name="connsiteY120" fmla="*/ 1155455 h 1342734"/>
              <a:gd name="connsiteX121" fmla="*/ 2385161 w 10678681"/>
              <a:gd name="connsiteY121" fmla="*/ 1161312 h 1342734"/>
              <a:gd name="connsiteX122" fmla="*/ 2273361 w 10678681"/>
              <a:gd name="connsiteY122" fmla="*/ 1134090 h 1342734"/>
              <a:gd name="connsiteX123" fmla="*/ 2132003 w 10678681"/>
              <a:gd name="connsiteY123" fmla="*/ 1139225 h 1342734"/>
              <a:gd name="connsiteX124" fmla="*/ 2041224 w 10678681"/>
              <a:gd name="connsiteY124" fmla="*/ 1147536 h 1342734"/>
              <a:gd name="connsiteX125" fmla="*/ 2010157 w 10678681"/>
              <a:gd name="connsiteY125" fmla="*/ 1152767 h 1342734"/>
              <a:gd name="connsiteX126" fmla="*/ 1859213 w 10678681"/>
              <a:gd name="connsiteY126" fmla="*/ 1199540 h 1342734"/>
              <a:gd name="connsiteX127" fmla="*/ 1735877 w 10678681"/>
              <a:gd name="connsiteY127" fmla="*/ 1246527 h 1342734"/>
              <a:gd name="connsiteX128" fmla="*/ 1705069 w 10678681"/>
              <a:gd name="connsiteY128" fmla="*/ 1251989 h 1342734"/>
              <a:gd name="connsiteX129" fmla="*/ 1307888 w 10678681"/>
              <a:gd name="connsiteY129" fmla="*/ 1283156 h 1342734"/>
              <a:gd name="connsiteX130" fmla="*/ 1220734 w 10678681"/>
              <a:gd name="connsiteY130" fmla="*/ 1257811 h 1342734"/>
              <a:gd name="connsiteX131" fmla="*/ 1021737 w 10678681"/>
              <a:gd name="connsiteY131" fmla="*/ 1238739 h 1342734"/>
              <a:gd name="connsiteX132" fmla="*/ 959820 w 10678681"/>
              <a:gd name="connsiteY132" fmla="*/ 1275863 h 1342734"/>
              <a:gd name="connsiteX133" fmla="*/ 929137 w 10678681"/>
              <a:gd name="connsiteY133" fmla="*/ 1273957 h 1342734"/>
              <a:gd name="connsiteX134" fmla="*/ 878849 w 10678681"/>
              <a:gd name="connsiteY134" fmla="*/ 1266740 h 1342734"/>
              <a:gd name="connsiteX135" fmla="*/ 800667 w 10678681"/>
              <a:gd name="connsiteY135" fmla="*/ 1282041 h 1342734"/>
              <a:gd name="connsiteX136" fmla="*/ 644906 w 10678681"/>
              <a:gd name="connsiteY136" fmla="*/ 1273685 h 1342734"/>
              <a:gd name="connsiteX137" fmla="*/ 379869 w 10678681"/>
              <a:gd name="connsiteY137" fmla="*/ 1339165 h 1342734"/>
              <a:gd name="connsiteX138" fmla="*/ 137696 w 10678681"/>
              <a:gd name="connsiteY138" fmla="*/ 1319217 h 1342734"/>
              <a:gd name="connsiteX139" fmla="*/ 54250 w 10678681"/>
              <a:gd name="connsiteY139" fmla="*/ 1315838 h 1342734"/>
              <a:gd name="connsiteX140" fmla="*/ 28042 w 10678681"/>
              <a:gd name="connsiteY140" fmla="*/ 1297822 h 1342734"/>
              <a:gd name="connsiteX141" fmla="*/ 0 w 10678681"/>
              <a:gd name="connsiteY141" fmla="*/ 1294612 h 1342734"/>
              <a:gd name="connsiteX142" fmla="*/ 0 w 10678681"/>
              <a:gd name="connsiteY142" fmla="*/ 0 h 1342734"/>
              <a:gd name="connsiteX0" fmla="*/ 0 w 10678681"/>
              <a:gd name="connsiteY0" fmla="*/ 0 h 1342734"/>
              <a:gd name="connsiteX1" fmla="*/ 10678681 w 10678681"/>
              <a:gd name="connsiteY1" fmla="*/ 0 h 1342734"/>
              <a:gd name="connsiteX2" fmla="*/ 10666019 w 10678681"/>
              <a:gd name="connsiteY2" fmla="*/ 7876 h 1342734"/>
              <a:gd name="connsiteX3" fmla="*/ 10632825 w 10678681"/>
              <a:gd name="connsiteY3" fmla="*/ 32153 h 1342734"/>
              <a:gd name="connsiteX4" fmla="*/ 10516219 w 10678681"/>
              <a:gd name="connsiteY4" fmla="*/ 45588 h 1342734"/>
              <a:gd name="connsiteX5" fmla="*/ 10456989 w 10678681"/>
              <a:gd name="connsiteY5" fmla="*/ 979 h 1342734"/>
              <a:gd name="connsiteX6" fmla="*/ 10438642 w 10678681"/>
              <a:gd name="connsiteY6" fmla="*/ 1524 h 1342734"/>
              <a:gd name="connsiteX7" fmla="*/ 10407146 w 10678681"/>
              <a:gd name="connsiteY7" fmla="*/ 43659 h 1342734"/>
              <a:gd name="connsiteX8" fmla="*/ 10341159 w 10678681"/>
              <a:gd name="connsiteY8" fmla="*/ 103824 h 1342734"/>
              <a:gd name="connsiteX9" fmla="*/ 10244930 w 10678681"/>
              <a:gd name="connsiteY9" fmla="*/ 94599 h 1342734"/>
              <a:gd name="connsiteX10" fmla="*/ 10115334 w 10678681"/>
              <a:gd name="connsiteY10" fmla="*/ 155658 h 1342734"/>
              <a:gd name="connsiteX11" fmla="*/ 10068157 w 10678681"/>
              <a:gd name="connsiteY11" fmla="*/ 215673 h 1342734"/>
              <a:gd name="connsiteX12" fmla="*/ 10045431 w 10678681"/>
              <a:gd name="connsiteY12" fmla="*/ 229568 h 1342734"/>
              <a:gd name="connsiteX13" fmla="*/ 9929077 w 10678681"/>
              <a:gd name="connsiteY13" fmla="*/ 254478 h 1342734"/>
              <a:gd name="connsiteX14" fmla="*/ 9840045 w 10678681"/>
              <a:gd name="connsiteY14" fmla="*/ 223033 h 1342734"/>
              <a:gd name="connsiteX15" fmla="*/ 9679638 w 10678681"/>
              <a:gd name="connsiteY15" fmla="*/ 277462 h 1342734"/>
              <a:gd name="connsiteX16" fmla="*/ 9498347 w 10678681"/>
              <a:gd name="connsiteY16" fmla="*/ 244723 h 1342734"/>
              <a:gd name="connsiteX17" fmla="*/ 9399702 w 10678681"/>
              <a:gd name="connsiteY17" fmla="*/ 276316 h 1342734"/>
              <a:gd name="connsiteX18" fmla="*/ 9316702 w 10678681"/>
              <a:gd name="connsiteY18" fmla="*/ 356523 h 1342734"/>
              <a:gd name="connsiteX19" fmla="*/ 9121744 w 10678681"/>
              <a:gd name="connsiteY19" fmla="*/ 365177 h 1342734"/>
              <a:gd name="connsiteX20" fmla="*/ 9061654 w 10678681"/>
              <a:gd name="connsiteY20" fmla="*/ 393730 h 1342734"/>
              <a:gd name="connsiteX21" fmla="*/ 8997577 w 10678681"/>
              <a:gd name="connsiteY21" fmla="*/ 380865 h 1342734"/>
              <a:gd name="connsiteX22" fmla="*/ 8907968 w 10678681"/>
              <a:gd name="connsiteY22" fmla="*/ 447345 h 1342734"/>
              <a:gd name="connsiteX23" fmla="*/ 8764163 w 10678681"/>
              <a:gd name="connsiteY23" fmla="*/ 471000 h 1342734"/>
              <a:gd name="connsiteX24" fmla="*/ 8680155 w 10678681"/>
              <a:gd name="connsiteY24" fmla="*/ 492404 h 1342734"/>
              <a:gd name="connsiteX25" fmla="*/ 8651436 w 10678681"/>
              <a:gd name="connsiteY25" fmla="*/ 511923 h 1342734"/>
              <a:gd name="connsiteX26" fmla="*/ 8609185 w 10678681"/>
              <a:gd name="connsiteY26" fmla="*/ 531525 h 1342734"/>
              <a:gd name="connsiteX27" fmla="*/ 8537091 w 10678681"/>
              <a:gd name="connsiteY27" fmla="*/ 574933 h 1342734"/>
              <a:gd name="connsiteX28" fmla="*/ 8435931 w 10678681"/>
              <a:gd name="connsiteY28" fmla="*/ 617926 h 1342734"/>
              <a:gd name="connsiteX29" fmla="*/ 8348623 w 10678681"/>
              <a:gd name="connsiteY29" fmla="*/ 600607 h 1342734"/>
              <a:gd name="connsiteX30" fmla="*/ 8344233 w 10678681"/>
              <a:gd name="connsiteY30" fmla="*/ 610922 h 1342734"/>
              <a:gd name="connsiteX31" fmla="*/ 8290622 w 10678681"/>
              <a:gd name="connsiteY31" fmla="*/ 622687 h 1342734"/>
              <a:gd name="connsiteX32" fmla="*/ 8086698 w 10678681"/>
              <a:gd name="connsiteY32" fmla="*/ 605185 h 1342734"/>
              <a:gd name="connsiteX33" fmla="*/ 7982378 w 10678681"/>
              <a:gd name="connsiteY33" fmla="*/ 629799 h 1342734"/>
              <a:gd name="connsiteX34" fmla="*/ 7947952 w 10678681"/>
              <a:gd name="connsiteY34" fmla="*/ 648003 h 1342734"/>
              <a:gd name="connsiteX35" fmla="*/ 7890112 w 10678681"/>
              <a:gd name="connsiteY35" fmla="*/ 677915 h 1342734"/>
              <a:gd name="connsiteX36" fmla="*/ 7853284 w 10678681"/>
              <a:gd name="connsiteY36" fmla="*/ 723588 h 1342734"/>
              <a:gd name="connsiteX37" fmla="*/ 7802383 w 10678681"/>
              <a:gd name="connsiteY37" fmla="*/ 739359 h 1342734"/>
              <a:gd name="connsiteX38" fmla="*/ 7730518 w 10678681"/>
              <a:gd name="connsiteY38" fmla="*/ 739526 h 1342734"/>
              <a:gd name="connsiteX39" fmla="*/ 7652907 w 10678681"/>
              <a:gd name="connsiteY39" fmla="*/ 783273 h 1342734"/>
              <a:gd name="connsiteX40" fmla="*/ 7606008 w 10678681"/>
              <a:gd name="connsiteY40" fmla="*/ 800717 h 1342734"/>
              <a:gd name="connsiteX41" fmla="*/ 7480223 w 10678681"/>
              <a:gd name="connsiteY41" fmla="*/ 856821 h 1342734"/>
              <a:gd name="connsiteX42" fmla="*/ 7356005 w 10678681"/>
              <a:gd name="connsiteY42" fmla="*/ 919462 h 1342734"/>
              <a:gd name="connsiteX43" fmla="*/ 7305396 w 10678681"/>
              <a:gd name="connsiteY43" fmla="*/ 986228 h 1342734"/>
              <a:gd name="connsiteX44" fmla="*/ 7266251 w 10678681"/>
              <a:gd name="connsiteY44" fmla="*/ 967864 h 1342734"/>
              <a:gd name="connsiteX45" fmla="*/ 7269396 w 10678681"/>
              <a:gd name="connsiteY45" fmla="*/ 989282 h 1342734"/>
              <a:gd name="connsiteX46" fmla="*/ 7258094 w 10678681"/>
              <a:gd name="connsiteY46" fmla="*/ 990679 h 1342734"/>
              <a:gd name="connsiteX47" fmla="*/ 7257893 w 10678681"/>
              <a:gd name="connsiteY47" fmla="*/ 991204 h 1342734"/>
              <a:gd name="connsiteX48" fmla="*/ 7247153 w 10678681"/>
              <a:gd name="connsiteY48" fmla="*/ 991550 h 1342734"/>
              <a:gd name="connsiteX49" fmla="*/ 7193612 w 10678681"/>
              <a:gd name="connsiteY49" fmla="*/ 987042 h 1342734"/>
              <a:gd name="connsiteX50" fmla="*/ 7132632 w 10678681"/>
              <a:gd name="connsiteY50" fmla="*/ 1042036 h 1342734"/>
              <a:gd name="connsiteX51" fmla="*/ 7105610 w 10678681"/>
              <a:gd name="connsiteY51" fmla="*/ 1053537 h 1342734"/>
              <a:gd name="connsiteX52" fmla="*/ 7069148 w 10678681"/>
              <a:gd name="connsiteY52" fmla="*/ 1047163 h 1342734"/>
              <a:gd name="connsiteX53" fmla="*/ 7039634 w 10678681"/>
              <a:gd name="connsiteY53" fmla="*/ 1059971 h 1342734"/>
              <a:gd name="connsiteX54" fmla="*/ 7033445 w 10678681"/>
              <a:gd name="connsiteY54" fmla="*/ 1063314 h 1342734"/>
              <a:gd name="connsiteX55" fmla="*/ 6999157 w 10678681"/>
              <a:gd name="connsiteY55" fmla="*/ 1055282 h 1342734"/>
              <a:gd name="connsiteX56" fmla="*/ 6981874 w 10678681"/>
              <a:gd name="connsiteY56" fmla="*/ 1053827 h 1342734"/>
              <a:gd name="connsiteX57" fmla="*/ 6976102 w 10678681"/>
              <a:gd name="connsiteY57" fmla="*/ 1047854 h 1342734"/>
              <a:gd name="connsiteX58" fmla="*/ 6951040 w 10678681"/>
              <a:gd name="connsiteY58" fmla="*/ 1048531 h 1342734"/>
              <a:gd name="connsiteX59" fmla="*/ 6948497 w 10678681"/>
              <a:gd name="connsiteY59" fmla="*/ 1050706 h 1342734"/>
              <a:gd name="connsiteX60" fmla="*/ 6926582 w 10678681"/>
              <a:gd name="connsiteY60" fmla="*/ 1043462 h 1342734"/>
              <a:gd name="connsiteX61" fmla="*/ 6833743 w 10678681"/>
              <a:gd name="connsiteY61" fmla="*/ 1027960 h 1342734"/>
              <a:gd name="connsiteX62" fmla="*/ 6687090 w 10678681"/>
              <a:gd name="connsiteY62" fmla="*/ 1063250 h 1342734"/>
              <a:gd name="connsiteX63" fmla="*/ 6437450 w 10678681"/>
              <a:gd name="connsiteY63" fmla="*/ 1101075 h 1342734"/>
              <a:gd name="connsiteX64" fmla="*/ 6327795 w 10678681"/>
              <a:gd name="connsiteY64" fmla="*/ 1088142 h 1342734"/>
              <a:gd name="connsiteX65" fmla="*/ 6136549 w 10678681"/>
              <a:gd name="connsiteY65" fmla="*/ 1100268 h 1342734"/>
              <a:gd name="connsiteX66" fmla="*/ 6004655 w 10678681"/>
              <a:gd name="connsiteY66" fmla="*/ 1114946 h 1342734"/>
              <a:gd name="connsiteX67" fmla="*/ 5936643 w 10678681"/>
              <a:gd name="connsiteY67" fmla="*/ 1095428 h 1342734"/>
              <a:gd name="connsiteX68" fmla="*/ 5912484 w 10678681"/>
              <a:gd name="connsiteY68" fmla="*/ 1112624 h 1342734"/>
              <a:gd name="connsiteX69" fmla="*/ 5908387 w 10678681"/>
              <a:gd name="connsiteY69" fmla="*/ 1116018 h 1342734"/>
              <a:gd name="connsiteX70" fmla="*/ 5890495 w 10678681"/>
              <a:gd name="connsiteY70" fmla="*/ 1120268 h 1342734"/>
              <a:gd name="connsiteX71" fmla="*/ 5887318 w 10678681"/>
              <a:gd name="connsiteY71" fmla="*/ 1133134 h 1342734"/>
              <a:gd name="connsiteX72" fmla="*/ 5861726 w 10678681"/>
              <a:gd name="connsiteY72" fmla="*/ 1147891 h 1342734"/>
              <a:gd name="connsiteX73" fmla="*/ 5805823 w 10678681"/>
              <a:gd name="connsiteY73" fmla="*/ 1152457 h 1342734"/>
              <a:gd name="connsiteX74" fmla="*/ 5689841 w 10678681"/>
              <a:gd name="connsiteY74" fmla="*/ 1176232 h 1342734"/>
              <a:gd name="connsiteX75" fmla="*/ 5605119 w 10678681"/>
              <a:gd name="connsiteY75" fmla="*/ 1190202 h 1342734"/>
              <a:gd name="connsiteX76" fmla="*/ 5488513 w 10678681"/>
              <a:gd name="connsiteY76" fmla="*/ 1205367 h 1342734"/>
              <a:gd name="connsiteX77" fmla="*/ 5402905 w 10678681"/>
              <a:gd name="connsiteY77" fmla="*/ 1241191 h 1342734"/>
              <a:gd name="connsiteX78" fmla="*/ 5285593 w 10678681"/>
              <a:gd name="connsiteY78" fmla="*/ 1273569 h 1342734"/>
              <a:gd name="connsiteX79" fmla="*/ 5192893 w 10678681"/>
              <a:gd name="connsiteY79" fmla="*/ 1247188 h 1342734"/>
              <a:gd name="connsiteX80" fmla="*/ 5186475 w 10678681"/>
              <a:gd name="connsiteY80" fmla="*/ 1257028 h 1342734"/>
              <a:gd name="connsiteX81" fmla="*/ 5126038 w 10678681"/>
              <a:gd name="connsiteY81" fmla="*/ 1263189 h 1342734"/>
              <a:gd name="connsiteX82" fmla="*/ 4894688 w 10678681"/>
              <a:gd name="connsiteY82" fmla="*/ 1247184 h 1342734"/>
              <a:gd name="connsiteX83" fmla="*/ 4788036 w 10678681"/>
              <a:gd name="connsiteY83" fmla="*/ 1238182 h 1342734"/>
              <a:gd name="connsiteX84" fmla="*/ 4747555 w 10678681"/>
              <a:gd name="connsiteY84" fmla="*/ 1252768 h 1342734"/>
              <a:gd name="connsiteX85" fmla="*/ 4679644 w 10678681"/>
              <a:gd name="connsiteY85" fmla="*/ 1276603 h 1342734"/>
              <a:gd name="connsiteX86" fmla="*/ 4632222 w 10678681"/>
              <a:gd name="connsiteY86" fmla="*/ 1318360 h 1342734"/>
              <a:gd name="connsiteX87" fmla="*/ 4617358 w 10678681"/>
              <a:gd name="connsiteY87" fmla="*/ 1327690 h 1342734"/>
              <a:gd name="connsiteX88" fmla="*/ 4589102 w 10678681"/>
              <a:gd name="connsiteY88" fmla="*/ 1321223 h 1342734"/>
              <a:gd name="connsiteX89" fmla="*/ 4578184 w 10678681"/>
              <a:gd name="connsiteY89" fmla="*/ 1326745 h 1342734"/>
              <a:gd name="connsiteX90" fmla="*/ 4574270 w 10678681"/>
              <a:gd name="connsiteY90" fmla="*/ 1325878 h 1342734"/>
              <a:gd name="connsiteX91" fmla="*/ 4564919 w 10678681"/>
              <a:gd name="connsiteY91" fmla="*/ 1325507 h 1342734"/>
              <a:gd name="connsiteX92" fmla="*/ 4566586 w 10678681"/>
              <a:gd name="connsiteY92" fmla="*/ 1316963 h 1342734"/>
              <a:gd name="connsiteX93" fmla="*/ 4556303 w 10678681"/>
              <a:gd name="connsiteY93" fmla="*/ 1300262 h 1342734"/>
              <a:gd name="connsiteX94" fmla="*/ 4502358 w 10678681"/>
              <a:gd name="connsiteY94" fmla="*/ 1302558 h 1342734"/>
              <a:gd name="connsiteX95" fmla="*/ 4498919 w 10678681"/>
              <a:gd name="connsiteY95" fmla="*/ 1312115 h 1342734"/>
              <a:gd name="connsiteX96" fmla="*/ 4492075 w 10678681"/>
              <a:gd name="connsiteY96" fmla="*/ 1313357 h 1342734"/>
              <a:gd name="connsiteX97" fmla="*/ 4487466 w 10678681"/>
              <a:gd name="connsiteY97" fmla="*/ 1304102 h 1342734"/>
              <a:gd name="connsiteX98" fmla="*/ 4398292 w 10678681"/>
              <a:gd name="connsiteY98" fmla="*/ 1278410 h 1342734"/>
              <a:gd name="connsiteX99" fmla="*/ 4306088 w 10678681"/>
              <a:gd name="connsiteY99" fmla="*/ 1282512 h 1342734"/>
              <a:gd name="connsiteX100" fmla="*/ 4188995 w 10678681"/>
              <a:gd name="connsiteY100" fmla="*/ 1296718 h 1342734"/>
              <a:gd name="connsiteX101" fmla="*/ 4136582 w 10678681"/>
              <a:gd name="connsiteY101" fmla="*/ 1287687 h 1342734"/>
              <a:gd name="connsiteX102" fmla="*/ 4064614 w 10678681"/>
              <a:gd name="connsiteY102" fmla="*/ 1296118 h 1342734"/>
              <a:gd name="connsiteX103" fmla="*/ 3900948 w 10678681"/>
              <a:gd name="connsiteY103" fmla="*/ 1322156 h 1342734"/>
              <a:gd name="connsiteX104" fmla="*/ 3787890 w 10678681"/>
              <a:gd name="connsiteY104" fmla="*/ 1322164 h 1342734"/>
              <a:gd name="connsiteX105" fmla="*/ 3745993 w 10678681"/>
              <a:gd name="connsiteY105" fmla="*/ 1342630 h 1342734"/>
              <a:gd name="connsiteX106" fmla="*/ 3675785 w 10678681"/>
              <a:gd name="connsiteY106" fmla="*/ 1326802 h 1342734"/>
              <a:gd name="connsiteX107" fmla="*/ 3623856 w 10678681"/>
              <a:gd name="connsiteY107" fmla="*/ 1290804 h 1342734"/>
              <a:gd name="connsiteX108" fmla="*/ 3564933 w 10678681"/>
              <a:gd name="connsiteY108" fmla="*/ 1287147 h 1342734"/>
              <a:gd name="connsiteX109" fmla="*/ 3550537 w 10678681"/>
              <a:gd name="connsiteY109" fmla="*/ 1317552 h 1342734"/>
              <a:gd name="connsiteX110" fmla="*/ 3487736 w 10678681"/>
              <a:gd name="connsiteY110" fmla="*/ 1303493 h 1342734"/>
              <a:gd name="connsiteX111" fmla="*/ 3392548 w 10678681"/>
              <a:gd name="connsiteY111" fmla="*/ 1278741 h 1342734"/>
              <a:gd name="connsiteX112" fmla="*/ 3337466 w 10678681"/>
              <a:gd name="connsiteY112" fmla="*/ 1272537 h 1342734"/>
              <a:gd name="connsiteX113" fmla="*/ 3175981 w 10678681"/>
              <a:gd name="connsiteY113" fmla="*/ 1208973 h 1342734"/>
              <a:gd name="connsiteX114" fmla="*/ 3036856 w 10678681"/>
              <a:gd name="connsiteY114" fmla="*/ 1214383 h 1342734"/>
              <a:gd name="connsiteX115" fmla="*/ 2824973 w 10678681"/>
              <a:gd name="connsiteY115" fmla="*/ 1134864 h 1342734"/>
              <a:gd name="connsiteX116" fmla="*/ 2804398 w 10678681"/>
              <a:gd name="connsiteY116" fmla="*/ 1125556 h 1342734"/>
              <a:gd name="connsiteX117" fmla="*/ 2736109 w 10678681"/>
              <a:gd name="connsiteY117" fmla="*/ 1137717 h 1342734"/>
              <a:gd name="connsiteX118" fmla="*/ 2659096 w 10678681"/>
              <a:gd name="connsiteY118" fmla="*/ 1150294 h 1342734"/>
              <a:gd name="connsiteX119" fmla="*/ 2567088 w 10678681"/>
              <a:gd name="connsiteY119" fmla="*/ 1181781 h 1342734"/>
              <a:gd name="connsiteX120" fmla="*/ 2454501 w 10678681"/>
              <a:gd name="connsiteY120" fmla="*/ 1155455 h 1342734"/>
              <a:gd name="connsiteX121" fmla="*/ 2385161 w 10678681"/>
              <a:gd name="connsiteY121" fmla="*/ 1161312 h 1342734"/>
              <a:gd name="connsiteX122" fmla="*/ 2273361 w 10678681"/>
              <a:gd name="connsiteY122" fmla="*/ 1134090 h 1342734"/>
              <a:gd name="connsiteX123" fmla="*/ 2132003 w 10678681"/>
              <a:gd name="connsiteY123" fmla="*/ 1139225 h 1342734"/>
              <a:gd name="connsiteX124" fmla="*/ 2041224 w 10678681"/>
              <a:gd name="connsiteY124" fmla="*/ 1147536 h 1342734"/>
              <a:gd name="connsiteX125" fmla="*/ 2010157 w 10678681"/>
              <a:gd name="connsiteY125" fmla="*/ 1152767 h 1342734"/>
              <a:gd name="connsiteX126" fmla="*/ 1859213 w 10678681"/>
              <a:gd name="connsiteY126" fmla="*/ 1199540 h 1342734"/>
              <a:gd name="connsiteX127" fmla="*/ 1735877 w 10678681"/>
              <a:gd name="connsiteY127" fmla="*/ 1246527 h 1342734"/>
              <a:gd name="connsiteX128" fmla="*/ 1705069 w 10678681"/>
              <a:gd name="connsiteY128" fmla="*/ 1251989 h 1342734"/>
              <a:gd name="connsiteX129" fmla="*/ 1307888 w 10678681"/>
              <a:gd name="connsiteY129" fmla="*/ 1283156 h 1342734"/>
              <a:gd name="connsiteX130" fmla="*/ 1220734 w 10678681"/>
              <a:gd name="connsiteY130" fmla="*/ 1257811 h 1342734"/>
              <a:gd name="connsiteX131" fmla="*/ 1021737 w 10678681"/>
              <a:gd name="connsiteY131" fmla="*/ 1238739 h 1342734"/>
              <a:gd name="connsiteX132" fmla="*/ 959820 w 10678681"/>
              <a:gd name="connsiteY132" fmla="*/ 1275863 h 1342734"/>
              <a:gd name="connsiteX133" fmla="*/ 929137 w 10678681"/>
              <a:gd name="connsiteY133" fmla="*/ 1273957 h 1342734"/>
              <a:gd name="connsiteX134" fmla="*/ 878849 w 10678681"/>
              <a:gd name="connsiteY134" fmla="*/ 1266740 h 1342734"/>
              <a:gd name="connsiteX135" fmla="*/ 800667 w 10678681"/>
              <a:gd name="connsiteY135" fmla="*/ 1282041 h 1342734"/>
              <a:gd name="connsiteX136" fmla="*/ 644906 w 10678681"/>
              <a:gd name="connsiteY136" fmla="*/ 1273685 h 1342734"/>
              <a:gd name="connsiteX137" fmla="*/ 379869 w 10678681"/>
              <a:gd name="connsiteY137" fmla="*/ 1339165 h 1342734"/>
              <a:gd name="connsiteX138" fmla="*/ 137696 w 10678681"/>
              <a:gd name="connsiteY138" fmla="*/ 1319217 h 1342734"/>
              <a:gd name="connsiteX139" fmla="*/ 54250 w 10678681"/>
              <a:gd name="connsiteY139" fmla="*/ 1315838 h 1342734"/>
              <a:gd name="connsiteX140" fmla="*/ 28042 w 10678681"/>
              <a:gd name="connsiteY140" fmla="*/ 1297822 h 1342734"/>
              <a:gd name="connsiteX141" fmla="*/ 0 w 10678681"/>
              <a:gd name="connsiteY141" fmla="*/ 1294612 h 1342734"/>
              <a:gd name="connsiteX142" fmla="*/ 0 w 10678681"/>
              <a:gd name="connsiteY142" fmla="*/ 0 h 1342734"/>
              <a:gd name="connsiteX0" fmla="*/ 0 w 10678681"/>
              <a:gd name="connsiteY0" fmla="*/ 0 h 1342734"/>
              <a:gd name="connsiteX1" fmla="*/ 10678681 w 10678681"/>
              <a:gd name="connsiteY1" fmla="*/ 0 h 1342734"/>
              <a:gd name="connsiteX2" fmla="*/ 10666019 w 10678681"/>
              <a:gd name="connsiteY2" fmla="*/ 7876 h 1342734"/>
              <a:gd name="connsiteX3" fmla="*/ 10632825 w 10678681"/>
              <a:gd name="connsiteY3" fmla="*/ 32153 h 1342734"/>
              <a:gd name="connsiteX4" fmla="*/ 10516219 w 10678681"/>
              <a:gd name="connsiteY4" fmla="*/ 45588 h 1342734"/>
              <a:gd name="connsiteX5" fmla="*/ 10456989 w 10678681"/>
              <a:gd name="connsiteY5" fmla="*/ 979 h 1342734"/>
              <a:gd name="connsiteX6" fmla="*/ 10438642 w 10678681"/>
              <a:gd name="connsiteY6" fmla="*/ 1524 h 1342734"/>
              <a:gd name="connsiteX7" fmla="*/ 10407146 w 10678681"/>
              <a:gd name="connsiteY7" fmla="*/ 43659 h 1342734"/>
              <a:gd name="connsiteX8" fmla="*/ 10341159 w 10678681"/>
              <a:gd name="connsiteY8" fmla="*/ 103824 h 1342734"/>
              <a:gd name="connsiteX9" fmla="*/ 10244930 w 10678681"/>
              <a:gd name="connsiteY9" fmla="*/ 94599 h 1342734"/>
              <a:gd name="connsiteX10" fmla="*/ 10115334 w 10678681"/>
              <a:gd name="connsiteY10" fmla="*/ 155658 h 1342734"/>
              <a:gd name="connsiteX11" fmla="*/ 10068157 w 10678681"/>
              <a:gd name="connsiteY11" fmla="*/ 215673 h 1342734"/>
              <a:gd name="connsiteX12" fmla="*/ 10045431 w 10678681"/>
              <a:gd name="connsiteY12" fmla="*/ 229568 h 1342734"/>
              <a:gd name="connsiteX13" fmla="*/ 9929077 w 10678681"/>
              <a:gd name="connsiteY13" fmla="*/ 254478 h 1342734"/>
              <a:gd name="connsiteX14" fmla="*/ 9840045 w 10678681"/>
              <a:gd name="connsiteY14" fmla="*/ 223033 h 1342734"/>
              <a:gd name="connsiteX15" fmla="*/ 9679638 w 10678681"/>
              <a:gd name="connsiteY15" fmla="*/ 277462 h 1342734"/>
              <a:gd name="connsiteX16" fmla="*/ 9498347 w 10678681"/>
              <a:gd name="connsiteY16" fmla="*/ 244723 h 1342734"/>
              <a:gd name="connsiteX17" fmla="*/ 9399702 w 10678681"/>
              <a:gd name="connsiteY17" fmla="*/ 276316 h 1342734"/>
              <a:gd name="connsiteX18" fmla="*/ 9316702 w 10678681"/>
              <a:gd name="connsiteY18" fmla="*/ 356523 h 1342734"/>
              <a:gd name="connsiteX19" fmla="*/ 9121744 w 10678681"/>
              <a:gd name="connsiteY19" fmla="*/ 365177 h 1342734"/>
              <a:gd name="connsiteX20" fmla="*/ 9061654 w 10678681"/>
              <a:gd name="connsiteY20" fmla="*/ 393730 h 1342734"/>
              <a:gd name="connsiteX21" fmla="*/ 8997577 w 10678681"/>
              <a:gd name="connsiteY21" fmla="*/ 380865 h 1342734"/>
              <a:gd name="connsiteX22" fmla="*/ 8907968 w 10678681"/>
              <a:gd name="connsiteY22" fmla="*/ 447345 h 1342734"/>
              <a:gd name="connsiteX23" fmla="*/ 8764163 w 10678681"/>
              <a:gd name="connsiteY23" fmla="*/ 471000 h 1342734"/>
              <a:gd name="connsiteX24" fmla="*/ 8680155 w 10678681"/>
              <a:gd name="connsiteY24" fmla="*/ 492404 h 1342734"/>
              <a:gd name="connsiteX25" fmla="*/ 8651436 w 10678681"/>
              <a:gd name="connsiteY25" fmla="*/ 511923 h 1342734"/>
              <a:gd name="connsiteX26" fmla="*/ 8609185 w 10678681"/>
              <a:gd name="connsiteY26" fmla="*/ 531525 h 1342734"/>
              <a:gd name="connsiteX27" fmla="*/ 8537091 w 10678681"/>
              <a:gd name="connsiteY27" fmla="*/ 574933 h 1342734"/>
              <a:gd name="connsiteX28" fmla="*/ 8435931 w 10678681"/>
              <a:gd name="connsiteY28" fmla="*/ 617926 h 1342734"/>
              <a:gd name="connsiteX29" fmla="*/ 8348623 w 10678681"/>
              <a:gd name="connsiteY29" fmla="*/ 600607 h 1342734"/>
              <a:gd name="connsiteX30" fmla="*/ 8344233 w 10678681"/>
              <a:gd name="connsiteY30" fmla="*/ 610922 h 1342734"/>
              <a:gd name="connsiteX31" fmla="*/ 8290622 w 10678681"/>
              <a:gd name="connsiteY31" fmla="*/ 622687 h 1342734"/>
              <a:gd name="connsiteX32" fmla="*/ 8086698 w 10678681"/>
              <a:gd name="connsiteY32" fmla="*/ 605185 h 1342734"/>
              <a:gd name="connsiteX33" fmla="*/ 7982378 w 10678681"/>
              <a:gd name="connsiteY33" fmla="*/ 629799 h 1342734"/>
              <a:gd name="connsiteX34" fmla="*/ 7947952 w 10678681"/>
              <a:gd name="connsiteY34" fmla="*/ 648003 h 1342734"/>
              <a:gd name="connsiteX35" fmla="*/ 7890112 w 10678681"/>
              <a:gd name="connsiteY35" fmla="*/ 677915 h 1342734"/>
              <a:gd name="connsiteX36" fmla="*/ 7853284 w 10678681"/>
              <a:gd name="connsiteY36" fmla="*/ 723588 h 1342734"/>
              <a:gd name="connsiteX37" fmla="*/ 7802383 w 10678681"/>
              <a:gd name="connsiteY37" fmla="*/ 739359 h 1342734"/>
              <a:gd name="connsiteX38" fmla="*/ 7730518 w 10678681"/>
              <a:gd name="connsiteY38" fmla="*/ 739526 h 1342734"/>
              <a:gd name="connsiteX39" fmla="*/ 7652907 w 10678681"/>
              <a:gd name="connsiteY39" fmla="*/ 783273 h 1342734"/>
              <a:gd name="connsiteX40" fmla="*/ 7606008 w 10678681"/>
              <a:gd name="connsiteY40" fmla="*/ 800717 h 1342734"/>
              <a:gd name="connsiteX41" fmla="*/ 7480223 w 10678681"/>
              <a:gd name="connsiteY41" fmla="*/ 856821 h 1342734"/>
              <a:gd name="connsiteX42" fmla="*/ 7356005 w 10678681"/>
              <a:gd name="connsiteY42" fmla="*/ 919462 h 1342734"/>
              <a:gd name="connsiteX43" fmla="*/ 7305396 w 10678681"/>
              <a:gd name="connsiteY43" fmla="*/ 986228 h 1342734"/>
              <a:gd name="connsiteX44" fmla="*/ 7266251 w 10678681"/>
              <a:gd name="connsiteY44" fmla="*/ 967864 h 1342734"/>
              <a:gd name="connsiteX45" fmla="*/ 7269396 w 10678681"/>
              <a:gd name="connsiteY45" fmla="*/ 989282 h 1342734"/>
              <a:gd name="connsiteX46" fmla="*/ 7258094 w 10678681"/>
              <a:gd name="connsiteY46" fmla="*/ 990679 h 1342734"/>
              <a:gd name="connsiteX47" fmla="*/ 7257893 w 10678681"/>
              <a:gd name="connsiteY47" fmla="*/ 991204 h 1342734"/>
              <a:gd name="connsiteX48" fmla="*/ 7247153 w 10678681"/>
              <a:gd name="connsiteY48" fmla="*/ 991550 h 1342734"/>
              <a:gd name="connsiteX49" fmla="*/ 7193612 w 10678681"/>
              <a:gd name="connsiteY49" fmla="*/ 987042 h 1342734"/>
              <a:gd name="connsiteX50" fmla="*/ 7132632 w 10678681"/>
              <a:gd name="connsiteY50" fmla="*/ 1042036 h 1342734"/>
              <a:gd name="connsiteX51" fmla="*/ 7105610 w 10678681"/>
              <a:gd name="connsiteY51" fmla="*/ 1053537 h 1342734"/>
              <a:gd name="connsiteX52" fmla="*/ 7069148 w 10678681"/>
              <a:gd name="connsiteY52" fmla="*/ 1047163 h 1342734"/>
              <a:gd name="connsiteX53" fmla="*/ 7039634 w 10678681"/>
              <a:gd name="connsiteY53" fmla="*/ 1059971 h 1342734"/>
              <a:gd name="connsiteX54" fmla="*/ 7033445 w 10678681"/>
              <a:gd name="connsiteY54" fmla="*/ 1063314 h 1342734"/>
              <a:gd name="connsiteX55" fmla="*/ 6999157 w 10678681"/>
              <a:gd name="connsiteY55" fmla="*/ 1055282 h 1342734"/>
              <a:gd name="connsiteX56" fmla="*/ 6981874 w 10678681"/>
              <a:gd name="connsiteY56" fmla="*/ 1053827 h 1342734"/>
              <a:gd name="connsiteX57" fmla="*/ 6976102 w 10678681"/>
              <a:gd name="connsiteY57" fmla="*/ 1047854 h 1342734"/>
              <a:gd name="connsiteX58" fmla="*/ 6951040 w 10678681"/>
              <a:gd name="connsiteY58" fmla="*/ 1048531 h 1342734"/>
              <a:gd name="connsiteX59" fmla="*/ 6948497 w 10678681"/>
              <a:gd name="connsiteY59" fmla="*/ 1050706 h 1342734"/>
              <a:gd name="connsiteX60" fmla="*/ 6926582 w 10678681"/>
              <a:gd name="connsiteY60" fmla="*/ 1043462 h 1342734"/>
              <a:gd name="connsiteX61" fmla="*/ 6833743 w 10678681"/>
              <a:gd name="connsiteY61" fmla="*/ 1027960 h 1342734"/>
              <a:gd name="connsiteX62" fmla="*/ 6687090 w 10678681"/>
              <a:gd name="connsiteY62" fmla="*/ 1063250 h 1342734"/>
              <a:gd name="connsiteX63" fmla="*/ 6437450 w 10678681"/>
              <a:gd name="connsiteY63" fmla="*/ 1101075 h 1342734"/>
              <a:gd name="connsiteX64" fmla="*/ 6327795 w 10678681"/>
              <a:gd name="connsiteY64" fmla="*/ 1088142 h 1342734"/>
              <a:gd name="connsiteX65" fmla="*/ 6136549 w 10678681"/>
              <a:gd name="connsiteY65" fmla="*/ 1100268 h 1342734"/>
              <a:gd name="connsiteX66" fmla="*/ 6004655 w 10678681"/>
              <a:gd name="connsiteY66" fmla="*/ 1114946 h 1342734"/>
              <a:gd name="connsiteX67" fmla="*/ 5936643 w 10678681"/>
              <a:gd name="connsiteY67" fmla="*/ 1095428 h 1342734"/>
              <a:gd name="connsiteX68" fmla="*/ 5912484 w 10678681"/>
              <a:gd name="connsiteY68" fmla="*/ 1112624 h 1342734"/>
              <a:gd name="connsiteX69" fmla="*/ 5908387 w 10678681"/>
              <a:gd name="connsiteY69" fmla="*/ 1116018 h 1342734"/>
              <a:gd name="connsiteX70" fmla="*/ 5890495 w 10678681"/>
              <a:gd name="connsiteY70" fmla="*/ 1120268 h 1342734"/>
              <a:gd name="connsiteX71" fmla="*/ 5887318 w 10678681"/>
              <a:gd name="connsiteY71" fmla="*/ 1133134 h 1342734"/>
              <a:gd name="connsiteX72" fmla="*/ 5861726 w 10678681"/>
              <a:gd name="connsiteY72" fmla="*/ 1147891 h 1342734"/>
              <a:gd name="connsiteX73" fmla="*/ 5805823 w 10678681"/>
              <a:gd name="connsiteY73" fmla="*/ 1152457 h 1342734"/>
              <a:gd name="connsiteX74" fmla="*/ 5689841 w 10678681"/>
              <a:gd name="connsiteY74" fmla="*/ 1176232 h 1342734"/>
              <a:gd name="connsiteX75" fmla="*/ 5605119 w 10678681"/>
              <a:gd name="connsiteY75" fmla="*/ 1190202 h 1342734"/>
              <a:gd name="connsiteX76" fmla="*/ 5488513 w 10678681"/>
              <a:gd name="connsiteY76" fmla="*/ 1205367 h 1342734"/>
              <a:gd name="connsiteX77" fmla="*/ 5402905 w 10678681"/>
              <a:gd name="connsiteY77" fmla="*/ 1241191 h 1342734"/>
              <a:gd name="connsiteX78" fmla="*/ 5285593 w 10678681"/>
              <a:gd name="connsiteY78" fmla="*/ 1273569 h 1342734"/>
              <a:gd name="connsiteX79" fmla="*/ 5192893 w 10678681"/>
              <a:gd name="connsiteY79" fmla="*/ 1247188 h 1342734"/>
              <a:gd name="connsiteX80" fmla="*/ 5186475 w 10678681"/>
              <a:gd name="connsiteY80" fmla="*/ 1257028 h 1342734"/>
              <a:gd name="connsiteX81" fmla="*/ 5126038 w 10678681"/>
              <a:gd name="connsiteY81" fmla="*/ 1263189 h 1342734"/>
              <a:gd name="connsiteX82" fmla="*/ 4894688 w 10678681"/>
              <a:gd name="connsiteY82" fmla="*/ 1247184 h 1342734"/>
              <a:gd name="connsiteX83" fmla="*/ 4788036 w 10678681"/>
              <a:gd name="connsiteY83" fmla="*/ 1238182 h 1342734"/>
              <a:gd name="connsiteX84" fmla="*/ 4747555 w 10678681"/>
              <a:gd name="connsiteY84" fmla="*/ 1252768 h 1342734"/>
              <a:gd name="connsiteX85" fmla="*/ 4679644 w 10678681"/>
              <a:gd name="connsiteY85" fmla="*/ 1276603 h 1342734"/>
              <a:gd name="connsiteX86" fmla="*/ 4632222 w 10678681"/>
              <a:gd name="connsiteY86" fmla="*/ 1318360 h 1342734"/>
              <a:gd name="connsiteX87" fmla="*/ 4617358 w 10678681"/>
              <a:gd name="connsiteY87" fmla="*/ 1327690 h 1342734"/>
              <a:gd name="connsiteX88" fmla="*/ 4589102 w 10678681"/>
              <a:gd name="connsiteY88" fmla="*/ 1321223 h 1342734"/>
              <a:gd name="connsiteX89" fmla="*/ 4578184 w 10678681"/>
              <a:gd name="connsiteY89" fmla="*/ 1326745 h 1342734"/>
              <a:gd name="connsiteX90" fmla="*/ 4574270 w 10678681"/>
              <a:gd name="connsiteY90" fmla="*/ 1325878 h 1342734"/>
              <a:gd name="connsiteX91" fmla="*/ 4564919 w 10678681"/>
              <a:gd name="connsiteY91" fmla="*/ 1325507 h 1342734"/>
              <a:gd name="connsiteX92" fmla="*/ 4566586 w 10678681"/>
              <a:gd name="connsiteY92" fmla="*/ 1316963 h 1342734"/>
              <a:gd name="connsiteX93" fmla="*/ 4556303 w 10678681"/>
              <a:gd name="connsiteY93" fmla="*/ 1300262 h 1342734"/>
              <a:gd name="connsiteX94" fmla="*/ 4502358 w 10678681"/>
              <a:gd name="connsiteY94" fmla="*/ 1302558 h 1342734"/>
              <a:gd name="connsiteX95" fmla="*/ 4498919 w 10678681"/>
              <a:gd name="connsiteY95" fmla="*/ 1312115 h 1342734"/>
              <a:gd name="connsiteX96" fmla="*/ 4492075 w 10678681"/>
              <a:gd name="connsiteY96" fmla="*/ 1313357 h 1342734"/>
              <a:gd name="connsiteX97" fmla="*/ 4487466 w 10678681"/>
              <a:gd name="connsiteY97" fmla="*/ 1304102 h 1342734"/>
              <a:gd name="connsiteX98" fmla="*/ 4398292 w 10678681"/>
              <a:gd name="connsiteY98" fmla="*/ 1278410 h 1342734"/>
              <a:gd name="connsiteX99" fmla="*/ 4306088 w 10678681"/>
              <a:gd name="connsiteY99" fmla="*/ 1282512 h 1342734"/>
              <a:gd name="connsiteX100" fmla="*/ 4188995 w 10678681"/>
              <a:gd name="connsiteY100" fmla="*/ 1296718 h 1342734"/>
              <a:gd name="connsiteX101" fmla="*/ 4136582 w 10678681"/>
              <a:gd name="connsiteY101" fmla="*/ 1287687 h 1342734"/>
              <a:gd name="connsiteX102" fmla="*/ 4064614 w 10678681"/>
              <a:gd name="connsiteY102" fmla="*/ 1296118 h 1342734"/>
              <a:gd name="connsiteX103" fmla="*/ 3900948 w 10678681"/>
              <a:gd name="connsiteY103" fmla="*/ 1322156 h 1342734"/>
              <a:gd name="connsiteX104" fmla="*/ 3787890 w 10678681"/>
              <a:gd name="connsiteY104" fmla="*/ 1322164 h 1342734"/>
              <a:gd name="connsiteX105" fmla="*/ 3745993 w 10678681"/>
              <a:gd name="connsiteY105" fmla="*/ 1342630 h 1342734"/>
              <a:gd name="connsiteX106" fmla="*/ 3675785 w 10678681"/>
              <a:gd name="connsiteY106" fmla="*/ 1326802 h 1342734"/>
              <a:gd name="connsiteX107" fmla="*/ 3623856 w 10678681"/>
              <a:gd name="connsiteY107" fmla="*/ 1290804 h 1342734"/>
              <a:gd name="connsiteX108" fmla="*/ 3564933 w 10678681"/>
              <a:gd name="connsiteY108" fmla="*/ 1287147 h 1342734"/>
              <a:gd name="connsiteX109" fmla="*/ 3550537 w 10678681"/>
              <a:gd name="connsiteY109" fmla="*/ 1317552 h 1342734"/>
              <a:gd name="connsiteX110" fmla="*/ 3487736 w 10678681"/>
              <a:gd name="connsiteY110" fmla="*/ 1303493 h 1342734"/>
              <a:gd name="connsiteX111" fmla="*/ 3392548 w 10678681"/>
              <a:gd name="connsiteY111" fmla="*/ 1278741 h 1342734"/>
              <a:gd name="connsiteX112" fmla="*/ 3337466 w 10678681"/>
              <a:gd name="connsiteY112" fmla="*/ 1272537 h 1342734"/>
              <a:gd name="connsiteX113" fmla="*/ 3175981 w 10678681"/>
              <a:gd name="connsiteY113" fmla="*/ 1208973 h 1342734"/>
              <a:gd name="connsiteX114" fmla="*/ 3036856 w 10678681"/>
              <a:gd name="connsiteY114" fmla="*/ 1214383 h 1342734"/>
              <a:gd name="connsiteX115" fmla="*/ 2824973 w 10678681"/>
              <a:gd name="connsiteY115" fmla="*/ 1134864 h 1342734"/>
              <a:gd name="connsiteX116" fmla="*/ 2804398 w 10678681"/>
              <a:gd name="connsiteY116" fmla="*/ 1125556 h 1342734"/>
              <a:gd name="connsiteX117" fmla="*/ 2736109 w 10678681"/>
              <a:gd name="connsiteY117" fmla="*/ 1137717 h 1342734"/>
              <a:gd name="connsiteX118" fmla="*/ 2659096 w 10678681"/>
              <a:gd name="connsiteY118" fmla="*/ 1150294 h 1342734"/>
              <a:gd name="connsiteX119" fmla="*/ 2567088 w 10678681"/>
              <a:gd name="connsiteY119" fmla="*/ 1181781 h 1342734"/>
              <a:gd name="connsiteX120" fmla="*/ 2454501 w 10678681"/>
              <a:gd name="connsiteY120" fmla="*/ 1155455 h 1342734"/>
              <a:gd name="connsiteX121" fmla="*/ 2385161 w 10678681"/>
              <a:gd name="connsiteY121" fmla="*/ 1161312 h 1342734"/>
              <a:gd name="connsiteX122" fmla="*/ 2273361 w 10678681"/>
              <a:gd name="connsiteY122" fmla="*/ 1134090 h 1342734"/>
              <a:gd name="connsiteX123" fmla="*/ 2132003 w 10678681"/>
              <a:gd name="connsiteY123" fmla="*/ 1139225 h 1342734"/>
              <a:gd name="connsiteX124" fmla="*/ 2041224 w 10678681"/>
              <a:gd name="connsiteY124" fmla="*/ 1147536 h 1342734"/>
              <a:gd name="connsiteX125" fmla="*/ 2010157 w 10678681"/>
              <a:gd name="connsiteY125" fmla="*/ 1152767 h 1342734"/>
              <a:gd name="connsiteX126" fmla="*/ 1859213 w 10678681"/>
              <a:gd name="connsiteY126" fmla="*/ 1199540 h 1342734"/>
              <a:gd name="connsiteX127" fmla="*/ 1735877 w 10678681"/>
              <a:gd name="connsiteY127" fmla="*/ 1246527 h 1342734"/>
              <a:gd name="connsiteX128" fmla="*/ 1705069 w 10678681"/>
              <a:gd name="connsiteY128" fmla="*/ 1251989 h 1342734"/>
              <a:gd name="connsiteX129" fmla="*/ 1307888 w 10678681"/>
              <a:gd name="connsiteY129" fmla="*/ 1283156 h 1342734"/>
              <a:gd name="connsiteX130" fmla="*/ 1220734 w 10678681"/>
              <a:gd name="connsiteY130" fmla="*/ 1257811 h 1342734"/>
              <a:gd name="connsiteX131" fmla="*/ 1021737 w 10678681"/>
              <a:gd name="connsiteY131" fmla="*/ 1238739 h 1342734"/>
              <a:gd name="connsiteX132" fmla="*/ 959820 w 10678681"/>
              <a:gd name="connsiteY132" fmla="*/ 1275863 h 1342734"/>
              <a:gd name="connsiteX133" fmla="*/ 929137 w 10678681"/>
              <a:gd name="connsiteY133" fmla="*/ 1273957 h 1342734"/>
              <a:gd name="connsiteX134" fmla="*/ 878849 w 10678681"/>
              <a:gd name="connsiteY134" fmla="*/ 1266740 h 1342734"/>
              <a:gd name="connsiteX135" fmla="*/ 800667 w 10678681"/>
              <a:gd name="connsiteY135" fmla="*/ 1282041 h 1342734"/>
              <a:gd name="connsiteX136" fmla="*/ 644906 w 10678681"/>
              <a:gd name="connsiteY136" fmla="*/ 1273685 h 1342734"/>
              <a:gd name="connsiteX137" fmla="*/ 379869 w 10678681"/>
              <a:gd name="connsiteY137" fmla="*/ 1339165 h 1342734"/>
              <a:gd name="connsiteX138" fmla="*/ 137696 w 10678681"/>
              <a:gd name="connsiteY138" fmla="*/ 1319217 h 1342734"/>
              <a:gd name="connsiteX139" fmla="*/ 54250 w 10678681"/>
              <a:gd name="connsiteY139" fmla="*/ 1315838 h 1342734"/>
              <a:gd name="connsiteX140" fmla="*/ 28042 w 10678681"/>
              <a:gd name="connsiteY140" fmla="*/ 1297822 h 1342734"/>
              <a:gd name="connsiteX141" fmla="*/ 0 w 10678681"/>
              <a:gd name="connsiteY141" fmla="*/ 1294612 h 1342734"/>
              <a:gd name="connsiteX142" fmla="*/ 0 w 10678681"/>
              <a:gd name="connsiteY142" fmla="*/ 0 h 1342734"/>
              <a:gd name="connsiteX0" fmla="*/ 0 w 10678681"/>
              <a:gd name="connsiteY0" fmla="*/ 0 h 1342734"/>
              <a:gd name="connsiteX1" fmla="*/ 10678681 w 10678681"/>
              <a:gd name="connsiteY1" fmla="*/ 0 h 1342734"/>
              <a:gd name="connsiteX2" fmla="*/ 10666019 w 10678681"/>
              <a:gd name="connsiteY2" fmla="*/ 7876 h 1342734"/>
              <a:gd name="connsiteX3" fmla="*/ 10632825 w 10678681"/>
              <a:gd name="connsiteY3" fmla="*/ 32153 h 1342734"/>
              <a:gd name="connsiteX4" fmla="*/ 10516219 w 10678681"/>
              <a:gd name="connsiteY4" fmla="*/ 45588 h 1342734"/>
              <a:gd name="connsiteX5" fmla="*/ 10456989 w 10678681"/>
              <a:gd name="connsiteY5" fmla="*/ 979 h 1342734"/>
              <a:gd name="connsiteX6" fmla="*/ 10438642 w 10678681"/>
              <a:gd name="connsiteY6" fmla="*/ 1524 h 1342734"/>
              <a:gd name="connsiteX7" fmla="*/ 10407146 w 10678681"/>
              <a:gd name="connsiteY7" fmla="*/ 43659 h 1342734"/>
              <a:gd name="connsiteX8" fmla="*/ 10341159 w 10678681"/>
              <a:gd name="connsiteY8" fmla="*/ 103824 h 1342734"/>
              <a:gd name="connsiteX9" fmla="*/ 10244930 w 10678681"/>
              <a:gd name="connsiteY9" fmla="*/ 94599 h 1342734"/>
              <a:gd name="connsiteX10" fmla="*/ 10115334 w 10678681"/>
              <a:gd name="connsiteY10" fmla="*/ 155658 h 1342734"/>
              <a:gd name="connsiteX11" fmla="*/ 10068157 w 10678681"/>
              <a:gd name="connsiteY11" fmla="*/ 215673 h 1342734"/>
              <a:gd name="connsiteX12" fmla="*/ 10045431 w 10678681"/>
              <a:gd name="connsiteY12" fmla="*/ 229568 h 1342734"/>
              <a:gd name="connsiteX13" fmla="*/ 9929077 w 10678681"/>
              <a:gd name="connsiteY13" fmla="*/ 254478 h 1342734"/>
              <a:gd name="connsiteX14" fmla="*/ 9840045 w 10678681"/>
              <a:gd name="connsiteY14" fmla="*/ 223033 h 1342734"/>
              <a:gd name="connsiteX15" fmla="*/ 9679638 w 10678681"/>
              <a:gd name="connsiteY15" fmla="*/ 277462 h 1342734"/>
              <a:gd name="connsiteX16" fmla="*/ 9498347 w 10678681"/>
              <a:gd name="connsiteY16" fmla="*/ 244723 h 1342734"/>
              <a:gd name="connsiteX17" fmla="*/ 9366026 w 10678681"/>
              <a:gd name="connsiteY17" fmla="*/ 299024 h 1342734"/>
              <a:gd name="connsiteX18" fmla="*/ 9316702 w 10678681"/>
              <a:gd name="connsiteY18" fmla="*/ 356523 h 1342734"/>
              <a:gd name="connsiteX19" fmla="*/ 9121744 w 10678681"/>
              <a:gd name="connsiteY19" fmla="*/ 365177 h 1342734"/>
              <a:gd name="connsiteX20" fmla="*/ 9061654 w 10678681"/>
              <a:gd name="connsiteY20" fmla="*/ 393730 h 1342734"/>
              <a:gd name="connsiteX21" fmla="*/ 8997577 w 10678681"/>
              <a:gd name="connsiteY21" fmla="*/ 380865 h 1342734"/>
              <a:gd name="connsiteX22" fmla="*/ 8907968 w 10678681"/>
              <a:gd name="connsiteY22" fmla="*/ 447345 h 1342734"/>
              <a:gd name="connsiteX23" fmla="*/ 8764163 w 10678681"/>
              <a:gd name="connsiteY23" fmla="*/ 471000 h 1342734"/>
              <a:gd name="connsiteX24" fmla="*/ 8680155 w 10678681"/>
              <a:gd name="connsiteY24" fmla="*/ 492404 h 1342734"/>
              <a:gd name="connsiteX25" fmla="*/ 8651436 w 10678681"/>
              <a:gd name="connsiteY25" fmla="*/ 511923 h 1342734"/>
              <a:gd name="connsiteX26" fmla="*/ 8609185 w 10678681"/>
              <a:gd name="connsiteY26" fmla="*/ 531525 h 1342734"/>
              <a:gd name="connsiteX27" fmla="*/ 8537091 w 10678681"/>
              <a:gd name="connsiteY27" fmla="*/ 574933 h 1342734"/>
              <a:gd name="connsiteX28" fmla="*/ 8435931 w 10678681"/>
              <a:gd name="connsiteY28" fmla="*/ 617926 h 1342734"/>
              <a:gd name="connsiteX29" fmla="*/ 8348623 w 10678681"/>
              <a:gd name="connsiteY29" fmla="*/ 600607 h 1342734"/>
              <a:gd name="connsiteX30" fmla="*/ 8344233 w 10678681"/>
              <a:gd name="connsiteY30" fmla="*/ 610922 h 1342734"/>
              <a:gd name="connsiteX31" fmla="*/ 8290622 w 10678681"/>
              <a:gd name="connsiteY31" fmla="*/ 622687 h 1342734"/>
              <a:gd name="connsiteX32" fmla="*/ 8086698 w 10678681"/>
              <a:gd name="connsiteY32" fmla="*/ 605185 h 1342734"/>
              <a:gd name="connsiteX33" fmla="*/ 7982378 w 10678681"/>
              <a:gd name="connsiteY33" fmla="*/ 629799 h 1342734"/>
              <a:gd name="connsiteX34" fmla="*/ 7947952 w 10678681"/>
              <a:gd name="connsiteY34" fmla="*/ 648003 h 1342734"/>
              <a:gd name="connsiteX35" fmla="*/ 7890112 w 10678681"/>
              <a:gd name="connsiteY35" fmla="*/ 677915 h 1342734"/>
              <a:gd name="connsiteX36" fmla="*/ 7853284 w 10678681"/>
              <a:gd name="connsiteY36" fmla="*/ 723588 h 1342734"/>
              <a:gd name="connsiteX37" fmla="*/ 7802383 w 10678681"/>
              <a:gd name="connsiteY37" fmla="*/ 739359 h 1342734"/>
              <a:gd name="connsiteX38" fmla="*/ 7730518 w 10678681"/>
              <a:gd name="connsiteY38" fmla="*/ 739526 h 1342734"/>
              <a:gd name="connsiteX39" fmla="*/ 7652907 w 10678681"/>
              <a:gd name="connsiteY39" fmla="*/ 783273 h 1342734"/>
              <a:gd name="connsiteX40" fmla="*/ 7606008 w 10678681"/>
              <a:gd name="connsiteY40" fmla="*/ 800717 h 1342734"/>
              <a:gd name="connsiteX41" fmla="*/ 7480223 w 10678681"/>
              <a:gd name="connsiteY41" fmla="*/ 856821 h 1342734"/>
              <a:gd name="connsiteX42" fmla="*/ 7356005 w 10678681"/>
              <a:gd name="connsiteY42" fmla="*/ 919462 h 1342734"/>
              <a:gd name="connsiteX43" fmla="*/ 7305396 w 10678681"/>
              <a:gd name="connsiteY43" fmla="*/ 986228 h 1342734"/>
              <a:gd name="connsiteX44" fmla="*/ 7266251 w 10678681"/>
              <a:gd name="connsiteY44" fmla="*/ 967864 h 1342734"/>
              <a:gd name="connsiteX45" fmla="*/ 7269396 w 10678681"/>
              <a:gd name="connsiteY45" fmla="*/ 989282 h 1342734"/>
              <a:gd name="connsiteX46" fmla="*/ 7258094 w 10678681"/>
              <a:gd name="connsiteY46" fmla="*/ 990679 h 1342734"/>
              <a:gd name="connsiteX47" fmla="*/ 7257893 w 10678681"/>
              <a:gd name="connsiteY47" fmla="*/ 991204 h 1342734"/>
              <a:gd name="connsiteX48" fmla="*/ 7247153 w 10678681"/>
              <a:gd name="connsiteY48" fmla="*/ 991550 h 1342734"/>
              <a:gd name="connsiteX49" fmla="*/ 7193612 w 10678681"/>
              <a:gd name="connsiteY49" fmla="*/ 987042 h 1342734"/>
              <a:gd name="connsiteX50" fmla="*/ 7132632 w 10678681"/>
              <a:gd name="connsiteY50" fmla="*/ 1042036 h 1342734"/>
              <a:gd name="connsiteX51" fmla="*/ 7105610 w 10678681"/>
              <a:gd name="connsiteY51" fmla="*/ 1053537 h 1342734"/>
              <a:gd name="connsiteX52" fmla="*/ 7069148 w 10678681"/>
              <a:gd name="connsiteY52" fmla="*/ 1047163 h 1342734"/>
              <a:gd name="connsiteX53" fmla="*/ 7039634 w 10678681"/>
              <a:gd name="connsiteY53" fmla="*/ 1059971 h 1342734"/>
              <a:gd name="connsiteX54" fmla="*/ 7033445 w 10678681"/>
              <a:gd name="connsiteY54" fmla="*/ 1063314 h 1342734"/>
              <a:gd name="connsiteX55" fmla="*/ 6999157 w 10678681"/>
              <a:gd name="connsiteY55" fmla="*/ 1055282 h 1342734"/>
              <a:gd name="connsiteX56" fmla="*/ 6981874 w 10678681"/>
              <a:gd name="connsiteY56" fmla="*/ 1053827 h 1342734"/>
              <a:gd name="connsiteX57" fmla="*/ 6976102 w 10678681"/>
              <a:gd name="connsiteY57" fmla="*/ 1047854 h 1342734"/>
              <a:gd name="connsiteX58" fmla="*/ 6951040 w 10678681"/>
              <a:gd name="connsiteY58" fmla="*/ 1048531 h 1342734"/>
              <a:gd name="connsiteX59" fmla="*/ 6948497 w 10678681"/>
              <a:gd name="connsiteY59" fmla="*/ 1050706 h 1342734"/>
              <a:gd name="connsiteX60" fmla="*/ 6926582 w 10678681"/>
              <a:gd name="connsiteY60" fmla="*/ 1043462 h 1342734"/>
              <a:gd name="connsiteX61" fmla="*/ 6833743 w 10678681"/>
              <a:gd name="connsiteY61" fmla="*/ 1027960 h 1342734"/>
              <a:gd name="connsiteX62" fmla="*/ 6687090 w 10678681"/>
              <a:gd name="connsiteY62" fmla="*/ 1063250 h 1342734"/>
              <a:gd name="connsiteX63" fmla="*/ 6437450 w 10678681"/>
              <a:gd name="connsiteY63" fmla="*/ 1101075 h 1342734"/>
              <a:gd name="connsiteX64" fmla="*/ 6327795 w 10678681"/>
              <a:gd name="connsiteY64" fmla="*/ 1088142 h 1342734"/>
              <a:gd name="connsiteX65" fmla="*/ 6136549 w 10678681"/>
              <a:gd name="connsiteY65" fmla="*/ 1100268 h 1342734"/>
              <a:gd name="connsiteX66" fmla="*/ 6004655 w 10678681"/>
              <a:gd name="connsiteY66" fmla="*/ 1114946 h 1342734"/>
              <a:gd name="connsiteX67" fmla="*/ 5936643 w 10678681"/>
              <a:gd name="connsiteY67" fmla="*/ 1095428 h 1342734"/>
              <a:gd name="connsiteX68" fmla="*/ 5912484 w 10678681"/>
              <a:gd name="connsiteY68" fmla="*/ 1112624 h 1342734"/>
              <a:gd name="connsiteX69" fmla="*/ 5908387 w 10678681"/>
              <a:gd name="connsiteY69" fmla="*/ 1116018 h 1342734"/>
              <a:gd name="connsiteX70" fmla="*/ 5890495 w 10678681"/>
              <a:gd name="connsiteY70" fmla="*/ 1120268 h 1342734"/>
              <a:gd name="connsiteX71" fmla="*/ 5887318 w 10678681"/>
              <a:gd name="connsiteY71" fmla="*/ 1133134 h 1342734"/>
              <a:gd name="connsiteX72" fmla="*/ 5861726 w 10678681"/>
              <a:gd name="connsiteY72" fmla="*/ 1147891 h 1342734"/>
              <a:gd name="connsiteX73" fmla="*/ 5805823 w 10678681"/>
              <a:gd name="connsiteY73" fmla="*/ 1152457 h 1342734"/>
              <a:gd name="connsiteX74" fmla="*/ 5689841 w 10678681"/>
              <a:gd name="connsiteY74" fmla="*/ 1176232 h 1342734"/>
              <a:gd name="connsiteX75" fmla="*/ 5605119 w 10678681"/>
              <a:gd name="connsiteY75" fmla="*/ 1190202 h 1342734"/>
              <a:gd name="connsiteX76" fmla="*/ 5488513 w 10678681"/>
              <a:gd name="connsiteY76" fmla="*/ 1205367 h 1342734"/>
              <a:gd name="connsiteX77" fmla="*/ 5402905 w 10678681"/>
              <a:gd name="connsiteY77" fmla="*/ 1241191 h 1342734"/>
              <a:gd name="connsiteX78" fmla="*/ 5285593 w 10678681"/>
              <a:gd name="connsiteY78" fmla="*/ 1273569 h 1342734"/>
              <a:gd name="connsiteX79" fmla="*/ 5192893 w 10678681"/>
              <a:gd name="connsiteY79" fmla="*/ 1247188 h 1342734"/>
              <a:gd name="connsiteX80" fmla="*/ 5186475 w 10678681"/>
              <a:gd name="connsiteY80" fmla="*/ 1257028 h 1342734"/>
              <a:gd name="connsiteX81" fmla="*/ 5126038 w 10678681"/>
              <a:gd name="connsiteY81" fmla="*/ 1263189 h 1342734"/>
              <a:gd name="connsiteX82" fmla="*/ 4894688 w 10678681"/>
              <a:gd name="connsiteY82" fmla="*/ 1247184 h 1342734"/>
              <a:gd name="connsiteX83" fmla="*/ 4788036 w 10678681"/>
              <a:gd name="connsiteY83" fmla="*/ 1238182 h 1342734"/>
              <a:gd name="connsiteX84" fmla="*/ 4747555 w 10678681"/>
              <a:gd name="connsiteY84" fmla="*/ 1252768 h 1342734"/>
              <a:gd name="connsiteX85" fmla="*/ 4679644 w 10678681"/>
              <a:gd name="connsiteY85" fmla="*/ 1276603 h 1342734"/>
              <a:gd name="connsiteX86" fmla="*/ 4632222 w 10678681"/>
              <a:gd name="connsiteY86" fmla="*/ 1318360 h 1342734"/>
              <a:gd name="connsiteX87" fmla="*/ 4617358 w 10678681"/>
              <a:gd name="connsiteY87" fmla="*/ 1327690 h 1342734"/>
              <a:gd name="connsiteX88" fmla="*/ 4589102 w 10678681"/>
              <a:gd name="connsiteY88" fmla="*/ 1321223 h 1342734"/>
              <a:gd name="connsiteX89" fmla="*/ 4578184 w 10678681"/>
              <a:gd name="connsiteY89" fmla="*/ 1326745 h 1342734"/>
              <a:gd name="connsiteX90" fmla="*/ 4574270 w 10678681"/>
              <a:gd name="connsiteY90" fmla="*/ 1325878 h 1342734"/>
              <a:gd name="connsiteX91" fmla="*/ 4564919 w 10678681"/>
              <a:gd name="connsiteY91" fmla="*/ 1325507 h 1342734"/>
              <a:gd name="connsiteX92" fmla="*/ 4566586 w 10678681"/>
              <a:gd name="connsiteY92" fmla="*/ 1316963 h 1342734"/>
              <a:gd name="connsiteX93" fmla="*/ 4556303 w 10678681"/>
              <a:gd name="connsiteY93" fmla="*/ 1300262 h 1342734"/>
              <a:gd name="connsiteX94" fmla="*/ 4502358 w 10678681"/>
              <a:gd name="connsiteY94" fmla="*/ 1302558 h 1342734"/>
              <a:gd name="connsiteX95" fmla="*/ 4498919 w 10678681"/>
              <a:gd name="connsiteY95" fmla="*/ 1312115 h 1342734"/>
              <a:gd name="connsiteX96" fmla="*/ 4492075 w 10678681"/>
              <a:gd name="connsiteY96" fmla="*/ 1313357 h 1342734"/>
              <a:gd name="connsiteX97" fmla="*/ 4487466 w 10678681"/>
              <a:gd name="connsiteY97" fmla="*/ 1304102 h 1342734"/>
              <a:gd name="connsiteX98" fmla="*/ 4398292 w 10678681"/>
              <a:gd name="connsiteY98" fmla="*/ 1278410 h 1342734"/>
              <a:gd name="connsiteX99" fmla="*/ 4306088 w 10678681"/>
              <a:gd name="connsiteY99" fmla="*/ 1282512 h 1342734"/>
              <a:gd name="connsiteX100" fmla="*/ 4188995 w 10678681"/>
              <a:gd name="connsiteY100" fmla="*/ 1296718 h 1342734"/>
              <a:gd name="connsiteX101" fmla="*/ 4136582 w 10678681"/>
              <a:gd name="connsiteY101" fmla="*/ 1287687 h 1342734"/>
              <a:gd name="connsiteX102" fmla="*/ 4064614 w 10678681"/>
              <a:gd name="connsiteY102" fmla="*/ 1296118 h 1342734"/>
              <a:gd name="connsiteX103" fmla="*/ 3900948 w 10678681"/>
              <a:gd name="connsiteY103" fmla="*/ 1322156 h 1342734"/>
              <a:gd name="connsiteX104" fmla="*/ 3787890 w 10678681"/>
              <a:gd name="connsiteY104" fmla="*/ 1322164 h 1342734"/>
              <a:gd name="connsiteX105" fmla="*/ 3745993 w 10678681"/>
              <a:gd name="connsiteY105" fmla="*/ 1342630 h 1342734"/>
              <a:gd name="connsiteX106" fmla="*/ 3675785 w 10678681"/>
              <a:gd name="connsiteY106" fmla="*/ 1326802 h 1342734"/>
              <a:gd name="connsiteX107" fmla="*/ 3623856 w 10678681"/>
              <a:gd name="connsiteY107" fmla="*/ 1290804 h 1342734"/>
              <a:gd name="connsiteX108" fmla="*/ 3564933 w 10678681"/>
              <a:gd name="connsiteY108" fmla="*/ 1287147 h 1342734"/>
              <a:gd name="connsiteX109" fmla="*/ 3550537 w 10678681"/>
              <a:gd name="connsiteY109" fmla="*/ 1317552 h 1342734"/>
              <a:gd name="connsiteX110" fmla="*/ 3487736 w 10678681"/>
              <a:gd name="connsiteY110" fmla="*/ 1303493 h 1342734"/>
              <a:gd name="connsiteX111" fmla="*/ 3392548 w 10678681"/>
              <a:gd name="connsiteY111" fmla="*/ 1278741 h 1342734"/>
              <a:gd name="connsiteX112" fmla="*/ 3337466 w 10678681"/>
              <a:gd name="connsiteY112" fmla="*/ 1272537 h 1342734"/>
              <a:gd name="connsiteX113" fmla="*/ 3175981 w 10678681"/>
              <a:gd name="connsiteY113" fmla="*/ 1208973 h 1342734"/>
              <a:gd name="connsiteX114" fmla="*/ 3036856 w 10678681"/>
              <a:gd name="connsiteY114" fmla="*/ 1214383 h 1342734"/>
              <a:gd name="connsiteX115" fmla="*/ 2824973 w 10678681"/>
              <a:gd name="connsiteY115" fmla="*/ 1134864 h 1342734"/>
              <a:gd name="connsiteX116" fmla="*/ 2804398 w 10678681"/>
              <a:gd name="connsiteY116" fmla="*/ 1125556 h 1342734"/>
              <a:gd name="connsiteX117" fmla="*/ 2736109 w 10678681"/>
              <a:gd name="connsiteY117" fmla="*/ 1137717 h 1342734"/>
              <a:gd name="connsiteX118" fmla="*/ 2659096 w 10678681"/>
              <a:gd name="connsiteY118" fmla="*/ 1150294 h 1342734"/>
              <a:gd name="connsiteX119" fmla="*/ 2567088 w 10678681"/>
              <a:gd name="connsiteY119" fmla="*/ 1181781 h 1342734"/>
              <a:gd name="connsiteX120" fmla="*/ 2454501 w 10678681"/>
              <a:gd name="connsiteY120" fmla="*/ 1155455 h 1342734"/>
              <a:gd name="connsiteX121" fmla="*/ 2385161 w 10678681"/>
              <a:gd name="connsiteY121" fmla="*/ 1161312 h 1342734"/>
              <a:gd name="connsiteX122" fmla="*/ 2273361 w 10678681"/>
              <a:gd name="connsiteY122" fmla="*/ 1134090 h 1342734"/>
              <a:gd name="connsiteX123" fmla="*/ 2132003 w 10678681"/>
              <a:gd name="connsiteY123" fmla="*/ 1139225 h 1342734"/>
              <a:gd name="connsiteX124" fmla="*/ 2041224 w 10678681"/>
              <a:gd name="connsiteY124" fmla="*/ 1147536 h 1342734"/>
              <a:gd name="connsiteX125" fmla="*/ 2010157 w 10678681"/>
              <a:gd name="connsiteY125" fmla="*/ 1152767 h 1342734"/>
              <a:gd name="connsiteX126" fmla="*/ 1859213 w 10678681"/>
              <a:gd name="connsiteY126" fmla="*/ 1199540 h 1342734"/>
              <a:gd name="connsiteX127" fmla="*/ 1735877 w 10678681"/>
              <a:gd name="connsiteY127" fmla="*/ 1246527 h 1342734"/>
              <a:gd name="connsiteX128" fmla="*/ 1705069 w 10678681"/>
              <a:gd name="connsiteY128" fmla="*/ 1251989 h 1342734"/>
              <a:gd name="connsiteX129" fmla="*/ 1307888 w 10678681"/>
              <a:gd name="connsiteY129" fmla="*/ 1283156 h 1342734"/>
              <a:gd name="connsiteX130" fmla="*/ 1220734 w 10678681"/>
              <a:gd name="connsiteY130" fmla="*/ 1257811 h 1342734"/>
              <a:gd name="connsiteX131" fmla="*/ 1021737 w 10678681"/>
              <a:gd name="connsiteY131" fmla="*/ 1238739 h 1342734"/>
              <a:gd name="connsiteX132" fmla="*/ 959820 w 10678681"/>
              <a:gd name="connsiteY132" fmla="*/ 1275863 h 1342734"/>
              <a:gd name="connsiteX133" fmla="*/ 929137 w 10678681"/>
              <a:gd name="connsiteY133" fmla="*/ 1273957 h 1342734"/>
              <a:gd name="connsiteX134" fmla="*/ 878849 w 10678681"/>
              <a:gd name="connsiteY134" fmla="*/ 1266740 h 1342734"/>
              <a:gd name="connsiteX135" fmla="*/ 800667 w 10678681"/>
              <a:gd name="connsiteY135" fmla="*/ 1282041 h 1342734"/>
              <a:gd name="connsiteX136" fmla="*/ 644906 w 10678681"/>
              <a:gd name="connsiteY136" fmla="*/ 1273685 h 1342734"/>
              <a:gd name="connsiteX137" fmla="*/ 379869 w 10678681"/>
              <a:gd name="connsiteY137" fmla="*/ 1339165 h 1342734"/>
              <a:gd name="connsiteX138" fmla="*/ 137696 w 10678681"/>
              <a:gd name="connsiteY138" fmla="*/ 1319217 h 1342734"/>
              <a:gd name="connsiteX139" fmla="*/ 54250 w 10678681"/>
              <a:gd name="connsiteY139" fmla="*/ 1315838 h 1342734"/>
              <a:gd name="connsiteX140" fmla="*/ 28042 w 10678681"/>
              <a:gd name="connsiteY140" fmla="*/ 1297822 h 1342734"/>
              <a:gd name="connsiteX141" fmla="*/ 0 w 10678681"/>
              <a:gd name="connsiteY141" fmla="*/ 1294612 h 1342734"/>
              <a:gd name="connsiteX142" fmla="*/ 0 w 10678681"/>
              <a:gd name="connsiteY142" fmla="*/ 0 h 1342734"/>
              <a:gd name="connsiteX0" fmla="*/ 0 w 10678681"/>
              <a:gd name="connsiteY0" fmla="*/ 0 h 1342734"/>
              <a:gd name="connsiteX1" fmla="*/ 10678681 w 10678681"/>
              <a:gd name="connsiteY1" fmla="*/ 0 h 1342734"/>
              <a:gd name="connsiteX2" fmla="*/ 10666019 w 10678681"/>
              <a:gd name="connsiteY2" fmla="*/ 7876 h 1342734"/>
              <a:gd name="connsiteX3" fmla="*/ 10632825 w 10678681"/>
              <a:gd name="connsiteY3" fmla="*/ 32153 h 1342734"/>
              <a:gd name="connsiteX4" fmla="*/ 10516219 w 10678681"/>
              <a:gd name="connsiteY4" fmla="*/ 45588 h 1342734"/>
              <a:gd name="connsiteX5" fmla="*/ 10456989 w 10678681"/>
              <a:gd name="connsiteY5" fmla="*/ 979 h 1342734"/>
              <a:gd name="connsiteX6" fmla="*/ 10438642 w 10678681"/>
              <a:gd name="connsiteY6" fmla="*/ 1524 h 1342734"/>
              <a:gd name="connsiteX7" fmla="*/ 10407146 w 10678681"/>
              <a:gd name="connsiteY7" fmla="*/ 43659 h 1342734"/>
              <a:gd name="connsiteX8" fmla="*/ 10341159 w 10678681"/>
              <a:gd name="connsiteY8" fmla="*/ 103824 h 1342734"/>
              <a:gd name="connsiteX9" fmla="*/ 10244930 w 10678681"/>
              <a:gd name="connsiteY9" fmla="*/ 94599 h 1342734"/>
              <a:gd name="connsiteX10" fmla="*/ 10115334 w 10678681"/>
              <a:gd name="connsiteY10" fmla="*/ 155658 h 1342734"/>
              <a:gd name="connsiteX11" fmla="*/ 10068157 w 10678681"/>
              <a:gd name="connsiteY11" fmla="*/ 215673 h 1342734"/>
              <a:gd name="connsiteX12" fmla="*/ 10045431 w 10678681"/>
              <a:gd name="connsiteY12" fmla="*/ 229568 h 1342734"/>
              <a:gd name="connsiteX13" fmla="*/ 9929077 w 10678681"/>
              <a:gd name="connsiteY13" fmla="*/ 254478 h 1342734"/>
              <a:gd name="connsiteX14" fmla="*/ 9840045 w 10678681"/>
              <a:gd name="connsiteY14" fmla="*/ 223033 h 1342734"/>
              <a:gd name="connsiteX15" fmla="*/ 9679638 w 10678681"/>
              <a:gd name="connsiteY15" fmla="*/ 277462 h 1342734"/>
              <a:gd name="connsiteX16" fmla="*/ 9498347 w 10678681"/>
              <a:gd name="connsiteY16" fmla="*/ 244723 h 1342734"/>
              <a:gd name="connsiteX17" fmla="*/ 9366026 w 10678681"/>
              <a:gd name="connsiteY17" fmla="*/ 299024 h 1342734"/>
              <a:gd name="connsiteX18" fmla="*/ 9316702 w 10678681"/>
              <a:gd name="connsiteY18" fmla="*/ 356523 h 1342734"/>
              <a:gd name="connsiteX19" fmla="*/ 9121744 w 10678681"/>
              <a:gd name="connsiteY19" fmla="*/ 365177 h 1342734"/>
              <a:gd name="connsiteX20" fmla="*/ 9061654 w 10678681"/>
              <a:gd name="connsiteY20" fmla="*/ 393730 h 1342734"/>
              <a:gd name="connsiteX21" fmla="*/ 8997577 w 10678681"/>
              <a:gd name="connsiteY21" fmla="*/ 380865 h 1342734"/>
              <a:gd name="connsiteX22" fmla="*/ 8907968 w 10678681"/>
              <a:gd name="connsiteY22" fmla="*/ 447345 h 1342734"/>
              <a:gd name="connsiteX23" fmla="*/ 8764163 w 10678681"/>
              <a:gd name="connsiteY23" fmla="*/ 471000 h 1342734"/>
              <a:gd name="connsiteX24" fmla="*/ 8680155 w 10678681"/>
              <a:gd name="connsiteY24" fmla="*/ 492404 h 1342734"/>
              <a:gd name="connsiteX25" fmla="*/ 8651436 w 10678681"/>
              <a:gd name="connsiteY25" fmla="*/ 511923 h 1342734"/>
              <a:gd name="connsiteX26" fmla="*/ 8609185 w 10678681"/>
              <a:gd name="connsiteY26" fmla="*/ 531525 h 1342734"/>
              <a:gd name="connsiteX27" fmla="*/ 8537091 w 10678681"/>
              <a:gd name="connsiteY27" fmla="*/ 574933 h 1342734"/>
              <a:gd name="connsiteX28" fmla="*/ 8435931 w 10678681"/>
              <a:gd name="connsiteY28" fmla="*/ 617926 h 1342734"/>
              <a:gd name="connsiteX29" fmla="*/ 8348623 w 10678681"/>
              <a:gd name="connsiteY29" fmla="*/ 600607 h 1342734"/>
              <a:gd name="connsiteX30" fmla="*/ 8344233 w 10678681"/>
              <a:gd name="connsiteY30" fmla="*/ 610922 h 1342734"/>
              <a:gd name="connsiteX31" fmla="*/ 8290622 w 10678681"/>
              <a:gd name="connsiteY31" fmla="*/ 622687 h 1342734"/>
              <a:gd name="connsiteX32" fmla="*/ 8086698 w 10678681"/>
              <a:gd name="connsiteY32" fmla="*/ 605185 h 1342734"/>
              <a:gd name="connsiteX33" fmla="*/ 7982378 w 10678681"/>
              <a:gd name="connsiteY33" fmla="*/ 629799 h 1342734"/>
              <a:gd name="connsiteX34" fmla="*/ 7947952 w 10678681"/>
              <a:gd name="connsiteY34" fmla="*/ 648003 h 1342734"/>
              <a:gd name="connsiteX35" fmla="*/ 7890112 w 10678681"/>
              <a:gd name="connsiteY35" fmla="*/ 677915 h 1342734"/>
              <a:gd name="connsiteX36" fmla="*/ 7853284 w 10678681"/>
              <a:gd name="connsiteY36" fmla="*/ 723588 h 1342734"/>
              <a:gd name="connsiteX37" fmla="*/ 7802383 w 10678681"/>
              <a:gd name="connsiteY37" fmla="*/ 739359 h 1342734"/>
              <a:gd name="connsiteX38" fmla="*/ 7730518 w 10678681"/>
              <a:gd name="connsiteY38" fmla="*/ 739526 h 1342734"/>
              <a:gd name="connsiteX39" fmla="*/ 7652907 w 10678681"/>
              <a:gd name="connsiteY39" fmla="*/ 783273 h 1342734"/>
              <a:gd name="connsiteX40" fmla="*/ 7606008 w 10678681"/>
              <a:gd name="connsiteY40" fmla="*/ 800717 h 1342734"/>
              <a:gd name="connsiteX41" fmla="*/ 7480223 w 10678681"/>
              <a:gd name="connsiteY41" fmla="*/ 856821 h 1342734"/>
              <a:gd name="connsiteX42" fmla="*/ 7356005 w 10678681"/>
              <a:gd name="connsiteY42" fmla="*/ 919462 h 1342734"/>
              <a:gd name="connsiteX43" fmla="*/ 7305396 w 10678681"/>
              <a:gd name="connsiteY43" fmla="*/ 986228 h 1342734"/>
              <a:gd name="connsiteX44" fmla="*/ 7266251 w 10678681"/>
              <a:gd name="connsiteY44" fmla="*/ 967864 h 1342734"/>
              <a:gd name="connsiteX45" fmla="*/ 7269396 w 10678681"/>
              <a:gd name="connsiteY45" fmla="*/ 989282 h 1342734"/>
              <a:gd name="connsiteX46" fmla="*/ 7258094 w 10678681"/>
              <a:gd name="connsiteY46" fmla="*/ 990679 h 1342734"/>
              <a:gd name="connsiteX47" fmla="*/ 7257893 w 10678681"/>
              <a:gd name="connsiteY47" fmla="*/ 991204 h 1342734"/>
              <a:gd name="connsiteX48" fmla="*/ 7247153 w 10678681"/>
              <a:gd name="connsiteY48" fmla="*/ 991550 h 1342734"/>
              <a:gd name="connsiteX49" fmla="*/ 7193612 w 10678681"/>
              <a:gd name="connsiteY49" fmla="*/ 987042 h 1342734"/>
              <a:gd name="connsiteX50" fmla="*/ 7132632 w 10678681"/>
              <a:gd name="connsiteY50" fmla="*/ 1042036 h 1342734"/>
              <a:gd name="connsiteX51" fmla="*/ 7105610 w 10678681"/>
              <a:gd name="connsiteY51" fmla="*/ 1053537 h 1342734"/>
              <a:gd name="connsiteX52" fmla="*/ 7069148 w 10678681"/>
              <a:gd name="connsiteY52" fmla="*/ 1047163 h 1342734"/>
              <a:gd name="connsiteX53" fmla="*/ 7039634 w 10678681"/>
              <a:gd name="connsiteY53" fmla="*/ 1059971 h 1342734"/>
              <a:gd name="connsiteX54" fmla="*/ 7033445 w 10678681"/>
              <a:gd name="connsiteY54" fmla="*/ 1063314 h 1342734"/>
              <a:gd name="connsiteX55" fmla="*/ 6999157 w 10678681"/>
              <a:gd name="connsiteY55" fmla="*/ 1055282 h 1342734"/>
              <a:gd name="connsiteX56" fmla="*/ 6981874 w 10678681"/>
              <a:gd name="connsiteY56" fmla="*/ 1053827 h 1342734"/>
              <a:gd name="connsiteX57" fmla="*/ 6976102 w 10678681"/>
              <a:gd name="connsiteY57" fmla="*/ 1047854 h 1342734"/>
              <a:gd name="connsiteX58" fmla="*/ 6951040 w 10678681"/>
              <a:gd name="connsiteY58" fmla="*/ 1048531 h 1342734"/>
              <a:gd name="connsiteX59" fmla="*/ 6948497 w 10678681"/>
              <a:gd name="connsiteY59" fmla="*/ 1050706 h 1342734"/>
              <a:gd name="connsiteX60" fmla="*/ 6926582 w 10678681"/>
              <a:gd name="connsiteY60" fmla="*/ 1043462 h 1342734"/>
              <a:gd name="connsiteX61" fmla="*/ 6833743 w 10678681"/>
              <a:gd name="connsiteY61" fmla="*/ 1027960 h 1342734"/>
              <a:gd name="connsiteX62" fmla="*/ 6687090 w 10678681"/>
              <a:gd name="connsiteY62" fmla="*/ 1063250 h 1342734"/>
              <a:gd name="connsiteX63" fmla="*/ 6437450 w 10678681"/>
              <a:gd name="connsiteY63" fmla="*/ 1101075 h 1342734"/>
              <a:gd name="connsiteX64" fmla="*/ 6327795 w 10678681"/>
              <a:gd name="connsiteY64" fmla="*/ 1088142 h 1342734"/>
              <a:gd name="connsiteX65" fmla="*/ 6136549 w 10678681"/>
              <a:gd name="connsiteY65" fmla="*/ 1100268 h 1342734"/>
              <a:gd name="connsiteX66" fmla="*/ 6004655 w 10678681"/>
              <a:gd name="connsiteY66" fmla="*/ 1114946 h 1342734"/>
              <a:gd name="connsiteX67" fmla="*/ 5936643 w 10678681"/>
              <a:gd name="connsiteY67" fmla="*/ 1095428 h 1342734"/>
              <a:gd name="connsiteX68" fmla="*/ 5912484 w 10678681"/>
              <a:gd name="connsiteY68" fmla="*/ 1112624 h 1342734"/>
              <a:gd name="connsiteX69" fmla="*/ 5908387 w 10678681"/>
              <a:gd name="connsiteY69" fmla="*/ 1116018 h 1342734"/>
              <a:gd name="connsiteX70" fmla="*/ 5890495 w 10678681"/>
              <a:gd name="connsiteY70" fmla="*/ 1120268 h 1342734"/>
              <a:gd name="connsiteX71" fmla="*/ 5887318 w 10678681"/>
              <a:gd name="connsiteY71" fmla="*/ 1133134 h 1342734"/>
              <a:gd name="connsiteX72" fmla="*/ 5861726 w 10678681"/>
              <a:gd name="connsiteY72" fmla="*/ 1147891 h 1342734"/>
              <a:gd name="connsiteX73" fmla="*/ 5805823 w 10678681"/>
              <a:gd name="connsiteY73" fmla="*/ 1152457 h 1342734"/>
              <a:gd name="connsiteX74" fmla="*/ 5689841 w 10678681"/>
              <a:gd name="connsiteY74" fmla="*/ 1176232 h 1342734"/>
              <a:gd name="connsiteX75" fmla="*/ 5605119 w 10678681"/>
              <a:gd name="connsiteY75" fmla="*/ 1190202 h 1342734"/>
              <a:gd name="connsiteX76" fmla="*/ 5488513 w 10678681"/>
              <a:gd name="connsiteY76" fmla="*/ 1205367 h 1342734"/>
              <a:gd name="connsiteX77" fmla="*/ 5402905 w 10678681"/>
              <a:gd name="connsiteY77" fmla="*/ 1241191 h 1342734"/>
              <a:gd name="connsiteX78" fmla="*/ 5285593 w 10678681"/>
              <a:gd name="connsiteY78" fmla="*/ 1273569 h 1342734"/>
              <a:gd name="connsiteX79" fmla="*/ 5192893 w 10678681"/>
              <a:gd name="connsiteY79" fmla="*/ 1247188 h 1342734"/>
              <a:gd name="connsiteX80" fmla="*/ 5186475 w 10678681"/>
              <a:gd name="connsiteY80" fmla="*/ 1257028 h 1342734"/>
              <a:gd name="connsiteX81" fmla="*/ 5126038 w 10678681"/>
              <a:gd name="connsiteY81" fmla="*/ 1263189 h 1342734"/>
              <a:gd name="connsiteX82" fmla="*/ 4894688 w 10678681"/>
              <a:gd name="connsiteY82" fmla="*/ 1247184 h 1342734"/>
              <a:gd name="connsiteX83" fmla="*/ 4788036 w 10678681"/>
              <a:gd name="connsiteY83" fmla="*/ 1238182 h 1342734"/>
              <a:gd name="connsiteX84" fmla="*/ 4747555 w 10678681"/>
              <a:gd name="connsiteY84" fmla="*/ 1252768 h 1342734"/>
              <a:gd name="connsiteX85" fmla="*/ 4679644 w 10678681"/>
              <a:gd name="connsiteY85" fmla="*/ 1276603 h 1342734"/>
              <a:gd name="connsiteX86" fmla="*/ 4632222 w 10678681"/>
              <a:gd name="connsiteY86" fmla="*/ 1318360 h 1342734"/>
              <a:gd name="connsiteX87" fmla="*/ 4617358 w 10678681"/>
              <a:gd name="connsiteY87" fmla="*/ 1327690 h 1342734"/>
              <a:gd name="connsiteX88" fmla="*/ 4589102 w 10678681"/>
              <a:gd name="connsiteY88" fmla="*/ 1321223 h 1342734"/>
              <a:gd name="connsiteX89" fmla="*/ 4578184 w 10678681"/>
              <a:gd name="connsiteY89" fmla="*/ 1326745 h 1342734"/>
              <a:gd name="connsiteX90" fmla="*/ 4574270 w 10678681"/>
              <a:gd name="connsiteY90" fmla="*/ 1325878 h 1342734"/>
              <a:gd name="connsiteX91" fmla="*/ 4564919 w 10678681"/>
              <a:gd name="connsiteY91" fmla="*/ 1325507 h 1342734"/>
              <a:gd name="connsiteX92" fmla="*/ 4566586 w 10678681"/>
              <a:gd name="connsiteY92" fmla="*/ 1316963 h 1342734"/>
              <a:gd name="connsiteX93" fmla="*/ 4556303 w 10678681"/>
              <a:gd name="connsiteY93" fmla="*/ 1300262 h 1342734"/>
              <a:gd name="connsiteX94" fmla="*/ 4502358 w 10678681"/>
              <a:gd name="connsiteY94" fmla="*/ 1302558 h 1342734"/>
              <a:gd name="connsiteX95" fmla="*/ 4498919 w 10678681"/>
              <a:gd name="connsiteY95" fmla="*/ 1312115 h 1342734"/>
              <a:gd name="connsiteX96" fmla="*/ 4492075 w 10678681"/>
              <a:gd name="connsiteY96" fmla="*/ 1313357 h 1342734"/>
              <a:gd name="connsiteX97" fmla="*/ 4487466 w 10678681"/>
              <a:gd name="connsiteY97" fmla="*/ 1304102 h 1342734"/>
              <a:gd name="connsiteX98" fmla="*/ 4398292 w 10678681"/>
              <a:gd name="connsiteY98" fmla="*/ 1278410 h 1342734"/>
              <a:gd name="connsiteX99" fmla="*/ 4306088 w 10678681"/>
              <a:gd name="connsiteY99" fmla="*/ 1282512 h 1342734"/>
              <a:gd name="connsiteX100" fmla="*/ 4188995 w 10678681"/>
              <a:gd name="connsiteY100" fmla="*/ 1296718 h 1342734"/>
              <a:gd name="connsiteX101" fmla="*/ 4136582 w 10678681"/>
              <a:gd name="connsiteY101" fmla="*/ 1287687 h 1342734"/>
              <a:gd name="connsiteX102" fmla="*/ 4064614 w 10678681"/>
              <a:gd name="connsiteY102" fmla="*/ 1296118 h 1342734"/>
              <a:gd name="connsiteX103" fmla="*/ 3900948 w 10678681"/>
              <a:gd name="connsiteY103" fmla="*/ 1322156 h 1342734"/>
              <a:gd name="connsiteX104" fmla="*/ 3787890 w 10678681"/>
              <a:gd name="connsiteY104" fmla="*/ 1322164 h 1342734"/>
              <a:gd name="connsiteX105" fmla="*/ 3745993 w 10678681"/>
              <a:gd name="connsiteY105" fmla="*/ 1342630 h 1342734"/>
              <a:gd name="connsiteX106" fmla="*/ 3675785 w 10678681"/>
              <a:gd name="connsiteY106" fmla="*/ 1326802 h 1342734"/>
              <a:gd name="connsiteX107" fmla="*/ 3623856 w 10678681"/>
              <a:gd name="connsiteY107" fmla="*/ 1290804 h 1342734"/>
              <a:gd name="connsiteX108" fmla="*/ 3564933 w 10678681"/>
              <a:gd name="connsiteY108" fmla="*/ 1287147 h 1342734"/>
              <a:gd name="connsiteX109" fmla="*/ 3550537 w 10678681"/>
              <a:gd name="connsiteY109" fmla="*/ 1317552 h 1342734"/>
              <a:gd name="connsiteX110" fmla="*/ 3487736 w 10678681"/>
              <a:gd name="connsiteY110" fmla="*/ 1303493 h 1342734"/>
              <a:gd name="connsiteX111" fmla="*/ 3392548 w 10678681"/>
              <a:gd name="connsiteY111" fmla="*/ 1278741 h 1342734"/>
              <a:gd name="connsiteX112" fmla="*/ 3337466 w 10678681"/>
              <a:gd name="connsiteY112" fmla="*/ 1272537 h 1342734"/>
              <a:gd name="connsiteX113" fmla="*/ 3175981 w 10678681"/>
              <a:gd name="connsiteY113" fmla="*/ 1208973 h 1342734"/>
              <a:gd name="connsiteX114" fmla="*/ 3036856 w 10678681"/>
              <a:gd name="connsiteY114" fmla="*/ 1214383 h 1342734"/>
              <a:gd name="connsiteX115" fmla="*/ 2824973 w 10678681"/>
              <a:gd name="connsiteY115" fmla="*/ 1134864 h 1342734"/>
              <a:gd name="connsiteX116" fmla="*/ 2804398 w 10678681"/>
              <a:gd name="connsiteY116" fmla="*/ 1125556 h 1342734"/>
              <a:gd name="connsiteX117" fmla="*/ 2736109 w 10678681"/>
              <a:gd name="connsiteY117" fmla="*/ 1137717 h 1342734"/>
              <a:gd name="connsiteX118" fmla="*/ 2659096 w 10678681"/>
              <a:gd name="connsiteY118" fmla="*/ 1150294 h 1342734"/>
              <a:gd name="connsiteX119" fmla="*/ 2567088 w 10678681"/>
              <a:gd name="connsiteY119" fmla="*/ 1181781 h 1342734"/>
              <a:gd name="connsiteX120" fmla="*/ 2454501 w 10678681"/>
              <a:gd name="connsiteY120" fmla="*/ 1155455 h 1342734"/>
              <a:gd name="connsiteX121" fmla="*/ 2385161 w 10678681"/>
              <a:gd name="connsiteY121" fmla="*/ 1161312 h 1342734"/>
              <a:gd name="connsiteX122" fmla="*/ 2273361 w 10678681"/>
              <a:gd name="connsiteY122" fmla="*/ 1134090 h 1342734"/>
              <a:gd name="connsiteX123" fmla="*/ 2132003 w 10678681"/>
              <a:gd name="connsiteY123" fmla="*/ 1139225 h 1342734"/>
              <a:gd name="connsiteX124" fmla="*/ 2041224 w 10678681"/>
              <a:gd name="connsiteY124" fmla="*/ 1147536 h 1342734"/>
              <a:gd name="connsiteX125" fmla="*/ 2010157 w 10678681"/>
              <a:gd name="connsiteY125" fmla="*/ 1152767 h 1342734"/>
              <a:gd name="connsiteX126" fmla="*/ 1859213 w 10678681"/>
              <a:gd name="connsiteY126" fmla="*/ 1199540 h 1342734"/>
              <a:gd name="connsiteX127" fmla="*/ 1735877 w 10678681"/>
              <a:gd name="connsiteY127" fmla="*/ 1246527 h 1342734"/>
              <a:gd name="connsiteX128" fmla="*/ 1705069 w 10678681"/>
              <a:gd name="connsiteY128" fmla="*/ 1251989 h 1342734"/>
              <a:gd name="connsiteX129" fmla="*/ 1307888 w 10678681"/>
              <a:gd name="connsiteY129" fmla="*/ 1283156 h 1342734"/>
              <a:gd name="connsiteX130" fmla="*/ 1220734 w 10678681"/>
              <a:gd name="connsiteY130" fmla="*/ 1257811 h 1342734"/>
              <a:gd name="connsiteX131" fmla="*/ 1021737 w 10678681"/>
              <a:gd name="connsiteY131" fmla="*/ 1238739 h 1342734"/>
              <a:gd name="connsiteX132" fmla="*/ 959820 w 10678681"/>
              <a:gd name="connsiteY132" fmla="*/ 1275863 h 1342734"/>
              <a:gd name="connsiteX133" fmla="*/ 929137 w 10678681"/>
              <a:gd name="connsiteY133" fmla="*/ 1273957 h 1342734"/>
              <a:gd name="connsiteX134" fmla="*/ 878849 w 10678681"/>
              <a:gd name="connsiteY134" fmla="*/ 1266740 h 1342734"/>
              <a:gd name="connsiteX135" fmla="*/ 800667 w 10678681"/>
              <a:gd name="connsiteY135" fmla="*/ 1282041 h 1342734"/>
              <a:gd name="connsiteX136" fmla="*/ 644906 w 10678681"/>
              <a:gd name="connsiteY136" fmla="*/ 1273685 h 1342734"/>
              <a:gd name="connsiteX137" fmla="*/ 379869 w 10678681"/>
              <a:gd name="connsiteY137" fmla="*/ 1339165 h 1342734"/>
              <a:gd name="connsiteX138" fmla="*/ 137696 w 10678681"/>
              <a:gd name="connsiteY138" fmla="*/ 1319217 h 1342734"/>
              <a:gd name="connsiteX139" fmla="*/ 54250 w 10678681"/>
              <a:gd name="connsiteY139" fmla="*/ 1315838 h 1342734"/>
              <a:gd name="connsiteX140" fmla="*/ 28042 w 10678681"/>
              <a:gd name="connsiteY140" fmla="*/ 1297822 h 1342734"/>
              <a:gd name="connsiteX141" fmla="*/ 0 w 10678681"/>
              <a:gd name="connsiteY141" fmla="*/ 1294612 h 1342734"/>
              <a:gd name="connsiteX142" fmla="*/ 0 w 10678681"/>
              <a:gd name="connsiteY142" fmla="*/ 0 h 1342734"/>
              <a:gd name="connsiteX0" fmla="*/ 0 w 10678681"/>
              <a:gd name="connsiteY0" fmla="*/ 0 h 1342734"/>
              <a:gd name="connsiteX1" fmla="*/ 10678681 w 10678681"/>
              <a:gd name="connsiteY1" fmla="*/ 0 h 1342734"/>
              <a:gd name="connsiteX2" fmla="*/ 10666019 w 10678681"/>
              <a:gd name="connsiteY2" fmla="*/ 7876 h 1342734"/>
              <a:gd name="connsiteX3" fmla="*/ 10632825 w 10678681"/>
              <a:gd name="connsiteY3" fmla="*/ 32153 h 1342734"/>
              <a:gd name="connsiteX4" fmla="*/ 10516219 w 10678681"/>
              <a:gd name="connsiteY4" fmla="*/ 45588 h 1342734"/>
              <a:gd name="connsiteX5" fmla="*/ 10456989 w 10678681"/>
              <a:gd name="connsiteY5" fmla="*/ 979 h 1342734"/>
              <a:gd name="connsiteX6" fmla="*/ 10438642 w 10678681"/>
              <a:gd name="connsiteY6" fmla="*/ 1524 h 1342734"/>
              <a:gd name="connsiteX7" fmla="*/ 10407146 w 10678681"/>
              <a:gd name="connsiteY7" fmla="*/ 43659 h 1342734"/>
              <a:gd name="connsiteX8" fmla="*/ 10341159 w 10678681"/>
              <a:gd name="connsiteY8" fmla="*/ 103824 h 1342734"/>
              <a:gd name="connsiteX9" fmla="*/ 10244930 w 10678681"/>
              <a:gd name="connsiteY9" fmla="*/ 94599 h 1342734"/>
              <a:gd name="connsiteX10" fmla="*/ 10115334 w 10678681"/>
              <a:gd name="connsiteY10" fmla="*/ 155658 h 1342734"/>
              <a:gd name="connsiteX11" fmla="*/ 10068157 w 10678681"/>
              <a:gd name="connsiteY11" fmla="*/ 215673 h 1342734"/>
              <a:gd name="connsiteX12" fmla="*/ 10045431 w 10678681"/>
              <a:gd name="connsiteY12" fmla="*/ 229568 h 1342734"/>
              <a:gd name="connsiteX13" fmla="*/ 9929077 w 10678681"/>
              <a:gd name="connsiteY13" fmla="*/ 254478 h 1342734"/>
              <a:gd name="connsiteX14" fmla="*/ 9840045 w 10678681"/>
              <a:gd name="connsiteY14" fmla="*/ 223033 h 1342734"/>
              <a:gd name="connsiteX15" fmla="*/ 9679638 w 10678681"/>
              <a:gd name="connsiteY15" fmla="*/ 277462 h 1342734"/>
              <a:gd name="connsiteX16" fmla="*/ 9498347 w 10678681"/>
              <a:gd name="connsiteY16" fmla="*/ 244723 h 1342734"/>
              <a:gd name="connsiteX17" fmla="*/ 9366026 w 10678681"/>
              <a:gd name="connsiteY17" fmla="*/ 299024 h 1342734"/>
              <a:gd name="connsiteX18" fmla="*/ 9316702 w 10678681"/>
              <a:gd name="connsiteY18" fmla="*/ 356523 h 1342734"/>
              <a:gd name="connsiteX19" fmla="*/ 9121744 w 10678681"/>
              <a:gd name="connsiteY19" fmla="*/ 365177 h 1342734"/>
              <a:gd name="connsiteX20" fmla="*/ 9061654 w 10678681"/>
              <a:gd name="connsiteY20" fmla="*/ 393730 h 1342734"/>
              <a:gd name="connsiteX21" fmla="*/ 8997577 w 10678681"/>
              <a:gd name="connsiteY21" fmla="*/ 380865 h 1342734"/>
              <a:gd name="connsiteX22" fmla="*/ 8907968 w 10678681"/>
              <a:gd name="connsiteY22" fmla="*/ 447345 h 1342734"/>
              <a:gd name="connsiteX23" fmla="*/ 8764163 w 10678681"/>
              <a:gd name="connsiteY23" fmla="*/ 471000 h 1342734"/>
              <a:gd name="connsiteX24" fmla="*/ 8680155 w 10678681"/>
              <a:gd name="connsiteY24" fmla="*/ 492404 h 1342734"/>
              <a:gd name="connsiteX25" fmla="*/ 8651436 w 10678681"/>
              <a:gd name="connsiteY25" fmla="*/ 511923 h 1342734"/>
              <a:gd name="connsiteX26" fmla="*/ 8609185 w 10678681"/>
              <a:gd name="connsiteY26" fmla="*/ 531525 h 1342734"/>
              <a:gd name="connsiteX27" fmla="*/ 8537091 w 10678681"/>
              <a:gd name="connsiteY27" fmla="*/ 574933 h 1342734"/>
              <a:gd name="connsiteX28" fmla="*/ 8435931 w 10678681"/>
              <a:gd name="connsiteY28" fmla="*/ 617926 h 1342734"/>
              <a:gd name="connsiteX29" fmla="*/ 8348623 w 10678681"/>
              <a:gd name="connsiteY29" fmla="*/ 600607 h 1342734"/>
              <a:gd name="connsiteX30" fmla="*/ 8344233 w 10678681"/>
              <a:gd name="connsiteY30" fmla="*/ 610922 h 1342734"/>
              <a:gd name="connsiteX31" fmla="*/ 8290622 w 10678681"/>
              <a:gd name="connsiteY31" fmla="*/ 622687 h 1342734"/>
              <a:gd name="connsiteX32" fmla="*/ 8086698 w 10678681"/>
              <a:gd name="connsiteY32" fmla="*/ 605185 h 1342734"/>
              <a:gd name="connsiteX33" fmla="*/ 7982378 w 10678681"/>
              <a:gd name="connsiteY33" fmla="*/ 629799 h 1342734"/>
              <a:gd name="connsiteX34" fmla="*/ 7947952 w 10678681"/>
              <a:gd name="connsiteY34" fmla="*/ 648003 h 1342734"/>
              <a:gd name="connsiteX35" fmla="*/ 7890112 w 10678681"/>
              <a:gd name="connsiteY35" fmla="*/ 677915 h 1342734"/>
              <a:gd name="connsiteX36" fmla="*/ 7853284 w 10678681"/>
              <a:gd name="connsiteY36" fmla="*/ 723588 h 1342734"/>
              <a:gd name="connsiteX37" fmla="*/ 7802383 w 10678681"/>
              <a:gd name="connsiteY37" fmla="*/ 739359 h 1342734"/>
              <a:gd name="connsiteX38" fmla="*/ 7730518 w 10678681"/>
              <a:gd name="connsiteY38" fmla="*/ 739526 h 1342734"/>
              <a:gd name="connsiteX39" fmla="*/ 7652907 w 10678681"/>
              <a:gd name="connsiteY39" fmla="*/ 783273 h 1342734"/>
              <a:gd name="connsiteX40" fmla="*/ 7606008 w 10678681"/>
              <a:gd name="connsiteY40" fmla="*/ 800717 h 1342734"/>
              <a:gd name="connsiteX41" fmla="*/ 7480223 w 10678681"/>
              <a:gd name="connsiteY41" fmla="*/ 856821 h 1342734"/>
              <a:gd name="connsiteX42" fmla="*/ 7356005 w 10678681"/>
              <a:gd name="connsiteY42" fmla="*/ 919462 h 1342734"/>
              <a:gd name="connsiteX43" fmla="*/ 7305396 w 10678681"/>
              <a:gd name="connsiteY43" fmla="*/ 986228 h 1342734"/>
              <a:gd name="connsiteX44" fmla="*/ 7266251 w 10678681"/>
              <a:gd name="connsiteY44" fmla="*/ 967864 h 1342734"/>
              <a:gd name="connsiteX45" fmla="*/ 7269396 w 10678681"/>
              <a:gd name="connsiteY45" fmla="*/ 989282 h 1342734"/>
              <a:gd name="connsiteX46" fmla="*/ 7258094 w 10678681"/>
              <a:gd name="connsiteY46" fmla="*/ 990679 h 1342734"/>
              <a:gd name="connsiteX47" fmla="*/ 7257893 w 10678681"/>
              <a:gd name="connsiteY47" fmla="*/ 991204 h 1342734"/>
              <a:gd name="connsiteX48" fmla="*/ 7247153 w 10678681"/>
              <a:gd name="connsiteY48" fmla="*/ 991550 h 1342734"/>
              <a:gd name="connsiteX49" fmla="*/ 7193612 w 10678681"/>
              <a:gd name="connsiteY49" fmla="*/ 987042 h 1342734"/>
              <a:gd name="connsiteX50" fmla="*/ 7132632 w 10678681"/>
              <a:gd name="connsiteY50" fmla="*/ 1042036 h 1342734"/>
              <a:gd name="connsiteX51" fmla="*/ 7105610 w 10678681"/>
              <a:gd name="connsiteY51" fmla="*/ 1053537 h 1342734"/>
              <a:gd name="connsiteX52" fmla="*/ 7069148 w 10678681"/>
              <a:gd name="connsiteY52" fmla="*/ 1047163 h 1342734"/>
              <a:gd name="connsiteX53" fmla="*/ 7039634 w 10678681"/>
              <a:gd name="connsiteY53" fmla="*/ 1059971 h 1342734"/>
              <a:gd name="connsiteX54" fmla="*/ 7033445 w 10678681"/>
              <a:gd name="connsiteY54" fmla="*/ 1063314 h 1342734"/>
              <a:gd name="connsiteX55" fmla="*/ 6999157 w 10678681"/>
              <a:gd name="connsiteY55" fmla="*/ 1055282 h 1342734"/>
              <a:gd name="connsiteX56" fmla="*/ 6981874 w 10678681"/>
              <a:gd name="connsiteY56" fmla="*/ 1053827 h 1342734"/>
              <a:gd name="connsiteX57" fmla="*/ 6976102 w 10678681"/>
              <a:gd name="connsiteY57" fmla="*/ 1047854 h 1342734"/>
              <a:gd name="connsiteX58" fmla="*/ 6951040 w 10678681"/>
              <a:gd name="connsiteY58" fmla="*/ 1048531 h 1342734"/>
              <a:gd name="connsiteX59" fmla="*/ 6948497 w 10678681"/>
              <a:gd name="connsiteY59" fmla="*/ 1050706 h 1342734"/>
              <a:gd name="connsiteX60" fmla="*/ 6926582 w 10678681"/>
              <a:gd name="connsiteY60" fmla="*/ 1043462 h 1342734"/>
              <a:gd name="connsiteX61" fmla="*/ 6833743 w 10678681"/>
              <a:gd name="connsiteY61" fmla="*/ 1027960 h 1342734"/>
              <a:gd name="connsiteX62" fmla="*/ 6687090 w 10678681"/>
              <a:gd name="connsiteY62" fmla="*/ 1063250 h 1342734"/>
              <a:gd name="connsiteX63" fmla="*/ 6431838 w 10678681"/>
              <a:gd name="connsiteY63" fmla="*/ 1063226 h 1342734"/>
              <a:gd name="connsiteX64" fmla="*/ 6327795 w 10678681"/>
              <a:gd name="connsiteY64" fmla="*/ 1088142 h 1342734"/>
              <a:gd name="connsiteX65" fmla="*/ 6136549 w 10678681"/>
              <a:gd name="connsiteY65" fmla="*/ 1100268 h 1342734"/>
              <a:gd name="connsiteX66" fmla="*/ 6004655 w 10678681"/>
              <a:gd name="connsiteY66" fmla="*/ 1114946 h 1342734"/>
              <a:gd name="connsiteX67" fmla="*/ 5936643 w 10678681"/>
              <a:gd name="connsiteY67" fmla="*/ 1095428 h 1342734"/>
              <a:gd name="connsiteX68" fmla="*/ 5912484 w 10678681"/>
              <a:gd name="connsiteY68" fmla="*/ 1112624 h 1342734"/>
              <a:gd name="connsiteX69" fmla="*/ 5908387 w 10678681"/>
              <a:gd name="connsiteY69" fmla="*/ 1116018 h 1342734"/>
              <a:gd name="connsiteX70" fmla="*/ 5890495 w 10678681"/>
              <a:gd name="connsiteY70" fmla="*/ 1120268 h 1342734"/>
              <a:gd name="connsiteX71" fmla="*/ 5887318 w 10678681"/>
              <a:gd name="connsiteY71" fmla="*/ 1133134 h 1342734"/>
              <a:gd name="connsiteX72" fmla="*/ 5861726 w 10678681"/>
              <a:gd name="connsiteY72" fmla="*/ 1147891 h 1342734"/>
              <a:gd name="connsiteX73" fmla="*/ 5805823 w 10678681"/>
              <a:gd name="connsiteY73" fmla="*/ 1152457 h 1342734"/>
              <a:gd name="connsiteX74" fmla="*/ 5689841 w 10678681"/>
              <a:gd name="connsiteY74" fmla="*/ 1176232 h 1342734"/>
              <a:gd name="connsiteX75" fmla="*/ 5605119 w 10678681"/>
              <a:gd name="connsiteY75" fmla="*/ 1190202 h 1342734"/>
              <a:gd name="connsiteX76" fmla="*/ 5488513 w 10678681"/>
              <a:gd name="connsiteY76" fmla="*/ 1205367 h 1342734"/>
              <a:gd name="connsiteX77" fmla="*/ 5402905 w 10678681"/>
              <a:gd name="connsiteY77" fmla="*/ 1241191 h 1342734"/>
              <a:gd name="connsiteX78" fmla="*/ 5285593 w 10678681"/>
              <a:gd name="connsiteY78" fmla="*/ 1273569 h 1342734"/>
              <a:gd name="connsiteX79" fmla="*/ 5192893 w 10678681"/>
              <a:gd name="connsiteY79" fmla="*/ 1247188 h 1342734"/>
              <a:gd name="connsiteX80" fmla="*/ 5186475 w 10678681"/>
              <a:gd name="connsiteY80" fmla="*/ 1257028 h 1342734"/>
              <a:gd name="connsiteX81" fmla="*/ 5126038 w 10678681"/>
              <a:gd name="connsiteY81" fmla="*/ 1263189 h 1342734"/>
              <a:gd name="connsiteX82" fmla="*/ 4894688 w 10678681"/>
              <a:gd name="connsiteY82" fmla="*/ 1247184 h 1342734"/>
              <a:gd name="connsiteX83" fmla="*/ 4788036 w 10678681"/>
              <a:gd name="connsiteY83" fmla="*/ 1238182 h 1342734"/>
              <a:gd name="connsiteX84" fmla="*/ 4747555 w 10678681"/>
              <a:gd name="connsiteY84" fmla="*/ 1252768 h 1342734"/>
              <a:gd name="connsiteX85" fmla="*/ 4679644 w 10678681"/>
              <a:gd name="connsiteY85" fmla="*/ 1276603 h 1342734"/>
              <a:gd name="connsiteX86" fmla="*/ 4632222 w 10678681"/>
              <a:gd name="connsiteY86" fmla="*/ 1318360 h 1342734"/>
              <a:gd name="connsiteX87" fmla="*/ 4617358 w 10678681"/>
              <a:gd name="connsiteY87" fmla="*/ 1327690 h 1342734"/>
              <a:gd name="connsiteX88" fmla="*/ 4589102 w 10678681"/>
              <a:gd name="connsiteY88" fmla="*/ 1321223 h 1342734"/>
              <a:gd name="connsiteX89" fmla="*/ 4578184 w 10678681"/>
              <a:gd name="connsiteY89" fmla="*/ 1326745 h 1342734"/>
              <a:gd name="connsiteX90" fmla="*/ 4574270 w 10678681"/>
              <a:gd name="connsiteY90" fmla="*/ 1325878 h 1342734"/>
              <a:gd name="connsiteX91" fmla="*/ 4564919 w 10678681"/>
              <a:gd name="connsiteY91" fmla="*/ 1325507 h 1342734"/>
              <a:gd name="connsiteX92" fmla="*/ 4566586 w 10678681"/>
              <a:gd name="connsiteY92" fmla="*/ 1316963 h 1342734"/>
              <a:gd name="connsiteX93" fmla="*/ 4556303 w 10678681"/>
              <a:gd name="connsiteY93" fmla="*/ 1300262 h 1342734"/>
              <a:gd name="connsiteX94" fmla="*/ 4502358 w 10678681"/>
              <a:gd name="connsiteY94" fmla="*/ 1302558 h 1342734"/>
              <a:gd name="connsiteX95" fmla="*/ 4498919 w 10678681"/>
              <a:gd name="connsiteY95" fmla="*/ 1312115 h 1342734"/>
              <a:gd name="connsiteX96" fmla="*/ 4492075 w 10678681"/>
              <a:gd name="connsiteY96" fmla="*/ 1313357 h 1342734"/>
              <a:gd name="connsiteX97" fmla="*/ 4487466 w 10678681"/>
              <a:gd name="connsiteY97" fmla="*/ 1304102 h 1342734"/>
              <a:gd name="connsiteX98" fmla="*/ 4398292 w 10678681"/>
              <a:gd name="connsiteY98" fmla="*/ 1278410 h 1342734"/>
              <a:gd name="connsiteX99" fmla="*/ 4306088 w 10678681"/>
              <a:gd name="connsiteY99" fmla="*/ 1282512 h 1342734"/>
              <a:gd name="connsiteX100" fmla="*/ 4188995 w 10678681"/>
              <a:gd name="connsiteY100" fmla="*/ 1296718 h 1342734"/>
              <a:gd name="connsiteX101" fmla="*/ 4136582 w 10678681"/>
              <a:gd name="connsiteY101" fmla="*/ 1287687 h 1342734"/>
              <a:gd name="connsiteX102" fmla="*/ 4064614 w 10678681"/>
              <a:gd name="connsiteY102" fmla="*/ 1296118 h 1342734"/>
              <a:gd name="connsiteX103" fmla="*/ 3900948 w 10678681"/>
              <a:gd name="connsiteY103" fmla="*/ 1322156 h 1342734"/>
              <a:gd name="connsiteX104" fmla="*/ 3787890 w 10678681"/>
              <a:gd name="connsiteY104" fmla="*/ 1322164 h 1342734"/>
              <a:gd name="connsiteX105" fmla="*/ 3745993 w 10678681"/>
              <a:gd name="connsiteY105" fmla="*/ 1342630 h 1342734"/>
              <a:gd name="connsiteX106" fmla="*/ 3675785 w 10678681"/>
              <a:gd name="connsiteY106" fmla="*/ 1326802 h 1342734"/>
              <a:gd name="connsiteX107" fmla="*/ 3623856 w 10678681"/>
              <a:gd name="connsiteY107" fmla="*/ 1290804 h 1342734"/>
              <a:gd name="connsiteX108" fmla="*/ 3564933 w 10678681"/>
              <a:gd name="connsiteY108" fmla="*/ 1287147 h 1342734"/>
              <a:gd name="connsiteX109" fmla="*/ 3550537 w 10678681"/>
              <a:gd name="connsiteY109" fmla="*/ 1317552 h 1342734"/>
              <a:gd name="connsiteX110" fmla="*/ 3487736 w 10678681"/>
              <a:gd name="connsiteY110" fmla="*/ 1303493 h 1342734"/>
              <a:gd name="connsiteX111" fmla="*/ 3392548 w 10678681"/>
              <a:gd name="connsiteY111" fmla="*/ 1278741 h 1342734"/>
              <a:gd name="connsiteX112" fmla="*/ 3337466 w 10678681"/>
              <a:gd name="connsiteY112" fmla="*/ 1272537 h 1342734"/>
              <a:gd name="connsiteX113" fmla="*/ 3175981 w 10678681"/>
              <a:gd name="connsiteY113" fmla="*/ 1208973 h 1342734"/>
              <a:gd name="connsiteX114" fmla="*/ 3036856 w 10678681"/>
              <a:gd name="connsiteY114" fmla="*/ 1214383 h 1342734"/>
              <a:gd name="connsiteX115" fmla="*/ 2824973 w 10678681"/>
              <a:gd name="connsiteY115" fmla="*/ 1134864 h 1342734"/>
              <a:gd name="connsiteX116" fmla="*/ 2804398 w 10678681"/>
              <a:gd name="connsiteY116" fmla="*/ 1125556 h 1342734"/>
              <a:gd name="connsiteX117" fmla="*/ 2736109 w 10678681"/>
              <a:gd name="connsiteY117" fmla="*/ 1137717 h 1342734"/>
              <a:gd name="connsiteX118" fmla="*/ 2659096 w 10678681"/>
              <a:gd name="connsiteY118" fmla="*/ 1150294 h 1342734"/>
              <a:gd name="connsiteX119" fmla="*/ 2567088 w 10678681"/>
              <a:gd name="connsiteY119" fmla="*/ 1181781 h 1342734"/>
              <a:gd name="connsiteX120" fmla="*/ 2454501 w 10678681"/>
              <a:gd name="connsiteY120" fmla="*/ 1155455 h 1342734"/>
              <a:gd name="connsiteX121" fmla="*/ 2385161 w 10678681"/>
              <a:gd name="connsiteY121" fmla="*/ 1161312 h 1342734"/>
              <a:gd name="connsiteX122" fmla="*/ 2273361 w 10678681"/>
              <a:gd name="connsiteY122" fmla="*/ 1134090 h 1342734"/>
              <a:gd name="connsiteX123" fmla="*/ 2132003 w 10678681"/>
              <a:gd name="connsiteY123" fmla="*/ 1139225 h 1342734"/>
              <a:gd name="connsiteX124" fmla="*/ 2041224 w 10678681"/>
              <a:gd name="connsiteY124" fmla="*/ 1147536 h 1342734"/>
              <a:gd name="connsiteX125" fmla="*/ 2010157 w 10678681"/>
              <a:gd name="connsiteY125" fmla="*/ 1152767 h 1342734"/>
              <a:gd name="connsiteX126" fmla="*/ 1859213 w 10678681"/>
              <a:gd name="connsiteY126" fmla="*/ 1199540 h 1342734"/>
              <a:gd name="connsiteX127" fmla="*/ 1735877 w 10678681"/>
              <a:gd name="connsiteY127" fmla="*/ 1246527 h 1342734"/>
              <a:gd name="connsiteX128" fmla="*/ 1705069 w 10678681"/>
              <a:gd name="connsiteY128" fmla="*/ 1251989 h 1342734"/>
              <a:gd name="connsiteX129" fmla="*/ 1307888 w 10678681"/>
              <a:gd name="connsiteY129" fmla="*/ 1283156 h 1342734"/>
              <a:gd name="connsiteX130" fmla="*/ 1220734 w 10678681"/>
              <a:gd name="connsiteY130" fmla="*/ 1257811 h 1342734"/>
              <a:gd name="connsiteX131" fmla="*/ 1021737 w 10678681"/>
              <a:gd name="connsiteY131" fmla="*/ 1238739 h 1342734"/>
              <a:gd name="connsiteX132" fmla="*/ 959820 w 10678681"/>
              <a:gd name="connsiteY132" fmla="*/ 1275863 h 1342734"/>
              <a:gd name="connsiteX133" fmla="*/ 929137 w 10678681"/>
              <a:gd name="connsiteY133" fmla="*/ 1273957 h 1342734"/>
              <a:gd name="connsiteX134" fmla="*/ 878849 w 10678681"/>
              <a:gd name="connsiteY134" fmla="*/ 1266740 h 1342734"/>
              <a:gd name="connsiteX135" fmla="*/ 800667 w 10678681"/>
              <a:gd name="connsiteY135" fmla="*/ 1282041 h 1342734"/>
              <a:gd name="connsiteX136" fmla="*/ 644906 w 10678681"/>
              <a:gd name="connsiteY136" fmla="*/ 1273685 h 1342734"/>
              <a:gd name="connsiteX137" fmla="*/ 379869 w 10678681"/>
              <a:gd name="connsiteY137" fmla="*/ 1339165 h 1342734"/>
              <a:gd name="connsiteX138" fmla="*/ 137696 w 10678681"/>
              <a:gd name="connsiteY138" fmla="*/ 1319217 h 1342734"/>
              <a:gd name="connsiteX139" fmla="*/ 54250 w 10678681"/>
              <a:gd name="connsiteY139" fmla="*/ 1315838 h 1342734"/>
              <a:gd name="connsiteX140" fmla="*/ 28042 w 10678681"/>
              <a:gd name="connsiteY140" fmla="*/ 1297822 h 1342734"/>
              <a:gd name="connsiteX141" fmla="*/ 0 w 10678681"/>
              <a:gd name="connsiteY141" fmla="*/ 1294612 h 1342734"/>
              <a:gd name="connsiteX142" fmla="*/ 0 w 10678681"/>
              <a:gd name="connsiteY142" fmla="*/ 0 h 1342734"/>
              <a:gd name="connsiteX0" fmla="*/ 0 w 10678681"/>
              <a:gd name="connsiteY0" fmla="*/ 0 h 1342734"/>
              <a:gd name="connsiteX1" fmla="*/ 10678681 w 10678681"/>
              <a:gd name="connsiteY1" fmla="*/ 0 h 1342734"/>
              <a:gd name="connsiteX2" fmla="*/ 10666019 w 10678681"/>
              <a:gd name="connsiteY2" fmla="*/ 7876 h 1342734"/>
              <a:gd name="connsiteX3" fmla="*/ 10632825 w 10678681"/>
              <a:gd name="connsiteY3" fmla="*/ 32153 h 1342734"/>
              <a:gd name="connsiteX4" fmla="*/ 10516219 w 10678681"/>
              <a:gd name="connsiteY4" fmla="*/ 45588 h 1342734"/>
              <a:gd name="connsiteX5" fmla="*/ 10456989 w 10678681"/>
              <a:gd name="connsiteY5" fmla="*/ 979 h 1342734"/>
              <a:gd name="connsiteX6" fmla="*/ 10438642 w 10678681"/>
              <a:gd name="connsiteY6" fmla="*/ 1524 h 1342734"/>
              <a:gd name="connsiteX7" fmla="*/ 10407146 w 10678681"/>
              <a:gd name="connsiteY7" fmla="*/ 43659 h 1342734"/>
              <a:gd name="connsiteX8" fmla="*/ 10341159 w 10678681"/>
              <a:gd name="connsiteY8" fmla="*/ 103824 h 1342734"/>
              <a:gd name="connsiteX9" fmla="*/ 10244930 w 10678681"/>
              <a:gd name="connsiteY9" fmla="*/ 94599 h 1342734"/>
              <a:gd name="connsiteX10" fmla="*/ 10115334 w 10678681"/>
              <a:gd name="connsiteY10" fmla="*/ 155658 h 1342734"/>
              <a:gd name="connsiteX11" fmla="*/ 10068157 w 10678681"/>
              <a:gd name="connsiteY11" fmla="*/ 215673 h 1342734"/>
              <a:gd name="connsiteX12" fmla="*/ 10045431 w 10678681"/>
              <a:gd name="connsiteY12" fmla="*/ 229568 h 1342734"/>
              <a:gd name="connsiteX13" fmla="*/ 9929077 w 10678681"/>
              <a:gd name="connsiteY13" fmla="*/ 254478 h 1342734"/>
              <a:gd name="connsiteX14" fmla="*/ 9840045 w 10678681"/>
              <a:gd name="connsiteY14" fmla="*/ 223033 h 1342734"/>
              <a:gd name="connsiteX15" fmla="*/ 9679638 w 10678681"/>
              <a:gd name="connsiteY15" fmla="*/ 277462 h 1342734"/>
              <a:gd name="connsiteX16" fmla="*/ 9498347 w 10678681"/>
              <a:gd name="connsiteY16" fmla="*/ 244723 h 1342734"/>
              <a:gd name="connsiteX17" fmla="*/ 9366026 w 10678681"/>
              <a:gd name="connsiteY17" fmla="*/ 299024 h 1342734"/>
              <a:gd name="connsiteX18" fmla="*/ 9316702 w 10678681"/>
              <a:gd name="connsiteY18" fmla="*/ 356523 h 1342734"/>
              <a:gd name="connsiteX19" fmla="*/ 9121744 w 10678681"/>
              <a:gd name="connsiteY19" fmla="*/ 365177 h 1342734"/>
              <a:gd name="connsiteX20" fmla="*/ 9061654 w 10678681"/>
              <a:gd name="connsiteY20" fmla="*/ 393730 h 1342734"/>
              <a:gd name="connsiteX21" fmla="*/ 8997577 w 10678681"/>
              <a:gd name="connsiteY21" fmla="*/ 380865 h 1342734"/>
              <a:gd name="connsiteX22" fmla="*/ 8907968 w 10678681"/>
              <a:gd name="connsiteY22" fmla="*/ 447345 h 1342734"/>
              <a:gd name="connsiteX23" fmla="*/ 8764163 w 10678681"/>
              <a:gd name="connsiteY23" fmla="*/ 471000 h 1342734"/>
              <a:gd name="connsiteX24" fmla="*/ 8680155 w 10678681"/>
              <a:gd name="connsiteY24" fmla="*/ 492404 h 1342734"/>
              <a:gd name="connsiteX25" fmla="*/ 8651436 w 10678681"/>
              <a:gd name="connsiteY25" fmla="*/ 511923 h 1342734"/>
              <a:gd name="connsiteX26" fmla="*/ 8609185 w 10678681"/>
              <a:gd name="connsiteY26" fmla="*/ 531525 h 1342734"/>
              <a:gd name="connsiteX27" fmla="*/ 8537091 w 10678681"/>
              <a:gd name="connsiteY27" fmla="*/ 574933 h 1342734"/>
              <a:gd name="connsiteX28" fmla="*/ 8435931 w 10678681"/>
              <a:gd name="connsiteY28" fmla="*/ 617926 h 1342734"/>
              <a:gd name="connsiteX29" fmla="*/ 8348623 w 10678681"/>
              <a:gd name="connsiteY29" fmla="*/ 600607 h 1342734"/>
              <a:gd name="connsiteX30" fmla="*/ 8344233 w 10678681"/>
              <a:gd name="connsiteY30" fmla="*/ 610922 h 1342734"/>
              <a:gd name="connsiteX31" fmla="*/ 8290622 w 10678681"/>
              <a:gd name="connsiteY31" fmla="*/ 622687 h 1342734"/>
              <a:gd name="connsiteX32" fmla="*/ 8086698 w 10678681"/>
              <a:gd name="connsiteY32" fmla="*/ 605185 h 1342734"/>
              <a:gd name="connsiteX33" fmla="*/ 7982378 w 10678681"/>
              <a:gd name="connsiteY33" fmla="*/ 629799 h 1342734"/>
              <a:gd name="connsiteX34" fmla="*/ 7947952 w 10678681"/>
              <a:gd name="connsiteY34" fmla="*/ 648003 h 1342734"/>
              <a:gd name="connsiteX35" fmla="*/ 7890112 w 10678681"/>
              <a:gd name="connsiteY35" fmla="*/ 677915 h 1342734"/>
              <a:gd name="connsiteX36" fmla="*/ 7853284 w 10678681"/>
              <a:gd name="connsiteY36" fmla="*/ 723588 h 1342734"/>
              <a:gd name="connsiteX37" fmla="*/ 7802383 w 10678681"/>
              <a:gd name="connsiteY37" fmla="*/ 739359 h 1342734"/>
              <a:gd name="connsiteX38" fmla="*/ 7730518 w 10678681"/>
              <a:gd name="connsiteY38" fmla="*/ 739526 h 1342734"/>
              <a:gd name="connsiteX39" fmla="*/ 7652907 w 10678681"/>
              <a:gd name="connsiteY39" fmla="*/ 783273 h 1342734"/>
              <a:gd name="connsiteX40" fmla="*/ 7606008 w 10678681"/>
              <a:gd name="connsiteY40" fmla="*/ 800717 h 1342734"/>
              <a:gd name="connsiteX41" fmla="*/ 7480223 w 10678681"/>
              <a:gd name="connsiteY41" fmla="*/ 856821 h 1342734"/>
              <a:gd name="connsiteX42" fmla="*/ 7356005 w 10678681"/>
              <a:gd name="connsiteY42" fmla="*/ 919462 h 1342734"/>
              <a:gd name="connsiteX43" fmla="*/ 7305396 w 10678681"/>
              <a:gd name="connsiteY43" fmla="*/ 986228 h 1342734"/>
              <a:gd name="connsiteX44" fmla="*/ 7266251 w 10678681"/>
              <a:gd name="connsiteY44" fmla="*/ 967864 h 1342734"/>
              <a:gd name="connsiteX45" fmla="*/ 7269396 w 10678681"/>
              <a:gd name="connsiteY45" fmla="*/ 989282 h 1342734"/>
              <a:gd name="connsiteX46" fmla="*/ 7258094 w 10678681"/>
              <a:gd name="connsiteY46" fmla="*/ 990679 h 1342734"/>
              <a:gd name="connsiteX47" fmla="*/ 7257893 w 10678681"/>
              <a:gd name="connsiteY47" fmla="*/ 991204 h 1342734"/>
              <a:gd name="connsiteX48" fmla="*/ 7247153 w 10678681"/>
              <a:gd name="connsiteY48" fmla="*/ 991550 h 1342734"/>
              <a:gd name="connsiteX49" fmla="*/ 7193612 w 10678681"/>
              <a:gd name="connsiteY49" fmla="*/ 987042 h 1342734"/>
              <a:gd name="connsiteX50" fmla="*/ 7132632 w 10678681"/>
              <a:gd name="connsiteY50" fmla="*/ 1042036 h 1342734"/>
              <a:gd name="connsiteX51" fmla="*/ 7105610 w 10678681"/>
              <a:gd name="connsiteY51" fmla="*/ 1053537 h 1342734"/>
              <a:gd name="connsiteX52" fmla="*/ 7069148 w 10678681"/>
              <a:gd name="connsiteY52" fmla="*/ 1047163 h 1342734"/>
              <a:gd name="connsiteX53" fmla="*/ 7039634 w 10678681"/>
              <a:gd name="connsiteY53" fmla="*/ 1059971 h 1342734"/>
              <a:gd name="connsiteX54" fmla="*/ 7033445 w 10678681"/>
              <a:gd name="connsiteY54" fmla="*/ 1063314 h 1342734"/>
              <a:gd name="connsiteX55" fmla="*/ 6999157 w 10678681"/>
              <a:gd name="connsiteY55" fmla="*/ 1055282 h 1342734"/>
              <a:gd name="connsiteX56" fmla="*/ 6981874 w 10678681"/>
              <a:gd name="connsiteY56" fmla="*/ 1053827 h 1342734"/>
              <a:gd name="connsiteX57" fmla="*/ 6976102 w 10678681"/>
              <a:gd name="connsiteY57" fmla="*/ 1047854 h 1342734"/>
              <a:gd name="connsiteX58" fmla="*/ 6951040 w 10678681"/>
              <a:gd name="connsiteY58" fmla="*/ 1048531 h 1342734"/>
              <a:gd name="connsiteX59" fmla="*/ 6948497 w 10678681"/>
              <a:gd name="connsiteY59" fmla="*/ 1050706 h 1342734"/>
              <a:gd name="connsiteX60" fmla="*/ 6926582 w 10678681"/>
              <a:gd name="connsiteY60" fmla="*/ 1043462 h 1342734"/>
              <a:gd name="connsiteX61" fmla="*/ 6833743 w 10678681"/>
              <a:gd name="connsiteY61" fmla="*/ 1027960 h 1342734"/>
              <a:gd name="connsiteX62" fmla="*/ 6687090 w 10678681"/>
              <a:gd name="connsiteY62" fmla="*/ 1063250 h 1342734"/>
              <a:gd name="connsiteX63" fmla="*/ 6431838 w 10678681"/>
              <a:gd name="connsiteY63" fmla="*/ 1063226 h 1342734"/>
              <a:gd name="connsiteX64" fmla="*/ 6327795 w 10678681"/>
              <a:gd name="connsiteY64" fmla="*/ 1088142 h 1342734"/>
              <a:gd name="connsiteX65" fmla="*/ 6136549 w 10678681"/>
              <a:gd name="connsiteY65" fmla="*/ 1100268 h 1342734"/>
              <a:gd name="connsiteX66" fmla="*/ 6004655 w 10678681"/>
              <a:gd name="connsiteY66" fmla="*/ 1114946 h 1342734"/>
              <a:gd name="connsiteX67" fmla="*/ 5936643 w 10678681"/>
              <a:gd name="connsiteY67" fmla="*/ 1095428 h 1342734"/>
              <a:gd name="connsiteX68" fmla="*/ 5912484 w 10678681"/>
              <a:gd name="connsiteY68" fmla="*/ 1112624 h 1342734"/>
              <a:gd name="connsiteX69" fmla="*/ 5908387 w 10678681"/>
              <a:gd name="connsiteY69" fmla="*/ 1116018 h 1342734"/>
              <a:gd name="connsiteX70" fmla="*/ 5890495 w 10678681"/>
              <a:gd name="connsiteY70" fmla="*/ 1120268 h 1342734"/>
              <a:gd name="connsiteX71" fmla="*/ 5887318 w 10678681"/>
              <a:gd name="connsiteY71" fmla="*/ 1133134 h 1342734"/>
              <a:gd name="connsiteX72" fmla="*/ 5861726 w 10678681"/>
              <a:gd name="connsiteY72" fmla="*/ 1147891 h 1342734"/>
              <a:gd name="connsiteX73" fmla="*/ 5805823 w 10678681"/>
              <a:gd name="connsiteY73" fmla="*/ 1152457 h 1342734"/>
              <a:gd name="connsiteX74" fmla="*/ 5689841 w 10678681"/>
              <a:gd name="connsiteY74" fmla="*/ 1176232 h 1342734"/>
              <a:gd name="connsiteX75" fmla="*/ 5605119 w 10678681"/>
              <a:gd name="connsiteY75" fmla="*/ 1190202 h 1342734"/>
              <a:gd name="connsiteX76" fmla="*/ 5488513 w 10678681"/>
              <a:gd name="connsiteY76" fmla="*/ 1205367 h 1342734"/>
              <a:gd name="connsiteX77" fmla="*/ 5402905 w 10678681"/>
              <a:gd name="connsiteY77" fmla="*/ 1241191 h 1342734"/>
              <a:gd name="connsiteX78" fmla="*/ 5285593 w 10678681"/>
              <a:gd name="connsiteY78" fmla="*/ 1273569 h 1342734"/>
              <a:gd name="connsiteX79" fmla="*/ 5192893 w 10678681"/>
              <a:gd name="connsiteY79" fmla="*/ 1247188 h 1342734"/>
              <a:gd name="connsiteX80" fmla="*/ 5186475 w 10678681"/>
              <a:gd name="connsiteY80" fmla="*/ 1257028 h 1342734"/>
              <a:gd name="connsiteX81" fmla="*/ 5126038 w 10678681"/>
              <a:gd name="connsiteY81" fmla="*/ 1263189 h 1342734"/>
              <a:gd name="connsiteX82" fmla="*/ 4894688 w 10678681"/>
              <a:gd name="connsiteY82" fmla="*/ 1247184 h 1342734"/>
              <a:gd name="connsiteX83" fmla="*/ 4788036 w 10678681"/>
              <a:gd name="connsiteY83" fmla="*/ 1238182 h 1342734"/>
              <a:gd name="connsiteX84" fmla="*/ 4747555 w 10678681"/>
              <a:gd name="connsiteY84" fmla="*/ 1252768 h 1342734"/>
              <a:gd name="connsiteX85" fmla="*/ 4679644 w 10678681"/>
              <a:gd name="connsiteY85" fmla="*/ 1276603 h 1342734"/>
              <a:gd name="connsiteX86" fmla="*/ 4632222 w 10678681"/>
              <a:gd name="connsiteY86" fmla="*/ 1318360 h 1342734"/>
              <a:gd name="connsiteX87" fmla="*/ 4617358 w 10678681"/>
              <a:gd name="connsiteY87" fmla="*/ 1327690 h 1342734"/>
              <a:gd name="connsiteX88" fmla="*/ 4589102 w 10678681"/>
              <a:gd name="connsiteY88" fmla="*/ 1321223 h 1342734"/>
              <a:gd name="connsiteX89" fmla="*/ 4578184 w 10678681"/>
              <a:gd name="connsiteY89" fmla="*/ 1326745 h 1342734"/>
              <a:gd name="connsiteX90" fmla="*/ 4574270 w 10678681"/>
              <a:gd name="connsiteY90" fmla="*/ 1325878 h 1342734"/>
              <a:gd name="connsiteX91" fmla="*/ 4564919 w 10678681"/>
              <a:gd name="connsiteY91" fmla="*/ 1325507 h 1342734"/>
              <a:gd name="connsiteX92" fmla="*/ 4566586 w 10678681"/>
              <a:gd name="connsiteY92" fmla="*/ 1316963 h 1342734"/>
              <a:gd name="connsiteX93" fmla="*/ 4556303 w 10678681"/>
              <a:gd name="connsiteY93" fmla="*/ 1300262 h 1342734"/>
              <a:gd name="connsiteX94" fmla="*/ 4502358 w 10678681"/>
              <a:gd name="connsiteY94" fmla="*/ 1302558 h 1342734"/>
              <a:gd name="connsiteX95" fmla="*/ 4498919 w 10678681"/>
              <a:gd name="connsiteY95" fmla="*/ 1312115 h 1342734"/>
              <a:gd name="connsiteX96" fmla="*/ 4492075 w 10678681"/>
              <a:gd name="connsiteY96" fmla="*/ 1313357 h 1342734"/>
              <a:gd name="connsiteX97" fmla="*/ 4487466 w 10678681"/>
              <a:gd name="connsiteY97" fmla="*/ 1304102 h 1342734"/>
              <a:gd name="connsiteX98" fmla="*/ 4398292 w 10678681"/>
              <a:gd name="connsiteY98" fmla="*/ 1278410 h 1342734"/>
              <a:gd name="connsiteX99" fmla="*/ 4306088 w 10678681"/>
              <a:gd name="connsiteY99" fmla="*/ 1282512 h 1342734"/>
              <a:gd name="connsiteX100" fmla="*/ 4188995 w 10678681"/>
              <a:gd name="connsiteY100" fmla="*/ 1296718 h 1342734"/>
              <a:gd name="connsiteX101" fmla="*/ 4136582 w 10678681"/>
              <a:gd name="connsiteY101" fmla="*/ 1287687 h 1342734"/>
              <a:gd name="connsiteX102" fmla="*/ 4064614 w 10678681"/>
              <a:gd name="connsiteY102" fmla="*/ 1296118 h 1342734"/>
              <a:gd name="connsiteX103" fmla="*/ 3900948 w 10678681"/>
              <a:gd name="connsiteY103" fmla="*/ 1322156 h 1342734"/>
              <a:gd name="connsiteX104" fmla="*/ 3787890 w 10678681"/>
              <a:gd name="connsiteY104" fmla="*/ 1322164 h 1342734"/>
              <a:gd name="connsiteX105" fmla="*/ 3745993 w 10678681"/>
              <a:gd name="connsiteY105" fmla="*/ 1342630 h 1342734"/>
              <a:gd name="connsiteX106" fmla="*/ 3675785 w 10678681"/>
              <a:gd name="connsiteY106" fmla="*/ 1326802 h 1342734"/>
              <a:gd name="connsiteX107" fmla="*/ 3623856 w 10678681"/>
              <a:gd name="connsiteY107" fmla="*/ 1290804 h 1342734"/>
              <a:gd name="connsiteX108" fmla="*/ 3564933 w 10678681"/>
              <a:gd name="connsiteY108" fmla="*/ 1287147 h 1342734"/>
              <a:gd name="connsiteX109" fmla="*/ 3550537 w 10678681"/>
              <a:gd name="connsiteY109" fmla="*/ 1317552 h 1342734"/>
              <a:gd name="connsiteX110" fmla="*/ 3487736 w 10678681"/>
              <a:gd name="connsiteY110" fmla="*/ 1303493 h 1342734"/>
              <a:gd name="connsiteX111" fmla="*/ 3392548 w 10678681"/>
              <a:gd name="connsiteY111" fmla="*/ 1278741 h 1342734"/>
              <a:gd name="connsiteX112" fmla="*/ 3337466 w 10678681"/>
              <a:gd name="connsiteY112" fmla="*/ 1272537 h 1342734"/>
              <a:gd name="connsiteX113" fmla="*/ 3175981 w 10678681"/>
              <a:gd name="connsiteY113" fmla="*/ 1208973 h 1342734"/>
              <a:gd name="connsiteX114" fmla="*/ 3036856 w 10678681"/>
              <a:gd name="connsiteY114" fmla="*/ 1214383 h 1342734"/>
              <a:gd name="connsiteX115" fmla="*/ 2824973 w 10678681"/>
              <a:gd name="connsiteY115" fmla="*/ 1134864 h 1342734"/>
              <a:gd name="connsiteX116" fmla="*/ 2804398 w 10678681"/>
              <a:gd name="connsiteY116" fmla="*/ 1125556 h 1342734"/>
              <a:gd name="connsiteX117" fmla="*/ 2736109 w 10678681"/>
              <a:gd name="connsiteY117" fmla="*/ 1137717 h 1342734"/>
              <a:gd name="connsiteX118" fmla="*/ 2659096 w 10678681"/>
              <a:gd name="connsiteY118" fmla="*/ 1150294 h 1342734"/>
              <a:gd name="connsiteX119" fmla="*/ 2567088 w 10678681"/>
              <a:gd name="connsiteY119" fmla="*/ 1181781 h 1342734"/>
              <a:gd name="connsiteX120" fmla="*/ 2454501 w 10678681"/>
              <a:gd name="connsiteY120" fmla="*/ 1155455 h 1342734"/>
              <a:gd name="connsiteX121" fmla="*/ 2385161 w 10678681"/>
              <a:gd name="connsiteY121" fmla="*/ 1161312 h 1342734"/>
              <a:gd name="connsiteX122" fmla="*/ 2273361 w 10678681"/>
              <a:gd name="connsiteY122" fmla="*/ 1134090 h 1342734"/>
              <a:gd name="connsiteX123" fmla="*/ 2132003 w 10678681"/>
              <a:gd name="connsiteY123" fmla="*/ 1139225 h 1342734"/>
              <a:gd name="connsiteX124" fmla="*/ 2041224 w 10678681"/>
              <a:gd name="connsiteY124" fmla="*/ 1147536 h 1342734"/>
              <a:gd name="connsiteX125" fmla="*/ 2010157 w 10678681"/>
              <a:gd name="connsiteY125" fmla="*/ 1152767 h 1342734"/>
              <a:gd name="connsiteX126" fmla="*/ 1859213 w 10678681"/>
              <a:gd name="connsiteY126" fmla="*/ 1199540 h 1342734"/>
              <a:gd name="connsiteX127" fmla="*/ 1735877 w 10678681"/>
              <a:gd name="connsiteY127" fmla="*/ 1246527 h 1342734"/>
              <a:gd name="connsiteX128" fmla="*/ 1705069 w 10678681"/>
              <a:gd name="connsiteY128" fmla="*/ 1251989 h 1342734"/>
              <a:gd name="connsiteX129" fmla="*/ 1307888 w 10678681"/>
              <a:gd name="connsiteY129" fmla="*/ 1283156 h 1342734"/>
              <a:gd name="connsiteX130" fmla="*/ 1220734 w 10678681"/>
              <a:gd name="connsiteY130" fmla="*/ 1257811 h 1342734"/>
              <a:gd name="connsiteX131" fmla="*/ 1021737 w 10678681"/>
              <a:gd name="connsiteY131" fmla="*/ 1238739 h 1342734"/>
              <a:gd name="connsiteX132" fmla="*/ 959820 w 10678681"/>
              <a:gd name="connsiteY132" fmla="*/ 1275863 h 1342734"/>
              <a:gd name="connsiteX133" fmla="*/ 929137 w 10678681"/>
              <a:gd name="connsiteY133" fmla="*/ 1273957 h 1342734"/>
              <a:gd name="connsiteX134" fmla="*/ 878849 w 10678681"/>
              <a:gd name="connsiteY134" fmla="*/ 1266740 h 1342734"/>
              <a:gd name="connsiteX135" fmla="*/ 800667 w 10678681"/>
              <a:gd name="connsiteY135" fmla="*/ 1282041 h 1342734"/>
              <a:gd name="connsiteX136" fmla="*/ 644906 w 10678681"/>
              <a:gd name="connsiteY136" fmla="*/ 1273685 h 1342734"/>
              <a:gd name="connsiteX137" fmla="*/ 379869 w 10678681"/>
              <a:gd name="connsiteY137" fmla="*/ 1339165 h 1342734"/>
              <a:gd name="connsiteX138" fmla="*/ 137696 w 10678681"/>
              <a:gd name="connsiteY138" fmla="*/ 1319217 h 1342734"/>
              <a:gd name="connsiteX139" fmla="*/ 54250 w 10678681"/>
              <a:gd name="connsiteY139" fmla="*/ 1315838 h 1342734"/>
              <a:gd name="connsiteX140" fmla="*/ 28042 w 10678681"/>
              <a:gd name="connsiteY140" fmla="*/ 1297822 h 1342734"/>
              <a:gd name="connsiteX141" fmla="*/ 0 w 10678681"/>
              <a:gd name="connsiteY141" fmla="*/ 1294612 h 1342734"/>
              <a:gd name="connsiteX142" fmla="*/ 0 w 10678681"/>
              <a:gd name="connsiteY142" fmla="*/ 0 h 1342734"/>
              <a:gd name="connsiteX0" fmla="*/ 0 w 10678681"/>
              <a:gd name="connsiteY0" fmla="*/ 0 h 1342734"/>
              <a:gd name="connsiteX1" fmla="*/ 10678681 w 10678681"/>
              <a:gd name="connsiteY1" fmla="*/ 0 h 1342734"/>
              <a:gd name="connsiteX2" fmla="*/ 10666019 w 10678681"/>
              <a:gd name="connsiteY2" fmla="*/ 7876 h 1342734"/>
              <a:gd name="connsiteX3" fmla="*/ 10632825 w 10678681"/>
              <a:gd name="connsiteY3" fmla="*/ 32153 h 1342734"/>
              <a:gd name="connsiteX4" fmla="*/ 10516219 w 10678681"/>
              <a:gd name="connsiteY4" fmla="*/ 45588 h 1342734"/>
              <a:gd name="connsiteX5" fmla="*/ 10456989 w 10678681"/>
              <a:gd name="connsiteY5" fmla="*/ 979 h 1342734"/>
              <a:gd name="connsiteX6" fmla="*/ 10438642 w 10678681"/>
              <a:gd name="connsiteY6" fmla="*/ 1524 h 1342734"/>
              <a:gd name="connsiteX7" fmla="*/ 10407146 w 10678681"/>
              <a:gd name="connsiteY7" fmla="*/ 43659 h 1342734"/>
              <a:gd name="connsiteX8" fmla="*/ 10341159 w 10678681"/>
              <a:gd name="connsiteY8" fmla="*/ 103824 h 1342734"/>
              <a:gd name="connsiteX9" fmla="*/ 10244930 w 10678681"/>
              <a:gd name="connsiteY9" fmla="*/ 94599 h 1342734"/>
              <a:gd name="connsiteX10" fmla="*/ 10115334 w 10678681"/>
              <a:gd name="connsiteY10" fmla="*/ 155658 h 1342734"/>
              <a:gd name="connsiteX11" fmla="*/ 10068157 w 10678681"/>
              <a:gd name="connsiteY11" fmla="*/ 215673 h 1342734"/>
              <a:gd name="connsiteX12" fmla="*/ 10045431 w 10678681"/>
              <a:gd name="connsiteY12" fmla="*/ 229568 h 1342734"/>
              <a:gd name="connsiteX13" fmla="*/ 9929077 w 10678681"/>
              <a:gd name="connsiteY13" fmla="*/ 254478 h 1342734"/>
              <a:gd name="connsiteX14" fmla="*/ 9840045 w 10678681"/>
              <a:gd name="connsiteY14" fmla="*/ 223033 h 1342734"/>
              <a:gd name="connsiteX15" fmla="*/ 9679638 w 10678681"/>
              <a:gd name="connsiteY15" fmla="*/ 277462 h 1342734"/>
              <a:gd name="connsiteX16" fmla="*/ 9498347 w 10678681"/>
              <a:gd name="connsiteY16" fmla="*/ 244723 h 1342734"/>
              <a:gd name="connsiteX17" fmla="*/ 9366026 w 10678681"/>
              <a:gd name="connsiteY17" fmla="*/ 299024 h 1342734"/>
              <a:gd name="connsiteX18" fmla="*/ 9316702 w 10678681"/>
              <a:gd name="connsiteY18" fmla="*/ 356523 h 1342734"/>
              <a:gd name="connsiteX19" fmla="*/ 9121744 w 10678681"/>
              <a:gd name="connsiteY19" fmla="*/ 365177 h 1342734"/>
              <a:gd name="connsiteX20" fmla="*/ 9061654 w 10678681"/>
              <a:gd name="connsiteY20" fmla="*/ 393730 h 1342734"/>
              <a:gd name="connsiteX21" fmla="*/ 8997577 w 10678681"/>
              <a:gd name="connsiteY21" fmla="*/ 380865 h 1342734"/>
              <a:gd name="connsiteX22" fmla="*/ 8907968 w 10678681"/>
              <a:gd name="connsiteY22" fmla="*/ 447345 h 1342734"/>
              <a:gd name="connsiteX23" fmla="*/ 8764163 w 10678681"/>
              <a:gd name="connsiteY23" fmla="*/ 471000 h 1342734"/>
              <a:gd name="connsiteX24" fmla="*/ 8680155 w 10678681"/>
              <a:gd name="connsiteY24" fmla="*/ 492404 h 1342734"/>
              <a:gd name="connsiteX25" fmla="*/ 8651436 w 10678681"/>
              <a:gd name="connsiteY25" fmla="*/ 511923 h 1342734"/>
              <a:gd name="connsiteX26" fmla="*/ 8609185 w 10678681"/>
              <a:gd name="connsiteY26" fmla="*/ 531525 h 1342734"/>
              <a:gd name="connsiteX27" fmla="*/ 8537091 w 10678681"/>
              <a:gd name="connsiteY27" fmla="*/ 574933 h 1342734"/>
              <a:gd name="connsiteX28" fmla="*/ 8435931 w 10678681"/>
              <a:gd name="connsiteY28" fmla="*/ 617926 h 1342734"/>
              <a:gd name="connsiteX29" fmla="*/ 8348623 w 10678681"/>
              <a:gd name="connsiteY29" fmla="*/ 600607 h 1342734"/>
              <a:gd name="connsiteX30" fmla="*/ 8344233 w 10678681"/>
              <a:gd name="connsiteY30" fmla="*/ 610922 h 1342734"/>
              <a:gd name="connsiteX31" fmla="*/ 8290622 w 10678681"/>
              <a:gd name="connsiteY31" fmla="*/ 622687 h 1342734"/>
              <a:gd name="connsiteX32" fmla="*/ 8086698 w 10678681"/>
              <a:gd name="connsiteY32" fmla="*/ 605185 h 1342734"/>
              <a:gd name="connsiteX33" fmla="*/ 7982378 w 10678681"/>
              <a:gd name="connsiteY33" fmla="*/ 629799 h 1342734"/>
              <a:gd name="connsiteX34" fmla="*/ 7947952 w 10678681"/>
              <a:gd name="connsiteY34" fmla="*/ 648003 h 1342734"/>
              <a:gd name="connsiteX35" fmla="*/ 7890112 w 10678681"/>
              <a:gd name="connsiteY35" fmla="*/ 677915 h 1342734"/>
              <a:gd name="connsiteX36" fmla="*/ 7853284 w 10678681"/>
              <a:gd name="connsiteY36" fmla="*/ 723588 h 1342734"/>
              <a:gd name="connsiteX37" fmla="*/ 7802383 w 10678681"/>
              <a:gd name="connsiteY37" fmla="*/ 739359 h 1342734"/>
              <a:gd name="connsiteX38" fmla="*/ 7730518 w 10678681"/>
              <a:gd name="connsiteY38" fmla="*/ 739526 h 1342734"/>
              <a:gd name="connsiteX39" fmla="*/ 7652907 w 10678681"/>
              <a:gd name="connsiteY39" fmla="*/ 783273 h 1342734"/>
              <a:gd name="connsiteX40" fmla="*/ 7606008 w 10678681"/>
              <a:gd name="connsiteY40" fmla="*/ 800717 h 1342734"/>
              <a:gd name="connsiteX41" fmla="*/ 7480223 w 10678681"/>
              <a:gd name="connsiteY41" fmla="*/ 856821 h 1342734"/>
              <a:gd name="connsiteX42" fmla="*/ 7356005 w 10678681"/>
              <a:gd name="connsiteY42" fmla="*/ 919462 h 1342734"/>
              <a:gd name="connsiteX43" fmla="*/ 7305396 w 10678681"/>
              <a:gd name="connsiteY43" fmla="*/ 986228 h 1342734"/>
              <a:gd name="connsiteX44" fmla="*/ 7266251 w 10678681"/>
              <a:gd name="connsiteY44" fmla="*/ 967864 h 1342734"/>
              <a:gd name="connsiteX45" fmla="*/ 7269396 w 10678681"/>
              <a:gd name="connsiteY45" fmla="*/ 989282 h 1342734"/>
              <a:gd name="connsiteX46" fmla="*/ 7258094 w 10678681"/>
              <a:gd name="connsiteY46" fmla="*/ 990679 h 1342734"/>
              <a:gd name="connsiteX47" fmla="*/ 7257893 w 10678681"/>
              <a:gd name="connsiteY47" fmla="*/ 991204 h 1342734"/>
              <a:gd name="connsiteX48" fmla="*/ 7247153 w 10678681"/>
              <a:gd name="connsiteY48" fmla="*/ 991550 h 1342734"/>
              <a:gd name="connsiteX49" fmla="*/ 7193612 w 10678681"/>
              <a:gd name="connsiteY49" fmla="*/ 987042 h 1342734"/>
              <a:gd name="connsiteX50" fmla="*/ 7132632 w 10678681"/>
              <a:gd name="connsiteY50" fmla="*/ 1042036 h 1342734"/>
              <a:gd name="connsiteX51" fmla="*/ 7105610 w 10678681"/>
              <a:gd name="connsiteY51" fmla="*/ 1053537 h 1342734"/>
              <a:gd name="connsiteX52" fmla="*/ 7069148 w 10678681"/>
              <a:gd name="connsiteY52" fmla="*/ 1047163 h 1342734"/>
              <a:gd name="connsiteX53" fmla="*/ 7039634 w 10678681"/>
              <a:gd name="connsiteY53" fmla="*/ 1059971 h 1342734"/>
              <a:gd name="connsiteX54" fmla="*/ 7033445 w 10678681"/>
              <a:gd name="connsiteY54" fmla="*/ 1063314 h 1342734"/>
              <a:gd name="connsiteX55" fmla="*/ 6999157 w 10678681"/>
              <a:gd name="connsiteY55" fmla="*/ 1055282 h 1342734"/>
              <a:gd name="connsiteX56" fmla="*/ 6981874 w 10678681"/>
              <a:gd name="connsiteY56" fmla="*/ 1053827 h 1342734"/>
              <a:gd name="connsiteX57" fmla="*/ 6976102 w 10678681"/>
              <a:gd name="connsiteY57" fmla="*/ 1047854 h 1342734"/>
              <a:gd name="connsiteX58" fmla="*/ 6951040 w 10678681"/>
              <a:gd name="connsiteY58" fmla="*/ 1048531 h 1342734"/>
              <a:gd name="connsiteX59" fmla="*/ 6948497 w 10678681"/>
              <a:gd name="connsiteY59" fmla="*/ 1050706 h 1342734"/>
              <a:gd name="connsiteX60" fmla="*/ 6926582 w 10678681"/>
              <a:gd name="connsiteY60" fmla="*/ 1043462 h 1342734"/>
              <a:gd name="connsiteX61" fmla="*/ 6833743 w 10678681"/>
              <a:gd name="connsiteY61" fmla="*/ 1027960 h 1342734"/>
              <a:gd name="connsiteX62" fmla="*/ 6687090 w 10678681"/>
              <a:gd name="connsiteY62" fmla="*/ 1063250 h 1342734"/>
              <a:gd name="connsiteX63" fmla="*/ 6431838 w 10678681"/>
              <a:gd name="connsiteY63" fmla="*/ 1063226 h 1342734"/>
              <a:gd name="connsiteX64" fmla="*/ 6327795 w 10678681"/>
              <a:gd name="connsiteY64" fmla="*/ 1088142 h 1342734"/>
              <a:gd name="connsiteX65" fmla="*/ 6136549 w 10678681"/>
              <a:gd name="connsiteY65" fmla="*/ 1100268 h 1342734"/>
              <a:gd name="connsiteX66" fmla="*/ 6004655 w 10678681"/>
              <a:gd name="connsiteY66" fmla="*/ 1114946 h 1342734"/>
              <a:gd name="connsiteX67" fmla="*/ 5936643 w 10678681"/>
              <a:gd name="connsiteY67" fmla="*/ 1095428 h 1342734"/>
              <a:gd name="connsiteX68" fmla="*/ 5912484 w 10678681"/>
              <a:gd name="connsiteY68" fmla="*/ 1112624 h 1342734"/>
              <a:gd name="connsiteX69" fmla="*/ 5908387 w 10678681"/>
              <a:gd name="connsiteY69" fmla="*/ 1116018 h 1342734"/>
              <a:gd name="connsiteX70" fmla="*/ 5890495 w 10678681"/>
              <a:gd name="connsiteY70" fmla="*/ 1120268 h 1342734"/>
              <a:gd name="connsiteX71" fmla="*/ 5887318 w 10678681"/>
              <a:gd name="connsiteY71" fmla="*/ 1133134 h 1342734"/>
              <a:gd name="connsiteX72" fmla="*/ 5861726 w 10678681"/>
              <a:gd name="connsiteY72" fmla="*/ 1147891 h 1342734"/>
              <a:gd name="connsiteX73" fmla="*/ 5805823 w 10678681"/>
              <a:gd name="connsiteY73" fmla="*/ 1152457 h 1342734"/>
              <a:gd name="connsiteX74" fmla="*/ 5689841 w 10678681"/>
              <a:gd name="connsiteY74" fmla="*/ 1176232 h 1342734"/>
              <a:gd name="connsiteX75" fmla="*/ 5605119 w 10678681"/>
              <a:gd name="connsiteY75" fmla="*/ 1190202 h 1342734"/>
              <a:gd name="connsiteX76" fmla="*/ 5488513 w 10678681"/>
              <a:gd name="connsiteY76" fmla="*/ 1205367 h 1342734"/>
              <a:gd name="connsiteX77" fmla="*/ 5402905 w 10678681"/>
              <a:gd name="connsiteY77" fmla="*/ 1241191 h 1342734"/>
              <a:gd name="connsiteX78" fmla="*/ 5285593 w 10678681"/>
              <a:gd name="connsiteY78" fmla="*/ 1273569 h 1342734"/>
              <a:gd name="connsiteX79" fmla="*/ 5192893 w 10678681"/>
              <a:gd name="connsiteY79" fmla="*/ 1247188 h 1342734"/>
              <a:gd name="connsiteX80" fmla="*/ 5186475 w 10678681"/>
              <a:gd name="connsiteY80" fmla="*/ 1257028 h 1342734"/>
              <a:gd name="connsiteX81" fmla="*/ 5126038 w 10678681"/>
              <a:gd name="connsiteY81" fmla="*/ 1263189 h 1342734"/>
              <a:gd name="connsiteX82" fmla="*/ 4894688 w 10678681"/>
              <a:gd name="connsiteY82" fmla="*/ 1247184 h 1342734"/>
              <a:gd name="connsiteX83" fmla="*/ 4788036 w 10678681"/>
              <a:gd name="connsiteY83" fmla="*/ 1238182 h 1342734"/>
              <a:gd name="connsiteX84" fmla="*/ 4747555 w 10678681"/>
              <a:gd name="connsiteY84" fmla="*/ 1252768 h 1342734"/>
              <a:gd name="connsiteX85" fmla="*/ 4679644 w 10678681"/>
              <a:gd name="connsiteY85" fmla="*/ 1276603 h 1342734"/>
              <a:gd name="connsiteX86" fmla="*/ 4632222 w 10678681"/>
              <a:gd name="connsiteY86" fmla="*/ 1318360 h 1342734"/>
              <a:gd name="connsiteX87" fmla="*/ 4617358 w 10678681"/>
              <a:gd name="connsiteY87" fmla="*/ 1327690 h 1342734"/>
              <a:gd name="connsiteX88" fmla="*/ 4589102 w 10678681"/>
              <a:gd name="connsiteY88" fmla="*/ 1321223 h 1342734"/>
              <a:gd name="connsiteX89" fmla="*/ 4578184 w 10678681"/>
              <a:gd name="connsiteY89" fmla="*/ 1326745 h 1342734"/>
              <a:gd name="connsiteX90" fmla="*/ 4574270 w 10678681"/>
              <a:gd name="connsiteY90" fmla="*/ 1325878 h 1342734"/>
              <a:gd name="connsiteX91" fmla="*/ 4564919 w 10678681"/>
              <a:gd name="connsiteY91" fmla="*/ 1325507 h 1342734"/>
              <a:gd name="connsiteX92" fmla="*/ 4566586 w 10678681"/>
              <a:gd name="connsiteY92" fmla="*/ 1316963 h 1342734"/>
              <a:gd name="connsiteX93" fmla="*/ 4556303 w 10678681"/>
              <a:gd name="connsiteY93" fmla="*/ 1300262 h 1342734"/>
              <a:gd name="connsiteX94" fmla="*/ 4502358 w 10678681"/>
              <a:gd name="connsiteY94" fmla="*/ 1302558 h 1342734"/>
              <a:gd name="connsiteX95" fmla="*/ 4498919 w 10678681"/>
              <a:gd name="connsiteY95" fmla="*/ 1312115 h 1342734"/>
              <a:gd name="connsiteX96" fmla="*/ 4492075 w 10678681"/>
              <a:gd name="connsiteY96" fmla="*/ 1313357 h 1342734"/>
              <a:gd name="connsiteX97" fmla="*/ 4487466 w 10678681"/>
              <a:gd name="connsiteY97" fmla="*/ 1304102 h 1342734"/>
              <a:gd name="connsiteX98" fmla="*/ 4398292 w 10678681"/>
              <a:gd name="connsiteY98" fmla="*/ 1278410 h 1342734"/>
              <a:gd name="connsiteX99" fmla="*/ 4306088 w 10678681"/>
              <a:gd name="connsiteY99" fmla="*/ 1282512 h 1342734"/>
              <a:gd name="connsiteX100" fmla="*/ 4188995 w 10678681"/>
              <a:gd name="connsiteY100" fmla="*/ 1296718 h 1342734"/>
              <a:gd name="connsiteX101" fmla="*/ 4136582 w 10678681"/>
              <a:gd name="connsiteY101" fmla="*/ 1287687 h 1342734"/>
              <a:gd name="connsiteX102" fmla="*/ 4064614 w 10678681"/>
              <a:gd name="connsiteY102" fmla="*/ 1296118 h 1342734"/>
              <a:gd name="connsiteX103" fmla="*/ 3900948 w 10678681"/>
              <a:gd name="connsiteY103" fmla="*/ 1322156 h 1342734"/>
              <a:gd name="connsiteX104" fmla="*/ 3787890 w 10678681"/>
              <a:gd name="connsiteY104" fmla="*/ 1322164 h 1342734"/>
              <a:gd name="connsiteX105" fmla="*/ 3745993 w 10678681"/>
              <a:gd name="connsiteY105" fmla="*/ 1342630 h 1342734"/>
              <a:gd name="connsiteX106" fmla="*/ 3675785 w 10678681"/>
              <a:gd name="connsiteY106" fmla="*/ 1326802 h 1342734"/>
              <a:gd name="connsiteX107" fmla="*/ 3623856 w 10678681"/>
              <a:gd name="connsiteY107" fmla="*/ 1290804 h 1342734"/>
              <a:gd name="connsiteX108" fmla="*/ 3564933 w 10678681"/>
              <a:gd name="connsiteY108" fmla="*/ 1287147 h 1342734"/>
              <a:gd name="connsiteX109" fmla="*/ 3550537 w 10678681"/>
              <a:gd name="connsiteY109" fmla="*/ 1317552 h 1342734"/>
              <a:gd name="connsiteX110" fmla="*/ 3487736 w 10678681"/>
              <a:gd name="connsiteY110" fmla="*/ 1303493 h 1342734"/>
              <a:gd name="connsiteX111" fmla="*/ 3392548 w 10678681"/>
              <a:gd name="connsiteY111" fmla="*/ 1278741 h 1342734"/>
              <a:gd name="connsiteX112" fmla="*/ 3337466 w 10678681"/>
              <a:gd name="connsiteY112" fmla="*/ 1272537 h 1342734"/>
              <a:gd name="connsiteX113" fmla="*/ 3175981 w 10678681"/>
              <a:gd name="connsiteY113" fmla="*/ 1208973 h 1342734"/>
              <a:gd name="connsiteX114" fmla="*/ 3036856 w 10678681"/>
              <a:gd name="connsiteY114" fmla="*/ 1214383 h 1342734"/>
              <a:gd name="connsiteX115" fmla="*/ 2824973 w 10678681"/>
              <a:gd name="connsiteY115" fmla="*/ 1134864 h 1342734"/>
              <a:gd name="connsiteX116" fmla="*/ 2804398 w 10678681"/>
              <a:gd name="connsiteY116" fmla="*/ 1125556 h 1342734"/>
              <a:gd name="connsiteX117" fmla="*/ 2736109 w 10678681"/>
              <a:gd name="connsiteY117" fmla="*/ 1137717 h 1342734"/>
              <a:gd name="connsiteX118" fmla="*/ 2659096 w 10678681"/>
              <a:gd name="connsiteY118" fmla="*/ 1150294 h 1342734"/>
              <a:gd name="connsiteX119" fmla="*/ 2567088 w 10678681"/>
              <a:gd name="connsiteY119" fmla="*/ 1181781 h 1342734"/>
              <a:gd name="connsiteX120" fmla="*/ 2454501 w 10678681"/>
              <a:gd name="connsiteY120" fmla="*/ 1155455 h 1342734"/>
              <a:gd name="connsiteX121" fmla="*/ 2385161 w 10678681"/>
              <a:gd name="connsiteY121" fmla="*/ 1161312 h 1342734"/>
              <a:gd name="connsiteX122" fmla="*/ 2273361 w 10678681"/>
              <a:gd name="connsiteY122" fmla="*/ 1134090 h 1342734"/>
              <a:gd name="connsiteX123" fmla="*/ 2132003 w 10678681"/>
              <a:gd name="connsiteY123" fmla="*/ 1139225 h 1342734"/>
              <a:gd name="connsiteX124" fmla="*/ 2041224 w 10678681"/>
              <a:gd name="connsiteY124" fmla="*/ 1147536 h 1342734"/>
              <a:gd name="connsiteX125" fmla="*/ 2010157 w 10678681"/>
              <a:gd name="connsiteY125" fmla="*/ 1152767 h 1342734"/>
              <a:gd name="connsiteX126" fmla="*/ 1859213 w 10678681"/>
              <a:gd name="connsiteY126" fmla="*/ 1199540 h 1342734"/>
              <a:gd name="connsiteX127" fmla="*/ 1735877 w 10678681"/>
              <a:gd name="connsiteY127" fmla="*/ 1246527 h 1342734"/>
              <a:gd name="connsiteX128" fmla="*/ 1705069 w 10678681"/>
              <a:gd name="connsiteY128" fmla="*/ 1251989 h 1342734"/>
              <a:gd name="connsiteX129" fmla="*/ 1307888 w 10678681"/>
              <a:gd name="connsiteY129" fmla="*/ 1283156 h 1342734"/>
              <a:gd name="connsiteX130" fmla="*/ 1220734 w 10678681"/>
              <a:gd name="connsiteY130" fmla="*/ 1257811 h 1342734"/>
              <a:gd name="connsiteX131" fmla="*/ 1021737 w 10678681"/>
              <a:gd name="connsiteY131" fmla="*/ 1238739 h 1342734"/>
              <a:gd name="connsiteX132" fmla="*/ 959820 w 10678681"/>
              <a:gd name="connsiteY132" fmla="*/ 1275863 h 1342734"/>
              <a:gd name="connsiteX133" fmla="*/ 929137 w 10678681"/>
              <a:gd name="connsiteY133" fmla="*/ 1273957 h 1342734"/>
              <a:gd name="connsiteX134" fmla="*/ 878849 w 10678681"/>
              <a:gd name="connsiteY134" fmla="*/ 1266740 h 1342734"/>
              <a:gd name="connsiteX135" fmla="*/ 800667 w 10678681"/>
              <a:gd name="connsiteY135" fmla="*/ 1282041 h 1342734"/>
              <a:gd name="connsiteX136" fmla="*/ 644906 w 10678681"/>
              <a:gd name="connsiteY136" fmla="*/ 1273685 h 1342734"/>
              <a:gd name="connsiteX137" fmla="*/ 379869 w 10678681"/>
              <a:gd name="connsiteY137" fmla="*/ 1339165 h 1342734"/>
              <a:gd name="connsiteX138" fmla="*/ 137696 w 10678681"/>
              <a:gd name="connsiteY138" fmla="*/ 1319217 h 1342734"/>
              <a:gd name="connsiteX139" fmla="*/ 54250 w 10678681"/>
              <a:gd name="connsiteY139" fmla="*/ 1315838 h 1342734"/>
              <a:gd name="connsiteX140" fmla="*/ 28042 w 10678681"/>
              <a:gd name="connsiteY140" fmla="*/ 1297822 h 1342734"/>
              <a:gd name="connsiteX141" fmla="*/ 0 w 10678681"/>
              <a:gd name="connsiteY141" fmla="*/ 1294612 h 1342734"/>
              <a:gd name="connsiteX142" fmla="*/ 0 w 10678681"/>
              <a:gd name="connsiteY142" fmla="*/ 0 h 1342734"/>
              <a:gd name="connsiteX0" fmla="*/ 0 w 10678681"/>
              <a:gd name="connsiteY0" fmla="*/ 0 h 1342734"/>
              <a:gd name="connsiteX1" fmla="*/ 10678681 w 10678681"/>
              <a:gd name="connsiteY1" fmla="*/ 0 h 1342734"/>
              <a:gd name="connsiteX2" fmla="*/ 10666019 w 10678681"/>
              <a:gd name="connsiteY2" fmla="*/ 7876 h 1342734"/>
              <a:gd name="connsiteX3" fmla="*/ 10632825 w 10678681"/>
              <a:gd name="connsiteY3" fmla="*/ 32153 h 1342734"/>
              <a:gd name="connsiteX4" fmla="*/ 10516219 w 10678681"/>
              <a:gd name="connsiteY4" fmla="*/ 45588 h 1342734"/>
              <a:gd name="connsiteX5" fmla="*/ 10456989 w 10678681"/>
              <a:gd name="connsiteY5" fmla="*/ 979 h 1342734"/>
              <a:gd name="connsiteX6" fmla="*/ 10438642 w 10678681"/>
              <a:gd name="connsiteY6" fmla="*/ 1524 h 1342734"/>
              <a:gd name="connsiteX7" fmla="*/ 10407146 w 10678681"/>
              <a:gd name="connsiteY7" fmla="*/ 43659 h 1342734"/>
              <a:gd name="connsiteX8" fmla="*/ 10341159 w 10678681"/>
              <a:gd name="connsiteY8" fmla="*/ 103824 h 1342734"/>
              <a:gd name="connsiteX9" fmla="*/ 10244930 w 10678681"/>
              <a:gd name="connsiteY9" fmla="*/ 94599 h 1342734"/>
              <a:gd name="connsiteX10" fmla="*/ 10115334 w 10678681"/>
              <a:gd name="connsiteY10" fmla="*/ 155658 h 1342734"/>
              <a:gd name="connsiteX11" fmla="*/ 10068157 w 10678681"/>
              <a:gd name="connsiteY11" fmla="*/ 215673 h 1342734"/>
              <a:gd name="connsiteX12" fmla="*/ 10045431 w 10678681"/>
              <a:gd name="connsiteY12" fmla="*/ 229568 h 1342734"/>
              <a:gd name="connsiteX13" fmla="*/ 9929077 w 10678681"/>
              <a:gd name="connsiteY13" fmla="*/ 254478 h 1342734"/>
              <a:gd name="connsiteX14" fmla="*/ 9840045 w 10678681"/>
              <a:gd name="connsiteY14" fmla="*/ 223033 h 1342734"/>
              <a:gd name="connsiteX15" fmla="*/ 9679638 w 10678681"/>
              <a:gd name="connsiteY15" fmla="*/ 277462 h 1342734"/>
              <a:gd name="connsiteX16" fmla="*/ 9498347 w 10678681"/>
              <a:gd name="connsiteY16" fmla="*/ 244723 h 1342734"/>
              <a:gd name="connsiteX17" fmla="*/ 9366026 w 10678681"/>
              <a:gd name="connsiteY17" fmla="*/ 299024 h 1342734"/>
              <a:gd name="connsiteX18" fmla="*/ 9316702 w 10678681"/>
              <a:gd name="connsiteY18" fmla="*/ 356523 h 1342734"/>
              <a:gd name="connsiteX19" fmla="*/ 9121744 w 10678681"/>
              <a:gd name="connsiteY19" fmla="*/ 365177 h 1342734"/>
              <a:gd name="connsiteX20" fmla="*/ 9061654 w 10678681"/>
              <a:gd name="connsiteY20" fmla="*/ 393730 h 1342734"/>
              <a:gd name="connsiteX21" fmla="*/ 8997577 w 10678681"/>
              <a:gd name="connsiteY21" fmla="*/ 380865 h 1342734"/>
              <a:gd name="connsiteX22" fmla="*/ 8907968 w 10678681"/>
              <a:gd name="connsiteY22" fmla="*/ 447345 h 1342734"/>
              <a:gd name="connsiteX23" fmla="*/ 8764163 w 10678681"/>
              <a:gd name="connsiteY23" fmla="*/ 471000 h 1342734"/>
              <a:gd name="connsiteX24" fmla="*/ 8680155 w 10678681"/>
              <a:gd name="connsiteY24" fmla="*/ 492404 h 1342734"/>
              <a:gd name="connsiteX25" fmla="*/ 8651436 w 10678681"/>
              <a:gd name="connsiteY25" fmla="*/ 511923 h 1342734"/>
              <a:gd name="connsiteX26" fmla="*/ 8609185 w 10678681"/>
              <a:gd name="connsiteY26" fmla="*/ 531525 h 1342734"/>
              <a:gd name="connsiteX27" fmla="*/ 8537091 w 10678681"/>
              <a:gd name="connsiteY27" fmla="*/ 574933 h 1342734"/>
              <a:gd name="connsiteX28" fmla="*/ 8435931 w 10678681"/>
              <a:gd name="connsiteY28" fmla="*/ 617926 h 1342734"/>
              <a:gd name="connsiteX29" fmla="*/ 8348623 w 10678681"/>
              <a:gd name="connsiteY29" fmla="*/ 600607 h 1342734"/>
              <a:gd name="connsiteX30" fmla="*/ 8344233 w 10678681"/>
              <a:gd name="connsiteY30" fmla="*/ 610922 h 1342734"/>
              <a:gd name="connsiteX31" fmla="*/ 8290622 w 10678681"/>
              <a:gd name="connsiteY31" fmla="*/ 622687 h 1342734"/>
              <a:gd name="connsiteX32" fmla="*/ 8086698 w 10678681"/>
              <a:gd name="connsiteY32" fmla="*/ 605185 h 1342734"/>
              <a:gd name="connsiteX33" fmla="*/ 7982378 w 10678681"/>
              <a:gd name="connsiteY33" fmla="*/ 629799 h 1342734"/>
              <a:gd name="connsiteX34" fmla="*/ 7947952 w 10678681"/>
              <a:gd name="connsiteY34" fmla="*/ 648003 h 1342734"/>
              <a:gd name="connsiteX35" fmla="*/ 7890112 w 10678681"/>
              <a:gd name="connsiteY35" fmla="*/ 677915 h 1342734"/>
              <a:gd name="connsiteX36" fmla="*/ 7853284 w 10678681"/>
              <a:gd name="connsiteY36" fmla="*/ 723588 h 1342734"/>
              <a:gd name="connsiteX37" fmla="*/ 7802383 w 10678681"/>
              <a:gd name="connsiteY37" fmla="*/ 739359 h 1342734"/>
              <a:gd name="connsiteX38" fmla="*/ 7730518 w 10678681"/>
              <a:gd name="connsiteY38" fmla="*/ 739526 h 1342734"/>
              <a:gd name="connsiteX39" fmla="*/ 7652907 w 10678681"/>
              <a:gd name="connsiteY39" fmla="*/ 783273 h 1342734"/>
              <a:gd name="connsiteX40" fmla="*/ 7606008 w 10678681"/>
              <a:gd name="connsiteY40" fmla="*/ 800717 h 1342734"/>
              <a:gd name="connsiteX41" fmla="*/ 7480223 w 10678681"/>
              <a:gd name="connsiteY41" fmla="*/ 856821 h 1342734"/>
              <a:gd name="connsiteX42" fmla="*/ 7356005 w 10678681"/>
              <a:gd name="connsiteY42" fmla="*/ 919462 h 1342734"/>
              <a:gd name="connsiteX43" fmla="*/ 7305396 w 10678681"/>
              <a:gd name="connsiteY43" fmla="*/ 986228 h 1342734"/>
              <a:gd name="connsiteX44" fmla="*/ 7266251 w 10678681"/>
              <a:gd name="connsiteY44" fmla="*/ 967864 h 1342734"/>
              <a:gd name="connsiteX45" fmla="*/ 7258094 w 10678681"/>
              <a:gd name="connsiteY45" fmla="*/ 990679 h 1342734"/>
              <a:gd name="connsiteX46" fmla="*/ 7257893 w 10678681"/>
              <a:gd name="connsiteY46" fmla="*/ 991204 h 1342734"/>
              <a:gd name="connsiteX47" fmla="*/ 7247153 w 10678681"/>
              <a:gd name="connsiteY47" fmla="*/ 991550 h 1342734"/>
              <a:gd name="connsiteX48" fmla="*/ 7193612 w 10678681"/>
              <a:gd name="connsiteY48" fmla="*/ 987042 h 1342734"/>
              <a:gd name="connsiteX49" fmla="*/ 7132632 w 10678681"/>
              <a:gd name="connsiteY49" fmla="*/ 1042036 h 1342734"/>
              <a:gd name="connsiteX50" fmla="*/ 7105610 w 10678681"/>
              <a:gd name="connsiteY50" fmla="*/ 1053537 h 1342734"/>
              <a:gd name="connsiteX51" fmla="*/ 7069148 w 10678681"/>
              <a:gd name="connsiteY51" fmla="*/ 1047163 h 1342734"/>
              <a:gd name="connsiteX52" fmla="*/ 7039634 w 10678681"/>
              <a:gd name="connsiteY52" fmla="*/ 1059971 h 1342734"/>
              <a:gd name="connsiteX53" fmla="*/ 7033445 w 10678681"/>
              <a:gd name="connsiteY53" fmla="*/ 1063314 h 1342734"/>
              <a:gd name="connsiteX54" fmla="*/ 6999157 w 10678681"/>
              <a:gd name="connsiteY54" fmla="*/ 1055282 h 1342734"/>
              <a:gd name="connsiteX55" fmla="*/ 6981874 w 10678681"/>
              <a:gd name="connsiteY55" fmla="*/ 1053827 h 1342734"/>
              <a:gd name="connsiteX56" fmla="*/ 6976102 w 10678681"/>
              <a:gd name="connsiteY56" fmla="*/ 1047854 h 1342734"/>
              <a:gd name="connsiteX57" fmla="*/ 6951040 w 10678681"/>
              <a:gd name="connsiteY57" fmla="*/ 1048531 h 1342734"/>
              <a:gd name="connsiteX58" fmla="*/ 6948497 w 10678681"/>
              <a:gd name="connsiteY58" fmla="*/ 1050706 h 1342734"/>
              <a:gd name="connsiteX59" fmla="*/ 6926582 w 10678681"/>
              <a:gd name="connsiteY59" fmla="*/ 1043462 h 1342734"/>
              <a:gd name="connsiteX60" fmla="*/ 6833743 w 10678681"/>
              <a:gd name="connsiteY60" fmla="*/ 1027960 h 1342734"/>
              <a:gd name="connsiteX61" fmla="*/ 6687090 w 10678681"/>
              <a:gd name="connsiteY61" fmla="*/ 1063250 h 1342734"/>
              <a:gd name="connsiteX62" fmla="*/ 6431838 w 10678681"/>
              <a:gd name="connsiteY62" fmla="*/ 1063226 h 1342734"/>
              <a:gd name="connsiteX63" fmla="*/ 6327795 w 10678681"/>
              <a:gd name="connsiteY63" fmla="*/ 1088142 h 1342734"/>
              <a:gd name="connsiteX64" fmla="*/ 6136549 w 10678681"/>
              <a:gd name="connsiteY64" fmla="*/ 1100268 h 1342734"/>
              <a:gd name="connsiteX65" fmla="*/ 6004655 w 10678681"/>
              <a:gd name="connsiteY65" fmla="*/ 1114946 h 1342734"/>
              <a:gd name="connsiteX66" fmla="*/ 5936643 w 10678681"/>
              <a:gd name="connsiteY66" fmla="*/ 1095428 h 1342734"/>
              <a:gd name="connsiteX67" fmla="*/ 5912484 w 10678681"/>
              <a:gd name="connsiteY67" fmla="*/ 1112624 h 1342734"/>
              <a:gd name="connsiteX68" fmla="*/ 5908387 w 10678681"/>
              <a:gd name="connsiteY68" fmla="*/ 1116018 h 1342734"/>
              <a:gd name="connsiteX69" fmla="*/ 5890495 w 10678681"/>
              <a:gd name="connsiteY69" fmla="*/ 1120268 h 1342734"/>
              <a:gd name="connsiteX70" fmla="*/ 5887318 w 10678681"/>
              <a:gd name="connsiteY70" fmla="*/ 1133134 h 1342734"/>
              <a:gd name="connsiteX71" fmla="*/ 5861726 w 10678681"/>
              <a:gd name="connsiteY71" fmla="*/ 1147891 h 1342734"/>
              <a:gd name="connsiteX72" fmla="*/ 5805823 w 10678681"/>
              <a:gd name="connsiteY72" fmla="*/ 1152457 h 1342734"/>
              <a:gd name="connsiteX73" fmla="*/ 5689841 w 10678681"/>
              <a:gd name="connsiteY73" fmla="*/ 1176232 h 1342734"/>
              <a:gd name="connsiteX74" fmla="*/ 5605119 w 10678681"/>
              <a:gd name="connsiteY74" fmla="*/ 1190202 h 1342734"/>
              <a:gd name="connsiteX75" fmla="*/ 5488513 w 10678681"/>
              <a:gd name="connsiteY75" fmla="*/ 1205367 h 1342734"/>
              <a:gd name="connsiteX76" fmla="*/ 5402905 w 10678681"/>
              <a:gd name="connsiteY76" fmla="*/ 1241191 h 1342734"/>
              <a:gd name="connsiteX77" fmla="*/ 5285593 w 10678681"/>
              <a:gd name="connsiteY77" fmla="*/ 1273569 h 1342734"/>
              <a:gd name="connsiteX78" fmla="*/ 5192893 w 10678681"/>
              <a:gd name="connsiteY78" fmla="*/ 1247188 h 1342734"/>
              <a:gd name="connsiteX79" fmla="*/ 5186475 w 10678681"/>
              <a:gd name="connsiteY79" fmla="*/ 1257028 h 1342734"/>
              <a:gd name="connsiteX80" fmla="*/ 5126038 w 10678681"/>
              <a:gd name="connsiteY80" fmla="*/ 1263189 h 1342734"/>
              <a:gd name="connsiteX81" fmla="*/ 4894688 w 10678681"/>
              <a:gd name="connsiteY81" fmla="*/ 1247184 h 1342734"/>
              <a:gd name="connsiteX82" fmla="*/ 4788036 w 10678681"/>
              <a:gd name="connsiteY82" fmla="*/ 1238182 h 1342734"/>
              <a:gd name="connsiteX83" fmla="*/ 4747555 w 10678681"/>
              <a:gd name="connsiteY83" fmla="*/ 1252768 h 1342734"/>
              <a:gd name="connsiteX84" fmla="*/ 4679644 w 10678681"/>
              <a:gd name="connsiteY84" fmla="*/ 1276603 h 1342734"/>
              <a:gd name="connsiteX85" fmla="*/ 4632222 w 10678681"/>
              <a:gd name="connsiteY85" fmla="*/ 1318360 h 1342734"/>
              <a:gd name="connsiteX86" fmla="*/ 4617358 w 10678681"/>
              <a:gd name="connsiteY86" fmla="*/ 1327690 h 1342734"/>
              <a:gd name="connsiteX87" fmla="*/ 4589102 w 10678681"/>
              <a:gd name="connsiteY87" fmla="*/ 1321223 h 1342734"/>
              <a:gd name="connsiteX88" fmla="*/ 4578184 w 10678681"/>
              <a:gd name="connsiteY88" fmla="*/ 1326745 h 1342734"/>
              <a:gd name="connsiteX89" fmla="*/ 4574270 w 10678681"/>
              <a:gd name="connsiteY89" fmla="*/ 1325878 h 1342734"/>
              <a:gd name="connsiteX90" fmla="*/ 4564919 w 10678681"/>
              <a:gd name="connsiteY90" fmla="*/ 1325507 h 1342734"/>
              <a:gd name="connsiteX91" fmla="*/ 4566586 w 10678681"/>
              <a:gd name="connsiteY91" fmla="*/ 1316963 h 1342734"/>
              <a:gd name="connsiteX92" fmla="*/ 4556303 w 10678681"/>
              <a:gd name="connsiteY92" fmla="*/ 1300262 h 1342734"/>
              <a:gd name="connsiteX93" fmla="*/ 4502358 w 10678681"/>
              <a:gd name="connsiteY93" fmla="*/ 1302558 h 1342734"/>
              <a:gd name="connsiteX94" fmla="*/ 4498919 w 10678681"/>
              <a:gd name="connsiteY94" fmla="*/ 1312115 h 1342734"/>
              <a:gd name="connsiteX95" fmla="*/ 4492075 w 10678681"/>
              <a:gd name="connsiteY95" fmla="*/ 1313357 h 1342734"/>
              <a:gd name="connsiteX96" fmla="*/ 4487466 w 10678681"/>
              <a:gd name="connsiteY96" fmla="*/ 1304102 h 1342734"/>
              <a:gd name="connsiteX97" fmla="*/ 4398292 w 10678681"/>
              <a:gd name="connsiteY97" fmla="*/ 1278410 h 1342734"/>
              <a:gd name="connsiteX98" fmla="*/ 4306088 w 10678681"/>
              <a:gd name="connsiteY98" fmla="*/ 1282512 h 1342734"/>
              <a:gd name="connsiteX99" fmla="*/ 4188995 w 10678681"/>
              <a:gd name="connsiteY99" fmla="*/ 1296718 h 1342734"/>
              <a:gd name="connsiteX100" fmla="*/ 4136582 w 10678681"/>
              <a:gd name="connsiteY100" fmla="*/ 1287687 h 1342734"/>
              <a:gd name="connsiteX101" fmla="*/ 4064614 w 10678681"/>
              <a:gd name="connsiteY101" fmla="*/ 1296118 h 1342734"/>
              <a:gd name="connsiteX102" fmla="*/ 3900948 w 10678681"/>
              <a:gd name="connsiteY102" fmla="*/ 1322156 h 1342734"/>
              <a:gd name="connsiteX103" fmla="*/ 3787890 w 10678681"/>
              <a:gd name="connsiteY103" fmla="*/ 1322164 h 1342734"/>
              <a:gd name="connsiteX104" fmla="*/ 3745993 w 10678681"/>
              <a:gd name="connsiteY104" fmla="*/ 1342630 h 1342734"/>
              <a:gd name="connsiteX105" fmla="*/ 3675785 w 10678681"/>
              <a:gd name="connsiteY105" fmla="*/ 1326802 h 1342734"/>
              <a:gd name="connsiteX106" fmla="*/ 3623856 w 10678681"/>
              <a:gd name="connsiteY106" fmla="*/ 1290804 h 1342734"/>
              <a:gd name="connsiteX107" fmla="*/ 3564933 w 10678681"/>
              <a:gd name="connsiteY107" fmla="*/ 1287147 h 1342734"/>
              <a:gd name="connsiteX108" fmla="*/ 3550537 w 10678681"/>
              <a:gd name="connsiteY108" fmla="*/ 1317552 h 1342734"/>
              <a:gd name="connsiteX109" fmla="*/ 3487736 w 10678681"/>
              <a:gd name="connsiteY109" fmla="*/ 1303493 h 1342734"/>
              <a:gd name="connsiteX110" fmla="*/ 3392548 w 10678681"/>
              <a:gd name="connsiteY110" fmla="*/ 1278741 h 1342734"/>
              <a:gd name="connsiteX111" fmla="*/ 3337466 w 10678681"/>
              <a:gd name="connsiteY111" fmla="*/ 1272537 h 1342734"/>
              <a:gd name="connsiteX112" fmla="*/ 3175981 w 10678681"/>
              <a:gd name="connsiteY112" fmla="*/ 1208973 h 1342734"/>
              <a:gd name="connsiteX113" fmla="*/ 3036856 w 10678681"/>
              <a:gd name="connsiteY113" fmla="*/ 1214383 h 1342734"/>
              <a:gd name="connsiteX114" fmla="*/ 2824973 w 10678681"/>
              <a:gd name="connsiteY114" fmla="*/ 1134864 h 1342734"/>
              <a:gd name="connsiteX115" fmla="*/ 2804398 w 10678681"/>
              <a:gd name="connsiteY115" fmla="*/ 1125556 h 1342734"/>
              <a:gd name="connsiteX116" fmla="*/ 2736109 w 10678681"/>
              <a:gd name="connsiteY116" fmla="*/ 1137717 h 1342734"/>
              <a:gd name="connsiteX117" fmla="*/ 2659096 w 10678681"/>
              <a:gd name="connsiteY117" fmla="*/ 1150294 h 1342734"/>
              <a:gd name="connsiteX118" fmla="*/ 2567088 w 10678681"/>
              <a:gd name="connsiteY118" fmla="*/ 1181781 h 1342734"/>
              <a:gd name="connsiteX119" fmla="*/ 2454501 w 10678681"/>
              <a:gd name="connsiteY119" fmla="*/ 1155455 h 1342734"/>
              <a:gd name="connsiteX120" fmla="*/ 2385161 w 10678681"/>
              <a:gd name="connsiteY120" fmla="*/ 1161312 h 1342734"/>
              <a:gd name="connsiteX121" fmla="*/ 2273361 w 10678681"/>
              <a:gd name="connsiteY121" fmla="*/ 1134090 h 1342734"/>
              <a:gd name="connsiteX122" fmla="*/ 2132003 w 10678681"/>
              <a:gd name="connsiteY122" fmla="*/ 1139225 h 1342734"/>
              <a:gd name="connsiteX123" fmla="*/ 2041224 w 10678681"/>
              <a:gd name="connsiteY123" fmla="*/ 1147536 h 1342734"/>
              <a:gd name="connsiteX124" fmla="*/ 2010157 w 10678681"/>
              <a:gd name="connsiteY124" fmla="*/ 1152767 h 1342734"/>
              <a:gd name="connsiteX125" fmla="*/ 1859213 w 10678681"/>
              <a:gd name="connsiteY125" fmla="*/ 1199540 h 1342734"/>
              <a:gd name="connsiteX126" fmla="*/ 1735877 w 10678681"/>
              <a:gd name="connsiteY126" fmla="*/ 1246527 h 1342734"/>
              <a:gd name="connsiteX127" fmla="*/ 1705069 w 10678681"/>
              <a:gd name="connsiteY127" fmla="*/ 1251989 h 1342734"/>
              <a:gd name="connsiteX128" fmla="*/ 1307888 w 10678681"/>
              <a:gd name="connsiteY128" fmla="*/ 1283156 h 1342734"/>
              <a:gd name="connsiteX129" fmla="*/ 1220734 w 10678681"/>
              <a:gd name="connsiteY129" fmla="*/ 1257811 h 1342734"/>
              <a:gd name="connsiteX130" fmla="*/ 1021737 w 10678681"/>
              <a:gd name="connsiteY130" fmla="*/ 1238739 h 1342734"/>
              <a:gd name="connsiteX131" fmla="*/ 959820 w 10678681"/>
              <a:gd name="connsiteY131" fmla="*/ 1275863 h 1342734"/>
              <a:gd name="connsiteX132" fmla="*/ 929137 w 10678681"/>
              <a:gd name="connsiteY132" fmla="*/ 1273957 h 1342734"/>
              <a:gd name="connsiteX133" fmla="*/ 878849 w 10678681"/>
              <a:gd name="connsiteY133" fmla="*/ 1266740 h 1342734"/>
              <a:gd name="connsiteX134" fmla="*/ 800667 w 10678681"/>
              <a:gd name="connsiteY134" fmla="*/ 1282041 h 1342734"/>
              <a:gd name="connsiteX135" fmla="*/ 644906 w 10678681"/>
              <a:gd name="connsiteY135" fmla="*/ 1273685 h 1342734"/>
              <a:gd name="connsiteX136" fmla="*/ 379869 w 10678681"/>
              <a:gd name="connsiteY136" fmla="*/ 1339165 h 1342734"/>
              <a:gd name="connsiteX137" fmla="*/ 137696 w 10678681"/>
              <a:gd name="connsiteY137" fmla="*/ 1319217 h 1342734"/>
              <a:gd name="connsiteX138" fmla="*/ 54250 w 10678681"/>
              <a:gd name="connsiteY138" fmla="*/ 1315838 h 1342734"/>
              <a:gd name="connsiteX139" fmla="*/ 28042 w 10678681"/>
              <a:gd name="connsiteY139" fmla="*/ 1297822 h 1342734"/>
              <a:gd name="connsiteX140" fmla="*/ 0 w 10678681"/>
              <a:gd name="connsiteY140" fmla="*/ 1294612 h 1342734"/>
              <a:gd name="connsiteX141" fmla="*/ 0 w 10678681"/>
              <a:gd name="connsiteY141" fmla="*/ 0 h 1342734"/>
              <a:gd name="connsiteX0" fmla="*/ 0 w 10678681"/>
              <a:gd name="connsiteY0" fmla="*/ 0 h 1342734"/>
              <a:gd name="connsiteX1" fmla="*/ 10678681 w 10678681"/>
              <a:gd name="connsiteY1" fmla="*/ 0 h 1342734"/>
              <a:gd name="connsiteX2" fmla="*/ 10666019 w 10678681"/>
              <a:gd name="connsiteY2" fmla="*/ 7876 h 1342734"/>
              <a:gd name="connsiteX3" fmla="*/ 10632825 w 10678681"/>
              <a:gd name="connsiteY3" fmla="*/ 32153 h 1342734"/>
              <a:gd name="connsiteX4" fmla="*/ 10516219 w 10678681"/>
              <a:gd name="connsiteY4" fmla="*/ 45588 h 1342734"/>
              <a:gd name="connsiteX5" fmla="*/ 10456989 w 10678681"/>
              <a:gd name="connsiteY5" fmla="*/ 979 h 1342734"/>
              <a:gd name="connsiteX6" fmla="*/ 10438642 w 10678681"/>
              <a:gd name="connsiteY6" fmla="*/ 1524 h 1342734"/>
              <a:gd name="connsiteX7" fmla="*/ 10407146 w 10678681"/>
              <a:gd name="connsiteY7" fmla="*/ 43659 h 1342734"/>
              <a:gd name="connsiteX8" fmla="*/ 10341159 w 10678681"/>
              <a:gd name="connsiteY8" fmla="*/ 103824 h 1342734"/>
              <a:gd name="connsiteX9" fmla="*/ 10244930 w 10678681"/>
              <a:gd name="connsiteY9" fmla="*/ 94599 h 1342734"/>
              <a:gd name="connsiteX10" fmla="*/ 10115334 w 10678681"/>
              <a:gd name="connsiteY10" fmla="*/ 155658 h 1342734"/>
              <a:gd name="connsiteX11" fmla="*/ 10068157 w 10678681"/>
              <a:gd name="connsiteY11" fmla="*/ 215673 h 1342734"/>
              <a:gd name="connsiteX12" fmla="*/ 10045431 w 10678681"/>
              <a:gd name="connsiteY12" fmla="*/ 229568 h 1342734"/>
              <a:gd name="connsiteX13" fmla="*/ 9929077 w 10678681"/>
              <a:gd name="connsiteY13" fmla="*/ 254478 h 1342734"/>
              <a:gd name="connsiteX14" fmla="*/ 9840045 w 10678681"/>
              <a:gd name="connsiteY14" fmla="*/ 223033 h 1342734"/>
              <a:gd name="connsiteX15" fmla="*/ 9679638 w 10678681"/>
              <a:gd name="connsiteY15" fmla="*/ 277462 h 1342734"/>
              <a:gd name="connsiteX16" fmla="*/ 9498347 w 10678681"/>
              <a:gd name="connsiteY16" fmla="*/ 244723 h 1342734"/>
              <a:gd name="connsiteX17" fmla="*/ 9366026 w 10678681"/>
              <a:gd name="connsiteY17" fmla="*/ 299024 h 1342734"/>
              <a:gd name="connsiteX18" fmla="*/ 9316702 w 10678681"/>
              <a:gd name="connsiteY18" fmla="*/ 356523 h 1342734"/>
              <a:gd name="connsiteX19" fmla="*/ 9121744 w 10678681"/>
              <a:gd name="connsiteY19" fmla="*/ 365177 h 1342734"/>
              <a:gd name="connsiteX20" fmla="*/ 9061654 w 10678681"/>
              <a:gd name="connsiteY20" fmla="*/ 393730 h 1342734"/>
              <a:gd name="connsiteX21" fmla="*/ 8997577 w 10678681"/>
              <a:gd name="connsiteY21" fmla="*/ 380865 h 1342734"/>
              <a:gd name="connsiteX22" fmla="*/ 8907968 w 10678681"/>
              <a:gd name="connsiteY22" fmla="*/ 447345 h 1342734"/>
              <a:gd name="connsiteX23" fmla="*/ 8764163 w 10678681"/>
              <a:gd name="connsiteY23" fmla="*/ 471000 h 1342734"/>
              <a:gd name="connsiteX24" fmla="*/ 8680155 w 10678681"/>
              <a:gd name="connsiteY24" fmla="*/ 492404 h 1342734"/>
              <a:gd name="connsiteX25" fmla="*/ 8651436 w 10678681"/>
              <a:gd name="connsiteY25" fmla="*/ 511923 h 1342734"/>
              <a:gd name="connsiteX26" fmla="*/ 8609185 w 10678681"/>
              <a:gd name="connsiteY26" fmla="*/ 531525 h 1342734"/>
              <a:gd name="connsiteX27" fmla="*/ 8537091 w 10678681"/>
              <a:gd name="connsiteY27" fmla="*/ 574933 h 1342734"/>
              <a:gd name="connsiteX28" fmla="*/ 8435931 w 10678681"/>
              <a:gd name="connsiteY28" fmla="*/ 617926 h 1342734"/>
              <a:gd name="connsiteX29" fmla="*/ 8348623 w 10678681"/>
              <a:gd name="connsiteY29" fmla="*/ 600607 h 1342734"/>
              <a:gd name="connsiteX30" fmla="*/ 8344233 w 10678681"/>
              <a:gd name="connsiteY30" fmla="*/ 610922 h 1342734"/>
              <a:gd name="connsiteX31" fmla="*/ 8290622 w 10678681"/>
              <a:gd name="connsiteY31" fmla="*/ 622687 h 1342734"/>
              <a:gd name="connsiteX32" fmla="*/ 8086698 w 10678681"/>
              <a:gd name="connsiteY32" fmla="*/ 605185 h 1342734"/>
              <a:gd name="connsiteX33" fmla="*/ 7982378 w 10678681"/>
              <a:gd name="connsiteY33" fmla="*/ 629799 h 1342734"/>
              <a:gd name="connsiteX34" fmla="*/ 7947952 w 10678681"/>
              <a:gd name="connsiteY34" fmla="*/ 648003 h 1342734"/>
              <a:gd name="connsiteX35" fmla="*/ 7890112 w 10678681"/>
              <a:gd name="connsiteY35" fmla="*/ 677915 h 1342734"/>
              <a:gd name="connsiteX36" fmla="*/ 7853284 w 10678681"/>
              <a:gd name="connsiteY36" fmla="*/ 723588 h 1342734"/>
              <a:gd name="connsiteX37" fmla="*/ 7802383 w 10678681"/>
              <a:gd name="connsiteY37" fmla="*/ 739359 h 1342734"/>
              <a:gd name="connsiteX38" fmla="*/ 7730518 w 10678681"/>
              <a:gd name="connsiteY38" fmla="*/ 739526 h 1342734"/>
              <a:gd name="connsiteX39" fmla="*/ 7720084 w 10678681"/>
              <a:gd name="connsiteY39" fmla="*/ 760750 h 1342734"/>
              <a:gd name="connsiteX40" fmla="*/ 7652907 w 10678681"/>
              <a:gd name="connsiteY40" fmla="*/ 783273 h 1342734"/>
              <a:gd name="connsiteX41" fmla="*/ 7606008 w 10678681"/>
              <a:gd name="connsiteY41" fmla="*/ 800717 h 1342734"/>
              <a:gd name="connsiteX42" fmla="*/ 7480223 w 10678681"/>
              <a:gd name="connsiteY42" fmla="*/ 856821 h 1342734"/>
              <a:gd name="connsiteX43" fmla="*/ 7356005 w 10678681"/>
              <a:gd name="connsiteY43" fmla="*/ 919462 h 1342734"/>
              <a:gd name="connsiteX44" fmla="*/ 7305396 w 10678681"/>
              <a:gd name="connsiteY44" fmla="*/ 986228 h 1342734"/>
              <a:gd name="connsiteX45" fmla="*/ 7266251 w 10678681"/>
              <a:gd name="connsiteY45" fmla="*/ 967864 h 1342734"/>
              <a:gd name="connsiteX46" fmla="*/ 7258094 w 10678681"/>
              <a:gd name="connsiteY46" fmla="*/ 990679 h 1342734"/>
              <a:gd name="connsiteX47" fmla="*/ 7257893 w 10678681"/>
              <a:gd name="connsiteY47" fmla="*/ 991204 h 1342734"/>
              <a:gd name="connsiteX48" fmla="*/ 7247153 w 10678681"/>
              <a:gd name="connsiteY48" fmla="*/ 991550 h 1342734"/>
              <a:gd name="connsiteX49" fmla="*/ 7193612 w 10678681"/>
              <a:gd name="connsiteY49" fmla="*/ 987042 h 1342734"/>
              <a:gd name="connsiteX50" fmla="*/ 7132632 w 10678681"/>
              <a:gd name="connsiteY50" fmla="*/ 1042036 h 1342734"/>
              <a:gd name="connsiteX51" fmla="*/ 7105610 w 10678681"/>
              <a:gd name="connsiteY51" fmla="*/ 1053537 h 1342734"/>
              <a:gd name="connsiteX52" fmla="*/ 7069148 w 10678681"/>
              <a:gd name="connsiteY52" fmla="*/ 1047163 h 1342734"/>
              <a:gd name="connsiteX53" fmla="*/ 7039634 w 10678681"/>
              <a:gd name="connsiteY53" fmla="*/ 1059971 h 1342734"/>
              <a:gd name="connsiteX54" fmla="*/ 7033445 w 10678681"/>
              <a:gd name="connsiteY54" fmla="*/ 1063314 h 1342734"/>
              <a:gd name="connsiteX55" fmla="*/ 6999157 w 10678681"/>
              <a:gd name="connsiteY55" fmla="*/ 1055282 h 1342734"/>
              <a:gd name="connsiteX56" fmla="*/ 6981874 w 10678681"/>
              <a:gd name="connsiteY56" fmla="*/ 1053827 h 1342734"/>
              <a:gd name="connsiteX57" fmla="*/ 6976102 w 10678681"/>
              <a:gd name="connsiteY57" fmla="*/ 1047854 h 1342734"/>
              <a:gd name="connsiteX58" fmla="*/ 6951040 w 10678681"/>
              <a:gd name="connsiteY58" fmla="*/ 1048531 h 1342734"/>
              <a:gd name="connsiteX59" fmla="*/ 6948497 w 10678681"/>
              <a:gd name="connsiteY59" fmla="*/ 1050706 h 1342734"/>
              <a:gd name="connsiteX60" fmla="*/ 6926582 w 10678681"/>
              <a:gd name="connsiteY60" fmla="*/ 1043462 h 1342734"/>
              <a:gd name="connsiteX61" fmla="*/ 6833743 w 10678681"/>
              <a:gd name="connsiteY61" fmla="*/ 1027960 h 1342734"/>
              <a:gd name="connsiteX62" fmla="*/ 6687090 w 10678681"/>
              <a:gd name="connsiteY62" fmla="*/ 1063250 h 1342734"/>
              <a:gd name="connsiteX63" fmla="*/ 6431838 w 10678681"/>
              <a:gd name="connsiteY63" fmla="*/ 1063226 h 1342734"/>
              <a:gd name="connsiteX64" fmla="*/ 6327795 w 10678681"/>
              <a:gd name="connsiteY64" fmla="*/ 1088142 h 1342734"/>
              <a:gd name="connsiteX65" fmla="*/ 6136549 w 10678681"/>
              <a:gd name="connsiteY65" fmla="*/ 1100268 h 1342734"/>
              <a:gd name="connsiteX66" fmla="*/ 6004655 w 10678681"/>
              <a:gd name="connsiteY66" fmla="*/ 1114946 h 1342734"/>
              <a:gd name="connsiteX67" fmla="*/ 5936643 w 10678681"/>
              <a:gd name="connsiteY67" fmla="*/ 1095428 h 1342734"/>
              <a:gd name="connsiteX68" fmla="*/ 5912484 w 10678681"/>
              <a:gd name="connsiteY68" fmla="*/ 1112624 h 1342734"/>
              <a:gd name="connsiteX69" fmla="*/ 5908387 w 10678681"/>
              <a:gd name="connsiteY69" fmla="*/ 1116018 h 1342734"/>
              <a:gd name="connsiteX70" fmla="*/ 5890495 w 10678681"/>
              <a:gd name="connsiteY70" fmla="*/ 1120268 h 1342734"/>
              <a:gd name="connsiteX71" fmla="*/ 5887318 w 10678681"/>
              <a:gd name="connsiteY71" fmla="*/ 1133134 h 1342734"/>
              <a:gd name="connsiteX72" fmla="*/ 5861726 w 10678681"/>
              <a:gd name="connsiteY72" fmla="*/ 1147891 h 1342734"/>
              <a:gd name="connsiteX73" fmla="*/ 5805823 w 10678681"/>
              <a:gd name="connsiteY73" fmla="*/ 1152457 h 1342734"/>
              <a:gd name="connsiteX74" fmla="*/ 5689841 w 10678681"/>
              <a:gd name="connsiteY74" fmla="*/ 1176232 h 1342734"/>
              <a:gd name="connsiteX75" fmla="*/ 5605119 w 10678681"/>
              <a:gd name="connsiteY75" fmla="*/ 1190202 h 1342734"/>
              <a:gd name="connsiteX76" fmla="*/ 5488513 w 10678681"/>
              <a:gd name="connsiteY76" fmla="*/ 1205367 h 1342734"/>
              <a:gd name="connsiteX77" fmla="*/ 5402905 w 10678681"/>
              <a:gd name="connsiteY77" fmla="*/ 1241191 h 1342734"/>
              <a:gd name="connsiteX78" fmla="*/ 5285593 w 10678681"/>
              <a:gd name="connsiteY78" fmla="*/ 1273569 h 1342734"/>
              <a:gd name="connsiteX79" fmla="*/ 5192893 w 10678681"/>
              <a:gd name="connsiteY79" fmla="*/ 1247188 h 1342734"/>
              <a:gd name="connsiteX80" fmla="*/ 5186475 w 10678681"/>
              <a:gd name="connsiteY80" fmla="*/ 1257028 h 1342734"/>
              <a:gd name="connsiteX81" fmla="*/ 5126038 w 10678681"/>
              <a:gd name="connsiteY81" fmla="*/ 1263189 h 1342734"/>
              <a:gd name="connsiteX82" fmla="*/ 4894688 w 10678681"/>
              <a:gd name="connsiteY82" fmla="*/ 1247184 h 1342734"/>
              <a:gd name="connsiteX83" fmla="*/ 4788036 w 10678681"/>
              <a:gd name="connsiteY83" fmla="*/ 1238182 h 1342734"/>
              <a:gd name="connsiteX84" fmla="*/ 4747555 w 10678681"/>
              <a:gd name="connsiteY84" fmla="*/ 1252768 h 1342734"/>
              <a:gd name="connsiteX85" fmla="*/ 4679644 w 10678681"/>
              <a:gd name="connsiteY85" fmla="*/ 1276603 h 1342734"/>
              <a:gd name="connsiteX86" fmla="*/ 4632222 w 10678681"/>
              <a:gd name="connsiteY86" fmla="*/ 1318360 h 1342734"/>
              <a:gd name="connsiteX87" fmla="*/ 4617358 w 10678681"/>
              <a:gd name="connsiteY87" fmla="*/ 1327690 h 1342734"/>
              <a:gd name="connsiteX88" fmla="*/ 4589102 w 10678681"/>
              <a:gd name="connsiteY88" fmla="*/ 1321223 h 1342734"/>
              <a:gd name="connsiteX89" fmla="*/ 4578184 w 10678681"/>
              <a:gd name="connsiteY89" fmla="*/ 1326745 h 1342734"/>
              <a:gd name="connsiteX90" fmla="*/ 4574270 w 10678681"/>
              <a:gd name="connsiteY90" fmla="*/ 1325878 h 1342734"/>
              <a:gd name="connsiteX91" fmla="*/ 4564919 w 10678681"/>
              <a:gd name="connsiteY91" fmla="*/ 1325507 h 1342734"/>
              <a:gd name="connsiteX92" fmla="*/ 4566586 w 10678681"/>
              <a:gd name="connsiteY92" fmla="*/ 1316963 h 1342734"/>
              <a:gd name="connsiteX93" fmla="*/ 4556303 w 10678681"/>
              <a:gd name="connsiteY93" fmla="*/ 1300262 h 1342734"/>
              <a:gd name="connsiteX94" fmla="*/ 4502358 w 10678681"/>
              <a:gd name="connsiteY94" fmla="*/ 1302558 h 1342734"/>
              <a:gd name="connsiteX95" fmla="*/ 4498919 w 10678681"/>
              <a:gd name="connsiteY95" fmla="*/ 1312115 h 1342734"/>
              <a:gd name="connsiteX96" fmla="*/ 4492075 w 10678681"/>
              <a:gd name="connsiteY96" fmla="*/ 1313357 h 1342734"/>
              <a:gd name="connsiteX97" fmla="*/ 4487466 w 10678681"/>
              <a:gd name="connsiteY97" fmla="*/ 1304102 h 1342734"/>
              <a:gd name="connsiteX98" fmla="*/ 4398292 w 10678681"/>
              <a:gd name="connsiteY98" fmla="*/ 1278410 h 1342734"/>
              <a:gd name="connsiteX99" fmla="*/ 4306088 w 10678681"/>
              <a:gd name="connsiteY99" fmla="*/ 1282512 h 1342734"/>
              <a:gd name="connsiteX100" fmla="*/ 4188995 w 10678681"/>
              <a:gd name="connsiteY100" fmla="*/ 1296718 h 1342734"/>
              <a:gd name="connsiteX101" fmla="*/ 4136582 w 10678681"/>
              <a:gd name="connsiteY101" fmla="*/ 1287687 h 1342734"/>
              <a:gd name="connsiteX102" fmla="*/ 4064614 w 10678681"/>
              <a:gd name="connsiteY102" fmla="*/ 1296118 h 1342734"/>
              <a:gd name="connsiteX103" fmla="*/ 3900948 w 10678681"/>
              <a:gd name="connsiteY103" fmla="*/ 1322156 h 1342734"/>
              <a:gd name="connsiteX104" fmla="*/ 3787890 w 10678681"/>
              <a:gd name="connsiteY104" fmla="*/ 1322164 h 1342734"/>
              <a:gd name="connsiteX105" fmla="*/ 3745993 w 10678681"/>
              <a:gd name="connsiteY105" fmla="*/ 1342630 h 1342734"/>
              <a:gd name="connsiteX106" fmla="*/ 3675785 w 10678681"/>
              <a:gd name="connsiteY106" fmla="*/ 1326802 h 1342734"/>
              <a:gd name="connsiteX107" fmla="*/ 3623856 w 10678681"/>
              <a:gd name="connsiteY107" fmla="*/ 1290804 h 1342734"/>
              <a:gd name="connsiteX108" fmla="*/ 3564933 w 10678681"/>
              <a:gd name="connsiteY108" fmla="*/ 1287147 h 1342734"/>
              <a:gd name="connsiteX109" fmla="*/ 3550537 w 10678681"/>
              <a:gd name="connsiteY109" fmla="*/ 1317552 h 1342734"/>
              <a:gd name="connsiteX110" fmla="*/ 3487736 w 10678681"/>
              <a:gd name="connsiteY110" fmla="*/ 1303493 h 1342734"/>
              <a:gd name="connsiteX111" fmla="*/ 3392548 w 10678681"/>
              <a:gd name="connsiteY111" fmla="*/ 1278741 h 1342734"/>
              <a:gd name="connsiteX112" fmla="*/ 3337466 w 10678681"/>
              <a:gd name="connsiteY112" fmla="*/ 1272537 h 1342734"/>
              <a:gd name="connsiteX113" fmla="*/ 3175981 w 10678681"/>
              <a:gd name="connsiteY113" fmla="*/ 1208973 h 1342734"/>
              <a:gd name="connsiteX114" fmla="*/ 3036856 w 10678681"/>
              <a:gd name="connsiteY114" fmla="*/ 1214383 h 1342734"/>
              <a:gd name="connsiteX115" fmla="*/ 2824973 w 10678681"/>
              <a:gd name="connsiteY115" fmla="*/ 1134864 h 1342734"/>
              <a:gd name="connsiteX116" fmla="*/ 2804398 w 10678681"/>
              <a:gd name="connsiteY116" fmla="*/ 1125556 h 1342734"/>
              <a:gd name="connsiteX117" fmla="*/ 2736109 w 10678681"/>
              <a:gd name="connsiteY117" fmla="*/ 1137717 h 1342734"/>
              <a:gd name="connsiteX118" fmla="*/ 2659096 w 10678681"/>
              <a:gd name="connsiteY118" fmla="*/ 1150294 h 1342734"/>
              <a:gd name="connsiteX119" fmla="*/ 2567088 w 10678681"/>
              <a:gd name="connsiteY119" fmla="*/ 1181781 h 1342734"/>
              <a:gd name="connsiteX120" fmla="*/ 2454501 w 10678681"/>
              <a:gd name="connsiteY120" fmla="*/ 1155455 h 1342734"/>
              <a:gd name="connsiteX121" fmla="*/ 2385161 w 10678681"/>
              <a:gd name="connsiteY121" fmla="*/ 1161312 h 1342734"/>
              <a:gd name="connsiteX122" fmla="*/ 2273361 w 10678681"/>
              <a:gd name="connsiteY122" fmla="*/ 1134090 h 1342734"/>
              <a:gd name="connsiteX123" fmla="*/ 2132003 w 10678681"/>
              <a:gd name="connsiteY123" fmla="*/ 1139225 h 1342734"/>
              <a:gd name="connsiteX124" fmla="*/ 2041224 w 10678681"/>
              <a:gd name="connsiteY124" fmla="*/ 1147536 h 1342734"/>
              <a:gd name="connsiteX125" fmla="*/ 2010157 w 10678681"/>
              <a:gd name="connsiteY125" fmla="*/ 1152767 h 1342734"/>
              <a:gd name="connsiteX126" fmla="*/ 1859213 w 10678681"/>
              <a:gd name="connsiteY126" fmla="*/ 1199540 h 1342734"/>
              <a:gd name="connsiteX127" fmla="*/ 1735877 w 10678681"/>
              <a:gd name="connsiteY127" fmla="*/ 1246527 h 1342734"/>
              <a:gd name="connsiteX128" fmla="*/ 1705069 w 10678681"/>
              <a:gd name="connsiteY128" fmla="*/ 1251989 h 1342734"/>
              <a:gd name="connsiteX129" fmla="*/ 1307888 w 10678681"/>
              <a:gd name="connsiteY129" fmla="*/ 1283156 h 1342734"/>
              <a:gd name="connsiteX130" fmla="*/ 1220734 w 10678681"/>
              <a:gd name="connsiteY130" fmla="*/ 1257811 h 1342734"/>
              <a:gd name="connsiteX131" fmla="*/ 1021737 w 10678681"/>
              <a:gd name="connsiteY131" fmla="*/ 1238739 h 1342734"/>
              <a:gd name="connsiteX132" fmla="*/ 959820 w 10678681"/>
              <a:gd name="connsiteY132" fmla="*/ 1275863 h 1342734"/>
              <a:gd name="connsiteX133" fmla="*/ 929137 w 10678681"/>
              <a:gd name="connsiteY133" fmla="*/ 1273957 h 1342734"/>
              <a:gd name="connsiteX134" fmla="*/ 878849 w 10678681"/>
              <a:gd name="connsiteY134" fmla="*/ 1266740 h 1342734"/>
              <a:gd name="connsiteX135" fmla="*/ 800667 w 10678681"/>
              <a:gd name="connsiteY135" fmla="*/ 1282041 h 1342734"/>
              <a:gd name="connsiteX136" fmla="*/ 644906 w 10678681"/>
              <a:gd name="connsiteY136" fmla="*/ 1273685 h 1342734"/>
              <a:gd name="connsiteX137" fmla="*/ 379869 w 10678681"/>
              <a:gd name="connsiteY137" fmla="*/ 1339165 h 1342734"/>
              <a:gd name="connsiteX138" fmla="*/ 137696 w 10678681"/>
              <a:gd name="connsiteY138" fmla="*/ 1319217 h 1342734"/>
              <a:gd name="connsiteX139" fmla="*/ 54250 w 10678681"/>
              <a:gd name="connsiteY139" fmla="*/ 1315838 h 1342734"/>
              <a:gd name="connsiteX140" fmla="*/ 28042 w 10678681"/>
              <a:gd name="connsiteY140" fmla="*/ 1297822 h 1342734"/>
              <a:gd name="connsiteX141" fmla="*/ 0 w 10678681"/>
              <a:gd name="connsiteY141" fmla="*/ 1294612 h 1342734"/>
              <a:gd name="connsiteX142" fmla="*/ 0 w 10678681"/>
              <a:gd name="connsiteY142" fmla="*/ 0 h 1342734"/>
              <a:gd name="connsiteX0" fmla="*/ 0 w 10678681"/>
              <a:gd name="connsiteY0" fmla="*/ 0 h 1342734"/>
              <a:gd name="connsiteX1" fmla="*/ 10678681 w 10678681"/>
              <a:gd name="connsiteY1" fmla="*/ 0 h 1342734"/>
              <a:gd name="connsiteX2" fmla="*/ 10666019 w 10678681"/>
              <a:gd name="connsiteY2" fmla="*/ 7876 h 1342734"/>
              <a:gd name="connsiteX3" fmla="*/ 10632825 w 10678681"/>
              <a:gd name="connsiteY3" fmla="*/ 32153 h 1342734"/>
              <a:gd name="connsiteX4" fmla="*/ 10516219 w 10678681"/>
              <a:gd name="connsiteY4" fmla="*/ 45588 h 1342734"/>
              <a:gd name="connsiteX5" fmla="*/ 10456989 w 10678681"/>
              <a:gd name="connsiteY5" fmla="*/ 979 h 1342734"/>
              <a:gd name="connsiteX6" fmla="*/ 10438642 w 10678681"/>
              <a:gd name="connsiteY6" fmla="*/ 1524 h 1342734"/>
              <a:gd name="connsiteX7" fmla="*/ 10407146 w 10678681"/>
              <a:gd name="connsiteY7" fmla="*/ 43659 h 1342734"/>
              <a:gd name="connsiteX8" fmla="*/ 10341159 w 10678681"/>
              <a:gd name="connsiteY8" fmla="*/ 103824 h 1342734"/>
              <a:gd name="connsiteX9" fmla="*/ 10244930 w 10678681"/>
              <a:gd name="connsiteY9" fmla="*/ 94599 h 1342734"/>
              <a:gd name="connsiteX10" fmla="*/ 10115334 w 10678681"/>
              <a:gd name="connsiteY10" fmla="*/ 155658 h 1342734"/>
              <a:gd name="connsiteX11" fmla="*/ 10068157 w 10678681"/>
              <a:gd name="connsiteY11" fmla="*/ 215673 h 1342734"/>
              <a:gd name="connsiteX12" fmla="*/ 10045431 w 10678681"/>
              <a:gd name="connsiteY12" fmla="*/ 229568 h 1342734"/>
              <a:gd name="connsiteX13" fmla="*/ 9929077 w 10678681"/>
              <a:gd name="connsiteY13" fmla="*/ 254478 h 1342734"/>
              <a:gd name="connsiteX14" fmla="*/ 9840045 w 10678681"/>
              <a:gd name="connsiteY14" fmla="*/ 223033 h 1342734"/>
              <a:gd name="connsiteX15" fmla="*/ 9679638 w 10678681"/>
              <a:gd name="connsiteY15" fmla="*/ 277462 h 1342734"/>
              <a:gd name="connsiteX16" fmla="*/ 9498347 w 10678681"/>
              <a:gd name="connsiteY16" fmla="*/ 244723 h 1342734"/>
              <a:gd name="connsiteX17" fmla="*/ 9366026 w 10678681"/>
              <a:gd name="connsiteY17" fmla="*/ 299024 h 1342734"/>
              <a:gd name="connsiteX18" fmla="*/ 9316702 w 10678681"/>
              <a:gd name="connsiteY18" fmla="*/ 356523 h 1342734"/>
              <a:gd name="connsiteX19" fmla="*/ 9121744 w 10678681"/>
              <a:gd name="connsiteY19" fmla="*/ 365177 h 1342734"/>
              <a:gd name="connsiteX20" fmla="*/ 9061654 w 10678681"/>
              <a:gd name="connsiteY20" fmla="*/ 393730 h 1342734"/>
              <a:gd name="connsiteX21" fmla="*/ 8997577 w 10678681"/>
              <a:gd name="connsiteY21" fmla="*/ 380865 h 1342734"/>
              <a:gd name="connsiteX22" fmla="*/ 8907968 w 10678681"/>
              <a:gd name="connsiteY22" fmla="*/ 447345 h 1342734"/>
              <a:gd name="connsiteX23" fmla="*/ 8764163 w 10678681"/>
              <a:gd name="connsiteY23" fmla="*/ 471000 h 1342734"/>
              <a:gd name="connsiteX24" fmla="*/ 8680155 w 10678681"/>
              <a:gd name="connsiteY24" fmla="*/ 492404 h 1342734"/>
              <a:gd name="connsiteX25" fmla="*/ 8651436 w 10678681"/>
              <a:gd name="connsiteY25" fmla="*/ 511923 h 1342734"/>
              <a:gd name="connsiteX26" fmla="*/ 8609185 w 10678681"/>
              <a:gd name="connsiteY26" fmla="*/ 531525 h 1342734"/>
              <a:gd name="connsiteX27" fmla="*/ 8537091 w 10678681"/>
              <a:gd name="connsiteY27" fmla="*/ 574933 h 1342734"/>
              <a:gd name="connsiteX28" fmla="*/ 8435931 w 10678681"/>
              <a:gd name="connsiteY28" fmla="*/ 617926 h 1342734"/>
              <a:gd name="connsiteX29" fmla="*/ 8348623 w 10678681"/>
              <a:gd name="connsiteY29" fmla="*/ 600607 h 1342734"/>
              <a:gd name="connsiteX30" fmla="*/ 8344233 w 10678681"/>
              <a:gd name="connsiteY30" fmla="*/ 610922 h 1342734"/>
              <a:gd name="connsiteX31" fmla="*/ 8086698 w 10678681"/>
              <a:gd name="connsiteY31" fmla="*/ 605185 h 1342734"/>
              <a:gd name="connsiteX32" fmla="*/ 7982378 w 10678681"/>
              <a:gd name="connsiteY32" fmla="*/ 629799 h 1342734"/>
              <a:gd name="connsiteX33" fmla="*/ 7947952 w 10678681"/>
              <a:gd name="connsiteY33" fmla="*/ 648003 h 1342734"/>
              <a:gd name="connsiteX34" fmla="*/ 7890112 w 10678681"/>
              <a:gd name="connsiteY34" fmla="*/ 677915 h 1342734"/>
              <a:gd name="connsiteX35" fmla="*/ 7853284 w 10678681"/>
              <a:gd name="connsiteY35" fmla="*/ 723588 h 1342734"/>
              <a:gd name="connsiteX36" fmla="*/ 7802383 w 10678681"/>
              <a:gd name="connsiteY36" fmla="*/ 739359 h 1342734"/>
              <a:gd name="connsiteX37" fmla="*/ 7730518 w 10678681"/>
              <a:gd name="connsiteY37" fmla="*/ 739526 h 1342734"/>
              <a:gd name="connsiteX38" fmla="*/ 7720084 w 10678681"/>
              <a:gd name="connsiteY38" fmla="*/ 760750 h 1342734"/>
              <a:gd name="connsiteX39" fmla="*/ 7652907 w 10678681"/>
              <a:gd name="connsiteY39" fmla="*/ 783273 h 1342734"/>
              <a:gd name="connsiteX40" fmla="*/ 7606008 w 10678681"/>
              <a:gd name="connsiteY40" fmla="*/ 800717 h 1342734"/>
              <a:gd name="connsiteX41" fmla="*/ 7480223 w 10678681"/>
              <a:gd name="connsiteY41" fmla="*/ 856821 h 1342734"/>
              <a:gd name="connsiteX42" fmla="*/ 7356005 w 10678681"/>
              <a:gd name="connsiteY42" fmla="*/ 919462 h 1342734"/>
              <a:gd name="connsiteX43" fmla="*/ 7305396 w 10678681"/>
              <a:gd name="connsiteY43" fmla="*/ 986228 h 1342734"/>
              <a:gd name="connsiteX44" fmla="*/ 7266251 w 10678681"/>
              <a:gd name="connsiteY44" fmla="*/ 967864 h 1342734"/>
              <a:gd name="connsiteX45" fmla="*/ 7258094 w 10678681"/>
              <a:gd name="connsiteY45" fmla="*/ 990679 h 1342734"/>
              <a:gd name="connsiteX46" fmla="*/ 7257893 w 10678681"/>
              <a:gd name="connsiteY46" fmla="*/ 991204 h 1342734"/>
              <a:gd name="connsiteX47" fmla="*/ 7247153 w 10678681"/>
              <a:gd name="connsiteY47" fmla="*/ 991550 h 1342734"/>
              <a:gd name="connsiteX48" fmla="*/ 7193612 w 10678681"/>
              <a:gd name="connsiteY48" fmla="*/ 987042 h 1342734"/>
              <a:gd name="connsiteX49" fmla="*/ 7132632 w 10678681"/>
              <a:gd name="connsiteY49" fmla="*/ 1042036 h 1342734"/>
              <a:gd name="connsiteX50" fmla="*/ 7105610 w 10678681"/>
              <a:gd name="connsiteY50" fmla="*/ 1053537 h 1342734"/>
              <a:gd name="connsiteX51" fmla="*/ 7069148 w 10678681"/>
              <a:gd name="connsiteY51" fmla="*/ 1047163 h 1342734"/>
              <a:gd name="connsiteX52" fmla="*/ 7039634 w 10678681"/>
              <a:gd name="connsiteY52" fmla="*/ 1059971 h 1342734"/>
              <a:gd name="connsiteX53" fmla="*/ 7033445 w 10678681"/>
              <a:gd name="connsiteY53" fmla="*/ 1063314 h 1342734"/>
              <a:gd name="connsiteX54" fmla="*/ 6999157 w 10678681"/>
              <a:gd name="connsiteY54" fmla="*/ 1055282 h 1342734"/>
              <a:gd name="connsiteX55" fmla="*/ 6981874 w 10678681"/>
              <a:gd name="connsiteY55" fmla="*/ 1053827 h 1342734"/>
              <a:gd name="connsiteX56" fmla="*/ 6976102 w 10678681"/>
              <a:gd name="connsiteY56" fmla="*/ 1047854 h 1342734"/>
              <a:gd name="connsiteX57" fmla="*/ 6951040 w 10678681"/>
              <a:gd name="connsiteY57" fmla="*/ 1048531 h 1342734"/>
              <a:gd name="connsiteX58" fmla="*/ 6948497 w 10678681"/>
              <a:gd name="connsiteY58" fmla="*/ 1050706 h 1342734"/>
              <a:gd name="connsiteX59" fmla="*/ 6926582 w 10678681"/>
              <a:gd name="connsiteY59" fmla="*/ 1043462 h 1342734"/>
              <a:gd name="connsiteX60" fmla="*/ 6833743 w 10678681"/>
              <a:gd name="connsiteY60" fmla="*/ 1027960 h 1342734"/>
              <a:gd name="connsiteX61" fmla="*/ 6687090 w 10678681"/>
              <a:gd name="connsiteY61" fmla="*/ 1063250 h 1342734"/>
              <a:gd name="connsiteX62" fmla="*/ 6431838 w 10678681"/>
              <a:gd name="connsiteY62" fmla="*/ 1063226 h 1342734"/>
              <a:gd name="connsiteX63" fmla="*/ 6327795 w 10678681"/>
              <a:gd name="connsiteY63" fmla="*/ 1088142 h 1342734"/>
              <a:gd name="connsiteX64" fmla="*/ 6136549 w 10678681"/>
              <a:gd name="connsiteY64" fmla="*/ 1100268 h 1342734"/>
              <a:gd name="connsiteX65" fmla="*/ 6004655 w 10678681"/>
              <a:gd name="connsiteY65" fmla="*/ 1114946 h 1342734"/>
              <a:gd name="connsiteX66" fmla="*/ 5936643 w 10678681"/>
              <a:gd name="connsiteY66" fmla="*/ 1095428 h 1342734"/>
              <a:gd name="connsiteX67" fmla="*/ 5912484 w 10678681"/>
              <a:gd name="connsiteY67" fmla="*/ 1112624 h 1342734"/>
              <a:gd name="connsiteX68" fmla="*/ 5908387 w 10678681"/>
              <a:gd name="connsiteY68" fmla="*/ 1116018 h 1342734"/>
              <a:gd name="connsiteX69" fmla="*/ 5890495 w 10678681"/>
              <a:gd name="connsiteY69" fmla="*/ 1120268 h 1342734"/>
              <a:gd name="connsiteX70" fmla="*/ 5887318 w 10678681"/>
              <a:gd name="connsiteY70" fmla="*/ 1133134 h 1342734"/>
              <a:gd name="connsiteX71" fmla="*/ 5861726 w 10678681"/>
              <a:gd name="connsiteY71" fmla="*/ 1147891 h 1342734"/>
              <a:gd name="connsiteX72" fmla="*/ 5805823 w 10678681"/>
              <a:gd name="connsiteY72" fmla="*/ 1152457 h 1342734"/>
              <a:gd name="connsiteX73" fmla="*/ 5689841 w 10678681"/>
              <a:gd name="connsiteY73" fmla="*/ 1176232 h 1342734"/>
              <a:gd name="connsiteX74" fmla="*/ 5605119 w 10678681"/>
              <a:gd name="connsiteY74" fmla="*/ 1190202 h 1342734"/>
              <a:gd name="connsiteX75" fmla="*/ 5488513 w 10678681"/>
              <a:gd name="connsiteY75" fmla="*/ 1205367 h 1342734"/>
              <a:gd name="connsiteX76" fmla="*/ 5402905 w 10678681"/>
              <a:gd name="connsiteY76" fmla="*/ 1241191 h 1342734"/>
              <a:gd name="connsiteX77" fmla="*/ 5285593 w 10678681"/>
              <a:gd name="connsiteY77" fmla="*/ 1273569 h 1342734"/>
              <a:gd name="connsiteX78" fmla="*/ 5192893 w 10678681"/>
              <a:gd name="connsiteY78" fmla="*/ 1247188 h 1342734"/>
              <a:gd name="connsiteX79" fmla="*/ 5186475 w 10678681"/>
              <a:gd name="connsiteY79" fmla="*/ 1257028 h 1342734"/>
              <a:gd name="connsiteX80" fmla="*/ 5126038 w 10678681"/>
              <a:gd name="connsiteY80" fmla="*/ 1263189 h 1342734"/>
              <a:gd name="connsiteX81" fmla="*/ 4894688 w 10678681"/>
              <a:gd name="connsiteY81" fmla="*/ 1247184 h 1342734"/>
              <a:gd name="connsiteX82" fmla="*/ 4788036 w 10678681"/>
              <a:gd name="connsiteY82" fmla="*/ 1238182 h 1342734"/>
              <a:gd name="connsiteX83" fmla="*/ 4747555 w 10678681"/>
              <a:gd name="connsiteY83" fmla="*/ 1252768 h 1342734"/>
              <a:gd name="connsiteX84" fmla="*/ 4679644 w 10678681"/>
              <a:gd name="connsiteY84" fmla="*/ 1276603 h 1342734"/>
              <a:gd name="connsiteX85" fmla="*/ 4632222 w 10678681"/>
              <a:gd name="connsiteY85" fmla="*/ 1318360 h 1342734"/>
              <a:gd name="connsiteX86" fmla="*/ 4617358 w 10678681"/>
              <a:gd name="connsiteY86" fmla="*/ 1327690 h 1342734"/>
              <a:gd name="connsiteX87" fmla="*/ 4589102 w 10678681"/>
              <a:gd name="connsiteY87" fmla="*/ 1321223 h 1342734"/>
              <a:gd name="connsiteX88" fmla="*/ 4578184 w 10678681"/>
              <a:gd name="connsiteY88" fmla="*/ 1326745 h 1342734"/>
              <a:gd name="connsiteX89" fmla="*/ 4574270 w 10678681"/>
              <a:gd name="connsiteY89" fmla="*/ 1325878 h 1342734"/>
              <a:gd name="connsiteX90" fmla="*/ 4564919 w 10678681"/>
              <a:gd name="connsiteY90" fmla="*/ 1325507 h 1342734"/>
              <a:gd name="connsiteX91" fmla="*/ 4566586 w 10678681"/>
              <a:gd name="connsiteY91" fmla="*/ 1316963 h 1342734"/>
              <a:gd name="connsiteX92" fmla="*/ 4556303 w 10678681"/>
              <a:gd name="connsiteY92" fmla="*/ 1300262 h 1342734"/>
              <a:gd name="connsiteX93" fmla="*/ 4502358 w 10678681"/>
              <a:gd name="connsiteY93" fmla="*/ 1302558 h 1342734"/>
              <a:gd name="connsiteX94" fmla="*/ 4498919 w 10678681"/>
              <a:gd name="connsiteY94" fmla="*/ 1312115 h 1342734"/>
              <a:gd name="connsiteX95" fmla="*/ 4492075 w 10678681"/>
              <a:gd name="connsiteY95" fmla="*/ 1313357 h 1342734"/>
              <a:gd name="connsiteX96" fmla="*/ 4487466 w 10678681"/>
              <a:gd name="connsiteY96" fmla="*/ 1304102 h 1342734"/>
              <a:gd name="connsiteX97" fmla="*/ 4398292 w 10678681"/>
              <a:gd name="connsiteY97" fmla="*/ 1278410 h 1342734"/>
              <a:gd name="connsiteX98" fmla="*/ 4306088 w 10678681"/>
              <a:gd name="connsiteY98" fmla="*/ 1282512 h 1342734"/>
              <a:gd name="connsiteX99" fmla="*/ 4188995 w 10678681"/>
              <a:gd name="connsiteY99" fmla="*/ 1296718 h 1342734"/>
              <a:gd name="connsiteX100" fmla="*/ 4136582 w 10678681"/>
              <a:gd name="connsiteY100" fmla="*/ 1287687 h 1342734"/>
              <a:gd name="connsiteX101" fmla="*/ 4064614 w 10678681"/>
              <a:gd name="connsiteY101" fmla="*/ 1296118 h 1342734"/>
              <a:gd name="connsiteX102" fmla="*/ 3900948 w 10678681"/>
              <a:gd name="connsiteY102" fmla="*/ 1322156 h 1342734"/>
              <a:gd name="connsiteX103" fmla="*/ 3787890 w 10678681"/>
              <a:gd name="connsiteY103" fmla="*/ 1322164 h 1342734"/>
              <a:gd name="connsiteX104" fmla="*/ 3745993 w 10678681"/>
              <a:gd name="connsiteY104" fmla="*/ 1342630 h 1342734"/>
              <a:gd name="connsiteX105" fmla="*/ 3675785 w 10678681"/>
              <a:gd name="connsiteY105" fmla="*/ 1326802 h 1342734"/>
              <a:gd name="connsiteX106" fmla="*/ 3623856 w 10678681"/>
              <a:gd name="connsiteY106" fmla="*/ 1290804 h 1342734"/>
              <a:gd name="connsiteX107" fmla="*/ 3564933 w 10678681"/>
              <a:gd name="connsiteY107" fmla="*/ 1287147 h 1342734"/>
              <a:gd name="connsiteX108" fmla="*/ 3550537 w 10678681"/>
              <a:gd name="connsiteY108" fmla="*/ 1317552 h 1342734"/>
              <a:gd name="connsiteX109" fmla="*/ 3487736 w 10678681"/>
              <a:gd name="connsiteY109" fmla="*/ 1303493 h 1342734"/>
              <a:gd name="connsiteX110" fmla="*/ 3392548 w 10678681"/>
              <a:gd name="connsiteY110" fmla="*/ 1278741 h 1342734"/>
              <a:gd name="connsiteX111" fmla="*/ 3337466 w 10678681"/>
              <a:gd name="connsiteY111" fmla="*/ 1272537 h 1342734"/>
              <a:gd name="connsiteX112" fmla="*/ 3175981 w 10678681"/>
              <a:gd name="connsiteY112" fmla="*/ 1208973 h 1342734"/>
              <a:gd name="connsiteX113" fmla="*/ 3036856 w 10678681"/>
              <a:gd name="connsiteY113" fmla="*/ 1214383 h 1342734"/>
              <a:gd name="connsiteX114" fmla="*/ 2824973 w 10678681"/>
              <a:gd name="connsiteY114" fmla="*/ 1134864 h 1342734"/>
              <a:gd name="connsiteX115" fmla="*/ 2804398 w 10678681"/>
              <a:gd name="connsiteY115" fmla="*/ 1125556 h 1342734"/>
              <a:gd name="connsiteX116" fmla="*/ 2736109 w 10678681"/>
              <a:gd name="connsiteY116" fmla="*/ 1137717 h 1342734"/>
              <a:gd name="connsiteX117" fmla="*/ 2659096 w 10678681"/>
              <a:gd name="connsiteY117" fmla="*/ 1150294 h 1342734"/>
              <a:gd name="connsiteX118" fmla="*/ 2567088 w 10678681"/>
              <a:gd name="connsiteY118" fmla="*/ 1181781 h 1342734"/>
              <a:gd name="connsiteX119" fmla="*/ 2454501 w 10678681"/>
              <a:gd name="connsiteY119" fmla="*/ 1155455 h 1342734"/>
              <a:gd name="connsiteX120" fmla="*/ 2385161 w 10678681"/>
              <a:gd name="connsiteY120" fmla="*/ 1161312 h 1342734"/>
              <a:gd name="connsiteX121" fmla="*/ 2273361 w 10678681"/>
              <a:gd name="connsiteY121" fmla="*/ 1134090 h 1342734"/>
              <a:gd name="connsiteX122" fmla="*/ 2132003 w 10678681"/>
              <a:gd name="connsiteY122" fmla="*/ 1139225 h 1342734"/>
              <a:gd name="connsiteX123" fmla="*/ 2041224 w 10678681"/>
              <a:gd name="connsiteY123" fmla="*/ 1147536 h 1342734"/>
              <a:gd name="connsiteX124" fmla="*/ 2010157 w 10678681"/>
              <a:gd name="connsiteY124" fmla="*/ 1152767 h 1342734"/>
              <a:gd name="connsiteX125" fmla="*/ 1859213 w 10678681"/>
              <a:gd name="connsiteY125" fmla="*/ 1199540 h 1342734"/>
              <a:gd name="connsiteX126" fmla="*/ 1735877 w 10678681"/>
              <a:gd name="connsiteY126" fmla="*/ 1246527 h 1342734"/>
              <a:gd name="connsiteX127" fmla="*/ 1705069 w 10678681"/>
              <a:gd name="connsiteY127" fmla="*/ 1251989 h 1342734"/>
              <a:gd name="connsiteX128" fmla="*/ 1307888 w 10678681"/>
              <a:gd name="connsiteY128" fmla="*/ 1283156 h 1342734"/>
              <a:gd name="connsiteX129" fmla="*/ 1220734 w 10678681"/>
              <a:gd name="connsiteY129" fmla="*/ 1257811 h 1342734"/>
              <a:gd name="connsiteX130" fmla="*/ 1021737 w 10678681"/>
              <a:gd name="connsiteY130" fmla="*/ 1238739 h 1342734"/>
              <a:gd name="connsiteX131" fmla="*/ 959820 w 10678681"/>
              <a:gd name="connsiteY131" fmla="*/ 1275863 h 1342734"/>
              <a:gd name="connsiteX132" fmla="*/ 929137 w 10678681"/>
              <a:gd name="connsiteY132" fmla="*/ 1273957 h 1342734"/>
              <a:gd name="connsiteX133" fmla="*/ 878849 w 10678681"/>
              <a:gd name="connsiteY133" fmla="*/ 1266740 h 1342734"/>
              <a:gd name="connsiteX134" fmla="*/ 800667 w 10678681"/>
              <a:gd name="connsiteY134" fmla="*/ 1282041 h 1342734"/>
              <a:gd name="connsiteX135" fmla="*/ 644906 w 10678681"/>
              <a:gd name="connsiteY135" fmla="*/ 1273685 h 1342734"/>
              <a:gd name="connsiteX136" fmla="*/ 379869 w 10678681"/>
              <a:gd name="connsiteY136" fmla="*/ 1339165 h 1342734"/>
              <a:gd name="connsiteX137" fmla="*/ 137696 w 10678681"/>
              <a:gd name="connsiteY137" fmla="*/ 1319217 h 1342734"/>
              <a:gd name="connsiteX138" fmla="*/ 54250 w 10678681"/>
              <a:gd name="connsiteY138" fmla="*/ 1315838 h 1342734"/>
              <a:gd name="connsiteX139" fmla="*/ 28042 w 10678681"/>
              <a:gd name="connsiteY139" fmla="*/ 1297822 h 1342734"/>
              <a:gd name="connsiteX140" fmla="*/ 0 w 10678681"/>
              <a:gd name="connsiteY140" fmla="*/ 1294612 h 1342734"/>
              <a:gd name="connsiteX141" fmla="*/ 0 w 10678681"/>
              <a:gd name="connsiteY141" fmla="*/ 0 h 1342734"/>
              <a:gd name="connsiteX0" fmla="*/ 0 w 10678681"/>
              <a:gd name="connsiteY0" fmla="*/ 0 h 1342734"/>
              <a:gd name="connsiteX1" fmla="*/ 10678681 w 10678681"/>
              <a:gd name="connsiteY1" fmla="*/ 0 h 1342734"/>
              <a:gd name="connsiteX2" fmla="*/ 10666019 w 10678681"/>
              <a:gd name="connsiteY2" fmla="*/ 7876 h 1342734"/>
              <a:gd name="connsiteX3" fmla="*/ 10632825 w 10678681"/>
              <a:gd name="connsiteY3" fmla="*/ 32153 h 1342734"/>
              <a:gd name="connsiteX4" fmla="*/ 10516219 w 10678681"/>
              <a:gd name="connsiteY4" fmla="*/ 45588 h 1342734"/>
              <a:gd name="connsiteX5" fmla="*/ 10456989 w 10678681"/>
              <a:gd name="connsiteY5" fmla="*/ 979 h 1342734"/>
              <a:gd name="connsiteX6" fmla="*/ 10438642 w 10678681"/>
              <a:gd name="connsiteY6" fmla="*/ 1524 h 1342734"/>
              <a:gd name="connsiteX7" fmla="*/ 10407146 w 10678681"/>
              <a:gd name="connsiteY7" fmla="*/ 43659 h 1342734"/>
              <a:gd name="connsiteX8" fmla="*/ 10341159 w 10678681"/>
              <a:gd name="connsiteY8" fmla="*/ 103824 h 1342734"/>
              <a:gd name="connsiteX9" fmla="*/ 10244930 w 10678681"/>
              <a:gd name="connsiteY9" fmla="*/ 94599 h 1342734"/>
              <a:gd name="connsiteX10" fmla="*/ 10115334 w 10678681"/>
              <a:gd name="connsiteY10" fmla="*/ 155658 h 1342734"/>
              <a:gd name="connsiteX11" fmla="*/ 10068157 w 10678681"/>
              <a:gd name="connsiteY11" fmla="*/ 215673 h 1342734"/>
              <a:gd name="connsiteX12" fmla="*/ 10045431 w 10678681"/>
              <a:gd name="connsiteY12" fmla="*/ 229568 h 1342734"/>
              <a:gd name="connsiteX13" fmla="*/ 9929077 w 10678681"/>
              <a:gd name="connsiteY13" fmla="*/ 254478 h 1342734"/>
              <a:gd name="connsiteX14" fmla="*/ 9840045 w 10678681"/>
              <a:gd name="connsiteY14" fmla="*/ 223033 h 1342734"/>
              <a:gd name="connsiteX15" fmla="*/ 9679638 w 10678681"/>
              <a:gd name="connsiteY15" fmla="*/ 277462 h 1342734"/>
              <a:gd name="connsiteX16" fmla="*/ 9498347 w 10678681"/>
              <a:gd name="connsiteY16" fmla="*/ 244723 h 1342734"/>
              <a:gd name="connsiteX17" fmla="*/ 9366026 w 10678681"/>
              <a:gd name="connsiteY17" fmla="*/ 299024 h 1342734"/>
              <a:gd name="connsiteX18" fmla="*/ 9316702 w 10678681"/>
              <a:gd name="connsiteY18" fmla="*/ 356523 h 1342734"/>
              <a:gd name="connsiteX19" fmla="*/ 9121744 w 10678681"/>
              <a:gd name="connsiteY19" fmla="*/ 365177 h 1342734"/>
              <a:gd name="connsiteX20" fmla="*/ 9061654 w 10678681"/>
              <a:gd name="connsiteY20" fmla="*/ 393730 h 1342734"/>
              <a:gd name="connsiteX21" fmla="*/ 8997577 w 10678681"/>
              <a:gd name="connsiteY21" fmla="*/ 380865 h 1342734"/>
              <a:gd name="connsiteX22" fmla="*/ 8907968 w 10678681"/>
              <a:gd name="connsiteY22" fmla="*/ 447345 h 1342734"/>
              <a:gd name="connsiteX23" fmla="*/ 8764163 w 10678681"/>
              <a:gd name="connsiteY23" fmla="*/ 471000 h 1342734"/>
              <a:gd name="connsiteX24" fmla="*/ 8680155 w 10678681"/>
              <a:gd name="connsiteY24" fmla="*/ 492404 h 1342734"/>
              <a:gd name="connsiteX25" fmla="*/ 8651436 w 10678681"/>
              <a:gd name="connsiteY25" fmla="*/ 511923 h 1342734"/>
              <a:gd name="connsiteX26" fmla="*/ 8609185 w 10678681"/>
              <a:gd name="connsiteY26" fmla="*/ 531525 h 1342734"/>
              <a:gd name="connsiteX27" fmla="*/ 8537091 w 10678681"/>
              <a:gd name="connsiteY27" fmla="*/ 574933 h 1342734"/>
              <a:gd name="connsiteX28" fmla="*/ 8435931 w 10678681"/>
              <a:gd name="connsiteY28" fmla="*/ 617926 h 1342734"/>
              <a:gd name="connsiteX29" fmla="*/ 8348623 w 10678681"/>
              <a:gd name="connsiteY29" fmla="*/ 600607 h 1342734"/>
              <a:gd name="connsiteX30" fmla="*/ 8276883 w 10678681"/>
              <a:gd name="connsiteY30" fmla="*/ 588214 h 1342734"/>
              <a:gd name="connsiteX31" fmla="*/ 8086698 w 10678681"/>
              <a:gd name="connsiteY31" fmla="*/ 605185 h 1342734"/>
              <a:gd name="connsiteX32" fmla="*/ 7982378 w 10678681"/>
              <a:gd name="connsiteY32" fmla="*/ 629799 h 1342734"/>
              <a:gd name="connsiteX33" fmla="*/ 7947952 w 10678681"/>
              <a:gd name="connsiteY33" fmla="*/ 648003 h 1342734"/>
              <a:gd name="connsiteX34" fmla="*/ 7890112 w 10678681"/>
              <a:gd name="connsiteY34" fmla="*/ 677915 h 1342734"/>
              <a:gd name="connsiteX35" fmla="*/ 7853284 w 10678681"/>
              <a:gd name="connsiteY35" fmla="*/ 723588 h 1342734"/>
              <a:gd name="connsiteX36" fmla="*/ 7802383 w 10678681"/>
              <a:gd name="connsiteY36" fmla="*/ 739359 h 1342734"/>
              <a:gd name="connsiteX37" fmla="*/ 7730518 w 10678681"/>
              <a:gd name="connsiteY37" fmla="*/ 739526 h 1342734"/>
              <a:gd name="connsiteX38" fmla="*/ 7720084 w 10678681"/>
              <a:gd name="connsiteY38" fmla="*/ 760750 h 1342734"/>
              <a:gd name="connsiteX39" fmla="*/ 7652907 w 10678681"/>
              <a:gd name="connsiteY39" fmla="*/ 783273 h 1342734"/>
              <a:gd name="connsiteX40" fmla="*/ 7606008 w 10678681"/>
              <a:gd name="connsiteY40" fmla="*/ 800717 h 1342734"/>
              <a:gd name="connsiteX41" fmla="*/ 7480223 w 10678681"/>
              <a:gd name="connsiteY41" fmla="*/ 856821 h 1342734"/>
              <a:gd name="connsiteX42" fmla="*/ 7356005 w 10678681"/>
              <a:gd name="connsiteY42" fmla="*/ 919462 h 1342734"/>
              <a:gd name="connsiteX43" fmla="*/ 7305396 w 10678681"/>
              <a:gd name="connsiteY43" fmla="*/ 986228 h 1342734"/>
              <a:gd name="connsiteX44" fmla="*/ 7266251 w 10678681"/>
              <a:gd name="connsiteY44" fmla="*/ 967864 h 1342734"/>
              <a:gd name="connsiteX45" fmla="*/ 7258094 w 10678681"/>
              <a:gd name="connsiteY45" fmla="*/ 990679 h 1342734"/>
              <a:gd name="connsiteX46" fmla="*/ 7257893 w 10678681"/>
              <a:gd name="connsiteY46" fmla="*/ 991204 h 1342734"/>
              <a:gd name="connsiteX47" fmla="*/ 7247153 w 10678681"/>
              <a:gd name="connsiteY47" fmla="*/ 991550 h 1342734"/>
              <a:gd name="connsiteX48" fmla="*/ 7193612 w 10678681"/>
              <a:gd name="connsiteY48" fmla="*/ 987042 h 1342734"/>
              <a:gd name="connsiteX49" fmla="*/ 7132632 w 10678681"/>
              <a:gd name="connsiteY49" fmla="*/ 1042036 h 1342734"/>
              <a:gd name="connsiteX50" fmla="*/ 7105610 w 10678681"/>
              <a:gd name="connsiteY50" fmla="*/ 1053537 h 1342734"/>
              <a:gd name="connsiteX51" fmla="*/ 7069148 w 10678681"/>
              <a:gd name="connsiteY51" fmla="*/ 1047163 h 1342734"/>
              <a:gd name="connsiteX52" fmla="*/ 7039634 w 10678681"/>
              <a:gd name="connsiteY52" fmla="*/ 1059971 h 1342734"/>
              <a:gd name="connsiteX53" fmla="*/ 7033445 w 10678681"/>
              <a:gd name="connsiteY53" fmla="*/ 1063314 h 1342734"/>
              <a:gd name="connsiteX54" fmla="*/ 6999157 w 10678681"/>
              <a:gd name="connsiteY54" fmla="*/ 1055282 h 1342734"/>
              <a:gd name="connsiteX55" fmla="*/ 6981874 w 10678681"/>
              <a:gd name="connsiteY55" fmla="*/ 1053827 h 1342734"/>
              <a:gd name="connsiteX56" fmla="*/ 6976102 w 10678681"/>
              <a:gd name="connsiteY56" fmla="*/ 1047854 h 1342734"/>
              <a:gd name="connsiteX57" fmla="*/ 6951040 w 10678681"/>
              <a:gd name="connsiteY57" fmla="*/ 1048531 h 1342734"/>
              <a:gd name="connsiteX58" fmla="*/ 6948497 w 10678681"/>
              <a:gd name="connsiteY58" fmla="*/ 1050706 h 1342734"/>
              <a:gd name="connsiteX59" fmla="*/ 6926582 w 10678681"/>
              <a:gd name="connsiteY59" fmla="*/ 1043462 h 1342734"/>
              <a:gd name="connsiteX60" fmla="*/ 6833743 w 10678681"/>
              <a:gd name="connsiteY60" fmla="*/ 1027960 h 1342734"/>
              <a:gd name="connsiteX61" fmla="*/ 6687090 w 10678681"/>
              <a:gd name="connsiteY61" fmla="*/ 1063250 h 1342734"/>
              <a:gd name="connsiteX62" fmla="*/ 6431838 w 10678681"/>
              <a:gd name="connsiteY62" fmla="*/ 1063226 h 1342734"/>
              <a:gd name="connsiteX63" fmla="*/ 6327795 w 10678681"/>
              <a:gd name="connsiteY63" fmla="*/ 1088142 h 1342734"/>
              <a:gd name="connsiteX64" fmla="*/ 6136549 w 10678681"/>
              <a:gd name="connsiteY64" fmla="*/ 1100268 h 1342734"/>
              <a:gd name="connsiteX65" fmla="*/ 6004655 w 10678681"/>
              <a:gd name="connsiteY65" fmla="*/ 1114946 h 1342734"/>
              <a:gd name="connsiteX66" fmla="*/ 5936643 w 10678681"/>
              <a:gd name="connsiteY66" fmla="*/ 1095428 h 1342734"/>
              <a:gd name="connsiteX67" fmla="*/ 5912484 w 10678681"/>
              <a:gd name="connsiteY67" fmla="*/ 1112624 h 1342734"/>
              <a:gd name="connsiteX68" fmla="*/ 5908387 w 10678681"/>
              <a:gd name="connsiteY68" fmla="*/ 1116018 h 1342734"/>
              <a:gd name="connsiteX69" fmla="*/ 5890495 w 10678681"/>
              <a:gd name="connsiteY69" fmla="*/ 1120268 h 1342734"/>
              <a:gd name="connsiteX70" fmla="*/ 5887318 w 10678681"/>
              <a:gd name="connsiteY70" fmla="*/ 1133134 h 1342734"/>
              <a:gd name="connsiteX71" fmla="*/ 5861726 w 10678681"/>
              <a:gd name="connsiteY71" fmla="*/ 1147891 h 1342734"/>
              <a:gd name="connsiteX72" fmla="*/ 5805823 w 10678681"/>
              <a:gd name="connsiteY72" fmla="*/ 1152457 h 1342734"/>
              <a:gd name="connsiteX73" fmla="*/ 5689841 w 10678681"/>
              <a:gd name="connsiteY73" fmla="*/ 1176232 h 1342734"/>
              <a:gd name="connsiteX74" fmla="*/ 5605119 w 10678681"/>
              <a:gd name="connsiteY74" fmla="*/ 1190202 h 1342734"/>
              <a:gd name="connsiteX75" fmla="*/ 5488513 w 10678681"/>
              <a:gd name="connsiteY75" fmla="*/ 1205367 h 1342734"/>
              <a:gd name="connsiteX76" fmla="*/ 5402905 w 10678681"/>
              <a:gd name="connsiteY76" fmla="*/ 1241191 h 1342734"/>
              <a:gd name="connsiteX77" fmla="*/ 5285593 w 10678681"/>
              <a:gd name="connsiteY77" fmla="*/ 1273569 h 1342734"/>
              <a:gd name="connsiteX78" fmla="*/ 5192893 w 10678681"/>
              <a:gd name="connsiteY78" fmla="*/ 1247188 h 1342734"/>
              <a:gd name="connsiteX79" fmla="*/ 5186475 w 10678681"/>
              <a:gd name="connsiteY79" fmla="*/ 1257028 h 1342734"/>
              <a:gd name="connsiteX80" fmla="*/ 5126038 w 10678681"/>
              <a:gd name="connsiteY80" fmla="*/ 1263189 h 1342734"/>
              <a:gd name="connsiteX81" fmla="*/ 4894688 w 10678681"/>
              <a:gd name="connsiteY81" fmla="*/ 1247184 h 1342734"/>
              <a:gd name="connsiteX82" fmla="*/ 4788036 w 10678681"/>
              <a:gd name="connsiteY82" fmla="*/ 1238182 h 1342734"/>
              <a:gd name="connsiteX83" fmla="*/ 4747555 w 10678681"/>
              <a:gd name="connsiteY83" fmla="*/ 1252768 h 1342734"/>
              <a:gd name="connsiteX84" fmla="*/ 4679644 w 10678681"/>
              <a:gd name="connsiteY84" fmla="*/ 1276603 h 1342734"/>
              <a:gd name="connsiteX85" fmla="*/ 4632222 w 10678681"/>
              <a:gd name="connsiteY85" fmla="*/ 1318360 h 1342734"/>
              <a:gd name="connsiteX86" fmla="*/ 4617358 w 10678681"/>
              <a:gd name="connsiteY86" fmla="*/ 1327690 h 1342734"/>
              <a:gd name="connsiteX87" fmla="*/ 4589102 w 10678681"/>
              <a:gd name="connsiteY87" fmla="*/ 1321223 h 1342734"/>
              <a:gd name="connsiteX88" fmla="*/ 4578184 w 10678681"/>
              <a:gd name="connsiteY88" fmla="*/ 1326745 h 1342734"/>
              <a:gd name="connsiteX89" fmla="*/ 4574270 w 10678681"/>
              <a:gd name="connsiteY89" fmla="*/ 1325878 h 1342734"/>
              <a:gd name="connsiteX90" fmla="*/ 4564919 w 10678681"/>
              <a:gd name="connsiteY90" fmla="*/ 1325507 h 1342734"/>
              <a:gd name="connsiteX91" fmla="*/ 4566586 w 10678681"/>
              <a:gd name="connsiteY91" fmla="*/ 1316963 h 1342734"/>
              <a:gd name="connsiteX92" fmla="*/ 4556303 w 10678681"/>
              <a:gd name="connsiteY92" fmla="*/ 1300262 h 1342734"/>
              <a:gd name="connsiteX93" fmla="*/ 4502358 w 10678681"/>
              <a:gd name="connsiteY93" fmla="*/ 1302558 h 1342734"/>
              <a:gd name="connsiteX94" fmla="*/ 4498919 w 10678681"/>
              <a:gd name="connsiteY94" fmla="*/ 1312115 h 1342734"/>
              <a:gd name="connsiteX95" fmla="*/ 4492075 w 10678681"/>
              <a:gd name="connsiteY95" fmla="*/ 1313357 h 1342734"/>
              <a:gd name="connsiteX96" fmla="*/ 4487466 w 10678681"/>
              <a:gd name="connsiteY96" fmla="*/ 1304102 h 1342734"/>
              <a:gd name="connsiteX97" fmla="*/ 4398292 w 10678681"/>
              <a:gd name="connsiteY97" fmla="*/ 1278410 h 1342734"/>
              <a:gd name="connsiteX98" fmla="*/ 4306088 w 10678681"/>
              <a:gd name="connsiteY98" fmla="*/ 1282512 h 1342734"/>
              <a:gd name="connsiteX99" fmla="*/ 4188995 w 10678681"/>
              <a:gd name="connsiteY99" fmla="*/ 1296718 h 1342734"/>
              <a:gd name="connsiteX100" fmla="*/ 4136582 w 10678681"/>
              <a:gd name="connsiteY100" fmla="*/ 1287687 h 1342734"/>
              <a:gd name="connsiteX101" fmla="*/ 4064614 w 10678681"/>
              <a:gd name="connsiteY101" fmla="*/ 1296118 h 1342734"/>
              <a:gd name="connsiteX102" fmla="*/ 3900948 w 10678681"/>
              <a:gd name="connsiteY102" fmla="*/ 1322156 h 1342734"/>
              <a:gd name="connsiteX103" fmla="*/ 3787890 w 10678681"/>
              <a:gd name="connsiteY103" fmla="*/ 1322164 h 1342734"/>
              <a:gd name="connsiteX104" fmla="*/ 3745993 w 10678681"/>
              <a:gd name="connsiteY104" fmla="*/ 1342630 h 1342734"/>
              <a:gd name="connsiteX105" fmla="*/ 3675785 w 10678681"/>
              <a:gd name="connsiteY105" fmla="*/ 1326802 h 1342734"/>
              <a:gd name="connsiteX106" fmla="*/ 3623856 w 10678681"/>
              <a:gd name="connsiteY106" fmla="*/ 1290804 h 1342734"/>
              <a:gd name="connsiteX107" fmla="*/ 3564933 w 10678681"/>
              <a:gd name="connsiteY107" fmla="*/ 1287147 h 1342734"/>
              <a:gd name="connsiteX108" fmla="*/ 3550537 w 10678681"/>
              <a:gd name="connsiteY108" fmla="*/ 1317552 h 1342734"/>
              <a:gd name="connsiteX109" fmla="*/ 3487736 w 10678681"/>
              <a:gd name="connsiteY109" fmla="*/ 1303493 h 1342734"/>
              <a:gd name="connsiteX110" fmla="*/ 3392548 w 10678681"/>
              <a:gd name="connsiteY110" fmla="*/ 1278741 h 1342734"/>
              <a:gd name="connsiteX111" fmla="*/ 3337466 w 10678681"/>
              <a:gd name="connsiteY111" fmla="*/ 1272537 h 1342734"/>
              <a:gd name="connsiteX112" fmla="*/ 3175981 w 10678681"/>
              <a:gd name="connsiteY112" fmla="*/ 1208973 h 1342734"/>
              <a:gd name="connsiteX113" fmla="*/ 3036856 w 10678681"/>
              <a:gd name="connsiteY113" fmla="*/ 1214383 h 1342734"/>
              <a:gd name="connsiteX114" fmla="*/ 2824973 w 10678681"/>
              <a:gd name="connsiteY114" fmla="*/ 1134864 h 1342734"/>
              <a:gd name="connsiteX115" fmla="*/ 2804398 w 10678681"/>
              <a:gd name="connsiteY115" fmla="*/ 1125556 h 1342734"/>
              <a:gd name="connsiteX116" fmla="*/ 2736109 w 10678681"/>
              <a:gd name="connsiteY116" fmla="*/ 1137717 h 1342734"/>
              <a:gd name="connsiteX117" fmla="*/ 2659096 w 10678681"/>
              <a:gd name="connsiteY117" fmla="*/ 1150294 h 1342734"/>
              <a:gd name="connsiteX118" fmla="*/ 2567088 w 10678681"/>
              <a:gd name="connsiteY118" fmla="*/ 1181781 h 1342734"/>
              <a:gd name="connsiteX119" fmla="*/ 2454501 w 10678681"/>
              <a:gd name="connsiteY119" fmla="*/ 1155455 h 1342734"/>
              <a:gd name="connsiteX120" fmla="*/ 2385161 w 10678681"/>
              <a:gd name="connsiteY120" fmla="*/ 1161312 h 1342734"/>
              <a:gd name="connsiteX121" fmla="*/ 2273361 w 10678681"/>
              <a:gd name="connsiteY121" fmla="*/ 1134090 h 1342734"/>
              <a:gd name="connsiteX122" fmla="*/ 2132003 w 10678681"/>
              <a:gd name="connsiteY122" fmla="*/ 1139225 h 1342734"/>
              <a:gd name="connsiteX123" fmla="*/ 2041224 w 10678681"/>
              <a:gd name="connsiteY123" fmla="*/ 1147536 h 1342734"/>
              <a:gd name="connsiteX124" fmla="*/ 2010157 w 10678681"/>
              <a:gd name="connsiteY124" fmla="*/ 1152767 h 1342734"/>
              <a:gd name="connsiteX125" fmla="*/ 1859213 w 10678681"/>
              <a:gd name="connsiteY125" fmla="*/ 1199540 h 1342734"/>
              <a:gd name="connsiteX126" fmla="*/ 1735877 w 10678681"/>
              <a:gd name="connsiteY126" fmla="*/ 1246527 h 1342734"/>
              <a:gd name="connsiteX127" fmla="*/ 1705069 w 10678681"/>
              <a:gd name="connsiteY127" fmla="*/ 1251989 h 1342734"/>
              <a:gd name="connsiteX128" fmla="*/ 1307888 w 10678681"/>
              <a:gd name="connsiteY128" fmla="*/ 1283156 h 1342734"/>
              <a:gd name="connsiteX129" fmla="*/ 1220734 w 10678681"/>
              <a:gd name="connsiteY129" fmla="*/ 1257811 h 1342734"/>
              <a:gd name="connsiteX130" fmla="*/ 1021737 w 10678681"/>
              <a:gd name="connsiteY130" fmla="*/ 1238739 h 1342734"/>
              <a:gd name="connsiteX131" fmla="*/ 959820 w 10678681"/>
              <a:gd name="connsiteY131" fmla="*/ 1275863 h 1342734"/>
              <a:gd name="connsiteX132" fmla="*/ 929137 w 10678681"/>
              <a:gd name="connsiteY132" fmla="*/ 1273957 h 1342734"/>
              <a:gd name="connsiteX133" fmla="*/ 878849 w 10678681"/>
              <a:gd name="connsiteY133" fmla="*/ 1266740 h 1342734"/>
              <a:gd name="connsiteX134" fmla="*/ 800667 w 10678681"/>
              <a:gd name="connsiteY134" fmla="*/ 1282041 h 1342734"/>
              <a:gd name="connsiteX135" fmla="*/ 644906 w 10678681"/>
              <a:gd name="connsiteY135" fmla="*/ 1273685 h 1342734"/>
              <a:gd name="connsiteX136" fmla="*/ 379869 w 10678681"/>
              <a:gd name="connsiteY136" fmla="*/ 1339165 h 1342734"/>
              <a:gd name="connsiteX137" fmla="*/ 137696 w 10678681"/>
              <a:gd name="connsiteY137" fmla="*/ 1319217 h 1342734"/>
              <a:gd name="connsiteX138" fmla="*/ 54250 w 10678681"/>
              <a:gd name="connsiteY138" fmla="*/ 1315838 h 1342734"/>
              <a:gd name="connsiteX139" fmla="*/ 28042 w 10678681"/>
              <a:gd name="connsiteY139" fmla="*/ 1297822 h 1342734"/>
              <a:gd name="connsiteX140" fmla="*/ 0 w 10678681"/>
              <a:gd name="connsiteY140" fmla="*/ 1294612 h 1342734"/>
              <a:gd name="connsiteX141" fmla="*/ 0 w 10678681"/>
              <a:gd name="connsiteY141" fmla="*/ 0 h 1342734"/>
              <a:gd name="connsiteX0" fmla="*/ 0 w 10678681"/>
              <a:gd name="connsiteY0" fmla="*/ 0 h 1342734"/>
              <a:gd name="connsiteX1" fmla="*/ 10678681 w 10678681"/>
              <a:gd name="connsiteY1" fmla="*/ 0 h 1342734"/>
              <a:gd name="connsiteX2" fmla="*/ 10666019 w 10678681"/>
              <a:gd name="connsiteY2" fmla="*/ 7876 h 1342734"/>
              <a:gd name="connsiteX3" fmla="*/ 10632825 w 10678681"/>
              <a:gd name="connsiteY3" fmla="*/ 32153 h 1342734"/>
              <a:gd name="connsiteX4" fmla="*/ 10516219 w 10678681"/>
              <a:gd name="connsiteY4" fmla="*/ 45588 h 1342734"/>
              <a:gd name="connsiteX5" fmla="*/ 10456989 w 10678681"/>
              <a:gd name="connsiteY5" fmla="*/ 979 h 1342734"/>
              <a:gd name="connsiteX6" fmla="*/ 10438642 w 10678681"/>
              <a:gd name="connsiteY6" fmla="*/ 1524 h 1342734"/>
              <a:gd name="connsiteX7" fmla="*/ 10407146 w 10678681"/>
              <a:gd name="connsiteY7" fmla="*/ 43659 h 1342734"/>
              <a:gd name="connsiteX8" fmla="*/ 10341159 w 10678681"/>
              <a:gd name="connsiteY8" fmla="*/ 103824 h 1342734"/>
              <a:gd name="connsiteX9" fmla="*/ 10244930 w 10678681"/>
              <a:gd name="connsiteY9" fmla="*/ 94599 h 1342734"/>
              <a:gd name="connsiteX10" fmla="*/ 10115334 w 10678681"/>
              <a:gd name="connsiteY10" fmla="*/ 155658 h 1342734"/>
              <a:gd name="connsiteX11" fmla="*/ 10068157 w 10678681"/>
              <a:gd name="connsiteY11" fmla="*/ 215673 h 1342734"/>
              <a:gd name="connsiteX12" fmla="*/ 10045431 w 10678681"/>
              <a:gd name="connsiteY12" fmla="*/ 229568 h 1342734"/>
              <a:gd name="connsiteX13" fmla="*/ 9929077 w 10678681"/>
              <a:gd name="connsiteY13" fmla="*/ 209062 h 1342734"/>
              <a:gd name="connsiteX14" fmla="*/ 9840045 w 10678681"/>
              <a:gd name="connsiteY14" fmla="*/ 223033 h 1342734"/>
              <a:gd name="connsiteX15" fmla="*/ 9679638 w 10678681"/>
              <a:gd name="connsiteY15" fmla="*/ 277462 h 1342734"/>
              <a:gd name="connsiteX16" fmla="*/ 9498347 w 10678681"/>
              <a:gd name="connsiteY16" fmla="*/ 244723 h 1342734"/>
              <a:gd name="connsiteX17" fmla="*/ 9366026 w 10678681"/>
              <a:gd name="connsiteY17" fmla="*/ 299024 h 1342734"/>
              <a:gd name="connsiteX18" fmla="*/ 9316702 w 10678681"/>
              <a:gd name="connsiteY18" fmla="*/ 356523 h 1342734"/>
              <a:gd name="connsiteX19" fmla="*/ 9121744 w 10678681"/>
              <a:gd name="connsiteY19" fmla="*/ 365177 h 1342734"/>
              <a:gd name="connsiteX20" fmla="*/ 9061654 w 10678681"/>
              <a:gd name="connsiteY20" fmla="*/ 393730 h 1342734"/>
              <a:gd name="connsiteX21" fmla="*/ 8997577 w 10678681"/>
              <a:gd name="connsiteY21" fmla="*/ 380865 h 1342734"/>
              <a:gd name="connsiteX22" fmla="*/ 8907968 w 10678681"/>
              <a:gd name="connsiteY22" fmla="*/ 447345 h 1342734"/>
              <a:gd name="connsiteX23" fmla="*/ 8764163 w 10678681"/>
              <a:gd name="connsiteY23" fmla="*/ 471000 h 1342734"/>
              <a:gd name="connsiteX24" fmla="*/ 8680155 w 10678681"/>
              <a:gd name="connsiteY24" fmla="*/ 492404 h 1342734"/>
              <a:gd name="connsiteX25" fmla="*/ 8651436 w 10678681"/>
              <a:gd name="connsiteY25" fmla="*/ 511923 h 1342734"/>
              <a:gd name="connsiteX26" fmla="*/ 8609185 w 10678681"/>
              <a:gd name="connsiteY26" fmla="*/ 531525 h 1342734"/>
              <a:gd name="connsiteX27" fmla="*/ 8537091 w 10678681"/>
              <a:gd name="connsiteY27" fmla="*/ 574933 h 1342734"/>
              <a:gd name="connsiteX28" fmla="*/ 8435931 w 10678681"/>
              <a:gd name="connsiteY28" fmla="*/ 617926 h 1342734"/>
              <a:gd name="connsiteX29" fmla="*/ 8348623 w 10678681"/>
              <a:gd name="connsiteY29" fmla="*/ 600607 h 1342734"/>
              <a:gd name="connsiteX30" fmla="*/ 8276883 w 10678681"/>
              <a:gd name="connsiteY30" fmla="*/ 588214 h 1342734"/>
              <a:gd name="connsiteX31" fmla="*/ 8086698 w 10678681"/>
              <a:gd name="connsiteY31" fmla="*/ 605185 h 1342734"/>
              <a:gd name="connsiteX32" fmla="*/ 7982378 w 10678681"/>
              <a:gd name="connsiteY32" fmla="*/ 629799 h 1342734"/>
              <a:gd name="connsiteX33" fmla="*/ 7947952 w 10678681"/>
              <a:gd name="connsiteY33" fmla="*/ 648003 h 1342734"/>
              <a:gd name="connsiteX34" fmla="*/ 7890112 w 10678681"/>
              <a:gd name="connsiteY34" fmla="*/ 677915 h 1342734"/>
              <a:gd name="connsiteX35" fmla="*/ 7853284 w 10678681"/>
              <a:gd name="connsiteY35" fmla="*/ 723588 h 1342734"/>
              <a:gd name="connsiteX36" fmla="*/ 7802383 w 10678681"/>
              <a:gd name="connsiteY36" fmla="*/ 739359 h 1342734"/>
              <a:gd name="connsiteX37" fmla="*/ 7730518 w 10678681"/>
              <a:gd name="connsiteY37" fmla="*/ 739526 h 1342734"/>
              <a:gd name="connsiteX38" fmla="*/ 7720084 w 10678681"/>
              <a:gd name="connsiteY38" fmla="*/ 760750 h 1342734"/>
              <a:gd name="connsiteX39" fmla="*/ 7652907 w 10678681"/>
              <a:gd name="connsiteY39" fmla="*/ 783273 h 1342734"/>
              <a:gd name="connsiteX40" fmla="*/ 7606008 w 10678681"/>
              <a:gd name="connsiteY40" fmla="*/ 800717 h 1342734"/>
              <a:gd name="connsiteX41" fmla="*/ 7480223 w 10678681"/>
              <a:gd name="connsiteY41" fmla="*/ 856821 h 1342734"/>
              <a:gd name="connsiteX42" fmla="*/ 7356005 w 10678681"/>
              <a:gd name="connsiteY42" fmla="*/ 919462 h 1342734"/>
              <a:gd name="connsiteX43" fmla="*/ 7305396 w 10678681"/>
              <a:gd name="connsiteY43" fmla="*/ 986228 h 1342734"/>
              <a:gd name="connsiteX44" fmla="*/ 7266251 w 10678681"/>
              <a:gd name="connsiteY44" fmla="*/ 967864 h 1342734"/>
              <a:gd name="connsiteX45" fmla="*/ 7258094 w 10678681"/>
              <a:gd name="connsiteY45" fmla="*/ 990679 h 1342734"/>
              <a:gd name="connsiteX46" fmla="*/ 7257893 w 10678681"/>
              <a:gd name="connsiteY46" fmla="*/ 991204 h 1342734"/>
              <a:gd name="connsiteX47" fmla="*/ 7247153 w 10678681"/>
              <a:gd name="connsiteY47" fmla="*/ 991550 h 1342734"/>
              <a:gd name="connsiteX48" fmla="*/ 7193612 w 10678681"/>
              <a:gd name="connsiteY48" fmla="*/ 987042 h 1342734"/>
              <a:gd name="connsiteX49" fmla="*/ 7132632 w 10678681"/>
              <a:gd name="connsiteY49" fmla="*/ 1042036 h 1342734"/>
              <a:gd name="connsiteX50" fmla="*/ 7105610 w 10678681"/>
              <a:gd name="connsiteY50" fmla="*/ 1053537 h 1342734"/>
              <a:gd name="connsiteX51" fmla="*/ 7069148 w 10678681"/>
              <a:gd name="connsiteY51" fmla="*/ 1047163 h 1342734"/>
              <a:gd name="connsiteX52" fmla="*/ 7039634 w 10678681"/>
              <a:gd name="connsiteY52" fmla="*/ 1059971 h 1342734"/>
              <a:gd name="connsiteX53" fmla="*/ 7033445 w 10678681"/>
              <a:gd name="connsiteY53" fmla="*/ 1063314 h 1342734"/>
              <a:gd name="connsiteX54" fmla="*/ 6999157 w 10678681"/>
              <a:gd name="connsiteY54" fmla="*/ 1055282 h 1342734"/>
              <a:gd name="connsiteX55" fmla="*/ 6981874 w 10678681"/>
              <a:gd name="connsiteY55" fmla="*/ 1053827 h 1342734"/>
              <a:gd name="connsiteX56" fmla="*/ 6976102 w 10678681"/>
              <a:gd name="connsiteY56" fmla="*/ 1047854 h 1342734"/>
              <a:gd name="connsiteX57" fmla="*/ 6951040 w 10678681"/>
              <a:gd name="connsiteY57" fmla="*/ 1048531 h 1342734"/>
              <a:gd name="connsiteX58" fmla="*/ 6948497 w 10678681"/>
              <a:gd name="connsiteY58" fmla="*/ 1050706 h 1342734"/>
              <a:gd name="connsiteX59" fmla="*/ 6926582 w 10678681"/>
              <a:gd name="connsiteY59" fmla="*/ 1043462 h 1342734"/>
              <a:gd name="connsiteX60" fmla="*/ 6833743 w 10678681"/>
              <a:gd name="connsiteY60" fmla="*/ 1027960 h 1342734"/>
              <a:gd name="connsiteX61" fmla="*/ 6687090 w 10678681"/>
              <a:gd name="connsiteY61" fmla="*/ 1063250 h 1342734"/>
              <a:gd name="connsiteX62" fmla="*/ 6431838 w 10678681"/>
              <a:gd name="connsiteY62" fmla="*/ 1063226 h 1342734"/>
              <a:gd name="connsiteX63" fmla="*/ 6327795 w 10678681"/>
              <a:gd name="connsiteY63" fmla="*/ 1088142 h 1342734"/>
              <a:gd name="connsiteX64" fmla="*/ 6136549 w 10678681"/>
              <a:gd name="connsiteY64" fmla="*/ 1100268 h 1342734"/>
              <a:gd name="connsiteX65" fmla="*/ 6004655 w 10678681"/>
              <a:gd name="connsiteY65" fmla="*/ 1114946 h 1342734"/>
              <a:gd name="connsiteX66" fmla="*/ 5936643 w 10678681"/>
              <a:gd name="connsiteY66" fmla="*/ 1095428 h 1342734"/>
              <a:gd name="connsiteX67" fmla="*/ 5912484 w 10678681"/>
              <a:gd name="connsiteY67" fmla="*/ 1112624 h 1342734"/>
              <a:gd name="connsiteX68" fmla="*/ 5908387 w 10678681"/>
              <a:gd name="connsiteY68" fmla="*/ 1116018 h 1342734"/>
              <a:gd name="connsiteX69" fmla="*/ 5890495 w 10678681"/>
              <a:gd name="connsiteY69" fmla="*/ 1120268 h 1342734"/>
              <a:gd name="connsiteX70" fmla="*/ 5887318 w 10678681"/>
              <a:gd name="connsiteY70" fmla="*/ 1133134 h 1342734"/>
              <a:gd name="connsiteX71" fmla="*/ 5861726 w 10678681"/>
              <a:gd name="connsiteY71" fmla="*/ 1147891 h 1342734"/>
              <a:gd name="connsiteX72" fmla="*/ 5805823 w 10678681"/>
              <a:gd name="connsiteY72" fmla="*/ 1152457 h 1342734"/>
              <a:gd name="connsiteX73" fmla="*/ 5689841 w 10678681"/>
              <a:gd name="connsiteY73" fmla="*/ 1176232 h 1342734"/>
              <a:gd name="connsiteX74" fmla="*/ 5605119 w 10678681"/>
              <a:gd name="connsiteY74" fmla="*/ 1190202 h 1342734"/>
              <a:gd name="connsiteX75" fmla="*/ 5488513 w 10678681"/>
              <a:gd name="connsiteY75" fmla="*/ 1205367 h 1342734"/>
              <a:gd name="connsiteX76" fmla="*/ 5402905 w 10678681"/>
              <a:gd name="connsiteY76" fmla="*/ 1241191 h 1342734"/>
              <a:gd name="connsiteX77" fmla="*/ 5285593 w 10678681"/>
              <a:gd name="connsiteY77" fmla="*/ 1273569 h 1342734"/>
              <a:gd name="connsiteX78" fmla="*/ 5192893 w 10678681"/>
              <a:gd name="connsiteY78" fmla="*/ 1247188 h 1342734"/>
              <a:gd name="connsiteX79" fmla="*/ 5186475 w 10678681"/>
              <a:gd name="connsiteY79" fmla="*/ 1257028 h 1342734"/>
              <a:gd name="connsiteX80" fmla="*/ 5126038 w 10678681"/>
              <a:gd name="connsiteY80" fmla="*/ 1263189 h 1342734"/>
              <a:gd name="connsiteX81" fmla="*/ 4894688 w 10678681"/>
              <a:gd name="connsiteY81" fmla="*/ 1247184 h 1342734"/>
              <a:gd name="connsiteX82" fmla="*/ 4788036 w 10678681"/>
              <a:gd name="connsiteY82" fmla="*/ 1238182 h 1342734"/>
              <a:gd name="connsiteX83" fmla="*/ 4747555 w 10678681"/>
              <a:gd name="connsiteY83" fmla="*/ 1252768 h 1342734"/>
              <a:gd name="connsiteX84" fmla="*/ 4679644 w 10678681"/>
              <a:gd name="connsiteY84" fmla="*/ 1276603 h 1342734"/>
              <a:gd name="connsiteX85" fmla="*/ 4632222 w 10678681"/>
              <a:gd name="connsiteY85" fmla="*/ 1318360 h 1342734"/>
              <a:gd name="connsiteX86" fmla="*/ 4617358 w 10678681"/>
              <a:gd name="connsiteY86" fmla="*/ 1327690 h 1342734"/>
              <a:gd name="connsiteX87" fmla="*/ 4589102 w 10678681"/>
              <a:gd name="connsiteY87" fmla="*/ 1321223 h 1342734"/>
              <a:gd name="connsiteX88" fmla="*/ 4578184 w 10678681"/>
              <a:gd name="connsiteY88" fmla="*/ 1326745 h 1342734"/>
              <a:gd name="connsiteX89" fmla="*/ 4574270 w 10678681"/>
              <a:gd name="connsiteY89" fmla="*/ 1325878 h 1342734"/>
              <a:gd name="connsiteX90" fmla="*/ 4564919 w 10678681"/>
              <a:gd name="connsiteY90" fmla="*/ 1325507 h 1342734"/>
              <a:gd name="connsiteX91" fmla="*/ 4566586 w 10678681"/>
              <a:gd name="connsiteY91" fmla="*/ 1316963 h 1342734"/>
              <a:gd name="connsiteX92" fmla="*/ 4556303 w 10678681"/>
              <a:gd name="connsiteY92" fmla="*/ 1300262 h 1342734"/>
              <a:gd name="connsiteX93" fmla="*/ 4502358 w 10678681"/>
              <a:gd name="connsiteY93" fmla="*/ 1302558 h 1342734"/>
              <a:gd name="connsiteX94" fmla="*/ 4498919 w 10678681"/>
              <a:gd name="connsiteY94" fmla="*/ 1312115 h 1342734"/>
              <a:gd name="connsiteX95" fmla="*/ 4492075 w 10678681"/>
              <a:gd name="connsiteY95" fmla="*/ 1313357 h 1342734"/>
              <a:gd name="connsiteX96" fmla="*/ 4487466 w 10678681"/>
              <a:gd name="connsiteY96" fmla="*/ 1304102 h 1342734"/>
              <a:gd name="connsiteX97" fmla="*/ 4398292 w 10678681"/>
              <a:gd name="connsiteY97" fmla="*/ 1278410 h 1342734"/>
              <a:gd name="connsiteX98" fmla="*/ 4306088 w 10678681"/>
              <a:gd name="connsiteY98" fmla="*/ 1282512 h 1342734"/>
              <a:gd name="connsiteX99" fmla="*/ 4188995 w 10678681"/>
              <a:gd name="connsiteY99" fmla="*/ 1296718 h 1342734"/>
              <a:gd name="connsiteX100" fmla="*/ 4136582 w 10678681"/>
              <a:gd name="connsiteY100" fmla="*/ 1287687 h 1342734"/>
              <a:gd name="connsiteX101" fmla="*/ 4064614 w 10678681"/>
              <a:gd name="connsiteY101" fmla="*/ 1296118 h 1342734"/>
              <a:gd name="connsiteX102" fmla="*/ 3900948 w 10678681"/>
              <a:gd name="connsiteY102" fmla="*/ 1322156 h 1342734"/>
              <a:gd name="connsiteX103" fmla="*/ 3787890 w 10678681"/>
              <a:gd name="connsiteY103" fmla="*/ 1322164 h 1342734"/>
              <a:gd name="connsiteX104" fmla="*/ 3745993 w 10678681"/>
              <a:gd name="connsiteY104" fmla="*/ 1342630 h 1342734"/>
              <a:gd name="connsiteX105" fmla="*/ 3675785 w 10678681"/>
              <a:gd name="connsiteY105" fmla="*/ 1326802 h 1342734"/>
              <a:gd name="connsiteX106" fmla="*/ 3623856 w 10678681"/>
              <a:gd name="connsiteY106" fmla="*/ 1290804 h 1342734"/>
              <a:gd name="connsiteX107" fmla="*/ 3564933 w 10678681"/>
              <a:gd name="connsiteY107" fmla="*/ 1287147 h 1342734"/>
              <a:gd name="connsiteX108" fmla="*/ 3550537 w 10678681"/>
              <a:gd name="connsiteY108" fmla="*/ 1317552 h 1342734"/>
              <a:gd name="connsiteX109" fmla="*/ 3487736 w 10678681"/>
              <a:gd name="connsiteY109" fmla="*/ 1303493 h 1342734"/>
              <a:gd name="connsiteX110" fmla="*/ 3392548 w 10678681"/>
              <a:gd name="connsiteY110" fmla="*/ 1278741 h 1342734"/>
              <a:gd name="connsiteX111" fmla="*/ 3337466 w 10678681"/>
              <a:gd name="connsiteY111" fmla="*/ 1272537 h 1342734"/>
              <a:gd name="connsiteX112" fmla="*/ 3175981 w 10678681"/>
              <a:gd name="connsiteY112" fmla="*/ 1208973 h 1342734"/>
              <a:gd name="connsiteX113" fmla="*/ 3036856 w 10678681"/>
              <a:gd name="connsiteY113" fmla="*/ 1214383 h 1342734"/>
              <a:gd name="connsiteX114" fmla="*/ 2824973 w 10678681"/>
              <a:gd name="connsiteY114" fmla="*/ 1134864 h 1342734"/>
              <a:gd name="connsiteX115" fmla="*/ 2804398 w 10678681"/>
              <a:gd name="connsiteY115" fmla="*/ 1125556 h 1342734"/>
              <a:gd name="connsiteX116" fmla="*/ 2736109 w 10678681"/>
              <a:gd name="connsiteY116" fmla="*/ 1137717 h 1342734"/>
              <a:gd name="connsiteX117" fmla="*/ 2659096 w 10678681"/>
              <a:gd name="connsiteY117" fmla="*/ 1150294 h 1342734"/>
              <a:gd name="connsiteX118" fmla="*/ 2567088 w 10678681"/>
              <a:gd name="connsiteY118" fmla="*/ 1181781 h 1342734"/>
              <a:gd name="connsiteX119" fmla="*/ 2454501 w 10678681"/>
              <a:gd name="connsiteY119" fmla="*/ 1155455 h 1342734"/>
              <a:gd name="connsiteX120" fmla="*/ 2385161 w 10678681"/>
              <a:gd name="connsiteY120" fmla="*/ 1161312 h 1342734"/>
              <a:gd name="connsiteX121" fmla="*/ 2273361 w 10678681"/>
              <a:gd name="connsiteY121" fmla="*/ 1134090 h 1342734"/>
              <a:gd name="connsiteX122" fmla="*/ 2132003 w 10678681"/>
              <a:gd name="connsiteY122" fmla="*/ 1139225 h 1342734"/>
              <a:gd name="connsiteX123" fmla="*/ 2041224 w 10678681"/>
              <a:gd name="connsiteY123" fmla="*/ 1147536 h 1342734"/>
              <a:gd name="connsiteX124" fmla="*/ 2010157 w 10678681"/>
              <a:gd name="connsiteY124" fmla="*/ 1152767 h 1342734"/>
              <a:gd name="connsiteX125" fmla="*/ 1859213 w 10678681"/>
              <a:gd name="connsiteY125" fmla="*/ 1199540 h 1342734"/>
              <a:gd name="connsiteX126" fmla="*/ 1735877 w 10678681"/>
              <a:gd name="connsiteY126" fmla="*/ 1246527 h 1342734"/>
              <a:gd name="connsiteX127" fmla="*/ 1705069 w 10678681"/>
              <a:gd name="connsiteY127" fmla="*/ 1251989 h 1342734"/>
              <a:gd name="connsiteX128" fmla="*/ 1307888 w 10678681"/>
              <a:gd name="connsiteY128" fmla="*/ 1283156 h 1342734"/>
              <a:gd name="connsiteX129" fmla="*/ 1220734 w 10678681"/>
              <a:gd name="connsiteY129" fmla="*/ 1257811 h 1342734"/>
              <a:gd name="connsiteX130" fmla="*/ 1021737 w 10678681"/>
              <a:gd name="connsiteY130" fmla="*/ 1238739 h 1342734"/>
              <a:gd name="connsiteX131" fmla="*/ 959820 w 10678681"/>
              <a:gd name="connsiteY131" fmla="*/ 1275863 h 1342734"/>
              <a:gd name="connsiteX132" fmla="*/ 929137 w 10678681"/>
              <a:gd name="connsiteY132" fmla="*/ 1273957 h 1342734"/>
              <a:gd name="connsiteX133" fmla="*/ 878849 w 10678681"/>
              <a:gd name="connsiteY133" fmla="*/ 1266740 h 1342734"/>
              <a:gd name="connsiteX134" fmla="*/ 800667 w 10678681"/>
              <a:gd name="connsiteY134" fmla="*/ 1282041 h 1342734"/>
              <a:gd name="connsiteX135" fmla="*/ 644906 w 10678681"/>
              <a:gd name="connsiteY135" fmla="*/ 1273685 h 1342734"/>
              <a:gd name="connsiteX136" fmla="*/ 379869 w 10678681"/>
              <a:gd name="connsiteY136" fmla="*/ 1339165 h 1342734"/>
              <a:gd name="connsiteX137" fmla="*/ 137696 w 10678681"/>
              <a:gd name="connsiteY137" fmla="*/ 1319217 h 1342734"/>
              <a:gd name="connsiteX138" fmla="*/ 54250 w 10678681"/>
              <a:gd name="connsiteY138" fmla="*/ 1315838 h 1342734"/>
              <a:gd name="connsiteX139" fmla="*/ 28042 w 10678681"/>
              <a:gd name="connsiteY139" fmla="*/ 1297822 h 1342734"/>
              <a:gd name="connsiteX140" fmla="*/ 0 w 10678681"/>
              <a:gd name="connsiteY140" fmla="*/ 1294612 h 1342734"/>
              <a:gd name="connsiteX141" fmla="*/ 0 w 10678681"/>
              <a:gd name="connsiteY141" fmla="*/ 0 h 1342734"/>
              <a:gd name="connsiteX0" fmla="*/ 0 w 10678681"/>
              <a:gd name="connsiteY0" fmla="*/ 0 h 1342734"/>
              <a:gd name="connsiteX1" fmla="*/ 10678681 w 10678681"/>
              <a:gd name="connsiteY1" fmla="*/ 0 h 1342734"/>
              <a:gd name="connsiteX2" fmla="*/ 10666019 w 10678681"/>
              <a:gd name="connsiteY2" fmla="*/ 7876 h 1342734"/>
              <a:gd name="connsiteX3" fmla="*/ 10632825 w 10678681"/>
              <a:gd name="connsiteY3" fmla="*/ 32153 h 1342734"/>
              <a:gd name="connsiteX4" fmla="*/ 10516219 w 10678681"/>
              <a:gd name="connsiteY4" fmla="*/ 45588 h 1342734"/>
              <a:gd name="connsiteX5" fmla="*/ 10456989 w 10678681"/>
              <a:gd name="connsiteY5" fmla="*/ 979 h 1342734"/>
              <a:gd name="connsiteX6" fmla="*/ 10438642 w 10678681"/>
              <a:gd name="connsiteY6" fmla="*/ 1524 h 1342734"/>
              <a:gd name="connsiteX7" fmla="*/ 10407146 w 10678681"/>
              <a:gd name="connsiteY7" fmla="*/ 43659 h 1342734"/>
              <a:gd name="connsiteX8" fmla="*/ 10341159 w 10678681"/>
              <a:gd name="connsiteY8" fmla="*/ 103824 h 1342734"/>
              <a:gd name="connsiteX9" fmla="*/ 10244930 w 10678681"/>
              <a:gd name="connsiteY9" fmla="*/ 94599 h 1342734"/>
              <a:gd name="connsiteX10" fmla="*/ 10115334 w 10678681"/>
              <a:gd name="connsiteY10" fmla="*/ 155658 h 1342734"/>
              <a:gd name="connsiteX11" fmla="*/ 10068157 w 10678681"/>
              <a:gd name="connsiteY11" fmla="*/ 215673 h 1342734"/>
              <a:gd name="connsiteX12" fmla="*/ 10045431 w 10678681"/>
              <a:gd name="connsiteY12" fmla="*/ 229568 h 1342734"/>
              <a:gd name="connsiteX13" fmla="*/ 9929077 w 10678681"/>
              <a:gd name="connsiteY13" fmla="*/ 209062 h 1342734"/>
              <a:gd name="connsiteX14" fmla="*/ 9840045 w 10678681"/>
              <a:gd name="connsiteY14" fmla="*/ 223033 h 1342734"/>
              <a:gd name="connsiteX15" fmla="*/ 9679638 w 10678681"/>
              <a:gd name="connsiteY15" fmla="*/ 277462 h 1342734"/>
              <a:gd name="connsiteX16" fmla="*/ 9498347 w 10678681"/>
              <a:gd name="connsiteY16" fmla="*/ 244723 h 1342734"/>
              <a:gd name="connsiteX17" fmla="*/ 9366026 w 10678681"/>
              <a:gd name="connsiteY17" fmla="*/ 299024 h 1342734"/>
              <a:gd name="connsiteX18" fmla="*/ 9316702 w 10678681"/>
              <a:gd name="connsiteY18" fmla="*/ 356523 h 1342734"/>
              <a:gd name="connsiteX19" fmla="*/ 9121744 w 10678681"/>
              <a:gd name="connsiteY19" fmla="*/ 365177 h 1342734"/>
              <a:gd name="connsiteX20" fmla="*/ 9061654 w 10678681"/>
              <a:gd name="connsiteY20" fmla="*/ 393730 h 1342734"/>
              <a:gd name="connsiteX21" fmla="*/ 8997577 w 10678681"/>
              <a:gd name="connsiteY21" fmla="*/ 380865 h 1342734"/>
              <a:gd name="connsiteX22" fmla="*/ 8907968 w 10678681"/>
              <a:gd name="connsiteY22" fmla="*/ 447345 h 1342734"/>
              <a:gd name="connsiteX23" fmla="*/ 8764163 w 10678681"/>
              <a:gd name="connsiteY23" fmla="*/ 471000 h 1342734"/>
              <a:gd name="connsiteX24" fmla="*/ 8680155 w 10678681"/>
              <a:gd name="connsiteY24" fmla="*/ 492404 h 1342734"/>
              <a:gd name="connsiteX25" fmla="*/ 8651436 w 10678681"/>
              <a:gd name="connsiteY25" fmla="*/ 511923 h 1342734"/>
              <a:gd name="connsiteX26" fmla="*/ 8609185 w 10678681"/>
              <a:gd name="connsiteY26" fmla="*/ 531525 h 1342734"/>
              <a:gd name="connsiteX27" fmla="*/ 8537091 w 10678681"/>
              <a:gd name="connsiteY27" fmla="*/ 574933 h 1342734"/>
              <a:gd name="connsiteX28" fmla="*/ 8435931 w 10678681"/>
              <a:gd name="connsiteY28" fmla="*/ 617926 h 1342734"/>
              <a:gd name="connsiteX29" fmla="*/ 8348623 w 10678681"/>
              <a:gd name="connsiteY29" fmla="*/ 600607 h 1342734"/>
              <a:gd name="connsiteX30" fmla="*/ 8276883 w 10678681"/>
              <a:gd name="connsiteY30" fmla="*/ 588214 h 1342734"/>
              <a:gd name="connsiteX31" fmla="*/ 8086698 w 10678681"/>
              <a:gd name="connsiteY31" fmla="*/ 605185 h 1342734"/>
              <a:gd name="connsiteX32" fmla="*/ 7982378 w 10678681"/>
              <a:gd name="connsiteY32" fmla="*/ 629799 h 1342734"/>
              <a:gd name="connsiteX33" fmla="*/ 7947952 w 10678681"/>
              <a:gd name="connsiteY33" fmla="*/ 648003 h 1342734"/>
              <a:gd name="connsiteX34" fmla="*/ 7890112 w 10678681"/>
              <a:gd name="connsiteY34" fmla="*/ 677915 h 1342734"/>
              <a:gd name="connsiteX35" fmla="*/ 7853284 w 10678681"/>
              <a:gd name="connsiteY35" fmla="*/ 723588 h 1342734"/>
              <a:gd name="connsiteX36" fmla="*/ 7802383 w 10678681"/>
              <a:gd name="connsiteY36" fmla="*/ 739359 h 1342734"/>
              <a:gd name="connsiteX37" fmla="*/ 7730518 w 10678681"/>
              <a:gd name="connsiteY37" fmla="*/ 739526 h 1342734"/>
              <a:gd name="connsiteX38" fmla="*/ 7720084 w 10678681"/>
              <a:gd name="connsiteY38" fmla="*/ 760750 h 1342734"/>
              <a:gd name="connsiteX39" fmla="*/ 7652907 w 10678681"/>
              <a:gd name="connsiteY39" fmla="*/ 783273 h 1342734"/>
              <a:gd name="connsiteX40" fmla="*/ 7606008 w 10678681"/>
              <a:gd name="connsiteY40" fmla="*/ 800717 h 1342734"/>
              <a:gd name="connsiteX41" fmla="*/ 7480223 w 10678681"/>
              <a:gd name="connsiteY41" fmla="*/ 856821 h 1342734"/>
              <a:gd name="connsiteX42" fmla="*/ 7356005 w 10678681"/>
              <a:gd name="connsiteY42" fmla="*/ 919462 h 1342734"/>
              <a:gd name="connsiteX43" fmla="*/ 7305396 w 10678681"/>
              <a:gd name="connsiteY43" fmla="*/ 986228 h 1342734"/>
              <a:gd name="connsiteX44" fmla="*/ 7266251 w 10678681"/>
              <a:gd name="connsiteY44" fmla="*/ 967864 h 1342734"/>
              <a:gd name="connsiteX45" fmla="*/ 7258094 w 10678681"/>
              <a:gd name="connsiteY45" fmla="*/ 990679 h 1342734"/>
              <a:gd name="connsiteX46" fmla="*/ 7257893 w 10678681"/>
              <a:gd name="connsiteY46" fmla="*/ 991204 h 1342734"/>
              <a:gd name="connsiteX47" fmla="*/ 7247153 w 10678681"/>
              <a:gd name="connsiteY47" fmla="*/ 991550 h 1342734"/>
              <a:gd name="connsiteX48" fmla="*/ 7193612 w 10678681"/>
              <a:gd name="connsiteY48" fmla="*/ 987042 h 1342734"/>
              <a:gd name="connsiteX49" fmla="*/ 7132632 w 10678681"/>
              <a:gd name="connsiteY49" fmla="*/ 1042036 h 1342734"/>
              <a:gd name="connsiteX50" fmla="*/ 7105610 w 10678681"/>
              <a:gd name="connsiteY50" fmla="*/ 1053537 h 1342734"/>
              <a:gd name="connsiteX51" fmla="*/ 7069148 w 10678681"/>
              <a:gd name="connsiteY51" fmla="*/ 1047163 h 1342734"/>
              <a:gd name="connsiteX52" fmla="*/ 7039634 w 10678681"/>
              <a:gd name="connsiteY52" fmla="*/ 1059971 h 1342734"/>
              <a:gd name="connsiteX53" fmla="*/ 7033445 w 10678681"/>
              <a:gd name="connsiteY53" fmla="*/ 1063314 h 1342734"/>
              <a:gd name="connsiteX54" fmla="*/ 6999157 w 10678681"/>
              <a:gd name="connsiteY54" fmla="*/ 1055282 h 1342734"/>
              <a:gd name="connsiteX55" fmla="*/ 6981874 w 10678681"/>
              <a:gd name="connsiteY55" fmla="*/ 1053827 h 1342734"/>
              <a:gd name="connsiteX56" fmla="*/ 6976102 w 10678681"/>
              <a:gd name="connsiteY56" fmla="*/ 1047854 h 1342734"/>
              <a:gd name="connsiteX57" fmla="*/ 6951040 w 10678681"/>
              <a:gd name="connsiteY57" fmla="*/ 1048531 h 1342734"/>
              <a:gd name="connsiteX58" fmla="*/ 6948497 w 10678681"/>
              <a:gd name="connsiteY58" fmla="*/ 1050706 h 1342734"/>
              <a:gd name="connsiteX59" fmla="*/ 6926582 w 10678681"/>
              <a:gd name="connsiteY59" fmla="*/ 1043462 h 1342734"/>
              <a:gd name="connsiteX60" fmla="*/ 6833743 w 10678681"/>
              <a:gd name="connsiteY60" fmla="*/ 1027960 h 1342734"/>
              <a:gd name="connsiteX61" fmla="*/ 6687090 w 10678681"/>
              <a:gd name="connsiteY61" fmla="*/ 1063250 h 1342734"/>
              <a:gd name="connsiteX62" fmla="*/ 6431838 w 10678681"/>
              <a:gd name="connsiteY62" fmla="*/ 1063226 h 1342734"/>
              <a:gd name="connsiteX63" fmla="*/ 6327795 w 10678681"/>
              <a:gd name="connsiteY63" fmla="*/ 1088142 h 1342734"/>
              <a:gd name="connsiteX64" fmla="*/ 6136549 w 10678681"/>
              <a:gd name="connsiteY64" fmla="*/ 1100268 h 1342734"/>
              <a:gd name="connsiteX65" fmla="*/ 6004655 w 10678681"/>
              <a:gd name="connsiteY65" fmla="*/ 1114946 h 1342734"/>
              <a:gd name="connsiteX66" fmla="*/ 5936643 w 10678681"/>
              <a:gd name="connsiteY66" fmla="*/ 1095428 h 1342734"/>
              <a:gd name="connsiteX67" fmla="*/ 5912484 w 10678681"/>
              <a:gd name="connsiteY67" fmla="*/ 1112624 h 1342734"/>
              <a:gd name="connsiteX68" fmla="*/ 5908387 w 10678681"/>
              <a:gd name="connsiteY68" fmla="*/ 1116018 h 1342734"/>
              <a:gd name="connsiteX69" fmla="*/ 5890495 w 10678681"/>
              <a:gd name="connsiteY69" fmla="*/ 1120268 h 1342734"/>
              <a:gd name="connsiteX70" fmla="*/ 5887318 w 10678681"/>
              <a:gd name="connsiteY70" fmla="*/ 1133134 h 1342734"/>
              <a:gd name="connsiteX71" fmla="*/ 5861726 w 10678681"/>
              <a:gd name="connsiteY71" fmla="*/ 1147891 h 1342734"/>
              <a:gd name="connsiteX72" fmla="*/ 5805823 w 10678681"/>
              <a:gd name="connsiteY72" fmla="*/ 1152457 h 1342734"/>
              <a:gd name="connsiteX73" fmla="*/ 5689841 w 10678681"/>
              <a:gd name="connsiteY73" fmla="*/ 1176232 h 1342734"/>
              <a:gd name="connsiteX74" fmla="*/ 5605119 w 10678681"/>
              <a:gd name="connsiteY74" fmla="*/ 1190202 h 1342734"/>
              <a:gd name="connsiteX75" fmla="*/ 5488513 w 10678681"/>
              <a:gd name="connsiteY75" fmla="*/ 1205367 h 1342734"/>
              <a:gd name="connsiteX76" fmla="*/ 5402905 w 10678681"/>
              <a:gd name="connsiteY76" fmla="*/ 1241191 h 1342734"/>
              <a:gd name="connsiteX77" fmla="*/ 5285593 w 10678681"/>
              <a:gd name="connsiteY77" fmla="*/ 1273569 h 1342734"/>
              <a:gd name="connsiteX78" fmla="*/ 5192893 w 10678681"/>
              <a:gd name="connsiteY78" fmla="*/ 1247188 h 1342734"/>
              <a:gd name="connsiteX79" fmla="*/ 5186475 w 10678681"/>
              <a:gd name="connsiteY79" fmla="*/ 1257028 h 1342734"/>
              <a:gd name="connsiteX80" fmla="*/ 5126038 w 10678681"/>
              <a:gd name="connsiteY80" fmla="*/ 1263189 h 1342734"/>
              <a:gd name="connsiteX81" fmla="*/ 4894688 w 10678681"/>
              <a:gd name="connsiteY81" fmla="*/ 1247184 h 1342734"/>
              <a:gd name="connsiteX82" fmla="*/ 4788036 w 10678681"/>
              <a:gd name="connsiteY82" fmla="*/ 1238182 h 1342734"/>
              <a:gd name="connsiteX83" fmla="*/ 4747555 w 10678681"/>
              <a:gd name="connsiteY83" fmla="*/ 1252768 h 1342734"/>
              <a:gd name="connsiteX84" fmla="*/ 4679644 w 10678681"/>
              <a:gd name="connsiteY84" fmla="*/ 1276603 h 1342734"/>
              <a:gd name="connsiteX85" fmla="*/ 4632222 w 10678681"/>
              <a:gd name="connsiteY85" fmla="*/ 1318360 h 1342734"/>
              <a:gd name="connsiteX86" fmla="*/ 4617358 w 10678681"/>
              <a:gd name="connsiteY86" fmla="*/ 1327690 h 1342734"/>
              <a:gd name="connsiteX87" fmla="*/ 4589102 w 10678681"/>
              <a:gd name="connsiteY87" fmla="*/ 1321223 h 1342734"/>
              <a:gd name="connsiteX88" fmla="*/ 4578184 w 10678681"/>
              <a:gd name="connsiteY88" fmla="*/ 1326745 h 1342734"/>
              <a:gd name="connsiteX89" fmla="*/ 4574270 w 10678681"/>
              <a:gd name="connsiteY89" fmla="*/ 1325878 h 1342734"/>
              <a:gd name="connsiteX90" fmla="*/ 4564919 w 10678681"/>
              <a:gd name="connsiteY90" fmla="*/ 1325507 h 1342734"/>
              <a:gd name="connsiteX91" fmla="*/ 4566586 w 10678681"/>
              <a:gd name="connsiteY91" fmla="*/ 1316963 h 1342734"/>
              <a:gd name="connsiteX92" fmla="*/ 4556303 w 10678681"/>
              <a:gd name="connsiteY92" fmla="*/ 1300262 h 1342734"/>
              <a:gd name="connsiteX93" fmla="*/ 4502358 w 10678681"/>
              <a:gd name="connsiteY93" fmla="*/ 1302558 h 1342734"/>
              <a:gd name="connsiteX94" fmla="*/ 4498919 w 10678681"/>
              <a:gd name="connsiteY94" fmla="*/ 1312115 h 1342734"/>
              <a:gd name="connsiteX95" fmla="*/ 4492075 w 10678681"/>
              <a:gd name="connsiteY95" fmla="*/ 1313357 h 1342734"/>
              <a:gd name="connsiteX96" fmla="*/ 4487466 w 10678681"/>
              <a:gd name="connsiteY96" fmla="*/ 1304102 h 1342734"/>
              <a:gd name="connsiteX97" fmla="*/ 4398292 w 10678681"/>
              <a:gd name="connsiteY97" fmla="*/ 1278410 h 1342734"/>
              <a:gd name="connsiteX98" fmla="*/ 4306088 w 10678681"/>
              <a:gd name="connsiteY98" fmla="*/ 1282512 h 1342734"/>
              <a:gd name="connsiteX99" fmla="*/ 4188995 w 10678681"/>
              <a:gd name="connsiteY99" fmla="*/ 1296718 h 1342734"/>
              <a:gd name="connsiteX100" fmla="*/ 4136582 w 10678681"/>
              <a:gd name="connsiteY100" fmla="*/ 1287687 h 1342734"/>
              <a:gd name="connsiteX101" fmla="*/ 4064614 w 10678681"/>
              <a:gd name="connsiteY101" fmla="*/ 1296118 h 1342734"/>
              <a:gd name="connsiteX102" fmla="*/ 3900948 w 10678681"/>
              <a:gd name="connsiteY102" fmla="*/ 1322156 h 1342734"/>
              <a:gd name="connsiteX103" fmla="*/ 3787890 w 10678681"/>
              <a:gd name="connsiteY103" fmla="*/ 1322164 h 1342734"/>
              <a:gd name="connsiteX104" fmla="*/ 3745993 w 10678681"/>
              <a:gd name="connsiteY104" fmla="*/ 1342630 h 1342734"/>
              <a:gd name="connsiteX105" fmla="*/ 3675785 w 10678681"/>
              <a:gd name="connsiteY105" fmla="*/ 1326802 h 1342734"/>
              <a:gd name="connsiteX106" fmla="*/ 3623856 w 10678681"/>
              <a:gd name="connsiteY106" fmla="*/ 1290804 h 1342734"/>
              <a:gd name="connsiteX107" fmla="*/ 3564933 w 10678681"/>
              <a:gd name="connsiteY107" fmla="*/ 1287147 h 1342734"/>
              <a:gd name="connsiteX108" fmla="*/ 3550537 w 10678681"/>
              <a:gd name="connsiteY108" fmla="*/ 1317552 h 1342734"/>
              <a:gd name="connsiteX109" fmla="*/ 3487736 w 10678681"/>
              <a:gd name="connsiteY109" fmla="*/ 1303493 h 1342734"/>
              <a:gd name="connsiteX110" fmla="*/ 3392548 w 10678681"/>
              <a:gd name="connsiteY110" fmla="*/ 1278741 h 1342734"/>
              <a:gd name="connsiteX111" fmla="*/ 3337466 w 10678681"/>
              <a:gd name="connsiteY111" fmla="*/ 1272537 h 1342734"/>
              <a:gd name="connsiteX112" fmla="*/ 3175981 w 10678681"/>
              <a:gd name="connsiteY112" fmla="*/ 1208973 h 1342734"/>
              <a:gd name="connsiteX113" fmla="*/ 3036856 w 10678681"/>
              <a:gd name="connsiteY113" fmla="*/ 1214383 h 1342734"/>
              <a:gd name="connsiteX114" fmla="*/ 2824973 w 10678681"/>
              <a:gd name="connsiteY114" fmla="*/ 1134864 h 1342734"/>
              <a:gd name="connsiteX115" fmla="*/ 2804398 w 10678681"/>
              <a:gd name="connsiteY115" fmla="*/ 1125556 h 1342734"/>
              <a:gd name="connsiteX116" fmla="*/ 2736109 w 10678681"/>
              <a:gd name="connsiteY116" fmla="*/ 1137717 h 1342734"/>
              <a:gd name="connsiteX117" fmla="*/ 2659096 w 10678681"/>
              <a:gd name="connsiteY117" fmla="*/ 1150294 h 1342734"/>
              <a:gd name="connsiteX118" fmla="*/ 2567088 w 10678681"/>
              <a:gd name="connsiteY118" fmla="*/ 1181781 h 1342734"/>
              <a:gd name="connsiteX119" fmla="*/ 2454501 w 10678681"/>
              <a:gd name="connsiteY119" fmla="*/ 1155455 h 1342734"/>
              <a:gd name="connsiteX120" fmla="*/ 2385161 w 10678681"/>
              <a:gd name="connsiteY120" fmla="*/ 1161312 h 1342734"/>
              <a:gd name="connsiteX121" fmla="*/ 2273361 w 10678681"/>
              <a:gd name="connsiteY121" fmla="*/ 1134090 h 1342734"/>
              <a:gd name="connsiteX122" fmla="*/ 2132003 w 10678681"/>
              <a:gd name="connsiteY122" fmla="*/ 1139225 h 1342734"/>
              <a:gd name="connsiteX123" fmla="*/ 2041224 w 10678681"/>
              <a:gd name="connsiteY123" fmla="*/ 1147536 h 1342734"/>
              <a:gd name="connsiteX124" fmla="*/ 2010157 w 10678681"/>
              <a:gd name="connsiteY124" fmla="*/ 1152767 h 1342734"/>
              <a:gd name="connsiteX125" fmla="*/ 1859213 w 10678681"/>
              <a:gd name="connsiteY125" fmla="*/ 1199540 h 1342734"/>
              <a:gd name="connsiteX126" fmla="*/ 1735877 w 10678681"/>
              <a:gd name="connsiteY126" fmla="*/ 1246527 h 1342734"/>
              <a:gd name="connsiteX127" fmla="*/ 1705069 w 10678681"/>
              <a:gd name="connsiteY127" fmla="*/ 1251989 h 1342734"/>
              <a:gd name="connsiteX128" fmla="*/ 1307888 w 10678681"/>
              <a:gd name="connsiteY128" fmla="*/ 1283156 h 1342734"/>
              <a:gd name="connsiteX129" fmla="*/ 1220734 w 10678681"/>
              <a:gd name="connsiteY129" fmla="*/ 1257811 h 1342734"/>
              <a:gd name="connsiteX130" fmla="*/ 1021737 w 10678681"/>
              <a:gd name="connsiteY130" fmla="*/ 1238739 h 1342734"/>
              <a:gd name="connsiteX131" fmla="*/ 959820 w 10678681"/>
              <a:gd name="connsiteY131" fmla="*/ 1275863 h 1342734"/>
              <a:gd name="connsiteX132" fmla="*/ 929137 w 10678681"/>
              <a:gd name="connsiteY132" fmla="*/ 1273957 h 1342734"/>
              <a:gd name="connsiteX133" fmla="*/ 878849 w 10678681"/>
              <a:gd name="connsiteY133" fmla="*/ 1266740 h 1342734"/>
              <a:gd name="connsiteX134" fmla="*/ 800667 w 10678681"/>
              <a:gd name="connsiteY134" fmla="*/ 1282041 h 1342734"/>
              <a:gd name="connsiteX135" fmla="*/ 644906 w 10678681"/>
              <a:gd name="connsiteY135" fmla="*/ 1273685 h 1342734"/>
              <a:gd name="connsiteX136" fmla="*/ 379869 w 10678681"/>
              <a:gd name="connsiteY136" fmla="*/ 1339165 h 1342734"/>
              <a:gd name="connsiteX137" fmla="*/ 137696 w 10678681"/>
              <a:gd name="connsiteY137" fmla="*/ 1319217 h 1342734"/>
              <a:gd name="connsiteX138" fmla="*/ 54250 w 10678681"/>
              <a:gd name="connsiteY138" fmla="*/ 1315838 h 1342734"/>
              <a:gd name="connsiteX139" fmla="*/ 28042 w 10678681"/>
              <a:gd name="connsiteY139" fmla="*/ 1297822 h 1342734"/>
              <a:gd name="connsiteX140" fmla="*/ 0 w 10678681"/>
              <a:gd name="connsiteY140" fmla="*/ 1294612 h 1342734"/>
              <a:gd name="connsiteX141" fmla="*/ 0 w 10678681"/>
              <a:gd name="connsiteY141" fmla="*/ 0 h 1342734"/>
              <a:gd name="connsiteX0" fmla="*/ 0 w 10678681"/>
              <a:gd name="connsiteY0" fmla="*/ 0 h 1342734"/>
              <a:gd name="connsiteX1" fmla="*/ 10678681 w 10678681"/>
              <a:gd name="connsiteY1" fmla="*/ 0 h 1342734"/>
              <a:gd name="connsiteX2" fmla="*/ 10666019 w 10678681"/>
              <a:gd name="connsiteY2" fmla="*/ 7876 h 1342734"/>
              <a:gd name="connsiteX3" fmla="*/ 10632825 w 10678681"/>
              <a:gd name="connsiteY3" fmla="*/ 32153 h 1342734"/>
              <a:gd name="connsiteX4" fmla="*/ 10516219 w 10678681"/>
              <a:gd name="connsiteY4" fmla="*/ 45588 h 1342734"/>
              <a:gd name="connsiteX5" fmla="*/ 10456989 w 10678681"/>
              <a:gd name="connsiteY5" fmla="*/ 979 h 1342734"/>
              <a:gd name="connsiteX6" fmla="*/ 10438642 w 10678681"/>
              <a:gd name="connsiteY6" fmla="*/ 1524 h 1342734"/>
              <a:gd name="connsiteX7" fmla="*/ 10407146 w 10678681"/>
              <a:gd name="connsiteY7" fmla="*/ 43659 h 1342734"/>
              <a:gd name="connsiteX8" fmla="*/ 10341159 w 10678681"/>
              <a:gd name="connsiteY8" fmla="*/ 103824 h 1342734"/>
              <a:gd name="connsiteX9" fmla="*/ 10244930 w 10678681"/>
              <a:gd name="connsiteY9" fmla="*/ 94599 h 1342734"/>
              <a:gd name="connsiteX10" fmla="*/ 10115334 w 10678681"/>
              <a:gd name="connsiteY10" fmla="*/ 155658 h 1342734"/>
              <a:gd name="connsiteX11" fmla="*/ 10068157 w 10678681"/>
              <a:gd name="connsiteY11" fmla="*/ 215673 h 1342734"/>
              <a:gd name="connsiteX12" fmla="*/ 10045431 w 10678681"/>
              <a:gd name="connsiteY12" fmla="*/ 229568 h 1342734"/>
              <a:gd name="connsiteX13" fmla="*/ 9929077 w 10678681"/>
              <a:gd name="connsiteY13" fmla="*/ 209062 h 1342734"/>
              <a:gd name="connsiteX14" fmla="*/ 9840045 w 10678681"/>
              <a:gd name="connsiteY14" fmla="*/ 223033 h 1342734"/>
              <a:gd name="connsiteX15" fmla="*/ 9679639 w 10678681"/>
              <a:gd name="connsiteY15" fmla="*/ 247182 h 1342734"/>
              <a:gd name="connsiteX16" fmla="*/ 9498347 w 10678681"/>
              <a:gd name="connsiteY16" fmla="*/ 244723 h 1342734"/>
              <a:gd name="connsiteX17" fmla="*/ 9366026 w 10678681"/>
              <a:gd name="connsiteY17" fmla="*/ 299024 h 1342734"/>
              <a:gd name="connsiteX18" fmla="*/ 9316702 w 10678681"/>
              <a:gd name="connsiteY18" fmla="*/ 356523 h 1342734"/>
              <a:gd name="connsiteX19" fmla="*/ 9121744 w 10678681"/>
              <a:gd name="connsiteY19" fmla="*/ 365177 h 1342734"/>
              <a:gd name="connsiteX20" fmla="*/ 9061654 w 10678681"/>
              <a:gd name="connsiteY20" fmla="*/ 393730 h 1342734"/>
              <a:gd name="connsiteX21" fmla="*/ 8997577 w 10678681"/>
              <a:gd name="connsiteY21" fmla="*/ 380865 h 1342734"/>
              <a:gd name="connsiteX22" fmla="*/ 8907968 w 10678681"/>
              <a:gd name="connsiteY22" fmla="*/ 447345 h 1342734"/>
              <a:gd name="connsiteX23" fmla="*/ 8764163 w 10678681"/>
              <a:gd name="connsiteY23" fmla="*/ 471000 h 1342734"/>
              <a:gd name="connsiteX24" fmla="*/ 8680155 w 10678681"/>
              <a:gd name="connsiteY24" fmla="*/ 492404 h 1342734"/>
              <a:gd name="connsiteX25" fmla="*/ 8651436 w 10678681"/>
              <a:gd name="connsiteY25" fmla="*/ 511923 h 1342734"/>
              <a:gd name="connsiteX26" fmla="*/ 8609185 w 10678681"/>
              <a:gd name="connsiteY26" fmla="*/ 531525 h 1342734"/>
              <a:gd name="connsiteX27" fmla="*/ 8537091 w 10678681"/>
              <a:gd name="connsiteY27" fmla="*/ 574933 h 1342734"/>
              <a:gd name="connsiteX28" fmla="*/ 8435931 w 10678681"/>
              <a:gd name="connsiteY28" fmla="*/ 617926 h 1342734"/>
              <a:gd name="connsiteX29" fmla="*/ 8348623 w 10678681"/>
              <a:gd name="connsiteY29" fmla="*/ 600607 h 1342734"/>
              <a:gd name="connsiteX30" fmla="*/ 8276883 w 10678681"/>
              <a:gd name="connsiteY30" fmla="*/ 588214 h 1342734"/>
              <a:gd name="connsiteX31" fmla="*/ 8086698 w 10678681"/>
              <a:gd name="connsiteY31" fmla="*/ 605185 h 1342734"/>
              <a:gd name="connsiteX32" fmla="*/ 7982378 w 10678681"/>
              <a:gd name="connsiteY32" fmla="*/ 629799 h 1342734"/>
              <a:gd name="connsiteX33" fmla="*/ 7947952 w 10678681"/>
              <a:gd name="connsiteY33" fmla="*/ 648003 h 1342734"/>
              <a:gd name="connsiteX34" fmla="*/ 7890112 w 10678681"/>
              <a:gd name="connsiteY34" fmla="*/ 677915 h 1342734"/>
              <a:gd name="connsiteX35" fmla="*/ 7853284 w 10678681"/>
              <a:gd name="connsiteY35" fmla="*/ 723588 h 1342734"/>
              <a:gd name="connsiteX36" fmla="*/ 7802383 w 10678681"/>
              <a:gd name="connsiteY36" fmla="*/ 739359 h 1342734"/>
              <a:gd name="connsiteX37" fmla="*/ 7730518 w 10678681"/>
              <a:gd name="connsiteY37" fmla="*/ 739526 h 1342734"/>
              <a:gd name="connsiteX38" fmla="*/ 7720084 w 10678681"/>
              <a:gd name="connsiteY38" fmla="*/ 760750 h 1342734"/>
              <a:gd name="connsiteX39" fmla="*/ 7652907 w 10678681"/>
              <a:gd name="connsiteY39" fmla="*/ 783273 h 1342734"/>
              <a:gd name="connsiteX40" fmla="*/ 7606008 w 10678681"/>
              <a:gd name="connsiteY40" fmla="*/ 800717 h 1342734"/>
              <a:gd name="connsiteX41" fmla="*/ 7480223 w 10678681"/>
              <a:gd name="connsiteY41" fmla="*/ 856821 h 1342734"/>
              <a:gd name="connsiteX42" fmla="*/ 7356005 w 10678681"/>
              <a:gd name="connsiteY42" fmla="*/ 919462 h 1342734"/>
              <a:gd name="connsiteX43" fmla="*/ 7305396 w 10678681"/>
              <a:gd name="connsiteY43" fmla="*/ 986228 h 1342734"/>
              <a:gd name="connsiteX44" fmla="*/ 7266251 w 10678681"/>
              <a:gd name="connsiteY44" fmla="*/ 967864 h 1342734"/>
              <a:gd name="connsiteX45" fmla="*/ 7258094 w 10678681"/>
              <a:gd name="connsiteY45" fmla="*/ 990679 h 1342734"/>
              <a:gd name="connsiteX46" fmla="*/ 7257893 w 10678681"/>
              <a:gd name="connsiteY46" fmla="*/ 991204 h 1342734"/>
              <a:gd name="connsiteX47" fmla="*/ 7247153 w 10678681"/>
              <a:gd name="connsiteY47" fmla="*/ 991550 h 1342734"/>
              <a:gd name="connsiteX48" fmla="*/ 7193612 w 10678681"/>
              <a:gd name="connsiteY48" fmla="*/ 987042 h 1342734"/>
              <a:gd name="connsiteX49" fmla="*/ 7132632 w 10678681"/>
              <a:gd name="connsiteY49" fmla="*/ 1042036 h 1342734"/>
              <a:gd name="connsiteX50" fmla="*/ 7105610 w 10678681"/>
              <a:gd name="connsiteY50" fmla="*/ 1053537 h 1342734"/>
              <a:gd name="connsiteX51" fmla="*/ 7069148 w 10678681"/>
              <a:gd name="connsiteY51" fmla="*/ 1047163 h 1342734"/>
              <a:gd name="connsiteX52" fmla="*/ 7039634 w 10678681"/>
              <a:gd name="connsiteY52" fmla="*/ 1059971 h 1342734"/>
              <a:gd name="connsiteX53" fmla="*/ 7033445 w 10678681"/>
              <a:gd name="connsiteY53" fmla="*/ 1063314 h 1342734"/>
              <a:gd name="connsiteX54" fmla="*/ 6999157 w 10678681"/>
              <a:gd name="connsiteY54" fmla="*/ 1055282 h 1342734"/>
              <a:gd name="connsiteX55" fmla="*/ 6981874 w 10678681"/>
              <a:gd name="connsiteY55" fmla="*/ 1053827 h 1342734"/>
              <a:gd name="connsiteX56" fmla="*/ 6976102 w 10678681"/>
              <a:gd name="connsiteY56" fmla="*/ 1047854 h 1342734"/>
              <a:gd name="connsiteX57" fmla="*/ 6951040 w 10678681"/>
              <a:gd name="connsiteY57" fmla="*/ 1048531 h 1342734"/>
              <a:gd name="connsiteX58" fmla="*/ 6948497 w 10678681"/>
              <a:gd name="connsiteY58" fmla="*/ 1050706 h 1342734"/>
              <a:gd name="connsiteX59" fmla="*/ 6926582 w 10678681"/>
              <a:gd name="connsiteY59" fmla="*/ 1043462 h 1342734"/>
              <a:gd name="connsiteX60" fmla="*/ 6833743 w 10678681"/>
              <a:gd name="connsiteY60" fmla="*/ 1027960 h 1342734"/>
              <a:gd name="connsiteX61" fmla="*/ 6687090 w 10678681"/>
              <a:gd name="connsiteY61" fmla="*/ 1063250 h 1342734"/>
              <a:gd name="connsiteX62" fmla="*/ 6431838 w 10678681"/>
              <a:gd name="connsiteY62" fmla="*/ 1063226 h 1342734"/>
              <a:gd name="connsiteX63" fmla="*/ 6327795 w 10678681"/>
              <a:gd name="connsiteY63" fmla="*/ 1088142 h 1342734"/>
              <a:gd name="connsiteX64" fmla="*/ 6136549 w 10678681"/>
              <a:gd name="connsiteY64" fmla="*/ 1100268 h 1342734"/>
              <a:gd name="connsiteX65" fmla="*/ 6004655 w 10678681"/>
              <a:gd name="connsiteY65" fmla="*/ 1114946 h 1342734"/>
              <a:gd name="connsiteX66" fmla="*/ 5936643 w 10678681"/>
              <a:gd name="connsiteY66" fmla="*/ 1095428 h 1342734"/>
              <a:gd name="connsiteX67" fmla="*/ 5912484 w 10678681"/>
              <a:gd name="connsiteY67" fmla="*/ 1112624 h 1342734"/>
              <a:gd name="connsiteX68" fmla="*/ 5908387 w 10678681"/>
              <a:gd name="connsiteY68" fmla="*/ 1116018 h 1342734"/>
              <a:gd name="connsiteX69" fmla="*/ 5890495 w 10678681"/>
              <a:gd name="connsiteY69" fmla="*/ 1120268 h 1342734"/>
              <a:gd name="connsiteX70" fmla="*/ 5887318 w 10678681"/>
              <a:gd name="connsiteY70" fmla="*/ 1133134 h 1342734"/>
              <a:gd name="connsiteX71" fmla="*/ 5861726 w 10678681"/>
              <a:gd name="connsiteY71" fmla="*/ 1147891 h 1342734"/>
              <a:gd name="connsiteX72" fmla="*/ 5805823 w 10678681"/>
              <a:gd name="connsiteY72" fmla="*/ 1152457 h 1342734"/>
              <a:gd name="connsiteX73" fmla="*/ 5689841 w 10678681"/>
              <a:gd name="connsiteY73" fmla="*/ 1176232 h 1342734"/>
              <a:gd name="connsiteX74" fmla="*/ 5605119 w 10678681"/>
              <a:gd name="connsiteY74" fmla="*/ 1190202 h 1342734"/>
              <a:gd name="connsiteX75" fmla="*/ 5488513 w 10678681"/>
              <a:gd name="connsiteY75" fmla="*/ 1205367 h 1342734"/>
              <a:gd name="connsiteX76" fmla="*/ 5402905 w 10678681"/>
              <a:gd name="connsiteY76" fmla="*/ 1241191 h 1342734"/>
              <a:gd name="connsiteX77" fmla="*/ 5285593 w 10678681"/>
              <a:gd name="connsiteY77" fmla="*/ 1273569 h 1342734"/>
              <a:gd name="connsiteX78" fmla="*/ 5192893 w 10678681"/>
              <a:gd name="connsiteY78" fmla="*/ 1247188 h 1342734"/>
              <a:gd name="connsiteX79" fmla="*/ 5186475 w 10678681"/>
              <a:gd name="connsiteY79" fmla="*/ 1257028 h 1342734"/>
              <a:gd name="connsiteX80" fmla="*/ 5126038 w 10678681"/>
              <a:gd name="connsiteY80" fmla="*/ 1263189 h 1342734"/>
              <a:gd name="connsiteX81" fmla="*/ 4894688 w 10678681"/>
              <a:gd name="connsiteY81" fmla="*/ 1247184 h 1342734"/>
              <a:gd name="connsiteX82" fmla="*/ 4788036 w 10678681"/>
              <a:gd name="connsiteY82" fmla="*/ 1238182 h 1342734"/>
              <a:gd name="connsiteX83" fmla="*/ 4747555 w 10678681"/>
              <a:gd name="connsiteY83" fmla="*/ 1252768 h 1342734"/>
              <a:gd name="connsiteX84" fmla="*/ 4679644 w 10678681"/>
              <a:gd name="connsiteY84" fmla="*/ 1276603 h 1342734"/>
              <a:gd name="connsiteX85" fmla="*/ 4632222 w 10678681"/>
              <a:gd name="connsiteY85" fmla="*/ 1318360 h 1342734"/>
              <a:gd name="connsiteX86" fmla="*/ 4617358 w 10678681"/>
              <a:gd name="connsiteY86" fmla="*/ 1327690 h 1342734"/>
              <a:gd name="connsiteX87" fmla="*/ 4589102 w 10678681"/>
              <a:gd name="connsiteY87" fmla="*/ 1321223 h 1342734"/>
              <a:gd name="connsiteX88" fmla="*/ 4578184 w 10678681"/>
              <a:gd name="connsiteY88" fmla="*/ 1326745 h 1342734"/>
              <a:gd name="connsiteX89" fmla="*/ 4574270 w 10678681"/>
              <a:gd name="connsiteY89" fmla="*/ 1325878 h 1342734"/>
              <a:gd name="connsiteX90" fmla="*/ 4564919 w 10678681"/>
              <a:gd name="connsiteY90" fmla="*/ 1325507 h 1342734"/>
              <a:gd name="connsiteX91" fmla="*/ 4566586 w 10678681"/>
              <a:gd name="connsiteY91" fmla="*/ 1316963 h 1342734"/>
              <a:gd name="connsiteX92" fmla="*/ 4556303 w 10678681"/>
              <a:gd name="connsiteY92" fmla="*/ 1300262 h 1342734"/>
              <a:gd name="connsiteX93" fmla="*/ 4502358 w 10678681"/>
              <a:gd name="connsiteY93" fmla="*/ 1302558 h 1342734"/>
              <a:gd name="connsiteX94" fmla="*/ 4498919 w 10678681"/>
              <a:gd name="connsiteY94" fmla="*/ 1312115 h 1342734"/>
              <a:gd name="connsiteX95" fmla="*/ 4492075 w 10678681"/>
              <a:gd name="connsiteY95" fmla="*/ 1313357 h 1342734"/>
              <a:gd name="connsiteX96" fmla="*/ 4487466 w 10678681"/>
              <a:gd name="connsiteY96" fmla="*/ 1304102 h 1342734"/>
              <a:gd name="connsiteX97" fmla="*/ 4398292 w 10678681"/>
              <a:gd name="connsiteY97" fmla="*/ 1278410 h 1342734"/>
              <a:gd name="connsiteX98" fmla="*/ 4306088 w 10678681"/>
              <a:gd name="connsiteY98" fmla="*/ 1282512 h 1342734"/>
              <a:gd name="connsiteX99" fmla="*/ 4188995 w 10678681"/>
              <a:gd name="connsiteY99" fmla="*/ 1296718 h 1342734"/>
              <a:gd name="connsiteX100" fmla="*/ 4136582 w 10678681"/>
              <a:gd name="connsiteY100" fmla="*/ 1287687 h 1342734"/>
              <a:gd name="connsiteX101" fmla="*/ 4064614 w 10678681"/>
              <a:gd name="connsiteY101" fmla="*/ 1296118 h 1342734"/>
              <a:gd name="connsiteX102" fmla="*/ 3900948 w 10678681"/>
              <a:gd name="connsiteY102" fmla="*/ 1322156 h 1342734"/>
              <a:gd name="connsiteX103" fmla="*/ 3787890 w 10678681"/>
              <a:gd name="connsiteY103" fmla="*/ 1322164 h 1342734"/>
              <a:gd name="connsiteX104" fmla="*/ 3745993 w 10678681"/>
              <a:gd name="connsiteY104" fmla="*/ 1342630 h 1342734"/>
              <a:gd name="connsiteX105" fmla="*/ 3675785 w 10678681"/>
              <a:gd name="connsiteY105" fmla="*/ 1326802 h 1342734"/>
              <a:gd name="connsiteX106" fmla="*/ 3623856 w 10678681"/>
              <a:gd name="connsiteY106" fmla="*/ 1290804 h 1342734"/>
              <a:gd name="connsiteX107" fmla="*/ 3564933 w 10678681"/>
              <a:gd name="connsiteY107" fmla="*/ 1287147 h 1342734"/>
              <a:gd name="connsiteX108" fmla="*/ 3550537 w 10678681"/>
              <a:gd name="connsiteY108" fmla="*/ 1317552 h 1342734"/>
              <a:gd name="connsiteX109" fmla="*/ 3487736 w 10678681"/>
              <a:gd name="connsiteY109" fmla="*/ 1303493 h 1342734"/>
              <a:gd name="connsiteX110" fmla="*/ 3392548 w 10678681"/>
              <a:gd name="connsiteY110" fmla="*/ 1278741 h 1342734"/>
              <a:gd name="connsiteX111" fmla="*/ 3337466 w 10678681"/>
              <a:gd name="connsiteY111" fmla="*/ 1272537 h 1342734"/>
              <a:gd name="connsiteX112" fmla="*/ 3175981 w 10678681"/>
              <a:gd name="connsiteY112" fmla="*/ 1208973 h 1342734"/>
              <a:gd name="connsiteX113" fmla="*/ 3036856 w 10678681"/>
              <a:gd name="connsiteY113" fmla="*/ 1214383 h 1342734"/>
              <a:gd name="connsiteX114" fmla="*/ 2824973 w 10678681"/>
              <a:gd name="connsiteY114" fmla="*/ 1134864 h 1342734"/>
              <a:gd name="connsiteX115" fmla="*/ 2804398 w 10678681"/>
              <a:gd name="connsiteY115" fmla="*/ 1125556 h 1342734"/>
              <a:gd name="connsiteX116" fmla="*/ 2736109 w 10678681"/>
              <a:gd name="connsiteY116" fmla="*/ 1137717 h 1342734"/>
              <a:gd name="connsiteX117" fmla="*/ 2659096 w 10678681"/>
              <a:gd name="connsiteY117" fmla="*/ 1150294 h 1342734"/>
              <a:gd name="connsiteX118" fmla="*/ 2567088 w 10678681"/>
              <a:gd name="connsiteY118" fmla="*/ 1181781 h 1342734"/>
              <a:gd name="connsiteX119" fmla="*/ 2454501 w 10678681"/>
              <a:gd name="connsiteY119" fmla="*/ 1155455 h 1342734"/>
              <a:gd name="connsiteX120" fmla="*/ 2385161 w 10678681"/>
              <a:gd name="connsiteY120" fmla="*/ 1161312 h 1342734"/>
              <a:gd name="connsiteX121" fmla="*/ 2273361 w 10678681"/>
              <a:gd name="connsiteY121" fmla="*/ 1134090 h 1342734"/>
              <a:gd name="connsiteX122" fmla="*/ 2132003 w 10678681"/>
              <a:gd name="connsiteY122" fmla="*/ 1139225 h 1342734"/>
              <a:gd name="connsiteX123" fmla="*/ 2041224 w 10678681"/>
              <a:gd name="connsiteY123" fmla="*/ 1147536 h 1342734"/>
              <a:gd name="connsiteX124" fmla="*/ 2010157 w 10678681"/>
              <a:gd name="connsiteY124" fmla="*/ 1152767 h 1342734"/>
              <a:gd name="connsiteX125" fmla="*/ 1859213 w 10678681"/>
              <a:gd name="connsiteY125" fmla="*/ 1199540 h 1342734"/>
              <a:gd name="connsiteX126" fmla="*/ 1735877 w 10678681"/>
              <a:gd name="connsiteY126" fmla="*/ 1246527 h 1342734"/>
              <a:gd name="connsiteX127" fmla="*/ 1705069 w 10678681"/>
              <a:gd name="connsiteY127" fmla="*/ 1251989 h 1342734"/>
              <a:gd name="connsiteX128" fmla="*/ 1307888 w 10678681"/>
              <a:gd name="connsiteY128" fmla="*/ 1283156 h 1342734"/>
              <a:gd name="connsiteX129" fmla="*/ 1220734 w 10678681"/>
              <a:gd name="connsiteY129" fmla="*/ 1257811 h 1342734"/>
              <a:gd name="connsiteX130" fmla="*/ 1021737 w 10678681"/>
              <a:gd name="connsiteY130" fmla="*/ 1238739 h 1342734"/>
              <a:gd name="connsiteX131" fmla="*/ 959820 w 10678681"/>
              <a:gd name="connsiteY131" fmla="*/ 1275863 h 1342734"/>
              <a:gd name="connsiteX132" fmla="*/ 929137 w 10678681"/>
              <a:gd name="connsiteY132" fmla="*/ 1273957 h 1342734"/>
              <a:gd name="connsiteX133" fmla="*/ 878849 w 10678681"/>
              <a:gd name="connsiteY133" fmla="*/ 1266740 h 1342734"/>
              <a:gd name="connsiteX134" fmla="*/ 800667 w 10678681"/>
              <a:gd name="connsiteY134" fmla="*/ 1282041 h 1342734"/>
              <a:gd name="connsiteX135" fmla="*/ 644906 w 10678681"/>
              <a:gd name="connsiteY135" fmla="*/ 1273685 h 1342734"/>
              <a:gd name="connsiteX136" fmla="*/ 379869 w 10678681"/>
              <a:gd name="connsiteY136" fmla="*/ 1339165 h 1342734"/>
              <a:gd name="connsiteX137" fmla="*/ 137696 w 10678681"/>
              <a:gd name="connsiteY137" fmla="*/ 1319217 h 1342734"/>
              <a:gd name="connsiteX138" fmla="*/ 54250 w 10678681"/>
              <a:gd name="connsiteY138" fmla="*/ 1315838 h 1342734"/>
              <a:gd name="connsiteX139" fmla="*/ 28042 w 10678681"/>
              <a:gd name="connsiteY139" fmla="*/ 1297822 h 1342734"/>
              <a:gd name="connsiteX140" fmla="*/ 0 w 10678681"/>
              <a:gd name="connsiteY140" fmla="*/ 1294612 h 1342734"/>
              <a:gd name="connsiteX141" fmla="*/ 0 w 10678681"/>
              <a:gd name="connsiteY141" fmla="*/ 0 h 1342734"/>
              <a:gd name="connsiteX0" fmla="*/ 0 w 10678681"/>
              <a:gd name="connsiteY0" fmla="*/ 0 h 1342734"/>
              <a:gd name="connsiteX1" fmla="*/ 10678681 w 10678681"/>
              <a:gd name="connsiteY1" fmla="*/ 0 h 1342734"/>
              <a:gd name="connsiteX2" fmla="*/ 10666019 w 10678681"/>
              <a:gd name="connsiteY2" fmla="*/ 7876 h 1342734"/>
              <a:gd name="connsiteX3" fmla="*/ 10632825 w 10678681"/>
              <a:gd name="connsiteY3" fmla="*/ 32153 h 1342734"/>
              <a:gd name="connsiteX4" fmla="*/ 10516219 w 10678681"/>
              <a:gd name="connsiteY4" fmla="*/ 45588 h 1342734"/>
              <a:gd name="connsiteX5" fmla="*/ 10456989 w 10678681"/>
              <a:gd name="connsiteY5" fmla="*/ 979 h 1342734"/>
              <a:gd name="connsiteX6" fmla="*/ 10438642 w 10678681"/>
              <a:gd name="connsiteY6" fmla="*/ 1524 h 1342734"/>
              <a:gd name="connsiteX7" fmla="*/ 10407146 w 10678681"/>
              <a:gd name="connsiteY7" fmla="*/ 43659 h 1342734"/>
              <a:gd name="connsiteX8" fmla="*/ 10341159 w 10678681"/>
              <a:gd name="connsiteY8" fmla="*/ 103824 h 1342734"/>
              <a:gd name="connsiteX9" fmla="*/ 10244930 w 10678681"/>
              <a:gd name="connsiteY9" fmla="*/ 94599 h 1342734"/>
              <a:gd name="connsiteX10" fmla="*/ 10115334 w 10678681"/>
              <a:gd name="connsiteY10" fmla="*/ 155658 h 1342734"/>
              <a:gd name="connsiteX11" fmla="*/ 10068157 w 10678681"/>
              <a:gd name="connsiteY11" fmla="*/ 215673 h 1342734"/>
              <a:gd name="connsiteX12" fmla="*/ 10045431 w 10678681"/>
              <a:gd name="connsiteY12" fmla="*/ 229568 h 1342734"/>
              <a:gd name="connsiteX13" fmla="*/ 9929077 w 10678681"/>
              <a:gd name="connsiteY13" fmla="*/ 209062 h 1342734"/>
              <a:gd name="connsiteX14" fmla="*/ 9840045 w 10678681"/>
              <a:gd name="connsiteY14" fmla="*/ 223033 h 1342734"/>
              <a:gd name="connsiteX15" fmla="*/ 9679639 w 10678681"/>
              <a:gd name="connsiteY15" fmla="*/ 247182 h 1342734"/>
              <a:gd name="connsiteX16" fmla="*/ 9498347 w 10678681"/>
              <a:gd name="connsiteY16" fmla="*/ 244723 h 1342734"/>
              <a:gd name="connsiteX17" fmla="*/ 9366026 w 10678681"/>
              <a:gd name="connsiteY17" fmla="*/ 299024 h 1342734"/>
              <a:gd name="connsiteX18" fmla="*/ 9316702 w 10678681"/>
              <a:gd name="connsiteY18" fmla="*/ 356523 h 1342734"/>
              <a:gd name="connsiteX19" fmla="*/ 9121744 w 10678681"/>
              <a:gd name="connsiteY19" fmla="*/ 365177 h 1342734"/>
              <a:gd name="connsiteX20" fmla="*/ 9061654 w 10678681"/>
              <a:gd name="connsiteY20" fmla="*/ 393730 h 1342734"/>
              <a:gd name="connsiteX21" fmla="*/ 8997577 w 10678681"/>
              <a:gd name="connsiteY21" fmla="*/ 380865 h 1342734"/>
              <a:gd name="connsiteX22" fmla="*/ 8907968 w 10678681"/>
              <a:gd name="connsiteY22" fmla="*/ 447345 h 1342734"/>
              <a:gd name="connsiteX23" fmla="*/ 8764163 w 10678681"/>
              <a:gd name="connsiteY23" fmla="*/ 471000 h 1342734"/>
              <a:gd name="connsiteX24" fmla="*/ 8680155 w 10678681"/>
              <a:gd name="connsiteY24" fmla="*/ 492404 h 1342734"/>
              <a:gd name="connsiteX25" fmla="*/ 8651436 w 10678681"/>
              <a:gd name="connsiteY25" fmla="*/ 511923 h 1342734"/>
              <a:gd name="connsiteX26" fmla="*/ 8609185 w 10678681"/>
              <a:gd name="connsiteY26" fmla="*/ 531525 h 1342734"/>
              <a:gd name="connsiteX27" fmla="*/ 8537091 w 10678681"/>
              <a:gd name="connsiteY27" fmla="*/ 574933 h 1342734"/>
              <a:gd name="connsiteX28" fmla="*/ 8435931 w 10678681"/>
              <a:gd name="connsiteY28" fmla="*/ 617926 h 1342734"/>
              <a:gd name="connsiteX29" fmla="*/ 8348623 w 10678681"/>
              <a:gd name="connsiteY29" fmla="*/ 600607 h 1342734"/>
              <a:gd name="connsiteX30" fmla="*/ 8276883 w 10678681"/>
              <a:gd name="connsiteY30" fmla="*/ 588214 h 1342734"/>
              <a:gd name="connsiteX31" fmla="*/ 8086698 w 10678681"/>
              <a:gd name="connsiteY31" fmla="*/ 605185 h 1342734"/>
              <a:gd name="connsiteX32" fmla="*/ 7982378 w 10678681"/>
              <a:gd name="connsiteY32" fmla="*/ 629799 h 1342734"/>
              <a:gd name="connsiteX33" fmla="*/ 7947952 w 10678681"/>
              <a:gd name="connsiteY33" fmla="*/ 648003 h 1342734"/>
              <a:gd name="connsiteX34" fmla="*/ 7890112 w 10678681"/>
              <a:gd name="connsiteY34" fmla="*/ 677915 h 1342734"/>
              <a:gd name="connsiteX35" fmla="*/ 7853284 w 10678681"/>
              <a:gd name="connsiteY35" fmla="*/ 723588 h 1342734"/>
              <a:gd name="connsiteX36" fmla="*/ 7802383 w 10678681"/>
              <a:gd name="connsiteY36" fmla="*/ 739359 h 1342734"/>
              <a:gd name="connsiteX37" fmla="*/ 7730518 w 10678681"/>
              <a:gd name="connsiteY37" fmla="*/ 739526 h 1342734"/>
              <a:gd name="connsiteX38" fmla="*/ 7720084 w 10678681"/>
              <a:gd name="connsiteY38" fmla="*/ 760750 h 1342734"/>
              <a:gd name="connsiteX39" fmla="*/ 7652907 w 10678681"/>
              <a:gd name="connsiteY39" fmla="*/ 783273 h 1342734"/>
              <a:gd name="connsiteX40" fmla="*/ 7606008 w 10678681"/>
              <a:gd name="connsiteY40" fmla="*/ 800717 h 1342734"/>
              <a:gd name="connsiteX41" fmla="*/ 7480223 w 10678681"/>
              <a:gd name="connsiteY41" fmla="*/ 856821 h 1342734"/>
              <a:gd name="connsiteX42" fmla="*/ 7356005 w 10678681"/>
              <a:gd name="connsiteY42" fmla="*/ 919462 h 1342734"/>
              <a:gd name="connsiteX43" fmla="*/ 7305396 w 10678681"/>
              <a:gd name="connsiteY43" fmla="*/ 986228 h 1342734"/>
              <a:gd name="connsiteX44" fmla="*/ 7266251 w 10678681"/>
              <a:gd name="connsiteY44" fmla="*/ 967864 h 1342734"/>
              <a:gd name="connsiteX45" fmla="*/ 7258094 w 10678681"/>
              <a:gd name="connsiteY45" fmla="*/ 990679 h 1342734"/>
              <a:gd name="connsiteX46" fmla="*/ 7257893 w 10678681"/>
              <a:gd name="connsiteY46" fmla="*/ 991204 h 1342734"/>
              <a:gd name="connsiteX47" fmla="*/ 7247153 w 10678681"/>
              <a:gd name="connsiteY47" fmla="*/ 991550 h 1342734"/>
              <a:gd name="connsiteX48" fmla="*/ 7193612 w 10678681"/>
              <a:gd name="connsiteY48" fmla="*/ 987042 h 1342734"/>
              <a:gd name="connsiteX49" fmla="*/ 7132632 w 10678681"/>
              <a:gd name="connsiteY49" fmla="*/ 1042036 h 1342734"/>
              <a:gd name="connsiteX50" fmla="*/ 7105610 w 10678681"/>
              <a:gd name="connsiteY50" fmla="*/ 1053537 h 1342734"/>
              <a:gd name="connsiteX51" fmla="*/ 7069148 w 10678681"/>
              <a:gd name="connsiteY51" fmla="*/ 1047163 h 1342734"/>
              <a:gd name="connsiteX52" fmla="*/ 7039634 w 10678681"/>
              <a:gd name="connsiteY52" fmla="*/ 1059971 h 1342734"/>
              <a:gd name="connsiteX53" fmla="*/ 7033445 w 10678681"/>
              <a:gd name="connsiteY53" fmla="*/ 1063314 h 1342734"/>
              <a:gd name="connsiteX54" fmla="*/ 6999157 w 10678681"/>
              <a:gd name="connsiteY54" fmla="*/ 1055282 h 1342734"/>
              <a:gd name="connsiteX55" fmla="*/ 6981874 w 10678681"/>
              <a:gd name="connsiteY55" fmla="*/ 1053827 h 1342734"/>
              <a:gd name="connsiteX56" fmla="*/ 6976102 w 10678681"/>
              <a:gd name="connsiteY56" fmla="*/ 1047854 h 1342734"/>
              <a:gd name="connsiteX57" fmla="*/ 6951040 w 10678681"/>
              <a:gd name="connsiteY57" fmla="*/ 1048531 h 1342734"/>
              <a:gd name="connsiteX58" fmla="*/ 6948497 w 10678681"/>
              <a:gd name="connsiteY58" fmla="*/ 1050706 h 1342734"/>
              <a:gd name="connsiteX59" fmla="*/ 6926582 w 10678681"/>
              <a:gd name="connsiteY59" fmla="*/ 1043462 h 1342734"/>
              <a:gd name="connsiteX60" fmla="*/ 6833743 w 10678681"/>
              <a:gd name="connsiteY60" fmla="*/ 1027960 h 1342734"/>
              <a:gd name="connsiteX61" fmla="*/ 6687090 w 10678681"/>
              <a:gd name="connsiteY61" fmla="*/ 1063250 h 1342734"/>
              <a:gd name="connsiteX62" fmla="*/ 6431838 w 10678681"/>
              <a:gd name="connsiteY62" fmla="*/ 1063226 h 1342734"/>
              <a:gd name="connsiteX63" fmla="*/ 6327795 w 10678681"/>
              <a:gd name="connsiteY63" fmla="*/ 1088142 h 1342734"/>
              <a:gd name="connsiteX64" fmla="*/ 6136549 w 10678681"/>
              <a:gd name="connsiteY64" fmla="*/ 1100268 h 1342734"/>
              <a:gd name="connsiteX65" fmla="*/ 6004655 w 10678681"/>
              <a:gd name="connsiteY65" fmla="*/ 1114946 h 1342734"/>
              <a:gd name="connsiteX66" fmla="*/ 5936643 w 10678681"/>
              <a:gd name="connsiteY66" fmla="*/ 1095428 h 1342734"/>
              <a:gd name="connsiteX67" fmla="*/ 5912484 w 10678681"/>
              <a:gd name="connsiteY67" fmla="*/ 1112624 h 1342734"/>
              <a:gd name="connsiteX68" fmla="*/ 5908387 w 10678681"/>
              <a:gd name="connsiteY68" fmla="*/ 1116018 h 1342734"/>
              <a:gd name="connsiteX69" fmla="*/ 5890495 w 10678681"/>
              <a:gd name="connsiteY69" fmla="*/ 1120268 h 1342734"/>
              <a:gd name="connsiteX70" fmla="*/ 5887318 w 10678681"/>
              <a:gd name="connsiteY70" fmla="*/ 1133134 h 1342734"/>
              <a:gd name="connsiteX71" fmla="*/ 5861726 w 10678681"/>
              <a:gd name="connsiteY71" fmla="*/ 1147891 h 1342734"/>
              <a:gd name="connsiteX72" fmla="*/ 5805823 w 10678681"/>
              <a:gd name="connsiteY72" fmla="*/ 1152457 h 1342734"/>
              <a:gd name="connsiteX73" fmla="*/ 5689841 w 10678681"/>
              <a:gd name="connsiteY73" fmla="*/ 1176232 h 1342734"/>
              <a:gd name="connsiteX74" fmla="*/ 5605119 w 10678681"/>
              <a:gd name="connsiteY74" fmla="*/ 1190202 h 1342734"/>
              <a:gd name="connsiteX75" fmla="*/ 5488513 w 10678681"/>
              <a:gd name="connsiteY75" fmla="*/ 1205367 h 1342734"/>
              <a:gd name="connsiteX76" fmla="*/ 5402905 w 10678681"/>
              <a:gd name="connsiteY76" fmla="*/ 1241191 h 1342734"/>
              <a:gd name="connsiteX77" fmla="*/ 5285593 w 10678681"/>
              <a:gd name="connsiteY77" fmla="*/ 1273569 h 1342734"/>
              <a:gd name="connsiteX78" fmla="*/ 5192893 w 10678681"/>
              <a:gd name="connsiteY78" fmla="*/ 1247188 h 1342734"/>
              <a:gd name="connsiteX79" fmla="*/ 5186475 w 10678681"/>
              <a:gd name="connsiteY79" fmla="*/ 1257028 h 1342734"/>
              <a:gd name="connsiteX80" fmla="*/ 5126038 w 10678681"/>
              <a:gd name="connsiteY80" fmla="*/ 1263189 h 1342734"/>
              <a:gd name="connsiteX81" fmla="*/ 4894688 w 10678681"/>
              <a:gd name="connsiteY81" fmla="*/ 1247184 h 1342734"/>
              <a:gd name="connsiteX82" fmla="*/ 4788036 w 10678681"/>
              <a:gd name="connsiteY82" fmla="*/ 1238182 h 1342734"/>
              <a:gd name="connsiteX83" fmla="*/ 4747555 w 10678681"/>
              <a:gd name="connsiteY83" fmla="*/ 1252768 h 1342734"/>
              <a:gd name="connsiteX84" fmla="*/ 4679644 w 10678681"/>
              <a:gd name="connsiteY84" fmla="*/ 1276603 h 1342734"/>
              <a:gd name="connsiteX85" fmla="*/ 4632222 w 10678681"/>
              <a:gd name="connsiteY85" fmla="*/ 1318360 h 1342734"/>
              <a:gd name="connsiteX86" fmla="*/ 4617358 w 10678681"/>
              <a:gd name="connsiteY86" fmla="*/ 1327690 h 1342734"/>
              <a:gd name="connsiteX87" fmla="*/ 4589102 w 10678681"/>
              <a:gd name="connsiteY87" fmla="*/ 1321223 h 1342734"/>
              <a:gd name="connsiteX88" fmla="*/ 4578184 w 10678681"/>
              <a:gd name="connsiteY88" fmla="*/ 1326745 h 1342734"/>
              <a:gd name="connsiteX89" fmla="*/ 4564919 w 10678681"/>
              <a:gd name="connsiteY89" fmla="*/ 1325507 h 1342734"/>
              <a:gd name="connsiteX90" fmla="*/ 4566586 w 10678681"/>
              <a:gd name="connsiteY90" fmla="*/ 1316963 h 1342734"/>
              <a:gd name="connsiteX91" fmla="*/ 4556303 w 10678681"/>
              <a:gd name="connsiteY91" fmla="*/ 1300262 h 1342734"/>
              <a:gd name="connsiteX92" fmla="*/ 4502358 w 10678681"/>
              <a:gd name="connsiteY92" fmla="*/ 1302558 h 1342734"/>
              <a:gd name="connsiteX93" fmla="*/ 4498919 w 10678681"/>
              <a:gd name="connsiteY93" fmla="*/ 1312115 h 1342734"/>
              <a:gd name="connsiteX94" fmla="*/ 4492075 w 10678681"/>
              <a:gd name="connsiteY94" fmla="*/ 1313357 h 1342734"/>
              <a:gd name="connsiteX95" fmla="*/ 4487466 w 10678681"/>
              <a:gd name="connsiteY95" fmla="*/ 1304102 h 1342734"/>
              <a:gd name="connsiteX96" fmla="*/ 4398292 w 10678681"/>
              <a:gd name="connsiteY96" fmla="*/ 1278410 h 1342734"/>
              <a:gd name="connsiteX97" fmla="*/ 4306088 w 10678681"/>
              <a:gd name="connsiteY97" fmla="*/ 1282512 h 1342734"/>
              <a:gd name="connsiteX98" fmla="*/ 4188995 w 10678681"/>
              <a:gd name="connsiteY98" fmla="*/ 1296718 h 1342734"/>
              <a:gd name="connsiteX99" fmla="*/ 4136582 w 10678681"/>
              <a:gd name="connsiteY99" fmla="*/ 1287687 h 1342734"/>
              <a:gd name="connsiteX100" fmla="*/ 4064614 w 10678681"/>
              <a:gd name="connsiteY100" fmla="*/ 1296118 h 1342734"/>
              <a:gd name="connsiteX101" fmla="*/ 3900948 w 10678681"/>
              <a:gd name="connsiteY101" fmla="*/ 1322156 h 1342734"/>
              <a:gd name="connsiteX102" fmla="*/ 3787890 w 10678681"/>
              <a:gd name="connsiteY102" fmla="*/ 1322164 h 1342734"/>
              <a:gd name="connsiteX103" fmla="*/ 3745993 w 10678681"/>
              <a:gd name="connsiteY103" fmla="*/ 1342630 h 1342734"/>
              <a:gd name="connsiteX104" fmla="*/ 3675785 w 10678681"/>
              <a:gd name="connsiteY104" fmla="*/ 1326802 h 1342734"/>
              <a:gd name="connsiteX105" fmla="*/ 3623856 w 10678681"/>
              <a:gd name="connsiteY105" fmla="*/ 1290804 h 1342734"/>
              <a:gd name="connsiteX106" fmla="*/ 3564933 w 10678681"/>
              <a:gd name="connsiteY106" fmla="*/ 1287147 h 1342734"/>
              <a:gd name="connsiteX107" fmla="*/ 3550537 w 10678681"/>
              <a:gd name="connsiteY107" fmla="*/ 1317552 h 1342734"/>
              <a:gd name="connsiteX108" fmla="*/ 3487736 w 10678681"/>
              <a:gd name="connsiteY108" fmla="*/ 1303493 h 1342734"/>
              <a:gd name="connsiteX109" fmla="*/ 3392548 w 10678681"/>
              <a:gd name="connsiteY109" fmla="*/ 1278741 h 1342734"/>
              <a:gd name="connsiteX110" fmla="*/ 3337466 w 10678681"/>
              <a:gd name="connsiteY110" fmla="*/ 1272537 h 1342734"/>
              <a:gd name="connsiteX111" fmla="*/ 3175981 w 10678681"/>
              <a:gd name="connsiteY111" fmla="*/ 1208973 h 1342734"/>
              <a:gd name="connsiteX112" fmla="*/ 3036856 w 10678681"/>
              <a:gd name="connsiteY112" fmla="*/ 1214383 h 1342734"/>
              <a:gd name="connsiteX113" fmla="*/ 2824973 w 10678681"/>
              <a:gd name="connsiteY113" fmla="*/ 1134864 h 1342734"/>
              <a:gd name="connsiteX114" fmla="*/ 2804398 w 10678681"/>
              <a:gd name="connsiteY114" fmla="*/ 1125556 h 1342734"/>
              <a:gd name="connsiteX115" fmla="*/ 2736109 w 10678681"/>
              <a:gd name="connsiteY115" fmla="*/ 1137717 h 1342734"/>
              <a:gd name="connsiteX116" fmla="*/ 2659096 w 10678681"/>
              <a:gd name="connsiteY116" fmla="*/ 1150294 h 1342734"/>
              <a:gd name="connsiteX117" fmla="*/ 2567088 w 10678681"/>
              <a:gd name="connsiteY117" fmla="*/ 1181781 h 1342734"/>
              <a:gd name="connsiteX118" fmla="*/ 2454501 w 10678681"/>
              <a:gd name="connsiteY118" fmla="*/ 1155455 h 1342734"/>
              <a:gd name="connsiteX119" fmla="*/ 2385161 w 10678681"/>
              <a:gd name="connsiteY119" fmla="*/ 1161312 h 1342734"/>
              <a:gd name="connsiteX120" fmla="*/ 2273361 w 10678681"/>
              <a:gd name="connsiteY120" fmla="*/ 1134090 h 1342734"/>
              <a:gd name="connsiteX121" fmla="*/ 2132003 w 10678681"/>
              <a:gd name="connsiteY121" fmla="*/ 1139225 h 1342734"/>
              <a:gd name="connsiteX122" fmla="*/ 2041224 w 10678681"/>
              <a:gd name="connsiteY122" fmla="*/ 1147536 h 1342734"/>
              <a:gd name="connsiteX123" fmla="*/ 2010157 w 10678681"/>
              <a:gd name="connsiteY123" fmla="*/ 1152767 h 1342734"/>
              <a:gd name="connsiteX124" fmla="*/ 1859213 w 10678681"/>
              <a:gd name="connsiteY124" fmla="*/ 1199540 h 1342734"/>
              <a:gd name="connsiteX125" fmla="*/ 1735877 w 10678681"/>
              <a:gd name="connsiteY125" fmla="*/ 1246527 h 1342734"/>
              <a:gd name="connsiteX126" fmla="*/ 1705069 w 10678681"/>
              <a:gd name="connsiteY126" fmla="*/ 1251989 h 1342734"/>
              <a:gd name="connsiteX127" fmla="*/ 1307888 w 10678681"/>
              <a:gd name="connsiteY127" fmla="*/ 1283156 h 1342734"/>
              <a:gd name="connsiteX128" fmla="*/ 1220734 w 10678681"/>
              <a:gd name="connsiteY128" fmla="*/ 1257811 h 1342734"/>
              <a:gd name="connsiteX129" fmla="*/ 1021737 w 10678681"/>
              <a:gd name="connsiteY129" fmla="*/ 1238739 h 1342734"/>
              <a:gd name="connsiteX130" fmla="*/ 959820 w 10678681"/>
              <a:gd name="connsiteY130" fmla="*/ 1275863 h 1342734"/>
              <a:gd name="connsiteX131" fmla="*/ 929137 w 10678681"/>
              <a:gd name="connsiteY131" fmla="*/ 1273957 h 1342734"/>
              <a:gd name="connsiteX132" fmla="*/ 878849 w 10678681"/>
              <a:gd name="connsiteY132" fmla="*/ 1266740 h 1342734"/>
              <a:gd name="connsiteX133" fmla="*/ 800667 w 10678681"/>
              <a:gd name="connsiteY133" fmla="*/ 1282041 h 1342734"/>
              <a:gd name="connsiteX134" fmla="*/ 644906 w 10678681"/>
              <a:gd name="connsiteY134" fmla="*/ 1273685 h 1342734"/>
              <a:gd name="connsiteX135" fmla="*/ 379869 w 10678681"/>
              <a:gd name="connsiteY135" fmla="*/ 1339165 h 1342734"/>
              <a:gd name="connsiteX136" fmla="*/ 137696 w 10678681"/>
              <a:gd name="connsiteY136" fmla="*/ 1319217 h 1342734"/>
              <a:gd name="connsiteX137" fmla="*/ 54250 w 10678681"/>
              <a:gd name="connsiteY137" fmla="*/ 1315838 h 1342734"/>
              <a:gd name="connsiteX138" fmla="*/ 28042 w 10678681"/>
              <a:gd name="connsiteY138" fmla="*/ 1297822 h 1342734"/>
              <a:gd name="connsiteX139" fmla="*/ 0 w 10678681"/>
              <a:gd name="connsiteY139" fmla="*/ 1294612 h 1342734"/>
              <a:gd name="connsiteX140" fmla="*/ 0 w 10678681"/>
              <a:gd name="connsiteY140" fmla="*/ 0 h 1342734"/>
              <a:gd name="connsiteX0" fmla="*/ 0 w 10678681"/>
              <a:gd name="connsiteY0" fmla="*/ 0 h 1342734"/>
              <a:gd name="connsiteX1" fmla="*/ 10678681 w 10678681"/>
              <a:gd name="connsiteY1" fmla="*/ 0 h 1342734"/>
              <a:gd name="connsiteX2" fmla="*/ 10666019 w 10678681"/>
              <a:gd name="connsiteY2" fmla="*/ 7876 h 1342734"/>
              <a:gd name="connsiteX3" fmla="*/ 10632825 w 10678681"/>
              <a:gd name="connsiteY3" fmla="*/ 32153 h 1342734"/>
              <a:gd name="connsiteX4" fmla="*/ 10516219 w 10678681"/>
              <a:gd name="connsiteY4" fmla="*/ 45588 h 1342734"/>
              <a:gd name="connsiteX5" fmla="*/ 10456989 w 10678681"/>
              <a:gd name="connsiteY5" fmla="*/ 979 h 1342734"/>
              <a:gd name="connsiteX6" fmla="*/ 10438642 w 10678681"/>
              <a:gd name="connsiteY6" fmla="*/ 1524 h 1342734"/>
              <a:gd name="connsiteX7" fmla="*/ 10407146 w 10678681"/>
              <a:gd name="connsiteY7" fmla="*/ 43659 h 1342734"/>
              <a:gd name="connsiteX8" fmla="*/ 10341159 w 10678681"/>
              <a:gd name="connsiteY8" fmla="*/ 103824 h 1342734"/>
              <a:gd name="connsiteX9" fmla="*/ 10244930 w 10678681"/>
              <a:gd name="connsiteY9" fmla="*/ 94599 h 1342734"/>
              <a:gd name="connsiteX10" fmla="*/ 10115334 w 10678681"/>
              <a:gd name="connsiteY10" fmla="*/ 155658 h 1342734"/>
              <a:gd name="connsiteX11" fmla="*/ 10068157 w 10678681"/>
              <a:gd name="connsiteY11" fmla="*/ 215673 h 1342734"/>
              <a:gd name="connsiteX12" fmla="*/ 10045431 w 10678681"/>
              <a:gd name="connsiteY12" fmla="*/ 229568 h 1342734"/>
              <a:gd name="connsiteX13" fmla="*/ 9929077 w 10678681"/>
              <a:gd name="connsiteY13" fmla="*/ 209062 h 1342734"/>
              <a:gd name="connsiteX14" fmla="*/ 9840045 w 10678681"/>
              <a:gd name="connsiteY14" fmla="*/ 223033 h 1342734"/>
              <a:gd name="connsiteX15" fmla="*/ 9679639 w 10678681"/>
              <a:gd name="connsiteY15" fmla="*/ 247182 h 1342734"/>
              <a:gd name="connsiteX16" fmla="*/ 9498347 w 10678681"/>
              <a:gd name="connsiteY16" fmla="*/ 244723 h 1342734"/>
              <a:gd name="connsiteX17" fmla="*/ 9366026 w 10678681"/>
              <a:gd name="connsiteY17" fmla="*/ 299024 h 1342734"/>
              <a:gd name="connsiteX18" fmla="*/ 9316702 w 10678681"/>
              <a:gd name="connsiteY18" fmla="*/ 356523 h 1342734"/>
              <a:gd name="connsiteX19" fmla="*/ 9121744 w 10678681"/>
              <a:gd name="connsiteY19" fmla="*/ 365177 h 1342734"/>
              <a:gd name="connsiteX20" fmla="*/ 9061654 w 10678681"/>
              <a:gd name="connsiteY20" fmla="*/ 393730 h 1342734"/>
              <a:gd name="connsiteX21" fmla="*/ 8997577 w 10678681"/>
              <a:gd name="connsiteY21" fmla="*/ 380865 h 1342734"/>
              <a:gd name="connsiteX22" fmla="*/ 8907968 w 10678681"/>
              <a:gd name="connsiteY22" fmla="*/ 447345 h 1342734"/>
              <a:gd name="connsiteX23" fmla="*/ 8764163 w 10678681"/>
              <a:gd name="connsiteY23" fmla="*/ 471000 h 1342734"/>
              <a:gd name="connsiteX24" fmla="*/ 8680155 w 10678681"/>
              <a:gd name="connsiteY24" fmla="*/ 492404 h 1342734"/>
              <a:gd name="connsiteX25" fmla="*/ 8651436 w 10678681"/>
              <a:gd name="connsiteY25" fmla="*/ 511923 h 1342734"/>
              <a:gd name="connsiteX26" fmla="*/ 8609185 w 10678681"/>
              <a:gd name="connsiteY26" fmla="*/ 531525 h 1342734"/>
              <a:gd name="connsiteX27" fmla="*/ 8537091 w 10678681"/>
              <a:gd name="connsiteY27" fmla="*/ 574933 h 1342734"/>
              <a:gd name="connsiteX28" fmla="*/ 8435931 w 10678681"/>
              <a:gd name="connsiteY28" fmla="*/ 617926 h 1342734"/>
              <a:gd name="connsiteX29" fmla="*/ 8348623 w 10678681"/>
              <a:gd name="connsiteY29" fmla="*/ 600607 h 1342734"/>
              <a:gd name="connsiteX30" fmla="*/ 8276883 w 10678681"/>
              <a:gd name="connsiteY30" fmla="*/ 588214 h 1342734"/>
              <a:gd name="connsiteX31" fmla="*/ 8086698 w 10678681"/>
              <a:gd name="connsiteY31" fmla="*/ 605185 h 1342734"/>
              <a:gd name="connsiteX32" fmla="*/ 7982378 w 10678681"/>
              <a:gd name="connsiteY32" fmla="*/ 629799 h 1342734"/>
              <a:gd name="connsiteX33" fmla="*/ 7947952 w 10678681"/>
              <a:gd name="connsiteY33" fmla="*/ 648003 h 1342734"/>
              <a:gd name="connsiteX34" fmla="*/ 7890112 w 10678681"/>
              <a:gd name="connsiteY34" fmla="*/ 677915 h 1342734"/>
              <a:gd name="connsiteX35" fmla="*/ 7853284 w 10678681"/>
              <a:gd name="connsiteY35" fmla="*/ 723588 h 1342734"/>
              <a:gd name="connsiteX36" fmla="*/ 7802383 w 10678681"/>
              <a:gd name="connsiteY36" fmla="*/ 739359 h 1342734"/>
              <a:gd name="connsiteX37" fmla="*/ 7730518 w 10678681"/>
              <a:gd name="connsiteY37" fmla="*/ 739526 h 1342734"/>
              <a:gd name="connsiteX38" fmla="*/ 7720084 w 10678681"/>
              <a:gd name="connsiteY38" fmla="*/ 760750 h 1342734"/>
              <a:gd name="connsiteX39" fmla="*/ 7652907 w 10678681"/>
              <a:gd name="connsiteY39" fmla="*/ 783273 h 1342734"/>
              <a:gd name="connsiteX40" fmla="*/ 7606008 w 10678681"/>
              <a:gd name="connsiteY40" fmla="*/ 800717 h 1342734"/>
              <a:gd name="connsiteX41" fmla="*/ 7480223 w 10678681"/>
              <a:gd name="connsiteY41" fmla="*/ 856821 h 1342734"/>
              <a:gd name="connsiteX42" fmla="*/ 7356005 w 10678681"/>
              <a:gd name="connsiteY42" fmla="*/ 919462 h 1342734"/>
              <a:gd name="connsiteX43" fmla="*/ 7305396 w 10678681"/>
              <a:gd name="connsiteY43" fmla="*/ 986228 h 1342734"/>
              <a:gd name="connsiteX44" fmla="*/ 7266251 w 10678681"/>
              <a:gd name="connsiteY44" fmla="*/ 967864 h 1342734"/>
              <a:gd name="connsiteX45" fmla="*/ 7258094 w 10678681"/>
              <a:gd name="connsiteY45" fmla="*/ 990679 h 1342734"/>
              <a:gd name="connsiteX46" fmla="*/ 7257893 w 10678681"/>
              <a:gd name="connsiteY46" fmla="*/ 991204 h 1342734"/>
              <a:gd name="connsiteX47" fmla="*/ 7247153 w 10678681"/>
              <a:gd name="connsiteY47" fmla="*/ 991550 h 1342734"/>
              <a:gd name="connsiteX48" fmla="*/ 7193612 w 10678681"/>
              <a:gd name="connsiteY48" fmla="*/ 987042 h 1342734"/>
              <a:gd name="connsiteX49" fmla="*/ 7132632 w 10678681"/>
              <a:gd name="connsiteY49" fmla="*/ 1042036 h 1342734"/>
              <a:gd name="connsiteX50" fmla="*/ 7105610 w 10678681"/>
              <a:gd name="connsiteY50" fmla="*/ 1053537 h 1342734"/>
              <a:gd name="connsiteX51" fmla="*/ 7069148 w 10678681"/>
              <a:gd name="connsiteY51" fmla="*/ 1047163 h 1342734"/>
              <a:gd name="connsiteX52" fmla="*/ 7039634 w 10678681"/>
              <a:gd name="connsiteY52" fmla="*/ 1059971 h 1342734"/>
              <a:gd name="connsiteX53" fmla="*/ 7033445 w 10678681"/>
              <a:gd name="connsiteY53" fmla="*/ 1063314 h 1342734"/>
              <a:gd name="connsiteX54" fmla="*/ 6999157 w 10678681"/>
              <a:gd name="connsiteY54" fmla="*/ 1055282 h 1342734"/>
              <a:gd name="connsiteX55" fmla="*/ 6981874 w 10678681"/>
              <a:gd name="connsiteY55" fmla="*/ 1053827 h 1342734"/>
              <a:gd name="connsiteX56" fmla="*/ 6976102 w 10678681"/>
              <a:gd name="connsiteY56" fmla="*/ 1047854 h 1342734"/>
              <a:gd name="connsiteX57" fmla="*/ 6951040 w 10678681"/>
              <a:gd name="connsiteY57" fmla="*/ 1048531 h 1342734"/>
              <a:gd name="connsiteX58" fmla="*/ 6948497 w 10678681"/>
              <a:gd name="connsiteY58" fmla="*/ 1050706 h 1342734"/>
              <a:gd name="connsiteX59" fmla="*/ 6926582 w 10678681"/>
              <a:gd name="connsiteY59" fmla="*/ 1043462 h 1342734"/>
              <a:gd name="connsiteX60" fmla="*/ 6833743 w 10678681"/>
              <a:gd name="connsiteY60" fmla="*/ 1027960 h 1342734"/>
              <a:gd name="connsiteX61" fmla="*/ 6687090 w 10678681"/>
              <a:gd name="connsiteY61" fmla="*/ 1063250 h 1342734"/>
              <a:gd name="connsiteX62" fmla="*/ 6431838 w 10678681"/>
              <a:gd name="connsiteY62" fmla="*/ 1063226 h 1342734"/>
              <a:gd name="connsiteX63" fmla="*/ 6327795 w 10678681"/>
              <a:gd name="connsiteY63" fmla="*/ 1088142 h 1342734"/>
              <a:gd name="connsiteX64" fmla="*/ 6136549 w 10678681"/>
              <a:gd name="connsiteY64" fmla="*/ 1100268 h 1342734"/>
              <a:gd name="connsiteX65" fmla="*/ 6004655 w 10678681"/>
              <a:gd name="connsiteY65" fmla="*/ 1114946 h 1342734"/>
              <a:gd name="connsiteX66" fmla="*/ 5936643 w 10678681"/>
              <a:gd name="connsiteY66" fmla="*/ 1095428 h 1342734"/>
              <a:gd name="connsiteX67" fmla="*/ 5912484 w 10678681"/>
              <a:gd name="connsiteY67" fmla="*/ 1112624 h 1342734"/>
              <a:gd name="connsiteX68" fmla="*/ 5908387 w 10678681"/>
              <a:gd name="connsiteY68" fmla="*/ 1116018 h 1342734"/>
              <a:gd name="connsiteX69" fmla="*/ 5890495 w 10678681"/>
              <a:gd name="connsiteY69" fmla="*/ 1120268 h 1342734"/>
              <a:gd name="connsiteX70" fmla="*/ 5887318 w 10678681"/>
              <a:gd name="connsiteY70" fmla="*/ 1133134 h 1342734"/>
              <a:gd name="connsiteX71" fmla="*/ 5861726 w 10678681"/>
              <a:gd name="connsiteY71" fmla="*/ 1147891 h 1342734"/>
              <a:gd name="connsiteX72" fmla="*/ 5805823 w 10678681"/>
              <a:gd name="connsiteY72" fmla="*/ 1152457 h 1342734"/>
              <a:gd name="connsiteX73" fmla="*/ 5689841 w 10678681"/>
              <a:gd name="connsiteY73" fmla="*/ 1176232 h 1342734"/>
              <a:gd name="connsiteX74" fmla="*/ 5605119 w 10678681"/>
              <a:gd name="connsiteY74" fmla="*/ 1190202 h 1342734"/>
              <a:gd name="connsiteX75" fmla="*/ 5488513 w 10678681"/>
              <a:gd name="connsiteY75" fmla="*/ 1205367 h 1342734"/>
              <a:gd name="connsiteX76" fmla="*/ 5402905 w 10678681"/>
              <a:gd name="connsiteY76" fmla="*/ 1241191 h 1342734"/>
              <a:gd name="connsiteX77" fmla="*/ 5285593 w 10678681"/>
              <a:gd name="connsiteY77" fmla="*/ 1273569 h 1342734"/>
              <a:gd name="connsiteX78" fmla="*/ 5192893 w 10678681"/>
              <a:gd name="connsiteY78" fmla="*/ 1247188 h 1342734"/>
              <a:gd name="connsiteX79" fmla="*/ 5186475 w 10678681"/>
              <a:gd name="connsiteY79" fmla="*/ 1257028 h 1342734"/>
              <a:gd name="connsiteX80" fmla="*/ 5126038 w 10678681"/>
              <a:gd name="connsiteY80" fmla="*/ 1263189 h 1342734"/>
              <a:gd name="connsiteX81" fmla="*/ 4894688 w 10678681"/>
              <a:gd name="connsiteY81" fmla="*/ 1247184 h 1342734"/>
              <a:gd name="connsiteX82" fmla="*/ 4788036 w 10678681"/>
              <a:gd name="connsiteY82" fmla="*/ 1238182 h 1342734"/>
              <a:gd name="connsiteX83" fmla="*/ 4747555 w 10678681"/>
              <a:gd name="connsiteY83" fmla="*/ 1252768 h 1342734"/>
              <a:gd name="connsiteX84" fmla="*/ 4679644 w 10678681"/>
              <a:gd name="connsiteY84" fmla="*/ 1276603 h 1342734"/>
              <a:gd name="connsiteX85" fmla="*/ 4632222 w 10678681"/>
              <a:gd name="connsiteY85" fmla="*/ 1318360 h 1342734"/>
              <a:gd name="connsiteX86" fmla="*/ 4617358 w 10678681"/>
              <a:gd name="connsiteY86" fmla="*/ 1327690 h 1342734"/>
              <a:gd name="connsiteX87" fmla="*/ 4578184 w 10678681"/>
              <a:gd name="connsiteY87" fmla="*/ 1326745 h 1342734"/>
              <a:gd name="connsiteX88" fmla="*/ 4564919 w 10678681"/>
              <a:gd name="connsiteY88" fmla="*/ 1325507 h 1342734"/>
              <a:gd name="connsiteX89" fmla="*/ 4566586 w 10678681"/>
              <a:gd name="connsiteY89" fmla="*/ 1316963 h 1342734"/>
              <a:gd name="connsiteX90" fmla="*/ 4556303 w 10678681"/>
              <a:gd name="connsiteY90" fmla="*/ 1300262 h 1342734"/>
              <a:gd name="connsiteX91" fmla="*/ 4502358 w 10678681"/>
              <a:gd name="connsiteY91" fmla="*/ 1302558 h 1342734"/>
              <a:gd name="connsiteX92" fmla="*/ 4498919 w 10678681"/>
              <a:gd name="connsiteY92" fmla="*/ 1312115 h 1342734"/>
              <a:gd name="connsiteX93" fmla="*/ 4492075 w 10678681"/>
              <a:gd name="connsiteY93" fmla="*/ 1313357 h 1342734"/>
              <a:gd name="connsiteX94" fmla="*/ 4487466 w 10678681"/>
              <a:gd name="connsiteY94" fmla="*/ 1304102 h 1342734"/>
              <a:gd name="connsiteX95" fmla="*/ 4398292 w 10678681"/>
              <a:gd name="connsiteY95" fmla="*/ 1278410 h 1342734"/>
              <a:gd name="connsiteX96" fmla="*/ 4306088 w 10678681"/>
              <a:gd name="connsiteY96" fmla="*/ 1282512 h 1342734"/>
              <a:gd name="connsiteX97" fmla="*/ 4188995 w 10678681"/>
              <a:gd name="connsiteY97" fmla="*/ 1296718 h 1342734"/>
              <a:gd name="connsiteX98" fmla="*/ 4136582 w 10678681"/>
              <a:gd name="connsiteY98" fmla="*/ 1287687 h 1342734"/>
              <a:gd name="connsiteX99" fmla="*/ 4064614 w 10678681"/>
              <a:gd name="connsiteY99" fmla="*/ 1296118 h 1342734"/>
              <a:gd name="connsiteX100" fmla="*/ 3900948 w 10678681"/>
              <a:gd name="connsiteY100" fmla="*/ 1322156 h 1342734"/>
              <a:gd name="connsiteX101" fmla="*/ 3787890 w 10678681"/>
              <a:gd name="connsiteY101" fmla="*/ 1322164 h 1342734"/>
              <a:gd name="connsiteX102" fmla="*/ 3745993 w 10678681"/>
              <a:gd name="connsiteY102" fmla="*/ 1342630 h 1342734"/>
              <a:gd name="connsiteX103" fmla="*/ 3675785 w 10678681"/>
              <a:gd name="connsiteY103" fmla="*/ 1326802 h 1342734"/>
              <a:gd name="connsiteX104" fmla="*/ 3623856 w 10678681"/>
              <a:gd name="connsiteY104" fmla="*/ 1290804 h 1342734"/>
              <a:gd name="connsiteX105" fmla="*/ 3564933 w 10678681"/>
              <a:gd name="connsiteY105" fmla="*/ 1287147 h 1342734"/>
              <a:gd name="connsiteX106" fmla="*/ 3550537 w 10678681"/>
              <a:gd name="connsiteY106" fmla="*/ 1317552 h 1342734"/>
              <a:gd name="connsiteX107" fmla="*/ 3487736 w 10678681"/>
              <a:gd name="connsiteY107" fmla="*/ 1303493 h 1342734"/>
              <a:gd name="connsiteX108" fmla="*/ 3392548 w 10678681"/>
              <a:gd name="connsiteY108" fmla="*/ 1278741 h 1342734"/>
              <a:gd name="connsiteX109" fmla="*/ 3337466 w 10678681"/>
              <a:gd name="connsiteY109" fmla="*/ 1272537 h 1342734"/>
              <a:gd name="connsiteX110" fmla="*/ 3175981 w 10678681"/>
              <a:gd name="connsiteY110" fmla="*/ 1208973 h 1342734"/>
              <a:gd name="connsiteX111" fmla="*/ 3036856 w 10678681"/>
              <a:gd name="connsiteY111" fmla="*/ 1214383 h 1342734"/>
              <a:gd name="connsiteX112" fmla="*/ 2824973 w 10678681"/>
              <a:gd name="connsiteY112" fmla="*/ 1134864 h 1342734"/>
              <a:gd name="connsiteX113" fmla="*/ 2804398 w 10678681"/>
              <a:gd name="connsiteY113" fmla="*/ 1125556 h 1342734"/>
              <a:gd name="connsiteX114" fmla="*/ 2736109 w 10678681"/>
              <a:gd name="connsiteY114" fmla="*/ 1137717 h 1342734"/>
              <a:gd name="connsiteX115" fmla="*/ 2659096 w 10678681"/>
              <a:gd name="connsiteY115" fmla="*/ 1150294 h 1342734"/>
              <a:gd name="connsiteX116" fmla="*/ 2567088 w 10678681"/>
              <a:gd name="connsiteY116" fmla="*/ 1181781 h 1342734"/>
              <a:gd name="connsiteX117" fmla="*/ 2454501 w 10678681"/>
              <a:gd name="connsiteY117" fmla="*/ 1155455 h 1342734"/>
              <a:gd name="connsiteX118" fmla="*/ 2385161 w 10678681"/>
              <a:gd name="connsiteY118" fmla="*/ 1161312 h 1342734"/>
              <a:gd name="connsiteX119" fmla="*/ 2273361 w 10678681"/>
              <a:gd name="connsiteY119" fmla="*/ 1134090 h 1342734"/>
              <a:gd name="connsiteX120" fmla="*/ 2132003 w 10678681"/>
              <a:gd name="connsiteY120" fmla="*/ 1139225 h 1342734"/>
              <a:gd name="connsiteX121" fmla="*/ 2041224 w 10678681"/>
              <a:gd name="connsiteY121" fmla="*/ 1147536 h 1342734"/>
              <a:gd name="connsiteX122" fmla="*/ 2010157 w 10678681"/>
              <a:gd name="connsiteY122" fmla="*/ 1152767 h 1342734"/>
              <a:gd name="connsiteX123" fmla="*/ 1859213 w 10678681"/>
              <a:gd name="connsiteY123" fmla="*/ 1199540 h 1342734"/>
              <a:gd name="connsiteX124" fmla="*/ 1735877 w 10678681"/>
              <a:gd name="connsiteY124" fmla="*/ 1246527 h 1342734"/>
              <a:gd name="connsiteX125" fmla="*/ 1705069 w 10678681"/>
              <a:gd name="connsiteY125" fmla="*/ 1251989 h 1342734"/>
              <a:gd name="connsiteX126" fmla="*/ 1307888 w 10678681"/>
              <a:gd name="connsiteY126" fmla="*/ 1283156 h 1342734"/>
              <a:gd name="connsiteX127" fmla="*/ 1220734 w 10678681"/>
              <a:gd name="connsiteY127" fmla="*/ 1257811 h 1342734"/>
              <a:gd name="connsiteX128" fmla="*/ 1021737 w 10678681"/>
              <a:gd name="connsiteY128" fmla="*/ 1238739 h 1342734"/>
              <a:gd name="connsiteX129" fmla="*/ 959820 w 10678681"/>
              <a:gd name="connsiteY129" fmla="*/ 1275863 h 1342734"/>
              <a:gd name="connsiteX130" fmla="*/ 929137 w 10678681"/>
              <a:gd name="connsiteY130" fmla="*/ 1273957 h 1342734"/>
              <a:gd name="connsiteX131" fmla="*/ 878849 w 10678681"/>
              <a:gd name="connsiteY131" fmla="*/ 1266740 h 1342734"/>
              <a:gd name="connsiteX132" fmla="*/ 800667 w 10678681"/>
              <a:gd name="connsiteY132" fmla="*/ 1282041 h 1342734"/>
              <a:gd name="connsiteX133" fmla="*/ 644906 w 10678681"/>
              <a:gd name="connsiteY133" fmla="*/ 1273685 h 1342734"/>
              <a:gd name="connsiteX134" fmla="*/ 379869 w 10678681"/>
              <a:gd name="connsiteY134" fmla="*/ 1339165 h 1342734"/>
              <a:gd name="connsiteX135" fmla="*/ 137696 w 10678681"/>
              <a:gd name="connsiteY135" fmla="*/ 1319217 h 1342734"/>
              <a:gd name="connsiteX136" fmla="*/ 54250 w 10678681"/>
              <a:gd name="connsiteY136" fmla="*/ 1315838 h 1342734"/>
              <a:gd name="connsiteX137" fmla="*/ 28042 w 10678681"/>
              <a:gd name="connsiteY137" fmla="*/ 1297822 h 1342734"/>
              <a:gd name="connsiteX138" fmla="*/ 0 w 10678681"/>
              <a:gd name="connsiteY138" fmla="*/ 1294612 h 1342734"/>
              <a:gd name="connsiteX139" fmla="*/ 0 w 10678681"/>
              <a:gd name="connsiteY139" fmla="*/ 0 h 1342734"/>
              <a:gd name="connsiteX0" fmla="*/ 0 w 10678681"/>
              <a:gd name="connsiteY0" fmla="*/ 0 h 1342734"/>
              <a:gd name="connsiteX1" fmla="*/ 10678681 w 10678681"/>
              <a:gd name="connsiteY1" fmla="*/ 0 h 1342734"/>
              <a:gd name="connsiteX2" fmla="*/ 10666019 w 10678681"/>
              <a:gd name="connsiteY2" fmla="*/ 7876 h 1342734"/>
              <a:gd name="connsiteX3" fmla="*/ 10632825 w 10678681"/>
              <a:gd name="connsiteY3" fmla="*/ 32153 h 1342734"/>
              <a:gd name="connsiteX4" fmla="*/ 10516219 w 10678681"/>
              <a:gd name="connsiteY4" fmla="*/ 45588 h 1342734"/>
              <a:gd name="connsiteX5" fmla="*/ 10456989 w 10678681"/>
              <a:gd name="connsiteY5" fmla="*/ 979 h 1342734"/>
              <a:gd name="connsiteX6" fmla="*/ 10438642 w 10678681"/>
              <a:gd name="connsiteY6" fmla="*/ 1524 h 1342734"/>
              <a:gd name="connsiteX7" fmla="*/ 10407146 w 10678681"/>
              <a:gd name="connsiteY7" fmla="*/ 43659 h 1342734"/>
              <a:gd name="connsiteX8" fmla="*/ 10341159 w 10678681"/>
              <a:gd name="connsiteY8" fmla="*/ 103824 h 1342734"/>
              <a:gd name="connsiteX9" fmla="*/ 10244930 w 10678681"/>
              <a:gd name="connsiteY9" fmla="*/ 94599 h 1342734"/>
              <a:gd name="connsiteX10" fmla="*/ 10115334 w 10678681"/>
              <a:gd name="connsiteY10" fmla="*/ 155658 h 1342734"/>
              <a:gd name="connsiteX11" fmla="*/ 10068157 w 10678681"/>
              <a:gd name="connsiteY11" fmla="*/ 215673 h 1342734"/>
              <a:gd name="connsiteX12" fmla="*/ 10045431 w 10678681"/>
              <a:gd name="connsiteY12" fmla="*/ 229568 h 1342734"/>
              <a:gd name="connsiteX13" fmla="*/ 9929077 w 10678681"/>
              <a:gd name="connsiteY13" fmla="*/ 209062 h 1342734"/>
              <a:gd name="connsiteX14" fmla="*/ 9840045 w 10678681"/>
              <a:gd name="connsiteY14" fmla="*/ 223033 h 1342734"/>
              <a:gd name="connsiteX15" fmla="*/ 9679639 w 10678681"/>
              <a:gd name="connsiteY15" fmla="*/ 247182 h 1342734"/>
              <a:gd name="connsiteX16" fmla="*/ 9498347 w 10678681"/>
              <a:gd name="connsiteY16" fmla="*/ 244723 h 1342734"/>
              <a:gd name="connsiteX17" fmla="*/ 9366026 w 10678681"/>
              <a:gd name="connsiteY17" fmla="*/ 299024 h 1342734"/>
              <a:gd name="connsiteX18" fmla="*/ 9316702 w 10678681"/>
              <a:gd name="connsiteY18" fmla="*/ 356523 h 1342734"/>
              <a:gd name="connsiteX19" fmla="*/ 9121744 w 10678681"/>
              <a:gd name="connsiteY19" fmla="*/ 365177 h 1342734"/>
              <a:gd name="connsiteX20" fmla="*/ 9061654 w 10678681"/>
              <a:gd name="connsiteY20" fmla="*/ 393730 h 1342734"/>
              <a:gd name="connsiteX21" fmla="*/ 8997577 w 10678681"/>
              <a:gd name="connsiteY21" fmla="*/ 380865 h 1342734"/>
              <a:gd name="connsiteX22" fmla="*/ 8907968 w 10678681"/>
              <a:gd name="connsiteY22" fmla="*/ 447345 h 1342734"/>
              <a:gd name="connsiteX23" fmla="*/ 8764163 w 10678681"/>
              <a:gd name="connsiteY23" fmla="*/ 471000 h 1342734"/>
              <a:gd name="connsiteX24" fmla="*/ 8680155 w 10678681"/>
              <a:gd name="connsiteY24" fmla="*/ 492404 h 1342734"/>
              <a:gd name="connsiteX25" fmla="*/ 8651436 w 10678681"/>
              <a:gd name="connsiteY25" fmla="*/ 511923 h 1342734"/>
              <a:gd name="connsiteX26" fmla="*/ 8609185 w 10678681"/>
              <a:gd name="connsiteY26" fmla="*/ 531525 h 1342734"/>
              <a:gd name="connsiteX27" fmla="*/ 8537091 w 10678681"/>
              <a:gd name="connsiteY27" fmla="*/ 574933 h 1342734"/>
              <a:gd name="connsiteX28" fmla="*/ 8435931 w 10678681"/>
              <a:gd name="connsiteY28" fmla="*/ 617926 h 1342734"/>
              <a:gd name="connsiteX29" fmla="*/ 8348623 w 10678681"/>
              <a:gd name="connsiteY29" fmla="*/ 600607 h 1342734"/>
              <a:gd name="connsiteX30" fmla="*/ 8276883 w 10678681"/>
              <a:gd name="connsiteY30" fmla="*/ 588214 h 1342734"/>
              <a:gd name="connsiteX31" fmla="*/ 8086698 w 10678681"/>
              <a:gd name="connsiteY31" fmla="*/ 605185 h 1342734"/>
              <a:gd name="connsiteX32" fmla="*/ 7982378 w 10678681"/>
              <a:gd name="connsiteY32" fmla="*/ 629799 h 1342734"/>
              <a:gd name="connsiteX33" fmla="*/ 7947952 w 10678681"/>
              <a:gd name="connsiteY33" fmla="*/ 648003 h 1342734"/>
              <a:gd name="connsiteX34" fmla="*/ 7890112 w 10678681"/>
              <a:gd name="connsiteY34" fmla="*/ 677915 h 1342734"/>
              <a:gd name="connsiteX35" fmla="*/ 7853284 w 10678681"/>
              <a:gd name="connsiteY35" fmla="*/ 723588 h 1342734"/>
              <a:gd name="connsiteX36" fmla="*/ 7802383 w 10678681"/>
              <a:gd name="connsiteY36" fmla="*/ 739359 h 1342734"/>
              <a:gd name="connsiteX37" fmla="*/ 7730518 w 10678681"/>
              <a:gd name="connsiteY37" fmla="*/ 739526 h 1342734"/>
              <a:gd name="connsiteX38" fmla="*/ 7720084 w 10678681"/>
              <a:gd name="connsiteY38" fmla="*/ 760750 h 1342734"/>
              <a:gd name="connsiteX39" fmla="*/ 7652907 w 10678681"/>
              <a:gd name="connsiteY39" fmla="*/ 783273 h 1342734"/>
              <a:gd name="connsiteX40" fmla="*/ 7606008 w 10678681"/>
              <a:gd name="connsiteY40" fmla="*/ 800717 h 1342734"/>
              <a:gd name="connsiteX41" fmla="*/ 7480223 w 10678681"/>
              <a:gd name="connsiteY41" fmla="*/ 856821 h 1342734"/>
              <a:gd name="connsiteX42" fmla="*/ 7356005 w 10678681"/>
              <a:gd name="connsiteY42" fmla="*/ 919462 h 1342734"/>
              <a:gd name="connsiteX43" fmla="*/ 7305396 w 10678681"/>
              <a:gd name="connsiteY43" fmla="*/ 986228 h 1342734"/>
              <a:gd name="connsiteX44" fmla="*/ 7266251 w 10678681"/>
              <a:gd name="connsiteY44" fmla="*/ 967864 h 1342734"/>
              <a:gd name="connsiteX45" fmla="*/ 7258094 w 10678681"/>
              <a:gd name="connsiteY45" fmla="*/ 990679 h 1342734"/>
              <a:gd name="connsiteX46" fmla="*/ 7257893 w 10678681"/>
              <a:gd name="connsiteY46" fmla="*/ 991204 h 1342734"/>
              <a:gd name="connsiteX47" fmla="*/ 7247153 w 10678681"/>
              <a:gd name="connsiteY47" fmla="*/ 991550 h 1342734"/>
              <a:gd name="connsiteX48" fmla="*/ 7193612 w 10678681"/>
              <a:gd name="connsiteY48" fmla="*/ 987042 h 1342734"/>
              <a:gd name="connsiteX49" fmla="*/ 7132632 w 10678681"/>
              <a:gd name="connsiteY49" fmla="*/ 1042036 h 1342734"/>
              <a:gd name="connsiteX50" fmla="*/ 7105610 w 10678681"/>
              <a:gd name="connsiteY50" fmla="*/ 1053537 h 1342734"/>
              <a:gd name="connsiteX51" fmla="*/ 7069148 w 10678681"/>
              <a:gd name="connsiteY51" fmla="*/ 1047163 h 1342734"/>
              <a:gd name="connsiteX52" fmla="*/ 7039634 w 10678681"/>
              <a:gd name="connsiteY52" fmla="*/ 1059971 h 1342734"/>
              <a:gd name="connsiteX53" fmla="*/ 7033445 w 10678681"/>
              <a:gd name="connsiteY53" fmla="*/ 1063314 h 1342734"/>
              <a:gd name="connsiteX54" fmla="*/ 6999157 w 10678681"/>
              <a:gd name="connsiteY54" fmla="*/ 1055282 h 1342734"/>
              <a:gd name="connsiteX55" fmla="*/ 6981874 w 10678681"/>
              <a:gd name="connsiteY55" fmla="*/ 1053827 h 1342734"/>
              <a:gd name="connsiteX56" fmla="*/ 6976102 w 10678681"/>
              <a:gd name="connsiteY56" fmla="*/ 1047854 h 1342734"/>
              <a:gd name="connsiteX57" fmla="*/ 6951040 w 10678681"/>
              <a:gd name="connsiteY57" fmla="*/ 1048531 h 1342734"/>
              <a:gd name="connsiteX58" fmla="*/ 6948497 w 10678681"/>
              <a:gd name="connsiteY58" fmla="*/ 1050706 h 1342734"/>
              <a:gd name="connsiteX59" fmla="*/ 6926582 w 10678681"/>
              <a:gd name="connsiteY59" fmla="*/ 1043462 h 1342734"/>
              <a:gd name="connsiteX60" fmla="*/ 6833743 w 10678681"/>
              <a:gd name="connsiteY60" fmla="*/ 1027960 h 1342734"/>
              <a:gd name="connsiteX61" fmla="*/ 6687090 w 10678681"/>
              <a:gd name="connsiteY61" fmla="*/ 1063250 h 1342734"/>
              <a:gd name="connsiteX62" fmla="*/ 6431838 w 10678681"/>
              <a:gd name="connsiteY62" fmla="*/ 1063226 h 1342734"/>
              <a:gd name="connsiteX63" fmla="*/ 6327795 w 10678681"/>
              <a:gd name="connsiteY63" fmla="*/ 1088142 h 1342734"/>
              <a:gd name="connsiteX64" fmla="*/ 6136549 w 10678681"/>
              <a:gd name="connsiteY64" fmla="*/ 1100268 h 1342734"/>
              <a:gd name="connsiteX65" fmla="*/ 6004655 w 10678681"/>
              <a:gd name="connsiteY65" fmla="*/ 1114946 h 1342734"/>
              <a:gd name="connsiteX66" fmla="*/ 5936643 w 10678681"/>
              <a:gd name="connsiteY66" fmla="*/ 1095428 h 1342734"/>
              <a:gd name="connsiteX67" fmla="*/ 5912484 w 10678681"/>
              <a:gd name="connsiteY67" fmla="*/ 1112624 h 1342734"/>
              <a:gd name="connsiteX68" fmla="*/ 5908387 w 10678681"/>
              <a:gd name="connsiteY68" fmla="*/ 1116018 h 1342734"/>
              <a:gd name="connsiteX69" fmla="*/ 5890495 w 10678681"/>
              <a:gd name="connsiteY69" fmla="*/ 1120268 h 1342734"/>
              <a:gd name="connsiteX70" fmla="*/ 5887318 w 10678681"/>
              <a:gd name="connsiteY70" fmla="*/ 1133134 h 1342734"/>
              <a:gd name="connsiteX71" fmla="*/ 5861726 w 10678681"/>
              <a:gd name="connsiteY71" fmla="*/ 1147891 h 1342734"/>
              <a:gd name="connsiteX72" fmla="*/ 5805823 w 10678681"/>
              <a:gd name="connsiteY72" fmla="*/ 1152457 h 1342734"/>
              <a:gd name="connsiteX73" fmla="*/ 5689841 w 10678681"/>
              <a:gd name="connsiteY73" fmla="*/ 1176232 h 1342734"/>
              <a:gd name="connsiteX74" fmla="*/ 5605119 w 10678681"/>
              <a:gd name="connsiteY74" fmla="*/ 1190202 h 1342734"/>
              <a:gd name="connsiteX75" fmla="*/ 5488513 w 10678681"/>
              <a:gd name="connsiteY75" fmla="*/ 1205367 h 1342734"/>
              <a:gd name="connsiteX76" fmla="*/ 5402905 w 10678681"/>
              <a:gd name="connsiteY76" fmla="*/ 1241191 h 1342734"/>
              <a:gd name="connsiteX77" fmla="*/ 5285593 w 10678681"/>
              <a:gd name="connsiteY77" fmla="*/ 1273569 h 1342734"/>
              <a:gd name="connsiteX78" fmla="*/ 5192893 w 10678681"/>
              <a:gd name="connsiteY78" fmla="*/ 1247188 h 1342734"/>
              <a:gd name="connsiteX79" fmla="*/ 5186475 w 10678681"/>
              <a:gd name="connsiteY79" fmla="*/ 1257028 h 1342734"/>
              <a:gd name="connsiteX80" fmla="*/ 5126038 w 10678681"/>
              <a:gd name="connsiteY80" fmla="*/ 1263189 h 1342734"/>
              <a:gd name="connsiteX81" fmla="*/ 4894688 w 10678681"/>
              <a:gd name="connsiteY81" fmla="*/ 1247184 h 1342734"/>
              <a:gd name="connsiteX82" fmla="*/ 4788036 w 10678681"/>
              <a:gd name="connsiteY82" fmla="*/ 1238182 h 1342734"/>
              <a:gd name="connsiteX83" fmla="*/ 4747555 w 10678681"/>
              <a:gd name="connsiteY83" fmla="*/ 1252768 h 1342734"/>
              <a:gd name="connsiteX84" fmla="*/ 4679644 w 10678681"/>
              <a:gd name="connsiteY84" fmla="*/ 1276603 h 1342734"/>
              <a:gd name="connsiteX85" fmla="*/ 4632222 w 10678681"/>
              <a:gd name="connsiteY85" fmla="*/ 1318360 h 1342734"/>
              <a:gd name="connsiteX86" fmla="*/ 4578184 w 10678681"/>
              <a:gd name="connsiteY86" fmla="*/ 1326745 h 1342734"/>
              <a:gd name="connsiteX87" fmla="*/ 4564919 w 10678681"/>
              <a:gd name="connsiteY87" fmla="*/ 1325507 h 1342734"/>
              <a:gd name="connsiteX88" fmla="*/ 4566586 w 10678681"/>
              <a:gd name="connsiteY88" fmla="*/ 1316963 h 1342734"/>
              <a:gd name="connsiteX89" fmla="*/ 4556303 w 10678681"/>
              <a:gd name="connsiteY89" fmla="*/ 1300262 h 1342734"/>
              <a:gd name="connsiteX90" fmla="*/ 4502358 w 10678681"/>
              <a:gd name="connsiteY90" fmla="*/ 1302558 h 1342734"/>
              <a:gd name="connsiteX91" fmla="*/ 4498919 w 10678681"/>
              <a:gd name="connsiteY91" fmla="*/ 1312115 h 1342734"/>
              <a:gd name="connsiteX92" fmla="*/ 4492075 w 10678681"/>
              <a:gd name="connsiteY92" fmla="*/ 1313357 h 1342734"/>
              <a:gd name="connsiteX93" fmla="*/ 4487466 w 10678681"/>
              <a:gd name="connsiteY93" fmla="*/ 1304102 h 1342734"/>
              <a:gd name="connsiteX94" fmla="*/ 4398292 w 10678681"/>
              <a:gd name="connsiteY94" fmla="*/ 1278410 h 1342734"/>
              <a:gd name="connsiteX95" fmla="*/ 4306088 w 10678681"/>
              <a:gd name="connsiteY95" fmla="*/ 1282512 h 1342734"/>
              <a:gd name="connsiteX96" fmla="*/ 4188995 w 10678681"/>
              <a:gd name="connsiteY96" fmla="*/ 1296718 h 1342734"/>
              <a:gd name="connsiteX97" fmla="*/ 4136582 w 10678681"/>
              <a:gd name="connsiteY97" fmla="*/ 1287687 h 1342734"/>
              <a:gd name="connsiteX98" fmla="*/ 4064614 w 10678681"/>
              <a:gd name="connsiteY98" fmla="*/ 1296118 h 1342734"/>
              <a:gd name="connsiteX99" fmla="*/ 3900948 w 10678681"/>
              <a:gd name="connsiteY99" fmla="*/ 1322156 h 1342734"/>
              <a:gd name="connsiteX100" fmla="*/ 3787890 w 10678681"/>
              <a:gd name="connsiteY100" fmla="*/ 1322164 h 1342734"/>
              <a:gd name="connsiteX101" fmla="*/ 3745993 w 10678681"/>
              <a:gd name="connsiteY101" fmla="*/ 1342630 h 1342734"/>
              <a:gd name="connsiteX102" fmla="*/ 3675785 w 10678681"/>
              <a:gd name="connsiteY102" fmla="*/ 1326802 h 1342734"/>
              <a:gd name="connsiteX103" fmla="*/ 3623856 w 10678681"/>
              <a:gd name="connsiteY103" fmla="*/ 1290804 h 1342734"/>
              <a:gd name="connsiteX104" fmla="*/ 3564933 w 10678681"/>
              <a:gd name="connsiteY104" fmla="*/ 1287147 h 1342734"/>
              <a:gd name="connsiteX105" fmla="*/ 3550537 w 10678681"/>
              <a:gd name="connsiteY105" fmla="*/ 1317552 h 1342734"/>
              <a:gd name="connsiteX106" fmla="*/ 3487736 w 10678681"/>
              <a:gd name="connsiteY106" fmla="*/ 1303493 h 1342734"/>
              <a:gd name="connsiteX107" fmla="*/ 3392548 w 10678681"/>
              <a:gd name="connsiteY107" fmla="*/ 1278741 h 1342734"/>
              <a:gd name="connsiteX108" fmla="*/ 3337466 w 10678681"/>
              <a:gd name="connsiteY108" fmla="*/ 1272537 h 1342734"/>
              <a:gd name="connsiteX109" fmla="*/ 3175981 w 10678681"/>
              <a:gd name="connsiteY109" fmla="*/ 1208973 h 1342734"/>
              <a:gd name="connsiteX110" fmla="*/ 3036856 w 10678681"/>
              <a:gd name="connsiteY110" fmla="*/ 1214383 h 1342734"/>
              <a:gd name="connsiteX111" fmla="*/ 2824973 w 10678681"/>
              <a:gd name="connsiteY111" fmla="*/ 1134864 h 1342734"/>
              <a:gd name="connsiteX112" fmla="*/ 2804398 w 10678681"/>
              <a:gd name="connsiteY112" fmla="*/ 1125556 h 1342734"/>
              <a:gd name="connsiteX113" fmla="*/ 2736109 w 10678681"/>
              <a:gd name="connsiteY113" fmla="*/ 1137717 h 1342734"/>
              <a:gd name="connsiteX114" fmla="*/ 2659096 w 10678681"/>
              <a:gd name="connsiteY114" fmla="*/ 1150294 h 1342734"/>
              <a:gd name="connsiteX115" fmla="*/ 2567088 w 10678681"/>
              <a:gd name="connsiteY115" fmla="*/ 1181781 h 1342734"/>
              <a:gd name="connsiteX116" fmla="*/ 2454501 w 10678681"/>
              <a:gd name="connsiteY116" fmla="*/ 1155455 h 1342734"/>
              <a:gd name="connsiteX117" fmla="*/ 2385161 w 10678681"/>
              <a:gd name="connsiteY117" fmla="*/ 1161312 h 1342734"/>
              <a:gd name="connsiteX118" fmla="*/ 2273361 w 10678681"/>
              <a:gd name="connsiteY118" fmla="*/ 1134090 h 1342734"/>
              <a:gd name="connsiteX119" fmla="*/ 2132003 w 10678681"/>
              <a:gd name="connsiteY119" fmla="*/ 1139225 h 1342734"/>
              <a:gd name="connsiteX120" fmla="*/ 2041224 w 10678681"/>
              <a:gd name="connsiteY120" fmla="*/ 1147536 h 1342734"/>
              <a:gd name="connsiteX121" fmla="*/ 2010157 w 10678681"/>
              <a:gd name="connsiteY121" fmla="*/ 1152767 h 1342734"/>
              <a:gd name="connsiteX122" fmla="*/ 1859213 w 10678681"/>
              <a:gd name="connsiteY122" fmla="*/ 1199540 h 1342734"/>
              <a:gd name="connsiteX123" fmla="*/ 1735877 w 10678681"/>
              <a:gd name="connsiteY123" fmla="*/ 1246527 h 1342734"/>
              <a:gd name="connsiteX124" fmla="*/ 1705069 w 10678681"/>
              <a:gd name="connsiteY124" fmla="*/ 1251989 h 1342734"/>
              <a:gd name="connsiteX125" fmla="*/ 1307888 w 10678681"/>
              <a:gd name="connsiteY125" fmla="*/ 1283156 h 1342734"/>
              <a:gd name="connsiteX126" fmla="*/ 1220734 w 10678681"/>
              <a:gd name="connsiteY126" fmla="*/ 1257811 h 1342734"/>
              <a:gd name="connsiteX127" fmla="*/ 1021737 w 10678681"/>
              <a:gd name="connsiteY127" fmla="*/ 1238739 h 1342734"/>
              <a:gd name="connsiteX128" fmla="*/ 959820 w 10678681"/>
              <a:gd name="connsiteY128" fmla="*/ 1275863 h 1342734"/>
              <a:gd name="connsiteX129" fmla="*/ 929137 w 10678681"/>
              <a:gd name="connsiteY129" fmla="*/ 1273957 h 1342734"/>
              <a:gd name="connsiteX130" fmla="*/ 878849 w 10678681"/>
              <a:gd name="connsiteY130" fmla="*/ 1266740 h 1342734"/>
              <a:gd name="connsiteX131" fmla="*/ 800667 w 10678681"/>
              <a:gd name="connsiteY131" fmla="*/ 1282041 h 1342734"/>
              <a:gd name="connsiteX132" fmla="*/ 644906 w 10678681"/>
              <a:gd name="connsiteY132" fmla="*/ 1273685 h 1342734"/>
              <a:gd name="connsiteX133" fmla="*/ 379869 w 10678681"/>
              <a:gd name="connsiteY133" fmla="*/ 1339165 h 1342734"/>
              <a:gd name="connsiteX134" fmla="*/ 137696 w 10678681"/>
              <a:gd name="connsiteY134" fmla="*/ 1319217 h 1342734"/>
              <a:gd name="connsiteX135" fmla="*/ 54250 w 10678681"/>
              <a:gd name="connsiteY135" fmla="*/ 1315838 h 1342734"/>
              <a:gd name="connsiteX136" fmla="*/ 28042 w 10678681"/>
              <a:gd name="connsiteY136" fmla="*/ 1297822 h 1342734"/>
              <a:gd name="connsiteX137" fmla="*/ 0 w 10678681"/>
              <a:gd name="connsiteY137" fmla="*/ 1294612 h 1342734"/>
              <a:gd name="connsiteX138" fmla="*/ 0 w 10678681"/>
              <a:gd name="connsiteY138" fmla="*/ 0 h 1342734"/>
              <a:gd name="connsiteX0" fmla="*/ 0 w 10678681"/>
              <a:gd name="connsiteY0" fmla="*/ 0 h 1342734"/>
              <a:gd name="connsiteX1" fmla="*/ 10678681 w 10678681"/>
              <a:gd name="connsiteY1" fmla="*/ 0 h 1342734"/>
              <a:gd name="connsiteX2" fmla="*/ 10666019 w 10678681"/>
              <a:gd name="connsiteY2" fmla="*/ 7876 h 1342734"/>
              <a:gd name="connsiteX3" fmla="*/ 10632825 w 10678681"/>
              <a:gd name="connsiteY3" fmla="*/ 32153 h 1342734"/>
              <a:gd name="connsiteX4" fmla="*/ 10516219 w 10678681"/>
              <a:gd name="connsiteY4" fmla="*/ 45588 h 1342734"/>
              <a:gd name="connsiteX5" fmla="*/ 10456989 w 10678681"/>
              <a:gd name="connsiteY5" fmla="*/ 979 h 1342734"/>
              <a:gd name="connsiteX6" fmla="*/ 10438642 w 10678681"/>
              <a:gd name="connsiteY6" fmla="*/ 1524 h 1342734"/>
              <a:gd name="connsiteX7" fmla="*/ 10407146 w 10678681"/>
              <a:gd name="connsiteY7" fmla="*/ 43659 h 1342734"/>
              <a:gd name="connsiteX8" fmla="*/ 10341159 w 10678681"/>
              <a:gd name="connsiteY8" fmla="*/ 103824 h 1342734"/>
              <a:gd name="connsiteX9" fmla="*/ 10244930 w 10678681"/>
              <a:gd name="connsiteY9" fmla="*/ 94599 h 1342734"/>
              <a:gd name="connsiteX10" fmla="*/ 10115334 w 10678681"/>
              <a:gd name="connsiteY10" fmla="*/ 155658 h 1342734"/>
              <a:gd name="connsiteX11" fmla="*/ 10068157 w 10678681"/>
              <a:gd name="connsiteY11" fmla="*/ 215673 h 1342734"/>
              <a:gd name="connsiteX12" fmla="*/ 10045431 w 10678681"/>
              <a:gd name="connsiteY12" fmla="*/ 229568 h 1342734"/>
              <a:gd name="connsiteX13" fmla="*/ 9929077 w 10678681"/>
              <a:gd name="connsiteY13" fmla="*/ 209062 h 1342734"/>
              <a:gd name="connsiteX14" fmla="*/ 9840045 w 10678681"/>
              <a:gd name="connsiteY14" fmla="*/ 223033 h 1342734"/>
              <a:gd name="connsiteX15" fmla="*/ 9679639 w 10678681"/>
              <a:gd name="connsiteY15" fmla="*/ 247182 h 1342734"/>
              <a:gd name="connsiteX16" fmla="*/ 9498347 w 10678681"/>
              <a:gd name="connsiteY16" fmla="*/ 244723 h 1342734"/>
              <a:gd name="connsiteX17" fmla="*/ 9366026 w 10678681"/>
              <a:gd name="connsiteY17" fmla="*/ 299024 h 1342734"/>
              <a:gd name="connsiteX18" fmla="*/ 9316702 w 10678681"/>
              <a:gd name="connsiteY18" fmla="*/ 356523 h 1342734"/>
              <a:gd name="connsiteX19" fmla="*/ 9121744 w 10678681"/>
              <a:gd name="connsiteY19" fmla="*/ 365177 h 1342734"/>
              <a:gd name="connsiteX20" fmla="*/ 9061654 w 10678681"/>
              <a:gd name="connsiteY20" fmla="*/ 393730 h 1342734"/>
              <a:gd name="connsiteX21" fmla="*/ 8997577 w 10678681"/>
              <a:gd name="connsiteY21" fmla="*/ 380865 h 1342734"/>
              <a:gd name="connsiteX22" fmla="*/ 8907968 w 10678681"/>
              <a:gd name="connsiteY22" fmla="*/ 447345 h 1342734"/>
              <a:gd name="connsiteX23" fmla="*/ 8764163 w 10678681"/>
              <a:gd name="connsiteY23" fmla="*/ 471000 h 1342734"/>
              <a:gd name="connsiteX24" fmla="*/ 8680155 w 10678681"/>
              <a:gd name="connsiteY24" fmla="*/ 492404 h 1342734"/>
              <a:gd name="connsiteX25" fmla="*/ 8651436 w 10678681"/>
              <a:gd name="connsiteY25" fmla="*/ 511923 h 1342734"/>
              <a:gd name="connsiteX26" fmla="*/ 8609185 w 10678681"/>
              <a:gd name="connsiteY26" fmla="*/ 531525 h 1342734"/>
              <a:gd name="connsiteX27" fmla="*/ 8537091 w 10678681"/>
              <a:gd name="connsiteY27" fmla="*/ 574933 h 1342734"/>
              <a:gd name="connsiteX28" fmla="*/ 8435931 w 10678681"/>
              <a:gd name="connsiteY28" fmla="*/ 617926 h 1342734"/>
              <a:gd name="connsiteX29" fmla="*/ 8348623 w 10678681"/>
              <a:gd name="connsiteY29" fmla="*/ 600607 h 1342734"/>
              <a:gd name="connsiteX30" fmla="*/ 8276883 w 10678681"/>
              <a:gd name="connsiteY30" fmla="*/ 588214 h 1342734"/>
              <a:gd name="connsiteX31" fmla="*/ 8086698 w 10678681"/>
              <a:gd name="connsiteY31" fmla="*/ 605185 h 1342734"/>
              <a:gd name="connsiteX32" fmla="*/ 7982378 w 10678681"/>
              <a:gd name="connsiteY32" fmla="*/ 629799 h 1342734"/>
              <a:gd name="connsiteX33" fmla="*/ 7947952 w 10678681"/>
              <a:gd name="connsiteY33" fmla="*/ 648003 h 1342734"/>
              <a:gd name="connsiteX34" fmla="*/ 7890112 w 10678681"/>
              <a:gd name="connsiteY34" fmla="*/ 677915 h 1342734"/>
              <a:gd name="connsiteX35" fmla="*/ 7853284 w 10678681"/>
              <a:gd name="connsiteY35" fmla="*/ 723588 h 1342734"/>
              <a:gd name="connsiteX36" fmla="*/ 7802383 w 10678681"/>
              <a:gd name="connsiteY36" fmla="*/ 739359 h 1342734"/>
              <a:gd name="connsiteX37" fmla="*/ 7730518 w 10678681"/>
              <a:gd name="connsiteY37" fmla="*/ 739526 h 1342734"/>
              <a:gd name="connsiteX38" fmla="*/ 7720084 w 10678681"/>
              <a:gd name="connsiteY38" fmla="*/ 760750 h 1342734"/>
              <a:gd name="connsiteX39" fmla="*/ 7652907 w 10678681"/>
              <a:gd name="connsiteY39" fmla="*/ 783273 h 1342734"/>
              <a:gd name="connsiteX40" fmla="*/ 7606008 w 10678681"/>
              <a:gd name="connsiteY40" fmla="*/ 800717 h 1342734"/>
              <a:gd name="connsiteX41" fmla="*/ 7480223 w 10678681"/>
              <a:gd name="connsiteY41" fmla="*/ 856821 h 1342734"/>
              <a:gd name="connsiteX42" fmla="*/ 7356005 w 10678681"/>
              <a:gd name="connsiteY42" fmla="*/ 919462 h 1342734"/>
              <a:gd name="connsiteX43" fmla="*/ 7305396 w 10678681"/>
              <a:gd name="connsiteY43" fmla="*/ 986228 h 1342734"/>
              <a:gd name="connsiteX44" fmla="*/ 7266251 w 10678681"/>
              <a:gd name="connsiteY44" fmla="*/ 967864 h 1342734"/>
              <a:gd name="connsiteX45" fmla="*/ 7258094 w 10678681"/>
              <a:gd name="connsiteY45" fmla="*/ 990679 h 1342734"/>
              <a:gd name="connsiteX46" fmla="*/ 7257893 w 10678681"/>
              <a:gd name="connsiteY46" fmla="*/ 991204 h 1342734"/>
              <a:gd name="connsiteX47" fmla="*/ 7247153 w 10678681"/>
              <a:gd name="connsiteY47" fmla="*/ 991550 h 1342734"/>
              <a:gd name="connsiteX48" fmla="*/ 7193612 w 10678681"/>
              <a:gd name="connsiteY48" fmla="*/ 987042 h 1342734"/>
              <a:gd name="connsiteX49" fmla="*/ 7132632 w 10678681"/>
              <a:gd name="connsiteY49" fmla="*/ 1042036 h 1342734"/>
              <a:gd name="connsiteX50" fmla="*/ 7105610 w 10678681"/>
              <a:gd name="connsiteY50" fmla="*/ 1053537 h 1342734"/>
              <a:gd name="connsiteX51" fmla="*/ 7069148 w 10678681"/>
              <a:gd name="connsiteY51" fmla="*/ 1047163 h 1342734"/>
              <a:gd name="connsiteX52" fmla="*/ 7039634 w 10678681"/>
              <a:gd name="connsiteY52" fmla="*/ 1059971 h 1342734"/>
              <a:gd name="connsiteX53" fmla="*/ 7033445 w 10678681"/>
              <a:gd name="connsiteY53" fmla="*/ 1063314 h 1342734"/>
              <a:gd name="connsiteX54" fmla="*/ 6999157 w 10678681"/>
              <a:gd name="connsiteY54" fmla="*/ 1055282 h 1342734"/>
              <a:gd name="connsiteX55" fmla="*/ 6981874 w 10678681"/>
              <a:gd name="connsiteY55" fmla="*/ 1053827 h 1342734"/>
              <a:gd name="connsiteX56" fmla="*/ 6976102 w 10678681"/>
              <a:gd name="connsiteY56" fmla="*/ 1047854 h 1342734"/>
              <a:gd name="connsiteX57" fmla="*/ 6951040 w 10678681"/>
              <a:gd name="connsiteY57" fmla="*/ 1048531 h 1342734"/>
              <a:gd name="connsiteX58" fmla="*/ 6948497 w 10678681"/>
              <a:gd name="connsiteY58" fmla="*/ 1050706 h 1342734"/>
              <a:gd name="connsiteX59" fmla="*/ 6926582 w 10678681"/>
              <a:gd name="connsiteY59" fmla="*/ 1043462 h 1342734"/>
              <a:gd name="connsiteX60" fmla="*/ 6833743 w 10678681"/>
              <a:gd name="connsiteY60" fmla="*/ 1027960 h 1342734"/>
              <a:gd name="connsiteX61" fmla="*/ 6687090 w 10678681"/>
              <a:gd name="connsiteY61" fmla="*/ 1063250 h 1342734"/>
              <a:gd name="connsiteX62" fmla="*/ 6431838 w 10678681"/>
              <a:gd name="connsiteY62" fmla="*/ 1063226 h 1342734"/>
              <a:gd name="connsiteX63" fmla="*/ 6327795 w 10678681"/>
              <a:gd name="connsiteY63" fmla="*/ 1088142 h 1342734"/>
              <a:gd name="connsiteX64" fmla="*/ 6136549 w 10678681"/>
              <a:gd name="connsiteY64" fmla="*/ 1100268 h 1342734"/>
              <a:gd name="connsiteX65" fmla="*/ 6004655 w 10678681"/>
              <a:gd name="connsiteY65" fmla="*/ 1114946 h 1342734"/>
              <a:gd name="connsiteX66" fmla="*/ 5936643 w 10678681"/>
              <a:gd name="connsiteY66" fmla="*/ 1095428 h 1342734"/>
              <a:gd name="connsiteX67" fmla="*/ 5912484 w 10678681"/>
              <a:gd name="connsiteY67" fmla="*/ 1112624 h 1342734"/>
              <a:gd name="connsiteX68" fmla="*/ 5908387 w 10678681"/>
              <a:gd name="connsiteY68" fmla="*/ 1116018 h 1342734"/>
              <a:gd name="connsiteX69" fmla="*/ 5890495 w 10678681"/>
              <a:gd name="connsiteY69" fmla="*/ 1120268 h 1342734"/>
              <a:gd name="connsiteX70" fmla="*/ 5887318 w 10678681"/>
              <a:gd name="connsiteY70" fmla="*/ 1133134 h 1342734"/>
              <a:gd name="connsiteX71" fmla="*/ 5861726 w 10678681"/>
              <a:gd name="connsiteY71" fmla="*/ 1147891 h 1342734"/>
              <a:gd name="connsiteX72" fmla="*/ 5805823 w 10678681"/>
              <a:gd name="connsiteY72" fmla="*/ 1152457 h 1342734"/>
              <a:gd name="connsiteX73" fmla="*/ 5689841 w 10678681"/>
              <a:gd name="connsiteY73" fmla="*/ 1176232 h 1342734"/>
              <a:gd name="connsiteX74" fmla="*/ 5605119 w 10678681"/>
              <a:gd name="connsiteY74" fmla="*/ 1190202 h 1342734"/>
              <a:gd name="connsiteX75" fmla="*/ 5488513 w 10678681"/>
              <a:gd name="connsiteY75" fmla="*/ 1205367 h 1342734"/>
              <a:gd name="connsiteX76" fmla="*/ 5402905 w 10678681"/>
              <a:gd name="connsiteY76" fmla="*/ 1241191 h 1342734"/>
              <a:gd name="connsiteX77" fmla="*/ 5285593 w 10678681"/>
              <a:gd name="connsiteY77" fmla="*/ 1273569 h 1342734"/>
              <a:gd name="connsiteX78" fmla="*/ 5192893 w 10678681"/>
              <a:gd name="connsiteY78" fmla="*/ 1247188 h 1342734"/>
              <a:gd name="connsiteX79" fmla="*/ 5186475 w 10678681"/>
              <a:gd name="connsiteY79" fmla="*/ 1257028 h 1342734"/>
              <a:gd name="connsiteX80" fmla="*/ 5126038 w 10678681"/>
              <a:gd name="connsiteY80" fmla="*/ 1263189 h 1342734"/>
              <a:gd name="connsiteX81" fmla="*/ 4894688 w 10678681"/>
              <a:gd name="connsiteY81" fmla="*/ 1247184 h 1342734"/>
              <a:gd name="connsiteX82" fmla="*/ 4788036 w 10678681"/>
              <a:gd name="connsiteY82" fmla="*/ 1238182 h 1342734"/>
              <a:gd name="connsiteX83" fmla="*/ 4747555 w 10678681"/>
              <a:gd name="connsiteY83" fmla="*/ 1252768 h 1342734"/>
              <a:gd name="connsiteX84" fmla="*/ 4679644 w 10678681"/>
              <a:gd name="connsiteY84" fmla="*/ 1276603 h 1342734"/>
              <a:gd name="connsiteX85" fmla="*/ 4578184 w 10678681"/>
              <a:gd name="connsiteY85" fmla="*/ 1326745 h 1342734"/>
              <a:gd name="connsiteX86" fmla="*/ 4564919 w 10678681"/>
              <a:gd name="connsiteY86" fmla="*/ 1325507 h 1342734"/>
              <a:gd name="connsiteX87" fmla="*/ 4566586 w 10678681"/>
              <a:gd name="connsiteY87" fmla="*/ 1316963 h 1342734"/>
              <a:gd name="connsiteX88" fmla="*/ 4556303 w 10678681"/>
              <a:gd name="connsiteY88" fmla="*/ 1300262 h 1342734"/>
              <a:gd name="connsiteX89" fmla="*/ 4502358 w 10678681"/>
              <a:gd name="connsiteY89" fmla="*/ 1302558 h 1342734"/>
              <a:gd name="connsiteX90" fmla="*/ 4498919 w 10678681"/>
              <a:gd name="connsiteY90" fmla="*/ 1312115 h 1342734"/>
              <a:gd name="connsiteX91" fmla="*/ 4492075 w 10678681"/>
              <a:gd name="connsiteY91" fmla="*/ 1313357 h 1342734"/>
              <a:gd name="connsiteX92" fmla="*/ 4487466 w 10678681"/>
              <a:gd name="connsiteY92" fmla="*/ 1304102 h 1342734"/>
              <a:gd name="connsiteX93" fmla="*/ 4398292 w 10678681"/>
              <a:gd name="connsiteY93" fmla="*/ 1278410 h 1342734"/>
              <a:gd name="connsiteX94" fmla="*/ 4306088 w 10678681"/>
              <a:gd name="connsiteY94" fmla="*/ 1282512 h 1342734"/>
              <a:gd name="connsiteX95" fmla="*/ 4188995 w 10678681"/>
              <a:gd name="connsiteY95" fmla="*/ 1296718 h 1342734"/>
              <a:gd name="connsiteX96" fmla="*/ 4136582 w 10678681"/>
              <a:gd name="connsiteY96" fmla="*/ 1287687 h 1342734"/>
              <a:gd name="connsiteX97" fmla="*/ 4064614 w 10678681"/>
              <a:gd name="connsiteY97" fmla="*/ 1296118 h 1342734"/>
              <a:gd name="connsiteX98" fmla="*/ 3900948 w 10678681"/>
              <a:gd name="connsiteY98" fmla="*/ 1322156 h 1342734"/>
              <a:gd name="connsiteX99" fmla="*/ 3787890 w 10678681"/>
              <a:gd name="connsiteY99" fmla="*/ 1322164 h 1342734"/>
              <a:gd name="connsiteX100" fmla="*/ 3745993 w 10678681"/>
              <a:gd name="connsiteY100" fmla="*/ 1342630 h 1342734"/>
              <a:gd name="connsiteX101" fmla="*/ 3675785 w 10678681"/>
              <a:gd name="connsiteY101" fmla="*/ 1326802 h 1342734"/>
              <a:gd name="connsiteX102" fmla="*/ 3623856 w 10678681"/>
              <a:gd name="connsiteY102" fmla="*/ 1290804 h 1342734"/>
              <a:gd name="connsiteX103" fmla="*/ 3564933 w 10678681"/>
              <a:gd name="connsiteY103" fmla="*/ 1287147 h 1342734"/>
              <a:gd name="connsiteX104" fmla="*/ 3550537 w 10678681"/>
              <a:gd name="connsiteY104" fmla="*/ 1317552 h 1342734"/>
              <a:gd name="connsiteX105" fmla="*/ 3487736 w 10678681"/>
              <a:gd name="connsiteY105" fmla="*/ 1303493 h 1342734"/>
              <a:gd name="connsiteX106" fmla="*/ 3392548 w 10678681"/>
              <a:gd name="connsiteY106" fmla="*/ 1278741 h 1342734"/>
              <a:gd name="connsiteX107" fmla="*/ 3337466 w 10678681"/>
              <a:gd name="connsiteY107" fmla="*/ 1272537 h 1342734"/>
              <a:gd name="connsiteX108" fmla="*/ 3175981 w 10678681"/>
              <a:gd name="connsiteY108" fmla="*/ 1208973 h 1342734"/>
              <a:gd name="connsiteX109" fmla="*/ 3036856 w 10678681"/>
              <a:gd name="connsiteY109" fmla="*/ 1214383 h 1342734"/>
              <a:gd name="connsiteX110" fmla="*/ 2824973 w 10678681"/>
              <a:gd name="connsiteY110" fmla="*/ 1134864 h 1342734"/>
              <a:gd name="connsiteX111" fmla="*/ 2804398 w 10678681"/>
              <a:gd name="connsiteY111" fmla="*/ 1125556 h 1342734"/>
              <a:gd name="connsiteX112" fmla="*/ 2736109 w 10678681"/>
              <a:gd name="connsiteY112" fmla="*/ 1137717 h 1342734"/>
              <a:gd name="connsiteX113" fmla="*/ 2659096 w 10678681"/>
              <a:gd name="connsiteY113" fmla="*/ 1150294 h 1342734"/>
              <a:gd name="connsiteX114" fmla="*/ 2567088 w 10678681"/>
              <a:gd name="connsiteY114" fmla="*/ 1181781 h 1342734"/>
              <a:gd name="connsiteX115" fmla="*/ 2454501 w 10678681"/>
              <a:gd name="connsiteY115" fmla="*/ 1155455 h 1342734"/>
              <a:gd name="connsiteX116" fmla="*/ 2385161 w 10678681"/>
              <a:gd name="connsiteY116" fmla="*/ 1161312 h 1342734"/>
              <a:gd name="connsiteX117" fmla="*/ 2273361 w 10678681"/>
              <a:gd name="connsiteY117" fmla="*/ 1134090 h 1342734"/>
              <a:gd name="connsiteX118" fmla="*/ 2132003 w 10678681"/>
              <a:gd name="connsiteY118" fmla="*/ 1139225 h 1342734"/>
              <a:gd name="connsiteX119" fmla="*/ 2041224 w 10678681"/>
              <a:gd name="connsiteY119" fmla="*/ 1147536 h 1342734"/>
              <a:gd name="connsiteX120" fmla="*/ 2010157 w 10678681"/>
              <a:gd name="connsiteY120" fmla="*/ 1152767 h 1342734"/>
              <a:gd name="connsiteX121" fmla="*/ 1859213 w 10678681"/>
              <a:gd name="connsiteY121" fmla="*/ 1199540 h 1342734"/>
              <a:gd name="connsiteX122" fmla="*/ 1735877 w 10678681"/>
              <a:gd name="connsiteY122" fmla="*/ 1246527 h 1342734"/>
              <a:gd name="connsiteX123" fmla="*/ 1705069 w 10678681"/>
              <a:gd name="connsiteY123" fmla="*/ 1251989 h 1342734"/>
              <a:gd name="connsiteX124" fmla="*/ 1307888 w 10678681"/>
              <a:gd name="connsiteY124" fmla="*/ 1283156 h 1342734"/>
              <a:gd name="connsiteX125" fmla="*/ 1220734 w 10678681"/>
              <a:gd name="connsiteY125" fmla="*/ 1257811 h 1342734"/>
              <a:gd name="connsiteX126" fmla="*/ 1021737 w 10678681"/>
              <a:gd name="connsiteY126" fmla="*/ 1238739 h 1342734"/>
              <a:gd name="connsiteX127" fmla="*/ 959820 w 10678681"/>
              <a:gd name="connsiteY127" fmla="*/ 1275863 h 1342734"/>
              <a:gd name="connsiteX128" fmla="*/ 929137 w 10678681"/>
              <a:gd name="connsiteY128" fmla="*/ 1273957 h 1342734"/>
              <a:gd name="connsiteX129" fmla="*/ 878849 w 10678681"/>
              <a:gd name="connsiteY129" fmla="*/ 1266740 h 1342734"/>
              <a:gd name="connsiteX130" fmla="*/ 800667 w 10678681"/>
              <a:gd name="connsiteY130" fmla="*/ 1282041 h 1342734"/>
              <a:gd name="connsiteX131" fmla="*/ 644906 w 10678681"/>
              <a:gd name="connsiteY131" fmla="*/ 1273685 h 1342734"/>
              <a:gd name="connsiteX132" fmla="*/ 379869 w 10678681"/>
              <a:gd name="connsiteY132" fmla="*/ 1339165 h 1342734"/>
              <a:gd name="connsiteX133" fmla="*/ 137696 w 10678681"/>
              <a:gd name="connsiteY133" fmla="*/ 1319217 h 1342734"/>
              <a:gd name="connsiteX134" fmla="*/ 54250 w 10678681"/>
              <a:gd name="connsiteY134" fmla="*/ 1315838 h 1342734"/>
              <a:gd name="connsiteX135" fmla="*/ 28042 w 10678681"/>
              <a:gd name="connsiteY135" fmla="*/ 1297822 h 1342734"/>
              <a:gd name="connsiteX136" fmla="*/ 0 w 10678681"/>
              <a:gd name="connsiteY136" fmla="*/ 1294612 h 1342734"/>
              <a:gd name="connsiteX137" fmla="*/ 0 w 10678681"/>
              <a:gd name="connsiteY137" fmla="*/ 0 h 1342734"/>
              <a:gd name="connsiteX0" fmla="*/ 0 w 10678681"/>
              <a:gd name="connsiteY0" fmla="*/ 0 h 1342734"/>
              <a:gd name="connsiteX1" fmla="*/ 10678681 w 10678681"/>
              <a:gd name="connsiteY1" fmla="*/ 0 h 1342734"/>
              <a:gd name="connsiteX2" fmla="*/ 10666019 w 10678681"/>
              <a:gd name="connsiteY2" fmla="*/ 7876 h 1342734"/>
              <a:gd name="connsiteX3" fmla="*/ 10632825 w 10678681"/>
              <a:gd name="connsiteY3" fmla="*/ 32153 h 1342734"/>
              <a:gd name="connsiteX4" fmla="*/ 10516219 w 10678681"/>
              <a:gd name="connsiteY4" fmla="*/ 45588 h 1342734"/>
              <a:gd name="connsiteX5" fmla="*/ 10456989 w 10678681"/>
              <a:gd name="connsiteY5" fmla="*/ 979 h 1342734"/>
              <a:gd name="connsiteX6" fmla="*/ 10438642 w 10678681"/>
              <a:gd name="connsiteY6" fmla="*/ 1524 h 1342734"/>
              <a:gd name="connsiteX7" fmla="*/ 10407146 w 10678681"/>
              <a:gd name="connsiteY7" fmla="*/ 43659 h 1342734"/>
              <a:gd name="connsiteX8" fmla="*/ 10341159 w 10678681"/>
              <a:gd name="connsiteY8" fmla="*/ 103824 h 1342734"/>
              <a:gd name="connsiteX9" fmla="*/ 10244930 w 10678681"/>
              <a:gd name="connsiteY9" fmla="*/ 94599 h 1342734"/>
              <a:gd name="connsiteX10" fmla="*/ 10115334 w 10678681"/>
              <a:gd name="connsiteY10" fmla="*/ 155658 h 1342734"/>
              <a:gd name="connsiteX11" fmla="*/ 10068157 w 10678681"/>
              <a:gd name="connsiteY11" fmla="*/ 215673 h 1342734"/>
              <a:gd name="connsiteX12" fmla="*/ 10045431 w 10678681"/>
              <a:gd name="connsiteY12" fmla="*/ 229568 h 1342734"/>
              <a:gd name="connsiteX13" fmla="*/ 9929077 w 10678681"/>
              <a:gd name="connsiteY13" fmla="*/ 209062 h 1342734"/>
              <a:gd name="connsiteX14" fmla="*/ 9840045 w 10678681"/>
              <a:gd name="connsiteY14" fmla="*/ 223033 h 1342734"/>
              <a:gd name="connsiteX15" fmla="*/ 9679639 w 10678681"/>
              <a:gd name="connsiteY15" fmla="*/ 247182 h 1342734"/>
              <a:gd name="connsiteX16" fmla="*/ 9498347 w 10678681"/>
              <a:gd name="connsiteY16" fmla="*/ 244723 h 1342734"/>
              <a:gd name="connsiteX17" fmla="*/ 9366026 w 10678681"/>
              <a:gd name="connsiteY17" fmla="*/ 299024 h 1342734"/>
              <a:gd name="connsiteX18" fmla="*/ 9316702 w 10678681"/>
              <a:gd name="connsiteY18" fmla="*/ 356523 h 1342734"/>
              <a:gd name="connsiteX19" fmla="*/ 9121744 w 10678681"/>
              <a:gd name="connsiteY19" fmla="*/ 365177 h 1342734"/>
              <a:gd name="connsiteX20" fmla="*/ 9061654 w 10678681"/>
              <a:gd name="connsiteY20" fmla="*/ 393730 h 1342734"/>
              <a:gd name="connsiteX21" fmla="*/ 8997577 w 10678681"/>
              <a:gd name="connsiteY21" fmla="*/ 380865 h 1342734"/>
              <a:gd name="connsiteX22" fmla="*/ 8907968 w 10678681"/>
              <a:gd name="connsiteY22" fmla="*/ 447345 h 1342734"/>
              <a:gd name="connsiteX23" fmla="*/ 8764163 w 10678681"/>
              <a:gd name="connsiteY23" fmla="*/ 471000 h 1342734"/>
              <a:gd name="connsiteX24" fmla="*/ 8680155 w 10678681"/>
              <a:gd name="connsiteY24" fmla="*/ 492404 h 1342734"/>
              <a:gd name="connsiteX25" fmla="*/ 8651436 w 10678681"/>
              <a:gd name="connsiteY25" fmla="*/ 511923 h 1342734"/>
              <a:gd name="connsiteX26" fmla="*/ 8609185 w 10678681"/>
              <a:gd name="connsiteY26" fmla="*/ 531525 h 1342734"/>
              <a:gd name="connsiteX27" fmla="*/ 8537091 w 10678681"/>
              <a:gd name="connsiteY27" fmla="*/ 574933 h 1342734"/>
              <a:gd name="connsiteX28" fmla="*/ 8435931 w 10678681"/>
              <a:gd name="connsiteY28" fmla="*/ 617926 h 1342734"/>
              <a:gd name="connsiteX29" fmla="*/ 8348623 w 10678681"/>
              <a:gd name="connsiteY29" fmla="*/ 600607 h 1342734"/>
              <a:gd name="connsiteX30" fmla="*/ 8276883 w 10678681"/>
              <a:gd name="connsiteY30" fmla="*/ 588214 h 1342734"/>
              <a:gd name="connsiteX31" fmla="*/ 8086698 w 10678681"/>
              <a:gd name="connsiteY31" fmla="*/ 605185 h 1342734"/>
              <a:gd name="connsiteX32" fmla="*/ 7982378 w 10678681"/>
              <a:gd name="connsiteY32" fmla="*/ 629799 h 1342734"/>
              <a:gd name="connsiteX33" fmla="*/ 7947952 w 10678681"/>
              <a:gd name="connsiteY33" fmla="*/ 648003 h 1342734"/>
              <a:gd name="connsiteX34" fmla="*/ 7890112 w 10678681"/>
              <a:gd name="connsiteY34" fmla="*/ 677915 h 1342734"/>
              <a:gd name="connsiteX35" fmla="*/ 7853284 w 10678681"/>
              <a:gd name="connsiteY35" fmla="*/ 723588 h 1342734"/>
              <a:gd name="connsiteX36" fmla="*/ 7802383 w 10678681"/>
              <a:gd name="connsiteY36" fmla="*/ 739359 h 1342734"/>
              <a:gd name="connsiteX37" fmla="*/ 7730518 w 10678681"/>
              <a:gd name="connsiteY37" fmla="*/ 739526 h 1342734"/>
              <a:gd name="connsiteX38" fmla="*/ 7720084 w 10678681"/>
              <a:gd name="connsiteY38" fmla="*/ 760750 h 1342734"/>
              <a:gd name="connsiteX39" fmla="*/ 7652907 w 10678681"/>
              <a:gd name="connsiteY39" fmla="*/ 783273 h 1342734"/>
              <a:gd name="connsiteX40" fmla="*/ 7606008 w 10678681"/>
              <a:gd name="connsiteY40" fmla="*/ 800717 h 1342734"/>
              <a:gd name="connsiteX41" fmla="*/ 7480223 w 10678681"/>
              <a:gd name="connsiteY41" fmla="*/ 856821 h 1342734"/>
              <a:gd name="connsiteX42" fmla="*/ 7356005 w 10678681"/>
              <a:gd name="connsiteY42" fmla="*/ 919462 h 1342734"/>
              <a:gd name="connsiteX43" fmla="*/ 7305396 w 10678681"/>
              <a:gd name="connsiteY43" fmla="*/ 986228 h 1342734"/>
              <a:gd name="connsiteX44" fmla="*/ 7266251 w 10678681"/>
              <a:gd name="connsiteY44" fmla="*/ 967864 h 1342734"/>
              <a:gd name="connsiteX45" fmla="*/ 7258094 w 10678681"/>
              <a:gd name="connsiteY45" fmla="*/ 990679 h 1342734"/>
              <a:gd name="connsiteX46" fmla="*/ 7257893 w 10678681"/>
              <a:gd name="connsiteY46" fmla="*/ 991204 h 1342734"/>
              <a:gd name="connsiteX47" fmla="*/ 7247153 w 10678681"/>
              <a:gd name="connsiteY47" fmla="*/ 991550 h 1342734"/>
              <a:gd name="connsiteX48" fmla="*/ 7193612 w 10678681"/>
              <a:gd name="connsiteY48" fmla="*/ 987042 h 1342734"/>
              <a:gd name="connsiteX49" fmla="*/ 7132632 w 10678681"/>
              <a:gd name="connsiteY49" fmla="*/ 1042036 h 1342734"/>
              <a:gd name="connsiteX50" fmla="*/ 7105610 w 10678681"/>
              <a:gd name="connsiteY50" fmla="*/ 1053537 h 1342734"/>
              <a:gd name="connsiteX51" fmla="*/ 7069148 w 10678681"/>
              <a:gd name="connsiteY51" fmla="*/ 1047163 h 1342734"/>
              <a:gd name="connsiteX52" fmla="*/ 7039634 w 10678681"/>
              <a:gd name="connsiteY52" fmla="*/ 1059971 h 1342734"/>
              <a:gd name="connsiteX53" fmla="*/ 7033445 w 10678681"/>
              <a:gd name="connsiteY53" fmla="*/ 1063314 h 1342734"/>
              <a:gd name="connsiteX54" fmla="*/ 6999157 w 10678681"/>
              <a:gd name="connsiteY54" fmla="*/ 1055282 h 1342734"/>
              <a:gd name="connsiteX55" fmla="*/ 6981874 w 10678681"/>
              <a:gd name="connsiteY55" fmla="*/ 1053827 h 1342734"/>
              <a:gd name="connsiteX56" fmla="*/ 6976102 w 10678681"/>
              <a:gd name="connsiteY56" fmla="*/ 1047854 h 1342734"/>
              <a:gd name="connsiteX57" fmla="*/ 6951040 w 10678681"/>
              <a:gd name="connsiteY57" fmla="*/ 1048531 h 1342734"/>
              <a:gd name="connsiteX58" fmla="*/ 6948497 w 10678681"/>
              <a:gd name="connsiteY58" fmla="*/ 1050706 h 1342734"/>
              <a:gd name="connsiteX59" fmla="*/ 6926582 w 10678681"/>
              <a:gd name="connsiteY59" fmla="*/ 1043462 h 1342734"/>
              <a:gd name="connsiteX60" fmla="*/ 6833743 w 10678681"/>
              <a:gd name="connsiteY60" fmla="*/ 1027960 h 1342734"/>
              <a:gd name="connsiteX61" fmla="*/ 6687090 w 10678681"/>
              <a:gd name="connsiteY61" fmla="*/ 1063250 h 1342734"/>
              <a:gd name="connsiteX62" fmla="*/ 6431838 w 10678681"/>
              <a:gd name="connsiteY62" fmla="*/ 1063226 h 1342734"/>
              <a:gd name="connsiteX63" fmla="*/ 6327795 w 10678681"/>
              <a:gd name="connsiteY63" fmla="*/ 1088142 h 1342734"/>
              <a:gd name="connsiteX64" fmla="*/ 6136549 w 10678681"/>
              <a:gd name="connsiteY64" fmla="*/ 1100268 h 1342734"/>
              <a:gd name="connsiteX65" fmla="*/ 6004655 w 10678681"/>
              <a:gd name="connsiteY65" fmla="*/ 1114946 h 1342734"/>
              <a:gd name="connsiteX66" fmla="*/ 5936643 w 10678681"/>
              <a:gd name="connsiteY66" fmla="*/ 1095428 h 1342734"/>
              <a:gd name="connsiteX67" fmla="*/ 5912484 w 10678681"/>
              <a:gd name="connsiteY67" fmla="*/ 1112624 h 1342734"/>
              <a:gd name="connsiteX68" fmla="*/ 5908387 w 10678681"/>
              <a:gd name="connsiteY68" fmla="*/ 1116018 h 1342734"/>
              <a:gd name="connsiteX69" fmla="*/ 5890495 w 10678681"/>
              <a:gd name="connsiteY69" fmla="*/ 1120268 h 1342734"/>
              <a:gd name="connsiteX70" fmla="*/ 5887318 w 10678681"/>
              <a:gd name="connsiteY70" fmla="*/ 1133134 h 1342734"/>
              <a:gd name="connsiteX71" fmla="*/ 5861726 w 10678681"/>
              <a:gd name="connsiteY71" fmla="*/ 1147891 h 1342734"/>
              <a:gd name="connsiteX72" fmla="*/ 5805823 w 10678681"/>
              <a:gd name="connsiteY72" fmla="*/ 1152457 h 1342734"/>
              <a:gd name="connsiteX73" fmla="*/ 5689841 w 10678681"/>
              <a:gd name="connsiteY73" fmla="*/ 1176232 h 1342734"/>
              <a:gd name="connsiteX74" fmla="*/ 5605119 w 10678681"/>
              <a:gd name="connsiteY74" fmla="*/ 1190202 h 1342734"/>
              <a:gd name="connsiteX75" fmla="*/ 5488513 w 10678681"/>
              <a:gd name="connsiteY75" fmla="*/ 1205367 h 1342734"/>
              <a:gd name="connsiteX76" fmla="*/ 5402905 w 10678681"/>
              <a:gd name="connsiteY76" fmla="*/ 1241191 h 1342734"/>
              <a:gd name="connsiteX77" fmla="*/ 5285593 w 10678681"/>
              <a:gd name="connsiteY77" fmla="*/ 1273569 h 1342734"/>
              <a:gd name="connsiteX78" fmla="*/ 5192893 w 10678681"/>
              <a:gd name="connsiteY78" fmla="*/ 1247188 h 1342734"/>
              <a:gd name="connsiteX79" fmla="*/ 5186475 w 10678681"/>
              <a:gd name="connsiteY79" fmla="*/ 1257028 h 1342734"/>
              <a:gd name="connsiteX80" fmla="*/ 5126038 w 10678681"/>
              <a:gd name="connsiteY80" fmla="*/ 1263189 h 1342734"/>
              <a:gd name="connsiteX81" fmla="*/ 4894688 w 10678681"/>
              <a:gd name="connsiteY81" fmla="*/ 1247184 h 1342734"/>
              <a:gd name="connsiteX82" fmla="*/ 4788036 w 10678681"/>
              <a:gd name="connsiteY82" fmla="*/ 1238182 h 1342734"/>
              <a:gd name="connsiteX83" fmla="*/ 4747555 w 10678681"/>
              <a:gd name="connsiteY83" fmla="*/ 1252768 h 1342734"/>
              <a:gd name="connsiteX84" fmla="*/ 4679644 w 10678681"/>
              <a:gd name="connsiteY84" fmla="*/ 1276603 h 1342734"/>
              <a:gd name="connsiteX85" fmla="*/ 4617473 w 10678681"/>
              <a:gd name="connsiteY85" fmla="*/ 1296467 h 1342734"/>
              <a:gd name="connsiteX86" fmla="*/ 4564919 w 10678681"/>
              <a:gd name="connsiteY86" fmla="*/ 1325507 h 1342734"/>
              <a:gd name="connsiteX87" fmla="*/ 4566586 w 10678681"/>
              <a:gd name="connsiteY87" fmla="*/ 1316963 h 1342734"/>
              <a:gd name="connsiteX88" fmla="*/ 4556303 w 10678681"/>
              <a:gd name="connsiteY88" fmla="*/ 1300262 h 1342734"/>
              <a:gd name="connsiteX89" fmla="*/ 4502358 w 10678681"/>
              <a:gd name="connsiteY89" fmla="*/ 1302558 h 1342734"/>
              <a:gd name="connsiteX90" fmla="*/ 4498919 w 10678681"/>
              <a:gd name="connsiteY90" fmla="*/ 1312115 h 1342734"/>
              <a:gd name="connsiteX91" fmla="*/ 4492075 w 10678681"/>
              <a:gd name="connsiteY91" fmla="*/ 1313357 h 1342734"/>
              <a:gd name="connsiteX92" fmla="*/ 4487466 w 10678681"/>
              <a:gd name="connsiteY92" fmla="*/ 1304102 h 1342734"/>
              <a:gd name="connsiteX93" fmla="*/ 4398292 w 10678681"/>
              <a:gd name="connsiteY93" fmla="*/ 1278410 h 1342734"/>
              <a:gd name="connsiteX94" fmla="*/ 4306088 w 10678681"/>
              <a:gd name="connsiteY94" fmla="*/ 1282512 h 1342734"/>
              <a:gd name="connsiteX95" fmla="*/ 4188995 w 10678681"/>
              <a:gd name="connsiteY95" fmla="*/ 1296718 h 1342734"/>
              <a:gd name="connsiteX96" fmla="*/ 4136582 w 10678681"/>
              <a:gd name="connsiteY96" fmla="*/ 1287687 h 1342734"/>
              <a:gd name="connsiteX97" fmla="*/ 4064614 w 10678681"/>
              <a:gd name="connsiteY97" fmla="*/ 1296118 h 1342734"/>
              <a:gd name="connsiteX98" fmla="*/ 3900948 w 10678681"/>
              <a:gd name="connsiteY98" fmla="*/ 1322156 h 1342734"/>
              <a:gd name="connsiteX99" fmla="*/ 3787890 w 10678681"/>
              <a:gd name="connsiteY99" fmla="*/ 1322164 h 1342734"/>
              <a:gd name="connsiteX100" fmla="*/ 3745993 w 10678681"/>
              <a:gd name="connsiteY100" fmla="*/ 1342630 h 1342734"/>
              <a:gd name="connsiteX101" fmla="*/ 3675785 w 10678681"/>
              <a:gd name="connsiteY101" fmla="*/ 1326802 h 1342734"/>
              <a:gd name="connsiteX102" fmla="*/ 3623856 w 10678681"/>
              <a:gd name="connsiteY102" fmla="*/ 1290804 h 1342734"/>
              <a:gd name="connsiteX103" fmla="*/ 3564933 w 10678681"/>
              <a:gd name="connsiteY103" fmla="*/ 1287147 h 1342734"/>
              <a:gd name="connsiteX104" fmla="*/ 3550537 w 10678681"/>
              <a:gd name="connsiteY104" fmla="*/ 1317552 h 1342734"/>
              <a:gd name="connsiteX105" fmla="*/ 3487736 w 10678681"/>
              <a:gd name="connsiteY105" fmla="*/ 1303493 h 1342734"/>
              <a:gd name="connsiteX106" fmla="*/ 3392548 w 10678681"/>
              <a:gd name="connsiteY106" fmla="*/ 1278741 h 1342734"/>
              <a:gd name="connsiteX107" fmla="*/ 3337466 w 10678681"/>
              <a:gd name="connsiteY107" fmla="*/ 1272537 h 1342734"/>
              <a:gd name="connsiteX108" fmla="*/ 3175981 w 10678681"/>
              <a:gd name="connsiteY108" fmla="*/ 1208973 h 1342734"/>
              <a:gd name="connsiteX109" fmla="*/ 3036856 w 10678681"/>
              <a:gd name="connsiteY109" fmla="*/ 1214383 h 1342734"/>
              <a:gd name="connsiteX110" fmla="*/ 2824973 w 10678681"/>
              <a:gd name="connsiteY110" fmla="*/ 1134864 h 1342734"/>
              <a:gd name="connsiteX111" fmla="*/ 2804398 w 10678681"/>
              <a:gd name="connsiteY111" fmla="*/ 1125556 h 1342734"/>
              <a:gd name="connsiteX112" fmla="*/ 2736109 w 10678681"/>
              <a:gd name="connsiteY112" fmla="*/ 1137717 h 1342734"/>
              <a:gd name="connsiteX113" fmla="*/ 2659096 w 10678681"/>
              <a:gd name="connsiteY113" fmla="*/ 1150294 h 1342734"/>
              <a:gd name="connsiteX114" fmla="*/ 2567088 w 10678681"/>
              <a:gd name="connsiteY114" fmla="*/ 1181781 h 1342734"/>
              <a:gd name="connsiteX115" fmla="*/ 2454501 w 10678681"/>
              <a:gd name="connsiteY115" fmla="*/ 1155455 h 1342734"/>
              <a:gd name="connsiteX116" fmla="*/ 2385161 w 10678681"/>
              <a:gd name="connsiteY116" fmla="*/ 1161312 h 1342734"/>
              <a:gd name="connsiteX117" fmla="*/ 2273361 w 10678681"/>
              <a:gd name="connsiteY117" fmla="*/ 1134090 h 1342734"/>
              <a:gd name="connsiteX118" fmla="*/ 2132003 w 10678681"/>
              <a:gd name="connsiteY118" fmla="*/ 1139225 h 1342734"/>
              <a:gd name="connsiteX119" fmla="*/ 2041224 w 10678681"/>
              <a:gd name="connsiteY119" fmla="*/ 1147536 h 1342734"/>
              <a:gd name="connsiteX120" fmla="*/ 2010157 w 10678681"/>
              <a:gd name="connsiteY120" fmla="*/ 1152767 h 1342734"/>
              <a:gd name="connsiteX121" fmla="*/ 1859213 w 10678681"/>
              <a:gd name="connsiteY121" fmla="*/ 1199540 h 1342734"/>
              <a:gd name="connsiteX122" fmla="*/ 1735877 w 10678681"/>
              <a:gd name="connsiteY122" fmla="*/ 1246527 h 1342734"/>
              <a:gd name="connsiteX123" fmla="*/ 1705069 w 10678681"/>
              <a:gd name="connsiteY123" fmla="*/ 1251989 h 1342734"/>
              <a:gd name="connsiteX124" fmla="*/ 1307888 w 10678681"/>
              <a:gd name="connsiteY124" fmla="*/ 1283156 h 1342734"/>
              <a:gd name="connsiteX125" fmla="*/ 1220734 w 10678681"/>
              <a:gd name="connsiteY125" fmla="*/ 1257811 h 1342734"/>
              <a:gd name="connsiteX126" fmla="*/ 1021737 w 10678681"/>
              <a:gd name="connsiteY126" fmla="*/ 1238739 h 1342734"/>
              <a:gd name="connsiteX127" fmla="*/ 959820 w 10678681"/>
              <a:gd name="connsiteY127" fmla="*/ 1275863 h 1342734"/>
              <a:gd name="connsiteX128" fmla="*/ 929137 w 10678681"/>
              <a:gd name="connsiteY128" fmla="*/ 1273957 h 1342734"/>
              <a:gd name="connsiteX129" fmla="*/ 878849 w 10678681"/>
              <a:gd name="connsiteY129" fmla="*/ 1266740 h 1342734"/>
              <a:gd name="connsiteX130" fmla="*/ 800667 w 10678681"/>
              <a:gd name="connsiteY130" fmla="*/ 1282041 h 1342734"/>
              <a:gd name="connsiteX131" fmla="*/ 644906 w 10678681"/>
              <a:gd name="connsiteY131" fmla="*/ 1273685 h 1342734"/>
              <a:gd name="connsiteX132" fmla="*/ 379869 w 10678681"/>
              <a:gd name="connsiteY132" fmla="*/ 1339165 h 1342734"/>
              <a:gd name="connsiteX133" fmla="*/ 137696 w 10678681"/>
              <a:gd name="connsiteY133" fmla="*/ 1319217 h 1342734"/>
              <a:gd name="connsiteX134" fmla="*/ 54250 w 10678681"/>
              <a:gd name="connsiteY134" fmla="*/ 1315838 h 1342734"/>
              <a:gd name="connsiteX135" fmla="*/ 28042 w 10678681"/>
              <a:gd name="connsiteY135" fmla="*/ 1297822 h 1342734"/>
              <a:gd name="connsiteX136" fmla="*/ 0 w 10678681"/>
              <a:gd name="connsiteY136" fmla="*/ 1294612 h 1342734"/>
              <a:gd name="connsiteX137" fmla="*/ 0 w 10678681"/>
              <a:gd name="connsiteY137" fmla="*/ 0 h 1342734"/>
              <a:gd name="connsiteX0" fmla="*/ 0 w 10678681"/>
              <a:gd name="connsiteY0" fmla="*/ 0 h 1342734"/>
              <a:gd name="connsiteX1" fmla="*/ 10678681 w 10678681"/>
              <a:gd name="connsiteY1" fmla="*/ 0 h 1342734"/>
              <a:gd name="connsiteX2" fmla="*/ 10666019 w 10678681"/>
              <a:gd name="connsiteY2" fmla="*/ 7876 h 1342734"/>
              <a:gd name="connsiteX3" fmla="*/ 10632825 w 10678681"/>
              <a:gd name="connsiteY3" fmla="*/ 32153 h 1342734"/>
              <a:gd name="connsiteX4" fmla="*/ 10516219 w 10678681"/>
              <a:gd name="connsiteY4" fmla="*/ 45588 h 1342734"/>
              <a:gd name="connsiteX5" fmla="*/ 10456989 w 10678681"/>
              <a:gd name="connsiteY5" fmla="*/ 979 h 1342734"/>
              <a:gd name="connsiteX6" fmla="*/ 10438642 w 10678681"/>
              <a:gd name="connsiteY6" fmla="*/ 1524 h 1342734"/>
              <a:gd name="connsiteX7" fmla="*/ 10407146 w 10678681"/>
              <a:gd name="connsiteY7" fmla="*/ 43659 h 1342734"/>
              <a:gd name="connsiteX8" fmla="*/ 10341159 w 10678681"/>
              <a:gd name="connsiteY8" fmla="*/ 103824 h 1342734"/>
              <a:gd name="connsiteX9" fmla="*/ 10244930 w 10678681"/>
              <a:gd name="connsiteY9" fmla="*/ 94599 h 1342734"/>
              <a:gd name="connsiteX10" fmla="*/ 10115334 w 10678681"/>
              <a:gd name="connsiteY10" fmla="*/ 155658 h 1342734"/>
              <a:gd name="connsiteX11" fmla="*/ 10068157 w 10678681"/>
              <a:gd name="connsiteY11" fmla="*/ 215673 h 1342734"/>
              <a:gd name="connsiteX12" fmla="*/ 10045431 w 10678681"/>
              <a:gd name="connsiteY12" fmla="*/ 229568 h 1342734"/>
              <a:gd name="connsiteX13" fmla="*/ 9929077 w 10678681"/>
              <a:gd name="connsiteY13" fmla="*/ 209062 h 1342734"/>
              <a:gd name="connsiteX14" fmla="*/ 9840045 w 10678681"/>
              <a:gd name="connsiteY14" fmla="*/ 223033 h 1342734"/>
              <a:gd name="connsiteX15" fmla="*/ 9679639 w 10678681"/>
              <a:gd name="connsiteY15" fmla="*/ 247182 h 1342734"/>
              <a:gd name="connsiteX16" fmla="*/ 9498347 w 10678681"/>
              <a:gd name="connsiteY16" fmla="*/ 244723 h 1342734"/>
              <a:gd name="connsiteX17" fmla="*/ 9366026 w 10678681"/>
              <a:gd name="connsiteY17" fmla="*/ 299024 h 1342734"/>
              <a:gd name="connsiteX18" fmla="*/ 9316702 w 10678681"/>
              <a:gd name="connsiteY18" fmla="*/ 356523 h 1342734"/>
              <a:gd name="connsiteX19" fmla="*/ 9121744 w 10678681"/>
              <a:gd name="connsiteY19" fmla="*/ 365177 h 1342734"/>
              <a:gd name="connsiteX20" fmla="*/ 9061654 w 10678681"/>
              <a:gd name="connsiteY20" fmla="*/ 393730 h 1342734"/>
              <a:gd name="connsiteX21" fmla="*/ 8997577 w 10678681"/>
              <a:gd name="connsiteY21" fmla="*/ 380865 h 1342734"/>
              <a:gd name="connsiteX22" fmla="*/ 8907968 w 10678681"/>
              <a:gd name="connsiteY22" fmla="*/ 447345 h 1342734"/>
              <a:gd name="connsiteX23" fmla="*/ 8764163 w 10678681"/>
              <a:gd name="connsiteY23" fmla="*/ 471000 h 1342734"/>
              <a:gd name="connsiteX24" fmla="*/ 8680155 w 10678681"/>
              <a:gd name="connsiteY24" fmla="*/ 492404 h 1342734"/>
              <a:gd name="connsiteX25" fmla="*/ 8651436 w 10678681"/>
              <a:gd name="connsiteY25" fmla="*/ 511923 h 1342734"/>
              <a:gd name="connsiteX26" fmla="*/ 8609185 w 10678681"/>
              <a:gd name="connsiteY26" fmla="*/ 531525 h 1342734"/>
              <a:gd name="connsiteX27" fmla="*/ 8537091 w 10678681"/>
              <a:gd name="connsiteY27" fmla="*/ 574933 h 1342734"/>
              <a:gd name="connsiteX28" fmla="*/ 8435931 w 10678681"/>
              <a:gd name="connsiteY28" fmla="*/ 617926 h 1342734"/>
              <a:gd name="connsiteX29" fmla="*/ 8348623 w 10678681"/>
              <a:gd name="connsiteY29" fmla="*/ 600607 h 1342734"/>
              <a:gd name="connsiteX30" fmla="*/ 8276883 w 10678681"/>
              <a:gd name="connsiteY30" fmla="*/ 588214 h 1342734"/>
              <a:gd name="connsiteX31" fmla="*/ 8086698 w 10678681"/>
              <a:gd name="connsiteY31" fmla="*/ 605185 h 1342734"/>
              <a:gd name="connsiteX32" fmla="*/ 7982378 w 10678681"/>
              <a:gd name="connsiteY32" fmla="*/ 629799 h 1342734"/>
              <a:gd name="connsiteX33" fmla="*/ 7947952 w 10678681"/>
              <a:gd name="connsiteY33" fmla="*/ 648003 h 1342734"/>
              <a:gd name="connsiteX34" fmla="*/ 7890112 w 10678681"/>
              <a:gd name="connsiteY34" fmla="*/ 677915 h 1342734"/>
              <a:gd name="connsiteX35" fmla="*/ 7853284 w 10678681"/>
              <a:gd name="connsiteY35" fmla="*/ 723588 h 1342734"/>
              <a:gd name="connsiteX36" fmla="*/ 7802383 w 10678681"/>
              <a:gd name="connsiteY36" fmla="*/ 739359 h 1342734"/>
              <a:gd name="connsiteX37" fmla="*/ 7730518 w 10678681"/>
              <a:gd name="connsiteY37" fmla="*/ 739526 h 1342734"/>
              <a:gd name="connsiteX38" fmla="*/ 7720084 w 10678681"/>
              <a:gd name="connsiteY38" fmla="*/ 760750 h 1342734"/>
              <a:gd name="connsiteX39" fmla="*/ 7652907 w 10678681"/>
              <a:gd name="connsiteY39" fmla="*/ 783273 h 1342734"/>
              <a:gd name="connsiteX40" fmla="*/ 7606008 w 10678681"/>
              <a:gd name="connsiteY40" fmla="*/ 800717 h 1342734"/>
              <a:gd name="connsiteX41" fmla="*/ 7480223 w 10678681"/>
              <a:gd name="connsiteY41" fmla="*/ 856821 h 1342734"/>
              <a:gd name="connsiteX42" fmla="*/ 7356005 w 10678681"/>
              <a:gd name="connsiteY42" fmla="*/ 919462 h 1342734"/>
              <a:gd name="connsiteX43" fmla="*/ 7305396 w 10678681"/>
              <a:gd name="connsiteY43" fmla="*/ 986228 h 1342734"/>
              <a:gd name="connsiteX44" fmla="*/ 7266251 w 10678681"/>
              <a:gd name="connsiteY44" fmla="*/ 967864 h 1342734"/>
              <a:gd name="connsiteX45" fmla="*/ 7258094 w 10678681"/>
              <a:gd name="connsiteY45" fmla="*/ 990679 h 1342734"/>
              <a:gd name="connsiteX46" fmla="*/ 7257893 w 10678681"/>
              <a:gd name="connsiteY46" fmla="*/ 991204 h 1342734"/>
              <a:gd name="connsiteX47" fmla="*/ 7247153 w 10678681"/>
              <a:gd name="connsiteY47" fmla="*/ 991550 h 1342734"/>
              <a:gd name="connsiteX48" fmla="*/ 7193612 w 10678681"/>
              <a:gd name="connsiteY48" fmla="*/ 987042 h 1342734"/>
              <a:gd name="connsiteX49" fmla="*/ 7132632 w 10678681"/>
              <a:gd name="connsiteY49" fmla="*/ 1042036 h 1342734"/>
              <a:gd name="connsiteX50" fmla="*/ 7105610 w 10678681"/>
              <a:gd name="connsiteY50" fmla="*/ 1053537 h 1342734"/>
              <a:gd name="connsiteX51" fmla="*/ 7069148 w 10678681"/>
              <a:gd name="connsiteY51" fmla="*/ 1047163 h 1342734"/>
              <a:gd name="connsiteX52" fmla="*/ 7039634 w 10678681"/>
              <a:gd name="connsiteY52" fmla="*/ 1059971 h 1342734"/>
              <a:gd name="connsiteX53" fmla="*/ 7033445 w 10678681"/>
              <a:gd name="connsiteY53" fmla="*/ 1063314 h 1342734"/>
              <a:gd name="connsiteX54" fmla="*/ 6999157 w 10678681"/>
              <a:gd name="connsiteY54" fmla="*/ 1055282 h 1342734"/>
              <a:gd name="connsiteX55" fmla="*/ 6981874 w 10678681"/>
              <a:gd name="connsiteY55" fmla="*/ 1053827 h 1342734"/>
              <a:gd name="connsiteX56" fmla="*/ 6976102 w 10678681"/>
              <a:gd name="connsiteY56" fmla="*/ 1047854 h 1342734"/>
              <a:gd name="connsiteX57" fmla="*/ 6951040 w 10678681"/>
              <a:gd name="connsiteY57" fmla="*/ 1048531 h 1342734"/>
              <a:gd name="connsiteX58" fmla="*/ 6948497 w 10678681"/>
              <a:gd name="connsiteY58" fmla="*/ 1050706 h 1342734"/>
              <a:gd name="connsiteX59" fmla="*/ 6926582 w 10678681"/>
              <a:gd name="connsiteY59" fmla="*/ 1043462 h 1342734"/>
              <a:gd name="connsiteX60" fmla="*/ 6833743 w 10678681"/>
              <a:gd name="connsiteY60" fmla="*/ 1027960 h 1342734"/>
              <a:gd name="connsiteX61" fmla="*/ 6687090 w 10678681"/>
              <a:gd name="connsiteY61" fmla="*/ 1063250 h 1342734"/>
              <a:gd name="connsiteX62" fmla="*/ 6431838 w 10678681"/>
              <a:gd name="connsiteY62" fmla="*/ 1063226 h 1342734"/>
              <a:gd name="connsiteX63" fmla="*/ 6327795 w 10678681"/>
              <a:gd name="connsiteY63" fmla="*/ 1088142 h 1342734"/>
              <a:gd name="connsiteX64" fmla="*/ 6136549 w 10678681"/>
              <a:gd name="connsiteY64" fmla="*/ 1100268 h 1342734"/>
              <a:gd name="connsiteX65" fmla="*/ 6004655 w 10678681"/>
              <a:gd name="connsiteY65" fmla="*/ 1114946 h 1342734"/>
              <a:gd name="connsiteX66" fmla="*/ 5936643 w 10678681"/>
              <a:gd name="connsiteY66" fmla="*/ 1095428 h 1342734"/>
              <a:gd name="connsiteX67" fmla="*/ 5912484 w 10678681"/>
              <a:gd name="connsiteY67" fmla="*/ 1112624 h 1342734"/>
              <a:gd name="connsiteX68" fmla="*/ 5908387 w 10678681"/>
              <a:gd name="connsiteY68" fmla="*/ 1116018 h 1342734"/>
              <a:gd name="connsiteX69" fmla="*/ 5890495 w 10678681"/>
              <a:gd name="connsiteY69" fmla="*/ 1120268 h 1342734"/>
              <a:gd name="connsiteX70" fmla="*/ 5887318 w 10678681"/>
              <a:gd name="connsiteY70" fmla="*/ 1133134 h 1342734"/>
              <a:gd name="connsiteX71" fmla="*/ 5861726 w 10678681"/>
              <a:gd name="connsiteY71" fmla="*/ 1147891 h 1342734"/>
              <a:gd name="connsiteX72" fmla="*/ 5805823 w 10678681"/>
              <a:gd name="connsiteY72" fmla="*/ 1152457 h 1342734"/>
              <a:gd name="connsiteX73" fmla="*/ 5689841 w 10678681"/>
              <a:gd name="connsiteY73" fmla="*/ 1176232 h 1342734"/>
              <a:gd name="connsiteX74" fmla="*/ 5605119 w 10678681"/>
              <a:gd name="connsiteY74" fmla="*/ 1190202 h 1342734"/>
              <a:gd name="connsiteX75" fmla="*/ 5488513 w 10678681"/>
              <a:gd name="connsiteY75" fmla="*/ 1205367 h 1342734"/>
              <a:gd name="connsiteX76" fmla="*/ 5402905 w 10678681"/>
              <a:gd name="connsiteY76" fmla="*/ 1241191 h 1342734"/>
              <a:gd name="connsiteX77" fmla="*/ 5192893 w 10678681"/>
              <a:gd name="connsiteY77" fmla="*/ 1247188 h 1342734"/>
              <a:gd name="connsiteX78" fmla="*/ 5186475 w 10678681"/>
              <a:gd name="connsiteY78" fmla="*/ 1257028 h 1342734"/>
              <a:gd name="connsiteX79" fmla="*/ 5126038 w 10678681"/>
              <a:gd name="connsiteY79" fmla="*/ 1263189 h 1342734"/>
              <a:gd name="connsiteX80" fmla="*/ 4894688 w 10678681"/>
              <a:gd name="connsiteY80" fmla="*/ 1247184 h 1342734"/>
              <a:gd name="connsiteX81" fmla="*/ 4788036 w 10678681"/>
              <a:gd name="connsiteY81" fmla="*/ 1238182 h 1342734"/>
              <a:gd name="connsiteX82" fmla="*/ 4747555 w 10678681"/>
              <a:gd name="connsiteY82" fmla="*/ 1252768 h 1342734"/>
              <a:gd name="connsiteX83" fmla="*/ 4679644 w 10678681"/>
              <a:gd name="connsiteY83" fmla="*/ 1276603 h 1342734"/>
              <a:gd name="connsiteX84" fmla="*/ 4617473 w 10678681"/>
              <a:gd name="connsiteY84" fmla="*/ 1296467 h 1342734"/>
              <a:gd name="connsiteX85" fmla="*/ 4564919 w 10678681"/>
              <a:gd name="connsiteY85" fmla="*/ 1325507 h 1342734"/>
              <a:gd name="connsiteX86" fmla="*/ 4566586 w 10678681"/>
              <a:gd name="connsiteY86" fmla="*/ 1316963 h 1342734"/>
              <a:gd name="connsiteX87" fmla="*/ 4556303 w 10678681"/>
              <a:gd name="connsiteY87" fmla="*/ 1300262 h 1342734"/>
              <a:gd name="connsiteX88" fmla="*/ 4502358 w 10678681"/>
              <a:gd name="connsiteY88" fmla="*/ 1302558 h 1342734"/>
              <a:gd name="connsiteX89" fmla="*/ 4498919 w 10678681"/>
              <a:gd name="connsiteY89" fmla="*/ 1312115 h 1342734"/>
              <a:gd name="connsiteX90" fmla="*/ 4492075 w 10678681"/>
              <a:gd name="connsiteY90" fmla="*/ 1313357 h 1342734"/>
              <a:gd name="connsiteX91" fmla="*/ 4487466 w 10678681"/>
              <a:gd name="connsiteY91" fmla="*/ 1304102 h 1342734"/>
              <a:gd name="connsiteX92" fmla="*/ 4398292 w 10678681"/>
              <a:gd name="connsiteY92" fmla="*/ 1278410 h 1342734"/>
              <a:gd name="connsiteX93" fmla="*/ 4306088 w 10678681"/>
              <a:gd name="connsiteY93" fmla="*/ 1282512 h 1342734"/>
              <a:gd name="connsiteX94" fmla="*/ 4188995 w 10678681"/>
              <a:gd name="connsiteY94" fmla="*/ 1296718 h 1342734"/>
              <a:gd name="connsiteX95" fmla="*/ 4136582 w 10678681"/>
              <a:gd name="connsiteY95" fmla="*/ 1287687 h 1342734"/>
              <a:gd name="connsiteX96" fmla="*/ 4064614 w 10678681"/>
              <a:gd name="connsiteY96" fmla="*/ 1296118 h 1342734"/>
              <a:gd name="connsiteX97" fmla="*/ 3900948 w 10678681"/>
              <a:gd name="connsiteY97" fmla="*/ 1322156 h 1342734"/>
              <a:gd name="connsiteX98" fmla="*/ 3787890 w 10678681"/>
              <a:gd name="connsiteY98" fmla="*/ 1322164 h 1342734"/>
              <a:gd name="connsiteX99" fmla="*/ 3745993 w 10678681"/>
              <a:gd name="connsiteY99" fmla="*/ 1342630 h 1342734"/>
              <a:gd name="connsiteX100" fmla="*/ 3675785 w 10678681"/>
              <a:gd name="connsiteY100" fmla="*/ 1326802 h 1342734"/>
              <a:gd name="connsiteX101" fmla="*/ 3623856 w 10678681"/>
              <a:gd name="connsiteY101" fmla="*/ 1290804 h 1342734"/>
              <a:gd name="connsiteX102" fmla="*/ 3564933 w 10678681"/>
              <a:gd name="connsiteY102" fmla="*/ 1287147 h 1342734"/>
              <a:gd name="connsiteX103" fmla="*/ 3550537 w 10678681"/>
              <a:gd name="connsiteY103" fmla="*/ 1317552 h 1342734"/>
              <a:gd name="connsiteX104" fmla="*/ 3487736 w 10678681"/>
              <a:gd name="connsiteY104" fmla="*/ 1303493 h 1342734"/>
              <a:gd name="connsiteX105" fmla="*/ 3392548 w 10678681"/>
              <a:gd name="connsiteY105" fmla="*/ 1278741 h 1342734"/>
              <a:gd name="connsiteX106" fmla="*/ 3337466 w 10678681"/>
              <a:gd name="connsiteY106" fmla="*/ 1272537 h 1342734"/>
              <a:gd name="connsiteX107" fmla="*/ 3175981 w 10678681"/>
              <a:gd name="connsiteY107" fmla="*/ 1208973 h 1342734"/>
              <a:gd name="connsiteX108" fmla="*/ 3036856 w 10678681"/>
              <a:gd name="connsiteY108" fmla="*/ 1214383 h 1342734"/>
              <a:gd name="connsiteX109" fmla="*/ 2824973 w 10678681"/>
              <a:gd name="connsiteY109" fmla="*/ 1134864 h 1342734"/>
              <a:gd name="connsiteX110" fmla="*/ 2804398 w 10678681"/>
              <a:gd name="connsiteY110" fmla="*/ 1125556 h 1342734"/>
              <a:gd name="connsiteX111" fmla="*/ 2736109 w 10678681"/>
              <a:gd name="connsiteY111" fmla="*/ 1137717 h 1342734"/>
              <a:gd name="connsiteX112" fmla="*/ 2659096 w 10678681"/>
              <a:gd name="connsiteY112" fmla="*/ 1150294 h 1342734"/>
              <a:gd name="connsiteX113" fmla="*/ 2567088 w 10678681"/>
              <a:gd name="connsiteY113" fmla="*/ 1181781 h 1342734"/>
              <a:gd name="connsiteX114" fmla="*/ 2454501 w 10678681"/>
              <a:gd name="connsiteY114" fmla="*/ 1155455 h 1342734"/>
              <a:gd name="connsiteX115" fmla="*/ 2385161 w 10678681"/>
              <a:gd name="connsiteY115" fmla="*/ 1161312 h 1342734"/>
              <a:gd name="connsiteX116" fmla="*/ 2273361 w 10678681"/>
              <a:gd name="connsiteY116" fmla="*/ 1134090 h 1342734"/>
              <a:gd name="connsiteX117" fmla="*/ 2132003 w 10678681"/>
              <a:gd name="connsiteY117" fmla="*/ 1139225 h 1342734"/>
              <a:gd name="connsiteX118" fmla="*/ 2041224 w 10678681"/>
              <a:gd name="connsiteY118" fmla="*/ 1147536 h 1342734"/>
              <a:gd name="connsiteX119" fmla="*/ 2010157 w 10678681"/>
              <a:gd name="connsiteY119" fmla="*/ 1152767 h 1342734"/>
              <a:gd name="connsiteX120" fmla="*/ 1859213 w 10678681"/>
              <a:gd name="connsiteY120" fmla="*/ 1199540 h 1342734"/>
              <a:gd name="connsiteX121" fmla="*/ 1735877 w 10678681"/>
              <a:gd name="connsiteY121" fmla="*/ 1246527 h 1342734"/>
              <a:gd name="connsiteX122" fmla="*/ 1705069 w 10678681"/>
              <a:gd name="connsiteY122" fmla="*/ 1251989 h 1342734"/>
              <a:gd name="connsiteX123" fmla="*/ 1307888 w 10678681"/>
              <a:gd name="connsiteY123" fmla="*/ 1283156 h 1342734"/>
              <a:gd name="connsiteX124" fmla="*/ 1220734 w 10678681"/>
              <a:gd name="connsiteY124" fmla="*/ 1257811 h 1342734"/>
              <a:gd name="connsiteX125" fmla="*/ 1021737 w 10678681"/>
              <a:gd name="connsiteY125" fmla="*/ 1238739 h 1342734"/>
              <a:gd name="connsiteX126" fmla="*/ 959820 w 10678681"/>
              <a:gd name="connsiteY126" fmla="*/ 1275863 h 1342734"/>
              <a:gd name="connsiteX127" fmla="*/ 929137 w 10678681"/>
              <a:gd name="connsiteY127" fmla="*/ 1273957 h 1342734"/>
              <a:gd name="connsiteX128" fmla="*/ 878849 w 10678681"/>
              <a:gd name="connsiteY128" fmla="*/ 1266740 h 1342734"/>
              <a:gd name="connsiteX129" fmla="*/ 800667 w 10678681"/>
              <a:gd name="connsiteY129" fmla="*/ 1282041 h 1342734"/>
              <a:gd name="connsiteX130" fmla="*/ 644906 w 10678681"/>
              <a:gd name="connsiteY130" fmla="*/ 1273685 h 1342734"/>
              <a:gd name="connsiteX131" fmla="*/ 379869 w 10678681"/>
              <a:gd name="connsiteY131" fmla="*/ 1339165 h 1342734"/>
              <a:gd name="connsiteX132" fmla="*/ 137696 w 10678681"/>
              <a:gd name="connsiteY132" fmla="*/ 1319217 h 1342734"/>
              <a:gd name="connsiteX133" fmla="*/ 54250 w 10678681"/>
              <a:gd name="connsiteY133" fmla="*/ 1315838 h 1342734"/>
              <a:gd name="connsiteX134" fmla="*/ 28042 w 10678681"/>
              <a:gd name="connsiteY134" fmla="*/ 1297822 h 1342734"/>
              <a:gd name="connsiteX135" fmla="*/ 0 w 10678681"/>
              <a:gd name="connsiteY135" fmla="*/ 1294612 h 1342734"/>
              <a:gd name="connsiteX136" fmla="*/ 0 w 10678681"/>
              <a:gd name="connsiteY136" fmla="*/ 0 h 1342734"/>
              <a:gd name="connsiteX0" fmla="*/ 0 w 10678681"/>
              <a:gd name="connsiteY0" fmla="*/ 0 h 1342734"/>
              <a:gd name="connsiteX1" fmla="*/ 10678681 w 10678681"/>
              <a:gd name="connsiteY1" fmla="*/ 0 h 1342734"/>
              <a:gd name="connsiteX2" fmla="*/ 10666019 w 10678681"/>
              <a:gd name="connsiteY2" fmla="*/ 7876 h 1342734"/>
              <a:gd name="connsiteX3" fmla="*/ 10632825 w 10678681"/>
              <a:gd name="connsiteY3" fmla="*/ 32153 h 1342734"/>
              <a:gd name="connsiteX4" fmla="*/ 10516219 w 10678681"/>
              <a:gd name="connsiteY4" fmla="*/ 45588 h 1342734"/>
              <a:gd name="connsiteX5" fmla="*/ 10456989 w 10678681"/>
              <a:gd name="connsiteY5" fmla="*/ 979 h 1342734"/>
              <a:gd name="connsiteX6" fmla="*/ 10438642 w 10678681"/>
              <a:gd name="connsiteY6" fmla="*/ 1524 h 1342734"/>
              <a:gd name="connsiteX7" fmla="*/ 10407146 w 10678681"/>
              <a:gd name="connsiteY7" fmla="*/ 43659 h 1342734"/>
              <a:gd name="connsiteX8" fmla="*/ 10341159 w 10678681"/>
              <a:gd name="connsiteY8" fmla="*/ 103824 h 1342734"/>
              <a:gd name="connsiteX9" fmla="*/ 10244930 w 10678681"/>
              <a:gd name="connsiteY9" fmla="*/ 94599 h 1342734"/>
              <a:gd name="connsiteX10" fmla="*/ 10115334 w 10678681"/>
              <a:gd name="connsiteY10" fmla="*/ 155658 h 1342734"/>
              <a:gd name="connsiteX11" fmla="*/ 10068157 w 10678681"/>
              <a:gd name="connsiteY11" fmla="*/ 215673 h 1342734"/>
              <a:gd name="connsiteX12" fmla="*/ 10045431 w 10678681"/>
              <a:gd name="connsiteY12" fmla="*/ 229568 h 1342734"/>
              <a:gd name="connsiteX13" fmla="*/ 9929077 w 10678681"/>
              <a:gd name="connsiteY13" fmla="*/ 209062 h 1342734"/>
              <a:gd name="connsiteX14" fmla="*/ 9840045 w 10678681"/>
              <a:gd name="connsiteY14" fmla="*/ 223033 h 1342734"/>
              <a:gd name="connsiteX15" fmla="*/ 9679639 w 10678681"/>
              <a:gd name="connsiteY15" fmla="*/ 247182 h 1342734"/>
              <a:gd name="connsiteX16" fmla="*/ 9498347 w 10678681"/>
              <a:gd name="connsiteY16" fmla="*/ 244723 h 1342734"/>
              <a:gd name="connsiteX17" fmla="*/ 9366026 w 10678681"/>
              <a:gd name="connsiteY17" fmla="*/ 299024 h 1342734"/>
              <a:gd name="connsiteX18" fmla="*/ 9316702 w 10678681"/>
              <a:gd name="connsiteY18" fmla="*/ 356523 h 1342734"/>
              <a:gd name="connsiteX19" fmla="*/ 9121744 w 10678681"/>
              <a:gd name="connsiteY19" fmla="*/ 365177 h 1342734"/>
              <a:gd name="connsiteX20" fmla="*/ 9061654 w 10678681"/>
              <a:gd name="connsiteY20" fmla="*/ 393730 h 1342734"/>
              <a:gd name="connsiteX21" fmla="*/ 8997577 w 10678681"/>
              <a:gd name="connsiteY21" fmla="*/ 380865 h 1342734"/>
              <a:gd name="connsiteX22" fmla="*/ 8907968 w 10678681"/>
              <a:gd name="connsiteY22" fmla="*/ 447345 h 1342734"/>
              <a:gd name="connsiteX23" fmla="*/ 8764163 w 10678681"/>
              <a:gd name="connsiteY23" fmla="*/ 471000 h 1342734"/>
              <a:gd name="connsiteX24" fmla="*/ 8680155 w 10678681"/>
              <a:gd name="connsiteY24" fmla="*/ 492404 h 1342734"/>
              <a:gd name="connsiteX25" fmla="*/ 8651436 w 10678681"/>
              <a:gd name="connsiteY25" fmla="*/ 511923 h 1342734"/>
              <a:gd name="connsiteX26" fmla="*/ 8609185 w 10678681"/>
              <a:gd name="connsiteY26" fmla="*/ 531525 h 1342734"/>
              <a:gd name="connsiteX27" fmla="*/ 8537091 w 10678681"/>
              <a:gd name="connsiteY27" fmla="*/ 574933 h 1342734"/>
              <a:gd name="connsiteX28" fmla="*/ 8435931 w 10678681"/>
              <a:gd name="connsiteY28" fmla="*/ 617926 h 1342734"/>
              <a:gd name="connsiteX29" fmla="*/ 8348623 w 10678681"/>
              <a:gd name="connsiteY29" fmla="*/ 600607 h 1342734"/>
              <a:gd name="connsiteX30" fmla="*/ 8276883 w 10678681"/>
              <a:gd name="connsiteY30" fmla="*/ 588214 h 1342734"/>
              <a:gd name="connsiteX31" fmla="*/ 8086698 w 10678681"/>
              <a:gd name="connsiteY31" fmla="*/ 605185 h 1342734"/>
              <a:gd name="connsiteX32" fmla="*/ 7982378 w 10678681"/>
              <a:gd name="connsiteY32" fmla="*/ 629799 h 1342734"/>
              <a:gd name="connsiteX33" fmla="*/ 7947952 w 10678681"/>
              <a:gd name="connsiteY33" fmla="*/ 648003 h 1342734"/>
              <a:gd name="connsiteX34" fmla="*/ 7890112 w 10678681"/>
              <a:gd name="connsiteY34" fmla="*/ 677915 h 1342734"/>
              <a:gd name="connsiteX35" fmla="*/ 7853284 w 10678681"/>
              <a:gd name="connsiteY35" fmla="*/ 723588 h 1342734"/>
              <a:gd name="connsiteX36" fmla="*/ 7802383 w 10678681"/>
              <a:gd name="connsiteY36" fmla="*/ 739359 h 1342734"/>
              <a:gd name="connsiteX37" fmla="*/ 7730518 w 10678681"/>
              <a:gd name="connsiteY37" fmla="*/ 739526 h 1342734"/>
              <a:gd name="connsiteX38" fmla="*/ 7720084 w 10678681"/>
              <a:gd name="connsiteY38" fmla="*/ 760750 h 1342734"/>
              <a:gd name="connsiteX39" fmla="*/ 7652907 w 10678681"/>
              <a:gd name="connsiteY39" fmla="*/ 783273 h 1342734"/>
              <a:gd name="connsiteX40" fmla="*/ 7606008 w 10678681"/>
              <a:gd name="connsiteY40" fmla="*/ 800717 h 1342734"/>
              <a:gd name="connsiteX41" fmla="*/ 7480223 w 10678681"/>
              <a:gd name="connsiteY41" fmla="*/ 856821 h 1342734"/>
              <a:gd name="connsiteX42" fmla="*/ 7356005 w 10678681"/>
              <a:gd name="connsiteY42" fmla="*/ 919462 h 1342734"/>
              <a:gd name="connsiteX43" fmla="*/ 7305396 w 10678681"/>
              <a:gd name="connsiteY43" fmla="*/ 986228 h 1342734"/>
              <a:gd name="connsiteX44" fmla="*/ 7266251 w 10678681"/>
              <a:gd name="connsiteY44" fmla="*/ 967864 h 1342734"/>
              <a:gd name="connsiteX45" fmla="*/ 7258094 w 10678681"/>
              <a:gd name="connsiteY45" fmla="*/ 990679 h 1342734"/>
              <a:gd name="connsiteX46" fmla="*/ 7257893 w 10678681"/>
              <a:gd name="connsiteY46" fmla="*/ 991204 h 1342734"/>
              <a:gd name="connsiteX47" fmla="*/ 7247153 w 10678681"/>
              <a:gd name="connsiteY47" fmla="*/ 991550 h 1342734"/>
              <a:gd name="connsiteX48" fmla="*/ 7193612 w 10678681"/>
              <a:gd name="connsiteY48" fmla="*/ 987042 h 1342734"/>
              <a:gd name="connsiteX49" fmla="*/ 7132632 w 10678681"/>
              <a:gd name="connsiteY49" fmla="*/ 1042036 h 1342734"/>
              <a:gd name="connsiteX50" fmla="*/ 7105610 w 10678681"/>
              <a:gd name="connsiteY50" fmla="*/ 1053537 h 1342734"/>
              <a:gd name="connsiteX51" fmla="*/ 7069148 w 10678681"/>
              <a:gd name="connsiteY51" fmla="*/ 1047163 h 1342734"/>
              <a:gd name="connsiteX52" fmla="*/ 7039634 w 10678681"/>
              <a:gd name="connsiteY52" fmla="*/ 1059971 h 1342734"/>
              <a:gd name="connsiteX53" fmla="*/ 7033445 w 10678681"/>
              <a:gd name="connsiteY53" fmla="*/ 1063314 h 1342734"/>
              <a:gd name="connsiteX54" fmla="*/ 6999157 w 10678681"/>
              <a:gd name="connsiteY54" fmla="*/ 1055282 h 1342734"/>
              <a:gd name="connsiteX55" fmla="*/ 6981874 w 10678681"/>
              <a:gd name="connsiteY55" fmla="*/ 1053827 h 1342734"/>
              <a:gd name="connsiteX56" fmla="*/ 6976102 w 10678681"/>
              <a:gd name="connsiteY56" fmla="*/ 1047854 h 1342734"/>
              <a:gd name="connsiteX57" fmla="*/ 6951040 w 10678681"/>
              <a:gd name="connsiteY57" fmla="*/ 1048531 h 1342734"/>
              <a:gd name="connsiteX58" fmla="*/ 6948497 w 10678681"/>
              <a:gd name="connsiteY58" fmla="*/ 1050706 h 1342734"/>
              <a:gd name="connsiteX59" fmla="*/ 6926582 w 10678681"/>
              <a:gd name="connsiteY59" fmla="*/ 1043462 h 1342734"/>
              <a:gd name="connsiteX60" fmla="*/ 6833743 w 10678681"/>
              <a:gd name="connsiteY60" fmla="*/ 1027960 h 1342734"/>
              <a:gd name="connsiteX61" fmla="*/ 6687090 w 10678681"/>
              <a:gd name="connsiteY61" fmla="*/ 1063250 h 1342734"/>
              <a:gd name="connsiteX62" fmla="*/ 6431838 w 10678681"/>
              <a:gd name="connsiteY62" fmla="*/ 1063226 h 1342734"/>
              <a:gd name="connsiteX63" fmla="*/ 6327795 w 10678681"/>
              <a:gd name="connsiteY63" fmla="*/ 1088142 h 1342734"/>
              <a:gd name="connsiteX64" fmla="*/ 6136549 w 10678681"/>
              <a:gd name="connsiteY64" fmla="*/ 1100268 h 1342734"/>
              <a:gd name="connsiteX65" fmla="*/ 6004655 w 10678681"/>
              <a:gd name="connsiteY65" fmla="*/ 1114946 h 1342734"/>
              <a:gd name="connsiteX66" fmla="*/ 5936643 w 10678681"/>
              <a:gd name="connsiteY66" fmla="*/ 1095428 h 1342734"/>
              <a:gd name="connsiteX67" fmla="*/ 5912484 w 10678681"/>
              <a:gd name="connsiteY67" fmla="*/ 1112624 h 1342734"/>
              <a:gd name="connsiteX68" fmla="*/ 5908387 w 10678681"/>
              <a:gd name="connsiteY68" fmla="*/ 1116018 h 1342734"/>
              <a:gd name="connsiteX69" fmla="*/ 5890495 w 10678681"/>
              <a:gd name="connsiteY69" fmla="*/ 1120268 h 1342734"/>
              <a:gd name="connsiteX70" fmla="*/ 5887318 w 10678681"/>
              <a:gd name="connsiteY70" fmla="*/ 1133134 h 1342734"/>
              <a:gd name="connsiteX71" fmla="*/ 5861726 w 10678681"/>
              <a:gd name="connsiteY71" fmla="*/ 1147891 h 1342734"/>
              <a:gd name="connsiteX72" fmla="*/ 5805823 w 10678681"/>
              <a:gd name="connsiteY72" fmla="*/ 1152457 h 1342734"/>
              <a:gd name="connsiteX73" fmla="*/ 5689841 w 10678681"/>
              <a:gd name="connsiteY73" fmla="*/ 1176232 h 1342734"/>
              <a:gd name="connsiteX74" fmla="*/ 5605119 w 10678681"/>
              <a:gd name="connsiteY74" fmla="*/ 1190202 h 1342734"/>
              <a:gd name="connsiteX75" fmla="*/ 5488513 w 10678681"/>
              <a:gd name="connsiteY75" fmla="*/ 1205367 h 1342734"/>
              <a:gd name="connsiteX76" fmla="*/ 5402905 w 10678681"/>
              <a:gd name="connsiteY76" fmla="*/ 1241191 h 1342734"/>
              <a:gd name="connsiteX77" fmla="*/ 5192893 w 10678681"/>
              <a:gd name="connsiteY77" fmla="*/ 1247188 h 1342734"/>
              <a:gd name="connsiteX78" fmla="*/ 5186475 w 10678681"/>
              <a:gd name="connsiteY78" fmla="*/ 1257028 h 1342734"/>
              <a:gd name="connsiteX79" fmla="*/ 5103589 w 10678681"/>
              <a:gd name="connsiteY79" fmla="*/ 1263189 h 1342734"/>
              <a:gd name="connsiteX80" fmla="*/ 4894688 w 10678681"/>
              <a:gd name="connsiteY80" fmla="*/ 1247184 h 1342734"/>
              <a:gd name="connsiteX81" fmla="*/ 4788036 w 10678681"/>
              <a:gd name="connsiteY81" fmla="*/ 1238182 h 1342734"/>
              <a:gd name="connsiteX82" fmla="*/ 4747555 w 10678681"/>
              <a:gd name="connsiteY82" fmla="*/ 1252768 h 1342734"/>
              <a:gd name="connsiteX83" fmla="*/ 4679644 w 10678681"/>
              <a:gd name="connsiteY83" fmla="*/ 1276603 h 1342734"/>
              <a:gd name="connsiteX84" fmla="*/ 4617473 w 10678681"/>
              <a:gd name="connsiteY84" fmla="*/ 1296467 h 1342734"/>
              <a:gd name="connsiteX85" fmla="*/ 4564919 w 10678681"/>
              <a:gd name="connsiteY85" fmla="*/ 1325507 h 1342734"/>
              <a:gd name="connsiteX86" fmla="*/ 4566586 w 10678681"/>
              <a:gd name="connsiteY86" fmla="*/ 1316963 h 1342734"/>
              <a:gd name="connsiteX87" fmla="*/ 4556303 w 10678681"/>
              <a:gd name="connsiteY87" fmla="*/ 1300262 h 1342734"/>
              <a:gd name="connsiteX88" fmla="*/ 4502358 w 10678681"/>
              <a:gd name="connsiteY88" fmla="*/ 1302558 h 1342734"/>
              <a:gd name="connsiteX89" fmla="*/ 4498919 w 10678681"/>
              <a:gd name="connsiteY89" fmla="*/ 1312115 h 1342734"/>
              <a:gd name="connsiteX90" fmla="*/ 4492075 w 10678681"/>
              <a:gd name="connsiteY90" fmla="*/ 1313357 h 1342734"/>
              <a:gd name="connsiteX91" fmla="*/ 4487466 w 10678681"/>
              <a:gd name="connsiteY91" fmla="*/ 1304102 h 1342734"/>
              <a:gd name="connsiteX92" fmla="*/ 4398292 w 10678681"/>
              <a:gd name="connsiteY92" fmla="*/ 1278410 h 1342734"/>
              <a:gd name="connsiteX93" fmla="*/ 4306088 w 10678681"/>
              <a:gd name="connsiteY93" fmla="*/ 1282512 h 1342734"/>
              <a:gd name="connsiteX94" fmla="*/ 4188995 w 10678681"/>
              <a:gd name="connsiteY94" fmla="*/ 1296718 h 1342734"/>
              <a:gd name="connsiteX95" fmla="*/ 4136582 w 10678681"/>
              <a:gd name="connsiteY95" fmla="*/ 1287687 h 1342734"/>
              <a:gd name="connsiteX96" fmla="*/ 4064614 w 10678681"/>
              <a:gd name="connsiteY96" fmla="*/ 1296118 h 1342734"/>
              <a:gd name="connsiteX97" fmla="*/ 3900948 w 10678681"/>
              <a:gd name="connsiteY97" fmla="*/ 1322156 h 1342734"/>
              <a:gd name="connsiteX98" fmla="*/ 3787890 w 10678681"/>
              <a:gd name="connsiteY98" fmla="*/ 1322164 h 1342734"/>
              <a:gd name="connsiteX99" fmla="*/ 3745993 w 10678681"/>
              <a:gd name="connsiteY99" fmla="*/ 1342630 h 1342734"/>
              <a:gd name="connsiteX100" fmla="*/ 3675785 w 10678681"/>
              <a:gd name="connsiteY100" fmla="*/ 1326802 h 1342734"/>
              <a:gd name="connsiteX101" fmla="*/ 3623856 w 10678681"/>
              <a:gd name="connsiteY101" fmla="*/ 1290804 h 1342734"/>
              <a:gd name="connsiteX102" fmla="*/ 3564933 w 10678681"/>
              <a:gd name="connsiteY102" fmla="*/ 1287147 h 1342734"/>
              <a:gd name="connsiteX103" fmla="*/ 3550537 w 10678681"/>
              <a:gd name="connsiteY103" fmla="*/ 1317552 h 1342734"/>
              <a:gd name="connsiteX104" fmla="*/ 3487736 w 10678681"/>
              <a:gd name="connsiteY104" fmla="*/ 1303493 h 1342734"/>
              <a:gd name="connsiteX105" fmla="*/ 3392548 w 10678681"/>
              <a:gd name="connsiteY105" fmla="*/ 1278741 h 1342734"/>
              <a:gd name="connsiteX106" fmla="*/ 3337466 w 10678681"/>
              <a:gd name="connsiteY106" fmla="*/ 1272537 h 1342734"/>
              <a:gd name="connsiteX107" fmla="*/ 3175981 w 10678681"/>
              <a:gd name="connsiteY107" fmla="*/ 1208973 h 1342734"/>
              <a:gd name="connsiteX108" fmla="*/ 3036856 w 10678681"/>
              <a:gd name="connsiteY108" fmla="*/ 1214383 h 1342734"/>
              <a:gd name="connsiteX109" fmla="*/ 2824973 w 10678681"/>
              <a:gd name="connsiteY109" fmla="*/ 1134864 h 1342734"/>
              <a:gd name="connsiteX110" fmla="*/ 2804398 w 10678681"/>
              <a:gd name="connsiteY110" fmla="*/ 1125556 h 1342734"/>
              <a:gd name="connsiteX111" fmla="*/ 2736109 w 10678681"/>
              <a:gd name="connsiteY111" fmla="*/ 1137717 h 1342734"/>
              <a:gd name="connsiteX112" fmla="*/ 2659096 w 10678681"/>
              <a:gd name="connsiteY112" fmla="*/ 1150294 h 1342734"/>
              <a:gd name="connsiteX113" fmla="*/ 2567088 w 10678681"/>
              <a:gd name="connsiteY113" fmla="*/ 1181781 h 1342734"/>
              <a:gd name="connsiteX114" fmla="*/ 2454501 w 10678681"/>
              <a:gd name="connsiteY114" fmla="*/ 1155455 h 1342734"/>
              <a:gd name="connsiteX115" fmla="*/ 2385161 w 10678681"/>
              <a:gd name="connsiteY115" fmla="*/ 1161312 h 1342734"/>
              <a:gd name="connsiteX116" fmla="*/ 2273361 w 10678681"/>
              <a:gd name="connsiteY116" fmla="*/ 1134090 h 1342734"/>
              <a:gd name="connsiteX117" fmla="*/ 2132003 w 10678681"/>
              <a:gd name="connsiteY117" fmla="*/ 1139225 h 1342734"/>
              <a:gd name="connsiteX118" fmla="*/ 2041224 w 10678681"/>
              <a:gd name="connsiteY118" fmla="*/ 1147536 h 1342734"/>
              <a:gd name="connsiteX119" fmla="*/ 2010157 w 10678681"/>
              <a:gd name="connsiteY119" fmla="*/ 1152767 h 1342734"/>
              <a:gd name="connsiteX120" fmla="*/ 1859213 w 10678681"/>
              <a:gd name="connsiteY120" fmla="*/ 1199540 h 1342734"/>
              <a:gd name="connsiteX121" fmla="*/ 1735877 w 10678681"/>
              <a:gd name="connsiteY121" fmla="*/ 1246527 h 1342734"/>
              <a:gd name="connsiteX122" fmla="*/ 1705069 w 10678681"/>
              <a:gd name="connsiteY122" fmla="*/ 1251989 h 1342734"/>
              <a:gd name="connsiteX123" fmla="*/ 1307888 w 10678681"/>
              <a:gd name="connsiteY123" fmla="*/ 1283156 h 1342734"/>
              <a:gd name="connsiteX124" fmla="*/ 1220734 w 10678681"/>
              <a:gd name="connsiteY124" fmla="*/ 1257811 h 1342734"/>
              <a:gd name="connsiteX125" fmla="*/ 1021737 w 10678681"/>
              <a:gd name="connsiteY125" fmla="*/ 1238739 h 1342734"/>
              <a:gd name="connsiteX126" fmla="*/ 959820 w 10678681"/>
              <a:gd name="connsiteY126" fmla="*/ 1275863 h 1342734"/>
              <a:gd name="connsiteX127" fmla="*/ 929137 w 10678681"/>
              <a:gd name="connsiteY127" fmla="*/ 1273957 h 1342734"/>
              <a:gd name="connsiteX128" fmla="*/ 878849 w 10678681"/>
              <a:gd name="connsiteY128" fmla="*/ 1266740 h 1342734"/>
              <a:gd name="connsiteX129" fmla="*/ 800667 w 10678681"/>
              <a:gd name="connsiteY129" fmla="*/ 1282041 h 1342734"/>
              <a:gd name="connsiteX130" fmla="*/ 644906 w 10678681"/>
              <a:gd name="connsiteY130" fmla="*/ 1273685 h 1342734"/>
              <a:gd name="connsiteX131" fmla="*/ 379869 w 10678681"/>
              <a:gd name="connsiteY131" fmla="*/ 1339165 h 1342734"/>
              <a:gd name="connsiteX132" fmla="*/ 137696 w 10678681"/>
              <a:gd name="connsiteY132" fmla="*/ 1319217 h 1342734"/>
              <a:gd name="connsiteX133" fmla="*/ 54250 w 10678681"/>
              <a:gd name="connsiteY133" fmla="*/ 1315838 h 1342734"/>
              <a:gd name="connsiteX134" fmla="*/ 28042 w 10678681"/>
              <a:gd name="connsiteY134" fmla="*/ 1297822 h 1342734"/>
              <a:gd name="connsiteX135" fmla="*/ 0 w 10678681"/>
              <a:gd name="connsiteY135" fmla="*/ 1294612 h 1342734"/>
              <a:gd name="connsiteX136" fmla="*/ 0 w 10678681"/>
              <a:gd name="connsiteY136" fmla="*/ 0 h 1342734"/>
              <a:gd name="connsiteX0" fmla="*/ 0 w 10678681"/>
              <a:gd name="connsiteY0" fmla="*/ 0 h 1342734"/>
              <a:gd name="connsiteX1" fmla="*/ 10678681 w 10678681"/>
              <a:gd name="connsiteY1" fmla="*/ 0 h 1342734"/>
              <a:gd name="connsiteX2" fmla="*/ 10666019 w 10678681"/>
              <a:gd name="connsiteY2" fmla="*/ 7876 h 1342734"/>
              <a:gd name="connsiteX3" fmla="*/ 10632825 w 10678681"/>
              <a:gd name="connsiteY3" fmla="*/ 32153 h 1342734"/>
              <a:gd name="connsiteX4" fmla="*/ 10516219 w 10678681"/>
              <a:gd name="connsiteY4" fmla="*/ 45588 h 1342734"/>
              <a:gd name="connsiteX5" fmla="*/ 10456989 w 10678681"/>
              <a:gd name="connsiteY5" fmla="*/ 979 h 1342734"/>
              <a:gd name="connsiteX6" fmla="*/ 10438642 w 10678681"/>
              <a:gd name="connsiteY6" fmla="*/ 1524 h 1342734"/>
              <a:gd name="connsiteX7" fmla="*/ 10407146 w 10678681"/>
              <a:gd name="connsiteY7" fmla="*/ 43659 h 1342734"/>
              <a:gd name="connsiteX8" fmla="*/ 10341159 w 10678681"/>
              <a:gd name="connsiteY8" fmla="*/ 103824 h 1342734"/>
              <a:gd name="connsiteX9" fmla="*/ 10244930 w 10678681"/>
              <a:gd name="connsiteY9" fmla="*/ 94599 h 1342734"/>
              <a:gd name="connsiteX10" fmla="*/ 10115334 w 10678681"/>
              <a:gd name="connsiteY10" fmla="*/ 155658 h 1342734"/>
              <a:gd name="connsiteX11" fmla="*/ 10068157 w 10678681"/>
              <a:gd name="connsiteY11" fmla="*/ 215673 h 1342734"/>
              <a:gd name="connsiteX12" fmla="*/ 10045431 w 10678681"/>
              <a:gd name="connsiteY12" fmla="*/ 229568 h 1342734"/>
              <a:gd name="connsiteX13" fmla="*/ 9929077 w 10678681"/>
              <a:gd name="connsiteY13" fmla="*/ 209062 h 1342734"/>
              <a:gd name="connsiteX14" fmla="*/ 9840045 w 10678681"/>
              <a:gd name="connsiteY14" fmla="*/ 223033 h 1342734"/>
              <a:gd name="connsiteX15" fmla="*/ 9679639 w 10678681"/>
              <a:gd name="connsiteY15" fmla="*/ 247182 h 1342734"/>
              <a:gd name="connsiteX16" fmla="*/ 9498347 w 10678681"/>
              <a:gd name="connsiteY16" fmla="*/ 244723 h 1342734"/>
              <a:gd name="connsiteX17" fmla="*/ 9366026 w 10678681"/>
              <a:gd name="connsiteY17" fmla="*/ 299024 h 1342734"/>
              <a:gd name="connsiteX18" fmla="*/ 9316702 w 10678681"/>
              <a:gd name="connsiteY18" fmla="*/ 356523 h 1342734"/>
              <a:gd name="connsiteX19" fmla="*/ 9121744 w 10678681"/>
              <a:gd name="connsiteY19" fmla="*/ 365177 h 1342734"/>
              <a:gd name="connsiteX20" fmla="*/ 9061654 w 10678681"/>
              <a:gd name="connsiteY20" fmla="*/ 393730 h 1342734"/>
              <a:gd name="connsiteX21" fmla="*/ 8997577 w 10678681"/>
              <a:gd name="connsiteY21" fmla="*/ 380865 h 1342734"/>
              <a:gd name="connsiteX22" fmla="*/ 8907968 w 10678681"/>
              <a:gd name="connsiteY22" fmla="*/ 447345 h 1342734"/>
              <a:gd name="connsiteX23" fmla="*/ 8764163 w 10678681"/>
              <a:gd name="connsiteY23" fmla="*/ 471000 h 1342734"/>
              <a:gd name="connsiteX24" fmla="*/ 8680155 w 10678681"/>
              <a:gd name="connsiteY24" fmla="*/ 492404 h 1342734"/>
              <a:gd name="connsiteX25" fmla="*/ 8651436 w 10678681"/>
              <a:gd name="connsiteY25" fmla="*/ 511923 h 1342734"/>
              <a:gd name="connsiteX26" fmla="*/ 8609185 w 10678681"/>
              <a:gd name="connsiteY26" fmla="*/ 531525 h 1342734"/>
              <a:gd name="connsiteX27" fmla="*/ 8537091 w 10678681"/>
              <a:gd name="connsiteY27" fmla="*/ 574933 h 1342734"/>
              <a:gd name="connsiteX28" fmla="*/ 8435931 w 10678681"/>
              <a:gd name="connsiteY28" fmla="*/ 617926 h 1342734"/>
              <a:gd name="connsiteX29" fmla="*/ 8348623 w 10678681"/>
              <a:gd name="connsiteY29" fmla="*/ 600607 h 1342734"/>
              <a:gd name="connsiteX30" fmla="*/ 8276883 w 10678681"/>
              <a:gd name="connsiteY30" fmla="*/ 588214 h 1342734"/>
              <a:gd name="connsiteX31" fmla="*/ 8086698 w 10678681"/>
              <a:gd name="connsiteY31" fmla="*/ 605185 h 1342734"/>
              <a:gd name="connsiteX32" fmla="*/ 7982378 w 10678681"/>
              <a:gd name="connsiteY32" fmla="*/ 629799 h 1342734"/>
              <a:gd name="connsiteX33" fmla="*/ 7947952 w 10678681"/>
              <a:gd name="connsiteY33" fmla="*/ 648003 h 1342734"/>
              <a:gd name="connsiteX34" fmla="*/ 7890112 w 10678681"/>
              <a:gd name="connsiteY34" fmla="*/ 677915 h 1342734"/>
              <a:gd name="connsiteX35" fmla="*/ 7853284 w 10678681"/>
              <a:gd name="connsiteY35" fmla="*/ 723588 h 1342734"/>
              <a:gd name="connsiteX36" fmla="*/ 7802383 w 10678681"/>
              <a:gd name="connsiteY36" fmla="*/ 739359 h 1342734"/>
              <a:gd name="connsiteX37" fmla="*/ 7730518 w 10678681"/>
              <a:gd name="connsiteY37" fmla="*/ 739526 h 1342734"/>
              <a:gd name="connsiteX38" fmla="*/ 7720084 w 10678681"/>
              <a:gd name="connsiteY38" fmla="*/ 760750 h 1342734"/>
              <a:gd name="connsiteX39" fmla="*/ 7652907 w 10678681"/>
              <a:gd name="connsiteY39" fmla="*/ 783273 h 1342734"/>
              <a:gd name="connsiteX40" fmla="*/ 7606008 w 10678681"/>
              <a:gd name="connsiteY40" fmla="*/ 800717 h 1342734"/>
              <a:gd name="connsiteX41" fmla="*/ 7480223 w 10678681"/>
              <a:gd name="connsiteY41" fmla="*/ 856821 h 1342734"/>
              <a:gd name="connsiteX42" fmla="*/ 7356005 w 10678681"/>
              <a:gd name="connsiteY42" fmla="*/ 919462 h 1342734"/>
              <a:gd name="connsiteX43" fmla="*/ 7305396 w 10678681"/>
              <a:gd name="connsiteY43" fmla="*/ 986228 h 1342734"/>
              <a:gd name="connsiteX44" fmla="*/ 7266251 w 10678681"/>
              <a:gd name="connsiteY44" fmla="*/ 967864 h 1342734"/>
              <a:gd name="connsiteX45" fmla="*/ 7258094 w 10678681"/>
              <a:gd name="connsiteY45" fmla="*/ 990679 h 1342734"/>
              <a:gd name="connsiteX46" fmla="*/ 7257893 w 10678681"/>
              <a:gd name="connsiteY46" fmla="*/ 991204 h 1342734"/>
              <a:gd name="connsiteX47" fmla="*/ 7247153 w 10678681"/>
              <a:gd name="connsiteY47" fmla="*/ 991550 h 1342734"/>
              <a:gd name="connsiteX48" fmla="*/ 7193612 w 10678681"/>
              <a:gd name="connsiteY48" fmla="*/ 987042 h 1342734"/>
              <a:gd name="connsiteX49" fmla="*/ 7132632 w 10678681"/>
              <a:gd name="connsiteY49" fmla="*/ 1042036 h 1342734"/>
              <a:gd name="connsiteX50" fmla="*/ 7105610 w 10678681"/>
              <a:gd name="connsiteY50" fmla="*/ 1053537 h 1342734"/>
              <a:gd name="connsiteX51" fmla="*/ 7069148 w 10678681"/>
              <a:gd name="connsiteY51" fmla="*/ 1047163 h 1342734"/>
              <a:gd name="connsiteX52" fmla="*/ 7039634 w 10678681"/>
              <a:gd name="connsiteY52" fmla="*/ 1059971 h 1342734"/>
              <a:gd name="connsiteX53" fmla="*/ 7033445 w 10678681"/>
              <a:gd name="connsiteY53" fmla="*/ 1063314 h 1342734"/>
              <a:gd name="connsiteX54" fmla="*/ 6999157 w 10678681"/>
              <a:gd name="connsiteY54" fmla="*/ 1055282 h 1342734"/>
              <a:gd name="connsiteX55" fmla="*/ 6981874 w 10678681"/>
              <a:gd name="connsiteY55" fmla="*/ 1053827 h 1342734"/>
              <a:gd name="connsiteX56" fmla="*/ 6976102 w 10678681"/>
              <a:gd name="connsiteY56" fmla="*/ 1047854 h 1342734"/>
              <a:gd name="connsiteX57" fmla="*/ 6951040 w 10678681"/>
              <a:gd name="connsiteY57" fmla="*/ 1048531 h 1342734"/>
              <a:gd name="connsiteX58" fmla="*/ 6948497 w 10678681"/>
              <a:gd name="connsiteY58" fmla="*/ 1050706 h 1342734"/>
              <a:gd name="connsiteX59" fmla="*/ 6926582 w 10678681"/>
              <a:gd name="connsiteY59" fmla="*/ 1043462 h 1342734"/>
              <a:gd name="connsiteX60" fmla="*/ 6833743 w 10678681"/>
              <a:gd name="connsiteY60" fmla="*/ 1027960 h 1342734"/>
              <a:gd name="connsiteX61" fmla="*/ 6687090 w 10678681"/>
              <a:gd name="connsiteY61" fmla="*/ 1063250 h 1342734"/>
              <a:gd name="connsiteX62" fmla="*/ 6431838 w 10678681"/>
              <a:gd name="connsiteY62" fmla="*/ 1063226 h 1342734"/>
              <a:gd name="connsiteX63" fmla="*/ 6327795 w 10678681"/>
              <a:gd name="connsiteY63" fmla="*/ 1088142 h 1342734"/>
              <a:gd name="connsiteX64" fmla="*/ 6136549 w 10678681"/>
              <a:gd name="connsiteY64" fmla="*/ 1100268 h 1342734"/>
              <a:gd name="connsiteX65" fmla="*/ 6004655 w 10678681"/>
              <a:gd name="connsiteY65" fmla="*/ 1114946 h 1342734"/>
              <a:gd name="connsiteX66" fmla="*/ 5936643 w 10678681"/>
              <a:gd name="connsiteY66" fmla="*/ 1095428 h 1342734"/>
              <a:gd name="connsiteX67" fmla="*/ 5912484 w 10678681"/>
              <a:gd name="connsiteY67" fmla="*/ 1112624 h 1342734"/>
              <a:gd name="connsiteX68" fmla="*/ 5908387 w 10678681"/>
              <a:gd name="connsiteY68" fmla="*/ 1116018 h 1342734"/>
              <a:gd name="connsiteX69" fmla="*/ 5890495 w 10678681"/>
              <a:gd name="connsiteY69" fmla="*/ 1120268 h 1342734"/>
              <a:gd name="connsiteX70" fmla="*/ 5887318 w 10678681"/>
              <a:gd name="connsiteY70" fmla="*/ 1133134 h 1342734"/>
              <a:gd name="connsiteX71" fmla="*/ 5861726 w 10678681"/>
              <a:gd name="connsiteY71" fmla="*/ 1147891 h 1342734"/>
              <a:gd name="connsiteX72" fmla="*/ 5805823 w 10678681"/>
              <a:gd name="connsiteY72" fmla="*/ 1152457 h 1342734"/>
              <a:gd name="connsiteX73" fmla="*/ 5689841 w 10678681"/>
              <a:gd name="connsiteY73" fmla="*/ 1176232 h 1342734"/>
              <a:gd name="connsiteX74" fmla="*/ 5605119 w 10678681"/>
              <a:gd name="connsiteY74" fmla="*/ 1190202 h 1342734"/>
              <a:gd name="connsiteX75" fmla="*/ 5488513 w 10678681"/>
              <a:gd name="connsiteY75" fmla="*/ 1205367 h 1342734"/>
              <a:gd name="connsiteX76" fmla="*/ 5402905 w 10678681"/>
              <a:gd name="connsiteY76" fmla="*/ 1241191 h 1342734"/>
              <a:gd name="connsiteX77" fmla="*/ 5192893 w 10678681"/>
              <a:gd name="connsiteY77" fmla="*/ 1247188 h 1342734"/>
              <a:gd name="connsiteX78" fmla="*/ 5164025 w 10678681"/>
              <a:gd name="connsiteY78" fmla="*/ 1257028 h 1342734"/>
              <a:gd name="connsiteX79" fmla="*/ 5103589 w 10678681"/>
              <a:gd name="connsiteY79" fmla="*/ 1263189 h 1342734"/>
              <a:gd name="connsiteX80" fmla="*/ 4894688 w 10678681"/>
              <a:gd name="connsiteY80" fmla="*/ 1247184 h 1342734"/>
              <a:gd name="connsiteX81" fmla="*/ 4788036 w 10678681"/>
              <a:gd name="connsiteY81" fmla="*/ 1238182 h 1342734"/>
              <a:gd name="connsiteX82" fmla="*/ 4747555 w 10678681"/>
              <a:gd name="connsiteY82" fmla="*/ 1252768 h 1342734"/>
              <a:gd name="connsiteX83" fmla="*/ 4679644 w 10678681"/>
              <a:gd name="connsiteY83" fmla="*/ 1276603 h 1342734"/>
              <a:gd name="connsiteX84" fmla="*/ 4617473 w 10678681"/>
              <a:gd name="connsiteY84" fmla="*/ 1296467 h 1342734"/>
              <a:gd name="connsiteX85" fmla="*/ 4564919 w 10678681"/>
              <a:gd name="connsiteY85" fmla="*/ 1325507 h 1342734"/>
              <a:gd name="connsiteX86" fmla="*/ 4566586 w 10678681"/>
              <a:gd name="connsiteY86" fmla="*/ 1316963 h 1342734"/>
              <a:gd name="connsiteX87" fmla="*/ 4556303 w 10678681"/>
              <a:gd name="connsiteY87" fmla="*/ 1300262 h 1342734"/>
              <a:gd name="connsiteX88" fmla="*/ 4502358 w 10678681"/>
              <a:gd name="connsiteY88" fmla="*/ 1302558 h 1342734"/>
              <a:gd name="connsiteX89" fmla="*/ 4498919 w 10678681"/>
              <a:gd name="connsiteY89" fmla="*/ 1312115 h 1342734"/>
              <a:gd name="connsiteX90" fmla="*/ 4492075 w 10678681"/>
              <a:gd name="connsiteY90" fmla="*/ 1313357 h 1342734"/>
              <a:gd name="connsiteX91" fmla="*/ 4487466 w 10678681"/>
              <a:gd name="connsiteY91" fmla="*/ 1304102 h 1342734"/>
              <a:gd name="connsiteX92" fmla="*/ 4398292 w 10678681"/>
              <a:gd name="connsiteY92" fmla="*/ 1278410 h 1342734"/>
              <a:gd name="connsiteX93" fmla="*/ 4306088 w 10678681"/>
              <a:gd name="connsiteY93" fmla="*/ 1282512 h 1342734"/>
              <a:gd name="connsiteX94" fmla="*/ 4188995 w 10678681"/>
              <a:gd name="connsiteY94" fmla="*/ 1296718 h 1342734"/>
              <a:gd name="connsiteX95" fmla="*/ 4136582 w 10678681"/>
              <a:gd name="connsiteY95" fmla="*/ 1287687 h 1342734"/>
              <a:gd name="connsiteX96" fmla="*/ 4064614 w 10678681"/>
              <a:gd name="connsiteY96" fmla="*/ 1296118 h 1342734"/>
              <a:gd name="connsiteX97" fmla="*/ 3900948 w 10678681"/>
              <a:gd name="connsiteY97" fmla="*/ 1322156 h 1342734"/>
              <a:gd name="connsiteX98" fmla="*/ 3787890 w 10678681"/>
              <a:gd name="connsiteY98" fmla="*/ 1322164 h 1342734"/>
              <a:gd name="connsiteX99" fmla="*/ 3745993 w 10678681"/>
              <a:gd name="connsiteY99" fmla="*/ 1342630 h 1342734"/>
              <a:gd name="connsiteX100" fmla="*/ 3675785 w 10678681"/>
              <a:gd name="connsiteY100" fmla="*/ 1326802 h 1342734"/>
              <a:gd name="connsiteX101" fmla="*/ 3623856 w 10678681"/>
              <a:gd name="connsiteY101" fmla="*/ 1290804 h 1342734"/>
              <a:gd name="connsiteX102" fmla="*/ 3564933 w 10678681"/>
              <a:gd name="connsiteY102" fmla="*/ 1287147 h 1342734"/>
              <a:gd name="connsiteX103" fmla="*/ 3550537 w 10678681"/>
              <a:gd name="connsiteY103" fmla="*/ 1317552 h 1342734"/>
              <a:gd name="connsiteX104" fmla="*/ 3487736 w 10678681"/>
              <a:gd name="connsiteY104" fmla="*/ 1303493 h 1342734"/>
              <a:gd name="connsiteX105" fmla="*/ 3392548 w 10678681"/>
              <a:gd name="connsiteY105" fmla="*/ 1278741 h 1342734"/>
              <a:gd name="connsiteX106" fmla="*/ 3337466 w 10678681"/>
              <a:gd name="connsiteY106" fmla="*/ 1272537 h 1342734"/>
              <a:gd name="connsiteX107" fmla="*/ 3175981 w 10678681"/>
              <a:gd name="connsiteY107" fmla="*/ 1208973 h 1342734"/>
              <a:gd name="connsiteX108" fmla="*/ 3036856 w 10678681"/>
              <a:gd name="connsiteY108" fmla="*/ 1214383 h 1342734"/>
              <a:gd name="connsiteX109" fmla="*/ 2824973 w 10678681"/>
              <a:gd name="connsiteY109" fmla="*/ 1134864 h 1342734"/>
              <a:gd name="connsiteX110" fmla="*/ 2804398 w 10678681"/>
              <a:gd name="connsiteY110" fmla="*/ 1125556 h 1342734"/>
              <a:gd name="connsiteX111" fmla="*/ 2736109 w 10678681"/>
              <a:gd name="connsiteY111" fmla="*/ 1137717 h 1342734"/>
              <a:gd name="connsiteX112" fmla="*/ 2659096 w 10678681"/>
              <a:gd name="connsiteY112" fmla="*/ 1150294 h 1342734"/>
              <a:gd name="connsiteX113" fmla="*/ 2567088 w 10678681"/>
              <a:gd name="connsiteY113" fmla="*/ 1181781 h 1342734"/>
              <a:gd name="connsiteX114" fmla="*/ 2454501 w 10678681"/>
              <a:gd name="connsiteY114" fmla="*/ 1155455 h 1342734"/>
              <a:gd name="connsiteX115" fmla="*/ 2385161 w 10678681"/>
              <a:gd name="connsiteY115" fmla="*/ 1161312 h 1342734"/>
              <a:gd name="connsiteX116" fmla="*/ 2273361 w 10678681"/>
              <a:gd name="connsiteY116" fmla="*/ 1134090 h 1342734"/>
              <a:gd name="connsiteX117" fmla="*/ 2132003 w 10678681"/>
              <a:gd name="connsiteY117" fmla="*/ 1139225 h 1342734"/>
              <a:gd name="connsiteX118" fmla="*/ 2041224 w 10678681"/>
              <a:gd name="connsiteY118" fmla="*/ 1147536 h 1342734"/>
              <a:gd name="connsiteX119" fmla="*/ 2010157 w 10678681"/>
              <a:gd name="connsiteY119" fmla="*/ 1152767 h 1342734"/>
              <a:gd name="connsiteX120" fmla="*/ 1859213 w 10678681"/>
              <a:gd name="connsiteY120" fmla="*/ 1199540 h 1342734"/>
              <a:gd name="connsiteX121" fmla="*/ 1735877 w 10678681"/>
              <a:gd name="connsiteY121" fmla="*/ 1246527 h 1342734"/>
              <a:gd name="connsiteX122" fmla="*/ 1705069 w 10678681"/>
              <a:gd name="connsiteY122" fmla="*/ 1251989 h 1342734"/>
              <a:gd name="connsiteX123" fmla="*/ 1307888 w 10678681"/>
              <a:gd name="connsiteY123" fmla="*/ 1283156 h 1342734"/>
              <a:gd name="connsiteX124" fmla="*/ 1220734 w 10678681"/>
              <a:gd name="connsiteY124" fmla="*/ 1257811 h 1342734"/>
              <a:gd name="connsiteX125" fmla="*/ 1021737 w 10678681"/>
              <a:gd name="connsiteY125" fmla="*/ 1238739 h 1342734"/>
              <a:gd name="connsiteX126" fmla="*/ 959820 w 10678681"/>
              <a:gd name="connsiteY126" fmla="*/ 1275863 h 1342734"/>
              <a:gd name="connsiteX127" fmla="*/ 929137 w 10678681"/>
              <a:gd name="connsiteY127" fmla="*/ 1273957 h 1342734"/>
              <a:gd name="connsiteX128" fmla="*/ 878849 w 10678681"/>
              <a:gd name="connsiteY128" fmla="*/ 1266740 h 1342734"/>
              <a:gd name="connsiteX129" fmla="*/ 800667 w 10678681"/>
              <a:gd name="connsiteY129" fmla="*/ 1282041 h 1342734"/>
              <a:gd name="connsiteX130" fmla="*/ 644906 w 10678681"/>
              <a:gd name="connsiteY130" fmla="*/ 1273685 h 1342734"/>
              <a:gd name="connsiteX131" fmla="*/ 379869 w 10678681"/>
              <a:gd name="connsiteY131" fmla="*/ 1339165 h 1342734"/>
              <a:gd name="connsiteX132" fmla="*/ 137696 w 10678681"/>
              <a:gd name="connsiteY132" fmla="*/ 1319217 h 1342734"/>
              <a:gd name="connsiteX133" fmla="*/ 54250 w 10678681"/>
              <a:gd name="connsiteY133" fmla="*/ 1315838 h 1342734"/>
              <a:gd name="connsiteX134" fmla="*/ 28042 w 10678681"/>
              <a:gd name="connsiteY134" fmla="*/ 1297822 h 1342734"/>
              <a:gd name="connsiteX135" fmla="*/ 0 w 10678681"/>
              <a:gd name="connsiteY135" fmla="*/ 1294612 h 1342734"/>
              <a:gd name="connsiteX136" fmla="*/ 0 w 10678681"/>
              <a:gd name="connsiteY136" fmla="*/ 0 h 1342734"/>
              <a:gd name="connsiteX0" fmla="*/ 0 w 10678681"/>
              <a:gd name="connsiteY0" fmla="*/ 0 h 1342734"/>
              <a:gd name="connsiteX1" fmla="*/ 10678681 w 10678681"/>
              <a:gd name="connsiteY1" fmla="*/ 0 h 1342734"/>
              <a:gd name="connsiteX2" fmla="*/ 10666019 w 10678681"/>
              <a:gd name="connsiteY2" fmla="*/ 7876 h 1342734"/>
              <a:gd name="connsiteX3" fmla="*/ 10632825 w 10678681"/>
              <a:gd name="connsiteY3" fmla="*/ 32153 h 1342734"/>
              <a:gd name="connsiteX4" fmla="*/ 10516219 w 10678681"/>
              <a:gd name="connsiteY4" fmla="*/ 45588 h 1342734"/>
              <a:gd name="connsiteX5" fmla="*/ 10456989 w 10678681"/>
              <a:gd name="connsiteY5" fmla="*/ 979 h 1342734"/>
              <a:gd name="connsiteX6" fmla="*/ 10438642 w 10678681"/>
              <a:gd name="connsiteY6" fmla="*/ 1524 h 1342734"/>
              <a:gd name="connsiteX7" fmla="*/ 10407146 w 10678681"/>
              <a:gd name="connsiteY7" fmla="*/ 43659 h 1342734"/>
              <a:gd name="connsiteX8" fmla="*/ 10341159 w 10678681"/>
              <a:gd name="connsiteY8" fmla="*/ 103824 h 1342734"/>
              <a:gd name="connsiteX9" fmla="*/ 10244930 w 10678681"/>
              <a:gd name="connsiteY9" fmla="*/ 94599 h 1342734"/>
              <a:gd name="connsiteX10" fmla="*/ 10115334 w 10678681"/>
              <a:gd name="connsiteY10" fmla="*/ 155658 h 1342734"/>
              <a:gd name="connsiteX11" fmla="*/ 10068157 w 10678681"/>
              <a:gd name="connsiteY11" fmla="*/ 215673 h 1342734"/>
              <a:gd name="connsiteX12" fmla="*/ 10045431 w 10678681"/>
              <a:gd name="connsiteY12" fmla="*/ 229568 h 1342734"/>
              <a:gd name="connsiteX13" fmla="*/ 9929077 w 10678681"/>
              <a:gd name="connsiteY13" fmla="*/ 209062 h 1342734"/>
              <a:gd name="connsiteX14" fmla="*/ 9840045 w 10678681"/>
              <a:gd name="connsiteY14" fmla="*/ 223033 h 1342734"/>
              <a:gd name="connsiteX15" fmla="*/ 9679639 w 10678681"/>
              <a:gd name="connsiteY15" fmla="*/ 247182 h 1342734"/>
              <a:gd name="connsiteX16" fmla="*/ 9498347 w 10678681"/>
              <a:gd name="connsiteY16" fmla="*/ 244723 h 1342734"/>
              <a:gd name="connsiteX17" fmla="*/ 9366026 w 10678681"/>
              <a:gd name="connsiteY17" fmla="*/ 299024 h 1342734"/>
              <a:gd name="connsiteX18" fmla="*/ 9316702 w 10678681"/>
              <a:gd name="connsiteY18" fmla="*/ 356523 h 1342734"/>
              <a:gd name="connsiteX19" fmla="*/ 9121744 w 10678681"/>
              <a:gd name="connsiteY19" fmla="*/ 365177 h 1342734"/>
              <a:gd name="connsiteX20" fmla="*/ 9061654 w 10678681"/>
              <a:gd name="connsiteY20" fmla="*/ 393730 h 1342734"/>
              <a:gd name="connsiteX21" fmla="*/ 8997577 w 10678681"/>
              <a:gd name="connsiteY21" fmla="*/ 380865 h 1342734"/>
              <a:gd name="connsiteX22" fmla="*/ 8907968 w 10678681"/>
              <a:gd name="connsiteY22" fmla="*/ 447345 h 1342734"/>
              <a:gd name="connsiteX23" fmla="*/ 8764163 w 10678681"/>
              <a:gd name="connsiteY23" fmla="*/ 471000 h 1342734"/>
              <a:gd name="connsiteX24" fmla="*/ 8680155 w 10678681"/>
              <a:gd name="connsiteY24" fmla="*/ 492404 h 1342734"/>
              <a:gd name="connsiteX25" fmla="*/ 8651436 w 10678681"/>
              <a:gd name="connsiteY25" fmla="*/ 511923 h 1342734"/>
              <a:gd name="connsiteX26" fmla="*/ 8609185 w 10678681"/>
              <a:gd name="connsiteY26" fmla="*/ 531525 h 1342734"/>
              <a:gd name="connsiteX27" fmla="*/ 8537091 w 10678681"/>
              <a:gd name="connsiteY27" fmla="*/ 574933 h 1342734"/>
              <a:gd name="connsiteX28" fmla="*/ 8435931 w 10678681"/>
              <a:gd name="connsiteY28" fmla="*/ 617926 h 1342734"/>
              <a:gd name="connsiteX29" fmla="*/ 8348623 w 10678681"/>
              <a:gd name="connsiteY29" fmla="*/ 600607 h 1342734"/>
              <a:gd name="connsiteX30" fmla="*/ 8276883 w 10678681"/>
              <a:gd name="connsiteY30" fmla="*/ 588214 h 1342734"/>
              <a:gd name="connsiteX31" fmla="*/ 8086698 w 10678681"/>
              <a:gd name="connsiteY31" fmla="*/ 605185 h 1342734"/>
              <a:gd name="connsiteX32" fmla="*/ 7982378 w 10678681"/>
              <a:gd name="connsiteY32" fmla="*/ 629799 h 1342734"/>
              <a:gd name="connsiteX33" fmla="*/ 7947952 w 10678681"/>
              <a:gd name="connsiteY33" fmla="*/ 648003 h 1342734"/>
              <a:gd name="connsiteX34" fmla="*/ 7890112 w 10678681"/>
              <a:gd name="connsiteY34" fmla="*/ 677915 h 1342734"/>
              <a:gd name="connsiteX35" fmla="*/ 7853284 w 10678681"/>
              <a:gd name="connsiteY35" fmla="*/ 723588 h 1342734"/>
              <a:gd name="connsiteX36" fmla="*/ 7802383 w 10678681"/>
              <a:gd name="connsiteY36" fmla="*/ 739359 h 1342734"/>
              <a:gd name="connsiteX37" fmla="*/ 7730518 w 10678681"/>
              <a:gd name="connsiteY37" fmla="*/ 739526 h 1342734"/>
              <a:gd name="connsiteX38" fmla="*/ 7720084 w 10678681"/>
              <a:gd name="connsiteY38" fmla="*/ 760750 h 1342734"/>
              <a:gd name="connsiteX39" fmla="*/ 7652907 w 10678681"/>
              <a:gd name="connsiteY39" fmla="*/ 783273 h 1342734"/>
              <a:gd name="connsiteX40" fmla="*/ 7606008 w 10678681"/>
              <a:gd name="connsiteY40" fmla="*/ 800717 h 1342734"/>
              <a:gd name="connsiteX41" fmla="*/ 7480223 w 10678681"/>
              <a:gd name="connsiteY41" fmla="*/ 856821 h 1342734"/>
              <a:gd name="connsiteX42" fmla="*/ 7356005 w 10678681"/>
              <a:gd name="connsiteY42" fmla="*/ 919462 h 1342734"/>
              <a:gd name="connsiteX43" fmla="*/ 7305396 w 10678681"/>
              <a:gd name="connsiteY43" fmla="*/ 986228 h 1342734"/>
              <a:gd name="connsiteX44" fmla="*/ 7266251 w 10678681"/>
              <a:gd name="connsiteY44" fmla="*/ 967864 h 1342734"/>
              <a:gd name="connsiteX45" fmla="*/ 7258094 w 10678681"/>
              <a:gd name="connsiteY45" fmla="*/ 990679 h 1342734"/>
              <a:gd name="connsiteX46" fmla="*/ 7257893 w 10678681"/>
              <a:gd name="connsiteY46" fmla="*/ 991204 h 1342734"/>
              <a:gd name="connsiteX47" fmla="*/ 7247153 w 10678681"/>
              <a:gd name="connsiteY47" fmla="*/ 991550 h 1342734"/>
              <a:gd name="connsiteX48" fmla="*/ 7193612 w 10678681"/>
              <a:gd name="connsiteY48" fmla="*/ 987042 h 1342734"/>
              <a:gd name="connsiteX49" fmla="*/ 7132632 w 10678681"/>
              <a:gd name="connsiteY49" fmla="*/ 1042036 h 1342734"/>
              <a:gd name="connsiteX50" fmla="*/ 7105610 w 10678681"/>
              <a:gd name="connsiteY50" fmla="*/ 1053537 h 1342734"/>
              <a:gd name="connsiteX51" fmla="*/ 7069148 w 10678681"/>
              <a:gd name="connsiteY51" fmla="*/ 1047163 h 1342734"/>
              <a:gd name="connsiteX52" fmla="*/ 7039634 w 10678681"/>
              <a:gd name="connsiteY52" fmla="*/ 1059971 h 1342734"/>
              <a:gd name="connsiteX53" fmla="*/ 7033445 w 10678681"/>
              <a:gd name="connsiteY53" fmla="*/ 1063314 h 1342734"/>
              <a:gd name="connsiteX54" fmla="*/ 6999157 w 10678681"/>
              <a:gd name="connsiteY54" fmla="*/ 1055282 h 1342734"/>
              <a:gd name="connsiteX55" fmla="*/ 6981874 w 10678681"/>
              <a:gd name="connsiteY55" fmla="*/ 1053827 h 1342734"/>
              <a:gd name="connsiteX56" fmla="*/ 6976102 w 10678681"/>
              <a:gd name="connsiteY56" fmla="*/ 1047854 h 1342734"/>
              <a:gd name="connsiteX57" fmla="*/ 6951040 w 10678681"/>
              <a:gd name="connsiteY57" fmla="*/ 1048531 h 1342734"/>
              <a:gd name="connsiteX58" fmla="*/ 6948497 w 10678681"/>
              <a:gd name="connsiteY58" fmla="*/ 1050706 h 1342734"/>
              <a:gd name="connsiteX59" fmla="*/ 6926582 w 10678681"/>
              <a:gd name="connsiteY59" fmla="*/ 1043462 h 1342734"/>
              <a:gd name="connsiteX60" fmla="*/ 6833743 w 10678681"/>
              <a:gd name="connsiteY60" fmla="*/ 1027960 h 1342734"/>
              <a:gd name="connsiteX61" fmla="*/ 6687090 w 10678681"/>
              <a:gd name="connsiteY61" fmla="*/ 1063250 h 1342734"/>
              <a:gd name="connsiteX62" fmla="*/ 6431838 w 10678681"/>
              <a:gd name="connsiteY62" fmla="*/ 1063226 h 1342734"/>
              <a:gd name="connsiteX63" fmla="*/ 6327795 w 10678681"/>
              <a:gd name="connsiteY63" fmla="*/ 1088142 h 1342734"/>
              <a:gd name="connsiteX64" fmla="*/ 6136549 w 10678681"/>
              <a:gd name="connsiteY64" fmla="*/ 1100268 h 1342734"/>
              <a:gd name="connsiteX65" fmla="*/ 6004655 w 10678681"/>
              <a:gd name="connsiteY65" fmla="*/ 1114946 h 1342734"/>
              <a:gd name="connsiteX66" fmla="*/ 5936643 w 10678681"/>
              <a:gd name="connsiteY66" fmla="*/ 1095428 h 1342734"/>
              <a:gd name="connsiteX67" fmla="*/ 5912484 w 10678681"/>
              <a:gd name="connsiteY67" fmla="*/ 1112624 h 1342734"/>
              <a:gd name="connsiteX68" fmla="*/ 5908387 w 10678681"/>
              <a:gd name="connsiteY68" fmla="*/ 1116018 h 1342734"/>
              <a:gd name="connsiteX69" fmla="*/ 5890495 w 10678681"/>
              <a:gd name="connsiteY69" fmla="*/ 1120268 h 1342734"/>
              <a:gd name="connsiteX70" fmla="*/ 5887318 w 10678681"/>
              <a:gd name="connsiteY70" fmla="*/ 1133134 h 1342734"/>
              <a:gd name="connsiteX71" fmla="*/ 5861726 w 10678681"/>
              <a:gd name="connsiteY71" fmla="*/ 1147891 h 1342734"/>
              <a:gd name="connsiteX72" fmla="*/ 5805823 w 10678681"/>
              <a:gd name="connsiteY72" fmla="*/ 1152457 h 1342734"/>
              <a:gd name="connsiteX73" fmla="*/ 5689841 w 10678681"/>
              <a:gd name="connsiteY73" fmla="*/ 1176232 h 1342734"/>
              <a:gd name="connsiteX74" fmla="*/ 5605119 w 10678681"/>
              <a:gd name="connsiteY74" fmla="*/ 1190202 h 1342734"/>
              <a:gd name="connsiteX75" fmla="*/ 5488513 w 10678681"/>
              <a:gd name="connsiteY75" fmla="*/ 1205367 h 1342734"/>
              <a:gd name="connsiteX76" fmla="*/ 5402905 w 10678681"/>
              <a:gd name="connsiteY76" fmla="*/ 1241191 h 1342734"/>
              <a:gd name="connsiteX77" fmla="*/ 5192893 w 10678681"/>
              <a:gd name="connsiteY77" fmla="*/ 1247188 h 1342734"/>
              <a:gd name="connsiteX78" fmla="*/ 5164025 w 10678681"/>
              <a:gd name="connsiteY78" fmla="*/ 1257028 h 1342734"/>
              <a:gd name="connsiteX79" fmla="*/ 5103589 w 10678681"/>
              <a:gd name="connsiteY79" fmla="*/ 1263189 h 1342734"/>
              <a:gd name="connsiteX80" fmla="*/ 4894688 w 10678681"/>
              <a:gd name="connsiteY80" fmla="*/ 1247184 h 1342734"/>
              <a:gd name="connsiteX81" fmla="*/ 4788036 w 10678681"/>
              <a:gd name="connsiteY81" fmla="*/ 1238182 h 1342734"/>
              <a:gd name="connsiteX82" fmla="*/ 4747555 w 10678681"/>
              <a:gd name="connsiteY82" fmla="*/ 1252768 h 1342734"/>
              <a:gd name="connsiteX83" fmla="*/ 4679644 w 10678681"/>
              <a:gd name="connsiteY83" fmla="*/ 1276603 h 1342734"/>
              <a:gd name="connsiteX84" fmla="*/ 4617473 w 10678681"/>
              <a:gd name="connsiteY84" fmla="*/ 1296467 h 1342734"/>
              <a:gd name="connsiteX85" fmla="*/ 4564919 w 10678681"/>
              <a:gd name="connsiteY85" fmla="*/ 1325507 h 1342734"/>
              <a:gd name="connsiteX86" fmla="*/ 4566586 w 10678681"/>
              <a:gd name="connsiteY86" fmla="*/ 1316963 h 1342734"/>
              <a:gd name="connsiteX87" fmla="*/ 4556303 w 10678681"/>
              <a:gd name="connsiteY87" fmla="*/ 1300262 h 1342734"/>
              <a:gd name="connsiteX88" fmla="*/ 4502358 w 10678681"/>
              <a:gd name="connsiteY88" fmla="*/ 1302558 h 1342734"/>
              <a:gd name="connsiteX89" fmla="*/ 4498919 w 10678681"/>
              <a:gd name="connsiteY89" fmla="*/ 1312115 h 1342734"/>
              <a:gd name="connsiteX90" fmla="*/ 4492075 w 10678681"/>
              <a:gd name="connsiteY90" fmla="*/ 1313357 h 1342734"/>
              <a:gd name="connsiteX91" fmla="*/ 4487466 w 10678681"/>
              <a:gd name="connsiteY91" fmla="*/ 1304102 h 1342734"/>
              <a:gd name="connsiteX92" fmla="*/ 4398292 w 10678681"/>
              <a:gd name="connsiteY92" fmla="*/ 1278410 h 1342734"/>
              <a:gd name="connsiteX93" fmla="*/ 4306088 w 10678681"/>
              <a:gd name="connsiteY93" fmla="*/ 1282512 h 1342734"/>
              <a:gd name="connsiteX94" fmla="*/ 4188995 w 10678681"/>
              <a:gd name="connsiteY94" fmla="*/ 1296718 h 1342734"/>
              <a:gd name="connsiteX95" fmla="*/ 4136582 w 10678681"/>
              <a:gd name="connsiteY95" fmla="*/ 1287687 h 1342734"/>
              <a:gd name="connsiteX96" fmla="*/ 4064614 w 10678681"/>
              <a:gd name="connsiteY96" fmla="*/ 1296118 h 1342734"/>
              <a:gd name="connsiteX97" fmla="*/ 3900948 w 10678681"/>
              <a:gd name="connsiteY97" fmla="*/ 1322156 h 1342734"/>
              <a:gd name="connsiteX98" fmla="*/ 3787890 w 10678681"/>
              <a:gd name="connsiteY98" fmla="*/ 1322164 h 1342734"/>
              <a:gd name="connsiteX99" fmla="*/ 3745993 w 10678681"/>
              <a:gd name="connsiteY99" fmla="*/ 1342630 h 1342734"/>
              <a:gd name="connsiteX100" fmla="*/ 3675785 w 10678681"/>
              <a:gd name="connsiteY100" fmla="*/ 1326802 h 1342734"/>
              <a:gd name="connsiteX101" fmla="*/ 3623856 w 10678681"/>
              <a:gd name="connsiteY101" fmla="*/ 1290804 h 1342734"/>
              <a:gd name="connsiteX102" fmla="*/ 3564933 w 10678681"/>
              <a:gd name="connsiteY102" fmla="*/ 1287147 h 1342734"/>
              <a:gd name="connsiteX103" fmla="*/ 3550537 w 10678681"/>
              <a:gd name="connsiteY103" fmla="*/ 1317552 h 1342734"/>
              <a:gd name="connsiteX104" fmla="*/ 3487736 w 10678681"/>
              <a:gd name="connsiteY104" fmla="*/ 1303493 h 1342734"/>
              <a:gd name="connsiteX105" fmla="*/ 3392548 w 10678681"/>
              <a:gd name="connsiteY105" fmla="*/ 1278741 h 1342734"/>
              <a:gd name="connsiteX106" fmla="*/ 3337466 w 10678681"/>
              <a:gd name="connsiteY106" fmla="*/ 1272537 h 1342734"/>
              <a:gd name="connsiteX107" fmla="*/ 3175981 w 10678681"/>
              <a:gd name="connsiteY107" fmla="*/ 1208973 h 1342734"/>
              <a:gd name="connsiteX108" fmla="*/ 3036856 w 10678681"/>
              <a:gd name="connsiteY108" fmla="*/ 1214383 h 1342734"/>
              <a:gd name="connsiteX109" fmla="*/ 2824973 w 10678681"/>
              <a:gd name="connsiteY109" fmla="*/ 1134864 h 1342734"/>
              <a:gd name="connsiteX110" fmla="*/ 2804398 w 10678681"/>
              <a:gd name="connsiteY110" fmla="*/ 1125556 h 1342734"/>
              <a:gd name="connsiteX111" fmla="*/ 2736109 w 10678681"/>
              <a:gd name="connsiteY111" fmla="*/ 1137717 h 1342734"/>
              <a:gd name="connsiteX112" fmla="*/ 2659096 w 10678681"/>
              <a:gd name="connsiteY112" fmla="*/ 1150294 h 1342734"/>
              <a:gd name="connsiteX113" fmla="*/ 2567088 w 10678681"/>
              <a:gd name="connsiteY113" fmla="*/ 1181781 h 1342734"/>
              <a:gd name="connsiteX114" fmla="*/ 2454501 w 10678681"/>
              <a:gd name="connsiteY114" fmla="*/ 1155455 h 1342734"/>
              <a:gd name="connsiteX115" fmla="*/ 2385161 w 10678681"/>
              <a:gd name="connsiteY115" fmla="*/ 1161312 h 1342734"/>
              <a:gd name="connsiteX116" fmla="*/ 2273361 w 10678681"/>
              <a:gd name="connsiteY116" fmla="*/ 1134090 h 1342734"/>
              <a:gd name="connsiteX117" fmla="*/ 2132003 w 10678681"/>
              <a:gd name="connsiteY117" fmla="*/ 1139225 h 1342734"/>
              <a:gd name="connsiteX118" fmla="*/ 2041224 w 10678681"/>
              <a:gd name="connsiteY118" fmla="*/ 1147536 h 1342734"/>
              <a:gd name="connsiteX119" fmla="*/ 2010157 w 10678681"/>
              <a:gd name="connsiteY119" fmla="*/ 1152767 h 1342734"/>
              <a:gd name="connsiteX120" fmla="*/ 1859213 w 10678681"/>
              <a:gd name="connsiteY120" fmla="*/ 1199540 h 1342734"/>
              <a:gd name="connsiteX121" fmla="*/ 1735877 w 10678681"/>
              <a:gd name="connsiteY121" fmla="*/ 1246527 h 1342734"/>
              <a:gd name="connsiteX122" fmla="*/ 1705069 w 10678681"/>
              <a:gd name="connsiteY122" fmla="*/ 1251989 h 1342734"/>
              <a:gd name="connsiteX123" fmla="*/ 1307888 w 10678681"/>
              <a:gd name="connsiteY123" fmla="*/ 1283156 h 1342734"/>
              <a:gd name="connsiteX124" fmla="*/ 1021737 w 10678681"/>
              <a:gd name="connsiteY124" fmla="*/ 1238739 h 1342734"/>
              <a:gd name="connsiteX125" fmla="*/ 959820 w 10678681"/>
              <a:gd name="connsiteY125" fmla="*/ 1275863 h 1342734"/>
              <a:gd name="connsiteX126" fmla="*/ 929137 w 10678681"/>
              <a:gd name="connsiteY126" fmla="*/ 1273957 h 1342734"/>
              <a:gd name="connsiteX127" fmla="*/ 878849 w 10678681"/>
              <a:gd name="connsiteY127" fmla="*/ 1266740 h 1342734"/>
              <a:gd name="connsiteX128" fmla="*/ 800667 w 10678681"/>
              <a:gd name="connsiteY128" fmla="*/ 1282041 h 1342734"/>
              <a:gd name="connsiteX129" fmla="*/ 644906 w 10678681"/>
              <a:gd name="connsiteY129" fmla="*/ 1273685 h 1342734"/>
              <a:gd name="connsiteX130" fmla="*/ 379869 w 10678681"/>
              <a:gd name="connsiteY130" fmla="*/ 1339165 h 1342734"/>
              <a:gd name="connsiteX131" fmla="*/ 137696 w 10678681"/>
              <a:gd name="connsiteY131" fmla="*/ 1319217 h 1342734"/>
              <a:gd name="connsiteX132" fmla="*/ 54250 w 10678681"/>
              <a:gd name="connsiteY132" fmla="*/ 1315838 h 1342734"/>
              <a:gd name="connsiteX133" fmla="*/ 28042 w 10678681"/>
              <a:gd name="connsiteY133" fmla="*/ 1297822 h 1342734"/>
              <a:gd name="connsiteX134" fmla="*/ 0 w 10678681"/>
              <a:gd name="connsiteY134" fmla="*/ 1294612 h 1342734"/>
              <a:gd name="connsiteX135" fmla="*/ 0 w 10678681"/>
              <a:gd name="connsiteY135" fmla="*/ 0 h 1342734"/>
              <a:gd name="connsiteX0" fmla="*/ 0 w 10678681"/>
              <a:gd name="connsiteY0" fmla="*/ 0 h 1342734"/>
              <a:gd name="connsiteX1" fmla="*/ 10678681 w 10678681"/>
              <a:gd name="connsiteY1" fmla="*/ 0 h 1342734"/>
              <a:gd name="connsiteX2" fmla="*/ 10666019 w 10678681"/>
              <a:gd name="connsiteY2" fmla="*/ 7876 h 1342734"/>
              <a:gd name="connsiteX3" fmla="*/ 10632825 w 10678681"/>
              <a:gd name="connsiteY3" fmla="*/ 32153 h 1342734"/>
              <a:gd name="connsiteX4" fmla="*/ 10516219 w 10678681"/>
              <a:gd name="connsiteY4" fmla="*/ 45588 h 1342734"/>
              <a:gd name="connsiteX5" fmla="*/ 10456989 w 10678681"/>
              <a:gd name="connsiteY5" fmla="*/ 979 h 1342734"/>
              <a:gd name="connsiteX6" fmla="*/ 10438642 w 10678681"/>
              <a:gd name="connsiteY6" fmla="*/ 1524 h 1342734"/>
              <a:gd name="connsiteX7" fmla="*/ 10407146 w 10678681"/>
              <a:gd name="connsiteY7" fmla="*/ 43659 h 1342734"/>
              <a:gd name="connsiteX8" fmla="*/ 10341159 w 10678681"/>
              <a:gd name="connsiteY8" fmla="*/ 103824 h 1342734"/>
              <a:gd name="connsiteX9" fmla="*/ 10244930 w 10678681"/>
              <a:gd name="connsiteY9" fmla="*/ 94599 h 1342734"/>
              <a:gd name="connsiteX10" fmla="*/ 10115334 w 10678681"/>
              <a:gd name="connsiteY10" fmla="*/ 155658 h 1342734"/>
              <a:gd name="connsiteX11" fmla="*/ 10068157 w 10678681"/>
              <a:gd name="connsiteY11" fmla="*/ 215673 h 1342734"/>
              <a:gd name="connsiteX12" fmla="*/ 10045431 w 10678681"/>
              <a:gd name="connsiteY12" fmla="*/ 229568 h 1342734"/>
              <a:gd name="connsiteX13" fmla="*/ 9929077 w 10678681"/>
              <a:gd name="connsiteY13" fmla="*/ 209062 h 1342734"/>
              <a:gd name="connsiteX14" fmla="*/ 9840045 w 10678681"/>
              <a:gd name="connsiteY14" fmla="*/ 223033 h 1342734"/>
              <a:gd name="connsiteX15" fmla="*/ 9679639 w 10678681"/>
              <a:gd name="connsiteY15" fmla="*/ 247182 h 1342734"/>
              <a:gd name="connsiteX16" fmla="*/ 9498347 w 10678681"/>
              <a:gd name="connsiteY16" fmla="*/ 244723 h 1342734"/>
              <a:gd name="connsiteX17" fmla="*/ 9366026 w 10678681"/>
              <a:gd name="connsiteY17" fmla="*/ 299024 h 1342734"/>
              <a:gd name="connsiteX18" fmla="*/ 9316702 w 10678681"/>
              <a:gd name="connsiteY18" fmla="*/ 356523 h 1342734"/>
              <a:gd name="connsiteX19" fmla="*/ 9121744 w 10678681"/>
              <a:gd name="connsiteY19" fmla="*/ 365177 h 1342734"/>
              <a:gd name="connsiteX20" fmla="*/ 9061654 w 10678681"/>
              <a:gd name="connsiteY20" fmla="*/ 393730 h 1342734"/>
              <a:gd name="connsiteX21" fmla="*/ 8997577 w 10678681"/>
              <a:gd name="connsiteY21" fmla="*/ 380865 h 1342734"/>
              <a:gd name="connsiteX22" fmla="*/ 8907968 w 10678681"/>
              <a:gd name="connsiteY22" fmla="*/ 447345 h 1342734"/>
              <a:gd name="connsiteX23" fmla="*/ 8764163 w 10678681"/>
              <a:gd name="connsiteY23" fmla="*/ 471000 h 1342734"/>
              <a:gd name="connsiteX24" fmla="*/ 8680155 w 10678681"/>
              <a:gd name="connsiteY24" fmla="*/ 492404 h 1342734"/>
              <a:gd name="connsiteX25" fmla="*/ 8651436 w 10678681"/>
              <a:gd name="connsiteY25" fmla="*/ 511923 h 1342734"/>
              <a:gd name="connsiteX26" fmla="*/ 8609185 w 10678681"/>
              <a:gd name="connsiteY26" fmla="*/ 531525 h 1342734"/>
              <a:gd name="connsiteX27" fmla="*/ 8537091 w 10678681"/>
              <a:gd name="connsiteY27" fmla="*/ 574933 h 1342734"/>
              <a:gd name="connsiteX28" fmla="*/ 8435931 w 10678681"/>
              <a:gd name="connsiteY28" fmla="*/ 617926 h 1342734"/>
              <a:gd name="connsiteX29" fmla="*/ 8348623 w 10678681"/>
              <a:gd name="connsiteY29" fmla="*/ 600607 h 1342734"/>
              <a:gd name="connsiteX30" fmla="*/ 8276883 w 10678681"/>
              <a:gd name="connsiteY30" fmla="*/ 588214 h 1342734"/>
              <a:gd name="connsiteX31" fmla="*/ 8086698 w 10678681"/>
              <a:gd name="connsiteY31" fmla="*/ 605185 h 1342734"/>
              <a:gd name="connsiteX32" fmla="*/ 7982378 w 10678681"/>
              <a:gd name="connsiteY32" fmla="*/ 629799 h 1342734"/>
              <a:gd name="connsiteX33" fmla="*/ 7947952 w 10678681"/>
              <a:gd name="connsiteY33" fmla="*/ 648003 h 1342734"/>
              <a:gd name="connsiteX34" fmla="*/ 7890112 w 10678681"/>
              <a:gd name="connsiteY34" fmla="*/ 677915 h 1342734"/>
              <a:gd name="connsiteX35" fmla="*/ 7853284 w 10678681"/>
              <a:gd name="connsiteY35" fmla="*/ 723588 h 1342734"/>
              <a:gd name="connsiteX36" fmla="*/ 7802383 w 10678681"/>
              <a:gd name="connsiteY36" fmla="*/ 739359 h 1342734"/>
              <a:gd name="connsiteX37" fmla="*/ 7730518 w 10678681"/>
              <a:gd name="connsiteY37" fmla="*/ 739526 h 1342734"/>
              <a:gd name="connsiteX38" fmla="*/ 7720084 w 10678681"/>
              <a:gd name="connsiteY38" fmla="*/ 760750 h 1342734"/>
              <a:gd name="connsiteX39" fmla="*/ 7652907 w 10678681"/>
              <a:gd name="connsiteY39" fmla="*/ 783273 h 1342734"/>
              <a:gd name="connsiteX40" fmla="*/ 7606008 w 10678681"/>
              <a:gd name="connsiteY40" fmla="*/ 800717 h 1342734"/>
              <a:gd name="connsiteX41" fmla="*/ 7480223 w 10678681"/>
              <a:gd name="connsiteY41" fmla="*/ 856821 h 1342734"/>
              <a:gd name="connsiteX42" fmla="*/ 7356005 w 10678681"/>
              <a:gd name="connsiteY42" fmla="*/ 919462 h 1342734"/>
              <a:gd name="connsiteX43" fmla="*/ 7305396 w 10678681"/>
              <a:gd name="connsiteY43" fmla="*/ 986228 h 1342734"/>
              <a:gd name="connsiteX44" fmla="*/ 7266251 w 10678681"/>
              <a:gd name="connsiteY44" fmla="*/ 967864 h 1342734"/>
              <a:gd name="connsiteX45" fmla="*/ 7258094 w 10678681"/>
              <a:gd name="connsiteY45" fmla="*/ 990679 h 1342734"/>
              <a:gd name="connsiteX46" fmla="*/ 7257893 w 10678681"/>
              <a:gd name="connsiteY46" fmla="*/ 991204 h 1342734"/>
              <a:gd name="connsiteX47" fmla="*/ 7247153 w 10678681"/>
              <a:gd name="connsiteY47" fmla="*/ 991550 h 1342734"/>
              <a:gd name="connsiteX48" fmla="*/ 7193612 w 10678681"/>
              <a:gd name="connsiteY48" fmla="*/ 987042 h 1342734"/>
              <a:gd name="connsiteX49" fmla="*/ 7132632 w 10678681"/>
              <a:gd name="connsiteY49" fmla="*/ 1042036 h 1342734"/>
              <a:gd name="connsiteX50" fmla="*/ 7105610 w 10678681"/>
              <a:gd name="connsiteY50" fmla="*/ 1053537 h 1342734"/>
              <a:gd name="connsiteX51" fmla="*/ 7069148 w 10678681"/>
              <a:gd name="connsiteY51" fmla="*/ 1047163 h 1342734"/>
              <a:gd name="connsiteX52" fmla="*/ 7039634 w 10678681"/>
              <a:gd name="connsiteY52" fmla="*/ 1059971 h 1342734"/>
              <a:gd name="connsiteX53" fmla="*/ 7033445 w 10678681"/>
              <a:gd name="connsiteY53" fmla="*/ 1063314 h 1342734"/>
              <a:gd name="connsiteX54" fmla="*/ 6999157 w 10678681"/>
              <a:gd name="connsiteY54" fmla="*/ 1055282 h 1342734"/>
              <a:gd name="connsiteX55" fmla="*/ 6981874 w 10678681"/>
              <a:gd name="connsiteY55" fmla="*/ 1053827 h 1342734"/>
              <a:gd name="connsiteX56" fmla="*/ 6976102 w 10678681"/>
              <a:gd name="connsiteY56" fmla="*/ 1047854 h 1342734"/>
              <a:gd name="connsiteX57" fmla="*/ 6951040 w 10678681"/>
              <a:gd name="connsiteY57" fmla="*/ 1048531 h 1342734"/>
              <a:gd name="connsiteX58" fmla="*/ 6948497 w 10678681"/>
              <a:gd name="connsiteY58" fmla="*/ 1050706 h 1342734"/>
              <a:gd name="connsiteX59" fmla="*/ 6926582 w 10678681"/>
              <a:gd name="connsiteY59" fmla="*/ 1043462 h 1342734"/>
              <a:gd name="connsiteX60" fmla="*/ 6833743 w 10678681"/>
              <a:gd name="connsiteY60" fmla="*/ 1027960 h 1342734"/>
              <a:gd name="connsiteX61" fmla="*/ 6687090 w 10678681"/>
              <a:gd name="connsiteY61" fmla="*/ 1063250 h 1342734"/>
              <a:gd name="connsiteX62" fmla="*/ 6431838 w 10678681"/>
              <a:gd name="connsiteY62" fmla="*/ 1063226 h 1342734"/>
              <a:gd name="connsiteX63" fmla="*/ 6327795 w 10678681"/>
              <a:gd name="connsiteY63" fmla="*/ 1088142 h 1342734"/>
              <a:gd name="connsiteX64" fmla="*/ 6136549 w 10678681"/>
              <a:gd name="connsiteY64" fmla="*/ 1100268 h 1342734"/>
              <a:gd name="connsiteX65" fmla="*/ 6004655 w 10678681"/>
              <a:gd name="connsiteY65" fmla="*/ 1114946 h 1342734"/>
              <a:gd name="connsiteX66" fmla="*/ 5936643 w 10678681"/>
              <a:gd name="connsiteY66" fmla="*/ 1095428 h 1342734"/>
              <a:gd name="connsiteX67" fmla="*/ 5912484 w 10678681"/>
              <a:gd name="connsiteY67" fmla="*/ 1112624 h 1342734"/>
              <a:gd name="connsiteX68" fmla="*/ 5908387 w 10678681"/>
              <a:gd name="connsiteY68" fmla="*/ 1116018 h 1342734"/>
              <a:gd name="connsiteX69" fmla="*/ 5890495 w 10678681"/>
              <a:gd name="connsiteY69" fmla="*/ 1120268 h 1342734"/>
              <a:gd name="connsiteX70" fmla="*/ 5887318 w 10678681"/>
              <a:gd name="connsiteY70" fmla="*/ 1133134 h 1342734"/>
              <a:gd name="connsiteX71" fmla="*/ 5861726 w 10678681"/>
              <a:gd name="connsiteY71" fmla="*/ 1147891 h 1342734"/>
              <a:gd name="connsiteX72" fmla="*/ 5805823 w 10678681"/>
              <a:gd name="connsiteY72" fmla="*/ 1152457 h 1342734"/>
              <a:gd name="connsiteX73" fmla="*/ 5689841 w 10678681"/>
              <a:gd name="connsiteY73" fmla="*/ 1176232 h 1342734"/>
              <a:gd name="connsiteX74" fmla="*/ 5605119 w 10678681"/>
              <a:gd name="connsiteY74" fmla="*/ 1190202 h 1342734"/>
              <a:gd name="connsiteX75" fmla="*/ 5488513 w 10678681"/>
              <a:gd name="connsiteY75" fmla="*/ 1205367 h 1342734"/>
              <a:gd name="connsiteX76" fmla="*/ 5402905 w 10678681"/>
              <a:gd name="connsiteY76" fmla="*/ 1241191 h 1342734"/>
              <a:gd name="connsiteX77" fmla="*/ 5192893 w 10678681"/>
              <a:gd name="connsiteY77" fmla="*/ 1247188 h 1342734"/>
              <a:gd name="connsiteX78" fmla="*/ 5164025 w 10678681"/>
              <a:gd name="connsiteY78" fmla="*/ 1257028 h 1342734"/>
              <a:gd name="connsiteX79" fmla="*/ 5103589 w 10678681"/>
              <a:gd name="connsiteY79" fmla="*/ 1263189 h 1342734"/>
              <a:gd name="connsiteX80" fmla="*/ 4894688 w 10678681"/>
              <a:gd name="connsiteY80" fmla="*/ 1247184 h 1342734"/>
              <a:gd name="connsiteX81" fmla="*/ 4788036 w 10678681"/>
              <a:gd name="connsiteY81" fmla="*/ 1238182 h 1342734"/>
              <a:gd name="connsiteX82" fmla="*/ 4747555 w 10678681"/>
              <a:gd name="connsiteY82" fmla="*/ 1252768 h 1342734"/>
              <a:gd name="connsiteX83" fmla="*/ 4679644 w 10678681"/>
              <a:gd name="connsiteY83" fmla="*/ 1276603 h 1342734"/>
              <a:gd name="connsiteX84" fmla="*/ 4617473 w 10678681"/>
              <a:gd name="connsiteY84" fmla="*/ 1296467 h 1342734"/>
              <a:gd name="connsiteX85" fmla="*/ 4564919 w 10678681"/>
              <a:gd name="connsiteY85" fmla="*/ 1325507 h 1342734"/>
              <a:gd name="connsiteX86" fmla="*/ 4566586 w 10678681"/>
              <a:gd name="connsiteY86" fmla="*/ 1316963 h 1342734"/>
              <a:gd name="connsiteX87" fmla="*/ 4556303 w 10678681"/>
              <a:gd name="connsiteY87" fmla="*/ 1300262 h 1342734"/>
              <a:gd name="connsiteX88" fmla="*/ 4502358 w 10678681"/>
              <a:gd name="connsiteY88" fmla="*/ 1302558 h 1342734"/>
              <a:gd name="connsiteX89" fmla="*/ 4498919 w 10678681"/>
              <a:gd name="connsiteY89" fmla="*/ 1312115 h 1342734"/>
              <a:gd name="connsiteX90" fmla="*/ 4492075 w 10678681"/>
              <a:gd name="connsiteY90" fmla="*/ 1313357 h 1342734"/>
              <a:gd name="connsiteX91" fmla="*/ 4487466 w 10678681"/>
              <a:gd name="connsiteY91" fmla="*/ 1304102 h 1342734"/>
              <a:gd name="connsiteX92" fmla="*/ 4398292 w 10678681"/>
              <a:gd name="connsiteY92" fmla="*/ 1278410 h 1342734"/>
              <a:gd name="connsiteX93" fmla="*/ 4306088 w 10678681"/>
              <a:gd name="connsiteY93" fmla="*/ 1282512 h 1342734"/>
              <a:gd name="connsiteX94" fmla="*/ 4188995 w 10678681"/>
              <a:gd name="connsiteY94" fmla="*/ 1296718 h 1342734"/>
              <a:gd name="connsiteX95" fmla="*/ 4136582 w 10678681"/>
              <a:gd name="connsiteY95" fmla="*/ 1287687 h 1342734"/>
              <a:gd name="connsiteX96" fmla="*/ 4064614 w 10678681"/>
              <a:gd name="connsiteY96" fmla="*/ 1296118 h 1342734"/>
              <a:gd name="connsiteX97" fmla="*/ 3900948 w 10678681"/>
              <a:gd name="connsiteY97" fmla="*/ 1322156 h 1342734"/>
              <a:gd name="connsiteX98" fmla="*/ 3787890 w 10678681"/>
              <a:gd name="connsiteY98" fmla="*/ 1322164 h 1342734"/>
              <a:gd name="connsiteX99" fmla="*/ 3745993 w 10678681"/>
              <a:gd name="connsiteY99" fmla="*/ 1342630 h 1342734"/>
              <a:gd name="connsiteX100" fmla="*/ 3675785 w 10678681"/>
              <a:gd name="connsiteY100" fmla="*/ 1326802 h 1342734"/>
              <a:gd name="connsiteX101" fmla="*/ 3623856 w 10678681"/>
              <a:gd name="connsiteY101" fmla="*/ 1290804 h 1342734"/>
              <a:gd name="connsiteX102" fmla="*/ 3564933 w 10678681"/>
              <a:gd name="connsiteY102" fmla="*/ 1287147 h 1342734"/>
              <a:gd name="connsiteX103" fmla="*/ 3550537 w 10678681"/>
              <a:gd name="connsiteY103" fmla="*/ 1317552 h 1342734"/>
              <a:gd name="connsiteX104" fmla="*/ 3487736 w 10678681"/>
              <a:gd name="connsiteY104" fmla="*/ 1303493 h 1342734"/>
              <a:gd name="connsiteX105" fmla="*/ 3392548 w 10678681"/>
              <a:gd name="connsiteY105" fmla="*/ 1278741 h 1342734"/>
              <a:gd name="connsiteX106" fmla="*/ 3337466 w 10678681"/>
              <a:gd name="connsiteY106" fmla="*/ 1272537 h 1342734"/>
              <a:gd name="connsiteX107" fmla="*/ 3175981 w 10678681"/>
              <a:gd name="connsiteY107" fmla="*/ 1208973 h 1342734"/>
              <a:gd name="connsiteX108" fmla="*/ 3036856 w 10678681"/>
              <a:gd name="connsiteY108" fmla="*/ 1214383 h 1342734"/>
              <a:gd name="connsiteX109" fmla="*/ 2824973 w 10678681"/>
              <a:gd name="connsiteY109" fmla="*/ 1134864 h 1342734"/>
              <a:gd name="connsiteX110" fmla="*/ 2804398 w 10678681"/>
              <a:gd name="connsiteY110" fmla="*/ 1125556 h 1342734"/>
              <a:gd name="connsiteX111" fmla="*/ 2736109 w 10678681"/>
              <a:gd name="connsiteY111" fmla="*/ 1137717 h 1342734"/>
              <a:gd name="connsiteX112" fmla="*/ 2659096 w 10678681"/>
              <a:gd name="connsiteY112" fmla="*/ 1150294 h 1342734"/>
              <a:gd name="connsiteX113" fmla="*/ 2567088 w 10678681"/>
              <a:gd name="connsiteY113" fmla="*/ 1181781 h 1342734"/>
              <a:gd name="connsiteX114" fmla="*/ 2454501 w 10678681"/>
              <a:gd name="connsiteY114" fmla="*/ 1155455 h 1342734"/>
              <a:gd name="connsiteX115" fmla="*/ 2385161 w 10678681"/>
              <a:gd name="connsiteY115" fmla="*/ 1161312 h 1342734"/>
              <a:gd name="connsiteX116" fmla="*/ 2273361 w 10678681"/>
              <a:gd name="connsiteY116" fmla="*/ 1134090 h 1342734"/>
              <a:gd name="connsiteX117" fmla="*/ 2132003 w 10678681"/>
              <a:gd name="connsiteY117" fmla="*/ 1139225 h 1342734"/>
              <a:gd name="connsiteX118" fmla="*/ 2041224 w 10678681"/>
              <a:gd name="connsiteY118" fmla="*/ 1147536 h 1342734"/>
              <a:gd name="connsiteX119" fmla="*/ 2010157 w 10678681"/>
              <a:gd name="connsiteY119" fmla="*/ 1152767 h 1342734"/>
              <a:gd name="connsiteX120" fmla="*/ 1859213 w 10678681"/>
              <a:gd name="connsiteY120" fmla="*/ 1199540 h 1342734"/>
              <a:gd name="connsiteX121" fmla="*/ 1735877 w 10678681"/>
              <a:gd name="connsiteY121" fmla="*/ 1246527 h 1342734"/>
              <a:gd name="connsiteX122" fmla="*/ 1705069 w 10678681"/>
              <a:gd name="connsiteY122" fmla="*/ 1251989 h 1342734"/>
              <a:gd name="connsiteX123" fmla="*/ 1279827 w 10678681"/>
              <a:gd name="connsiteY123" fmla="*/ 1245307 h 1342734"/>
              <a:gd name="connsiteX124" fmla="*/ 1021737 w 10678681"/>
              <a:gd name="connsiteY124" fmla="*/ 1238739 h 1342734"/>
              <a:gd name="connsiteX125" fmla="*/ 959820 w 10678681"/>
              <a:gd name="connsiteY125" fmla="*/ 1275863 h 1342734"/>
              <a:gd name="connsiteX126" fmla="*/ 929137 w 10678681"/>
              <a:gd name="connsiteY126" fmla="*/ 1273957 h 1342734"/>
              <a:gd name="connsiteX127" fmla="*/ 878849 w 10678681"/>
              <a:gd name="connsiteY127" fmla="*/ 1266740 h 1342734"/>
              <a:gd name="connsiteX128" fmla="*/ 800667 w 10678681"/>
              <a:gd name="connsiteY128" fmla="*/ 1282041 h 1342734"/>
              <a:gd name="connsiteX129" fmla="*/ 644906 w 10678681"/>
              <a:gd name="connsiteY129" fmla="*/ 1273685 h 1342734"/>
              <a:gd name="connsiteX130" fmla="*/ 379869 w 10678681"/>
              <a:gd name="connsiteY130" fmla="*/ 1339165 h 1342734"/>
              <a:gd name="connsiteX131" fmla="*/ 137696 w 10678681"/>
              <a:gd name="connsiteY131" fmla="*/ 1319217 h 1342734"/>
              <a:gd name="connsiteX132" fmla="*/ 54250 w 10678681"/>
              <a:gd name="connsiteY132" fmla="*/ 1315838 h 1342734"/>
              <a:gd name="connsiteX133" fmla="*/ 28042 w 10678681"/>
              <a:gd name="connsiteY133" fmla="*/ 1297822 h 1342734"/>
              <a:gd name="connsiteX134" fmla="*/ 0 w 10678681"/>
              <a:gd name="connsiteY134" fmla="*/ 1294612 h 1342734"/>
              <a:gd name="connsiteX135" fmla="*/ 0 w 10678681"/>
              <a:gd name="connsiteY135" fmla="*/ 0 h 1342734"/>
              <a:gd name="connsiteX0" fmla="*/ 0 w 10678681"/>
              <a:gd name="connsiteY0" fmla="*/ 0 h 1342734"/>
              <a:gd name="connsiteX1" fmla="*/ 10678681 w 10678681"/>
              <a:gd name="connsiteY1" fmla="*/ 0 h 1342734"/>
              <a:gd name="connsiteX2" fmla="*/ 10666019 w 10678681"/>
              <a:gd name="connsiteY2" fmla="*/ 7876 h 1342734"/>
              <a:gd name="connsiteX3" fmla="*/ 10632825 w 10678681"/>
              <a:gd name="connsiteY3" fmla="*/ 32153 h 1342734"/>
              <a:gd name="connsiteX4" fmla="*/ 10516219 w 10678681"/>
              <a:gd name="connsiteY4" fmla="*/ 45588 h 1342734"/>
              <a:gd name="connsiteX5" fmla="*/ 10456989 w 10678681"/>
              <a:gd name="connsiteY5" fmla="*/ 979 h 1342734"/>
              <a:gd name="connsiteX6" fmla="*/ 10438642 w 10678681"/>
              <a:gd name="connsiteY6" fmla="*/ 1524 h 1342734"/>
              <a:gd name="connsiteX7" fmla="*/ 10407146 w 10678681"/>
              <a:gd name="connsiteY7" fmla="*/ 43659 h 1342734"/>
              <a:gd name="connsiteX8" fmla="*/ 10341159 w 10678681"/>
              <a:gd name="connsiteY8" fmla="*/ 103824 h 1342734"/>
              <a:gd name="connsiteX9" fmla="*/ 10244930 w 10678681"/>
              <a:gd name="connsiteY9" fmla="*/ 94599 h 1342734"/>
              <a:gd name="connsiteX10" fmla="*/ 10115334 w 10678681"/>
              <a:gd name="connsiteY10" fmla="*/ 155658 h 1342734"/>
              <a:gd name="connsiteX11" fmla="*/ 10068157 w 10678681"/>
              <a:gd name="connsiteY11" fmla="*/ 215673 h 1342734"/>
              <a:gd name="connsiteX12" fmla="*/ 10045431 w 10678681"/>
              <a:gd name="connsiteY12" fmla="*/ 229568 h 1342734"/>
              <a:gd name="connsiteX13" fmla="*/ 9929077 w 10678681"/>
              <a:gd name="connsiteY13" fmla="*/ 209062 h 1342734"/>
              <a:gd name="connsiteX14" fmla="*/ 9840045 w 10678681"/>
              <a:gd name="connsiteY14" fmla="*/ 223033 h 1342734"/>
              <a:gd name="connsiteX15" fmla="*/ 9679639 w 10678681"/>
              <a:gd name="connsiteY15" fmla="*/ 247182 h 1342734"/>
              <a:gd name="connsiteX16" fmla="*/ 9498347 w 10678681"/>
              <a:gd name="connsiteY16" fmla="*/ 244723 h 1342734"/>
              <a:gd name="connsiteX17" fmla="*/ 9366026 w 10678681"/>
              <a:gd name="connsiteY17" fmla="*/ 299024 h 1342734"/>
              <a:gd name="connsiteX18" fmla="*/ 9316702 w 10678681"/>
              <a:gd name="connsiteY18" fmla="*/ 356523 h 1342734"/>
              <a:gd name="connsiteX19" fmla="*/ 9121744 w 10678681"/>
              <a:gd name="connsiteY19" fmla="*/ 365177 h 1342734"/>
              <a:gd name="connsiteX20" fmla="*/ 9061654 w 10678681"/>
              <a:gd name="connsiteY20" fmla="*/ 393730 h 1342734"/>
              <a:gd name="connsiteX21" fmla="*/ 8997577 w 10678681"/>
              <a:gd name="connsiteY21" fmla="*/ 380865 h 1342734"/>
              <a:gd name="connsiteX22" fmla="*/ 8907968 w 10678681"/>
              <a:gd name="connsiteY22" fmla="*/ 447345 h 1342734"/>
              <a:gd name="connsiteX23" fmla="*/ 8764163 w 10678681"/>
              <a:gd name="connsiteY23" fmla="*/ 471000 h 1342734"/>
              <a:gd name="connsiteX24" fmla="*/ 8680155 w 10678681"/>
              <a:gd name="connsiteY24" fmla="*/ 492404 h 1342734"/>
              <a:gd name="connsiteX25" fmla="*/ 8651436 w 10678681"/>
              <a:gd name="connsiteY25" fmla="*/ 511923 h 1342734"/>
              <a:gd name="connsiteX26" fmla="*/ 8609185 w 10678681"/>
              <a:gd name="connsiteY26" fmla="*/ 531525 h 1342734"/>
              <a:gd name="connsiteX27" fmla="*/ 8537091 w 10678681"/>
              <a:gd name="connsiteY27" fmla="*/ 574933 h 1342734"/>
              <a:gd name="connsiteX28" fmla="*/ 8435931 w 10678681"/>
              <a:gd name="connsiteY28" fmla="*/ 617926 h 1342734"/>
              <a:gd name="connsiteX29" fmla="*/ 8348623 w 10678681"/>
              <a:gd name="connsiteY29" fmla="*/ 600607 h 1342734"/>
              <a:gd name="connsiteX30" fmla="*/ 8276883 w 10678681"/>
              <a:gd name="connsiteY30" fmla="*/ 588214 h 1342734"/>
              <a:gd name="connsiteX31" fmla="*/ 8086698 w 10678681"/>
              <a:gd name="connsiteY31" fmla="*/ 605185 h 1342734"/>
              <a:gd name="connsiteX32" fmla="*/ 7982378 w 10678681"/>
              <a:gd name="connsiteY32" fmla="*/ 629799 h 1342734"/>
              <a:gd name="connsiteX33" fmla="*/ 7947952 w 10678681"/>
              <a:gd name="connsiteY33" fmla="*/ 648003 h 1342734"/>
              <a:gd name="connsiteX34" fmla="*/ 7890112 w 10678681"/>
              <a:gd name="connsiteY34" fmla="*/ 677915 h 1342734"/>
              <a:gd name="connsiteX35" fmla="*/ 7853284 w 10678681"/>
              <a:gd name="connsiteY35" fmla="*/ 723588 h 1342734"/>
              <a:gd name="connsiteX36" fmla="*/ 7802383 w 10678681"/>
              <a:gd name="connsiteY36" fmla="*/ 739359 h 1342734"/>
              <a:gd name="connsiteX37" fmla="*/ 7730518 w 10678681"/>
              <a:gd name="connsiteY37" fmla="*/ 739526 h 1342734"/>
              <a:gd name="connsiteX38" fmla="*/ 7720084 w 10678681"/>
              <a:gd name="connsiteY38" fmla="*/ 760750 h 1342734"/>
              <a:gd name="connsiteX39" fmla="*/ 7652907 w 10678681"/>
              <a:gd name="connsiteY39" fmla="*/ 783273 h 1342734"/>
              <a:gd name="connsiteX40" fmla="*/ 7606008 w 10678681"/>
              <a:gd name="connsiteY40" fmla="*/ 800717 h 1342734"/>
              <a:gd name="connsiteX41" fmla="*/ 7480223 w 10678681"/>
              <a:gd name="connsiteY41" fmla="*/ 856821 h 1342734"/>
              <a:gd name="connsiteX42" fmla="*/ 7356005 w 10678681"/>
              <a:gd name="connsiteY42" fmla="*/ 919462 h 1342734"/>
              <a:gd name="connsiteX43" fmla="*/ 7305396 w 10678681"/>
              <a:gd name="connsiteY43" fmla="*/ 986228 h 1342734"/>
              <a:gd name="connsiteX44" fmla="*/ 7266251 w 10678681"/>
              <a:gd name="connsiteY44" fmla="*/ 967864 h 1342734"/>
              <a:gd name="connsiteX45" fmla="*/ 7258094 w 10678681"/>
              <a:gd name="connsiteY45" fmla="*/ 990679 h 1342734"/>
              <a:gd name="connsiteX46" fmla="*/ 7257893 w 10678681"/>
              <a:gd name="connsiteY46" fmla="*/ 991204 h 1342734"/>
              <a:gd name="connsiteX47" fmla="*/ 7247153 w 10678681"/>
              <a:gd name="connsiteY47" fmla="*/ 991550 h 1342734"/>
              <a:gd name="connsiteX48" fmla="*/ 7193612 w 10678681"/>
              <a:gd name="connsiteY48" fmla="*/ 987042 h 1342734"/>
              <a:gd name="connsiteX49" fmla="*/ 7132632 w 10678681"/>
              <a:gd name="connsiteY49" fmla="*/ 1042036 h 1342734"/>
              <a:gd name="connsiteX50" fmla="*/ 7105610 w 10678681"/>
              <a:gd name="connsiteY50" fmla="*/ 1053537 h 1342734"/>
              <a:gd name="connsiteX51" fmla="*/ 7069148 w 10678681"/>
              <a:gd name="connsiteY51" fmla="*/ 1047163 h 1342734"/>
              <a:gd name="connsiteX52" fmla="*/ 7039634 w 10678681"/>
              <a:gd name="connsiteY52" fmla="*/ 1059971 h 1342734"/>
              <a:gd name="connsiteX53" fmla="*/ 7033445 w 10678681"/>
              <a:gd name="connsiteY53" fmla="*/ 1063314 h 1342734"/>
              <a:gd name="connsiteX54" fmla="*/ 6999157 w 10678681"/>
              <a:gd name="connsiteY54" fmla="*/ 1055282 h 1342734"/>
              <a:gd name="connsiteX55" fmla="*/ 6981874 w 10678681"/>
              <a:gd name="connsiteY55" fmla="*/ 1053827 h 1342734"/>
              <a:gd name="connsiteX56" fmla="*/ 6976102 w 10678681"/>
              <a:gd name="connsiteY56" fmla="*/ 1047854 h 1342734"/>
              <a:gd name="connsiteX57" fmla="*/ 6951040 w 10678681"/>
              <a:gd name="connsiteY57" fmla="*/ 1048531 h 1342734"/>
              <a:gd name="connsiteX58" fmla="*/ 6948497 w 10678681"/>
              <a:gd name="connsiteY58" fmla="*/ 1050706 h 1342734"/>
              <a:gd name="connsiteX59" fmla="*/ 6926582 w 10678681"/>
              <a:gd name="connsiteY59" fmla="*/ 1043462 h 1342734"/>
              <a:gd name="connsiteX60" fmla="*/ 6833743 w 10678681"/>
              <a:gd name="connsiteY60" fmla="*/ 1027960 h 1342734"/>
              <a:gd name="connsiteX61" fmla="*/ 6687090 w 10678681"/>
              <a:gd name="connsiteY61" fmla="*/ 1063250 h 1342734"/>
              <a:gd name="connsiteX62" fmla="*/ 6431838 w 10678681"/>
              <a:gd name="connsiteY62" fmla="*/ 1063226 h 1342734"/>
              <a:gd name="connsiteX63" fmla="*/ 6327795 w 10678681"/>
              <a:gd name="connsiteY63" fmla="*/ 1088142 h 1342734"/>
              <a:gd name="connsiteX64" fmla="*/ 6136549 w 10678681"/>
              <a:gd name="connsiteY64" fmla="*/ 1100268 h 1342734"/>
              <a:gd name="connsiteX65" fmla="*/ 6004655 w 10678681"/>
              <a:gd name="connsiteY65" fmla="*/ 1114946 h 1342734"/>
              <a:gd name="connsiteX66" fmla="*/ 5936643 w 10678681"/>
              <a:gd name="connsiteY66" fmla="*/ 1095428 h 1342734"/>
              <a:gd name="connsiteX67" fmla="*/ 5912484 w 10678681"/>
              <a:gd name="connsiteY67" fmla="*/ 1112624 h 1342734"/>
              <a:gd name="connsiteX68" fmla="*/ 5908387 w 10678681"/>
              <a:gd name="connsiteY68" fmla="*/ 1116018 h 1342734"/>
              <a:gd name="connsiteX69" fmla="*/ 5890495 w 10678681"/>
              <a:gd name="connsiteY69" fmla="*/ 1120268 h 1342734"/>
              <a:gd name="connsiteX70" fmla="*/ 5887318 w 10678681"/>
              <a:gd name="connsiteY70" fmla="*/ 1133134 h 1342734"/>
              <a:gd name="connsiteX71" fmla="*/ 5861726 w 10678681"/>
              <a:gd name="connsiteY71" fmla="*/ 1147891 h 1342734"/>
              <a:gd name="connsiteX72" fmla="*/ 5805823 w 10678681"/>
              <a:gd name="connsiteY72" fmla="*/ 1152457 h 1342734"/>
              <a:gd name="connsiteX73" fmla="*/ 5689841 w 10678681"/>
              <a:gd name="connsiteY73" fmla="*/ 1176232 h 1342734"/>
              <a:gd name="connsiteX74" fmla="*/ 5605119 w 10678681"/>
              <a:gd name="connsiteY74" fmla="*/ 1190202 h 1342734"/>
              <a:gd name="connsiteX75" fmla="*/ 5488513 w 10678681"/>
              <a:gd name="connsiteY75" fmla="*/ 1205367 h 1342734"/>
              <a:gd name="connsiteX76" fmla="*/ 5402905 w 10678681"/>
              <a:gd name="connsiteY76" fmla="*/ 1241191 h 1342734"/>
              <a:gd name="connsiteX77" fmla="*/ 5192893 w 10678681"/>
              <a:gd name="connsiteY77" fmla="*/ 1247188 h 1342734"/>
              <a:gd name="connsiteX78" fmla="*/ 5164025 w 10678681"/>
              <a:gd name="connsiteY78" fmla="*/ 1257028 h 1342734"/>
              <a:gd name="connsiteX79" fmla="*/ 5103589 w 10678681"/>
              <a:gd name="connsiteY79" fmla="*/ 1263189 h 1342734"/>
              <a:gd name="connsiteX80" fmla="*/ 4894688 w 10678681"/>
              <a:gd name="connsiteY80" fmla="*/ 1247184 h 1342734"/>
              <a:gd name="connsiteX81" fmla="*/ 4788036 w 10678681"/>
              <a:gd name="connsiteY81" fmla="*/ 1238182 h 1342734"/>
              <a:gd name="connsiteX82" fmla="*/ 4747555 w 10678681"/>
              <a:gd name="connsiteY82" fmla="*/ 1252768 h 1342734"/>
              <a:gd name="connsiteX83" fmla="*/ 4679644 w 10678681"/>
              <a:gd name="connsiteY83" fmla="*/ 1276603 h 1342734"/>
              <a:gd name="connsiteX84" fmla="*/ 4617473 w 10678681"/>
              <a:gd name="connsiteY84" fmla="*/ 1296467 h 1342734"/>
              <a:gd name="connsiteX85" fmla="*/ 4564919 w 10678681"/>
              <a:gd name="connsiteY85" fmla="*/ 1325507 h 1342734"/>
              <a:gd name="connsiteX86" fmla="*/ 4566586 w 10678681"/>
              <a:gd name="connsiteY86" fmla="*/ 1316963 h 1342734"/>
              <a:gd name="connsiteX87" fmla="*/ 4556303 w 10678681"/>
              <a:gd name="connsiteY87" fmla="*/ 1300262 h 1342734"/>
              <a:gd name="connsiteX88" fmla="*/ 4502358 w 10678681"/>
              <a:gd name="connsiteY88" fmla="*/ 1302558 h 1342734"/>
              <a:gd name="connsiteX89" fmla="*/ 4498919 w 10678681"/>
              <a:gd name="connsiteY89" fmla="*/ 1312115 h 1342734"/>
              <a:gd name="connsiteX90" fmla="*/ 4492075 w 10678681"/>
              <a:gd name="connsiteY90" fmla="*/ 1313357 h 1342734"/>
              <a:gd name="connsiteX91" fmla="*/ 4487466 w 10678681"/>
              <a:gd name="connsiteY91" fmla="*/ 1304102 h 1342734"/>
              <a:gd name="connsiteX92" fmla="*/ 4398292 w 10678681"/>
              <a:gd name="connsiteY92" fmla="*/ 1278410 h 1342734"/>
              <a:gd name="connsiteX93" fmla="*/ 4306088 w 10678681"/>
              <a:gd name="connsiteY93" fmla="*/ 1282512 h 1342734"/>
              <a:gd name="connsiteX94" fmla="*/ 4188995 w 10678681"/>
              <a:gd name="connsiteY94" fmla="*/ 1296718 h 1342734"/>
              <a:gd name="connsiteX95" fmla="*/ 4136582 w 10678681"/>
              <a:gd name="connsiteY95" fmla="*/ 1287687 h 1342734"/>
              <a:gd name="connsiteX96" fmla="*/ 4064614 w 10678681"/>
              <a:gd name="connsiteY96" fmla="*/ 1296118 h 1342734"/>
              <a:gd name="connsiteX97" fmla="*/ 3900948 w 10678681"/>
              <a:gd name="connsiteY97" fmla="*/ 1322156 h 1342734"/>
              <a:gd name="connsiteX98" fmla="*/ 3787890 w 10678681"/>
              <a:gd name="connsiteY98" fmla="*/ 1322164 h 1342734"/>
              <a:gd name="connsiteX99" fmla="*/ 3745993 w 10678681"/>
              <a:gd name="connsiteY99" fmla="*/ 1342630 h 1342734"/>
              <a:gd name="connsiteX100" fmla="*/ 3675785 w 10678681"/>
              <a:gd name="connsiteY100" fmla="*/ 1326802 h 1342734"/>
              <a:gd name="connsiteX101" fmla="*/ 3623856 w 10678681"/>
              <a:gd name="connsiteY101" fmla="*/ 1290804 h 1342734"/>
              <a:gd name="connsiteX102" fmla="*/ 3564933 w 10678681"/>
              <a:gd name="connsiteY102" fmla="*/ 1287147 h 1342734"/>
              <a:gd name="connsiteX103" fmla="*/ 3550537 w 10678681"/>
              <a:gd name="connsiteY103" fmla="*/ 1317552 h 1342734"/>
              <a:gd name="connsiteX104" fmla="*/ 3487736 w 10678681"/>
              <a:gd name="connsiteY104" fmla="*/ 1303493 h 1342734"/>
              <a:gd name="connsiteX105" fmla="*/ 3392548 w 10678681"/>
              <a:gd name="connsiteY105" fmla="*/ 1278741 h 1342734"/>
              <a:gd name="connsiteX106" fmla="*/ 3337466 w 10678681"/>
              <a:gd name="connsiteY106" fmla="*/ 1272537 h 1342734"/>
              <a:gd name="connsiteX107" fmla="*/ 3175981 w 10678681"/>
              <a:gd name="connsiteY107" fmla="*/ 1208973 h 1342734"/>
              <a:gd name="connsiteX108" fmla="*/ 3036856 w 10678681"/>
              <a:gd name="connsiteY108" fmla="*/ 1214383 h 1342734"/>
              <a:gd name="connsiteX109" fmla="*/ 2824973 w 10678681"/>
              <a:gd name="connsiteY109" fmla="*/ 1134864 h 1342734"/>
              <a:gd name="connsiteX110" fmla="*/ 2804398 w 10678681"/>
              <a:gd name="connsiteY110" fmla="*/ 1125556 h 1342734"/>
              <a:gd name="connsiteX111" fmla="*/ 2736109 w 10678681"/>
              <a:gd name="connsiteY111" fmla="*/ 1137717 h 1342734"/>
              <a:gd name="connsiteX112" fmla="*/ 2659096 w 10678681"/>
              <a:gd name="connsiteY112" fmla="*/ 1150294 h 1342734"/>
              <a:gd name="connsiteX113" fmla="*/ 2567088 w 10678681"/>
              <a:gd name="connsiteY113" fmla="*/ 1181781 h 1342734"/>
              <a:gd name="connsiteX114" fmla="*/ 2454501 w 10678681"/>
              <a:gd name="connsiteY114" fmla="*/ 1155455 h 1342734"/>
              <a:gd name="connsiteX115" fmla="*/ 2385161 w 10678681"/>
              <a:gd name="connsiteY115" fmla="*/ 1161312 h 1342734"/>
              <a:gd name="connsiteX116" fmla="*/ 2273361 w 10678681"/>
              <a:gd name="connsiteY116" fmla="*/ 1134090 h 1342734"/>
              <a:gd name="connsiteX117" fmla="*/ 2132003 w 10678681"/>
              <a:gd name="connsiteY117" fmla="*/ 1139225 h 1342734"/>
              <a:gd name="connsiteX118" fmla="*/ 2041224 w 10678681"/>
              <a:gd name="connsiteY118" fmla="*/ 1147536 h 1342734"/>
              <a:gd name="connsiteX119" fmla="*/ 2010157 w 10678681"/>
              <a:gd name="connsiteY119" fmla="*/ 1152767 h 1342734"/>
              <a:gd name="connsiteX120" fmla="*/ 1859213 w 10678681"/>
              <a:gd name="connsiteY120" fmla="*/ 1199540 h 1342734"/>
              <a:gd name="connsiteX121" fmla="*/ 1735877 w 10678681"/>
              <a:gd name="connsiteY121" fmla="*/ 1246527 h 1342734"/>
              <a:gd name="connsiteX122" fmla="*/ 1660167 w 10678681"/>
              <a:gd name="connsiteY122" fmla="*/ 1236849 h 1342734"/>
              <a:gd name="connsiteX123" fmla="*/ 1279827 w 10678681"/>
              <a:gd name="connsiteY123" fmla="*/ 1245307 h 1342734"/>
              <a:gd name="connsiteX124" fmla="*/ 1021737 w 10678681"/>
              <a:gd name="connsiteY124" fmla="*/ 1238739 h 1342734"/>
              <a:gd name="connsiteX125" fmla="*/ 959820 w 10678681"/>
              <a:gd name="connsiteY125" fmla="*/ 1275863 h 1342734"/>
              <a:gd name="connsiteX126" fmla="*/ 929137 w 10678681"/>
              <a:gd name="connsiteY126" fmla="*/ 1273957 h 1342734"/>
              <a:gd name="connsiteX127" fmla="*/ 878849 w 10678681"/>
              <a:gd name="connsiteY127" fmla="*/ 1266740 h 1342734"/>
              <a:gd name="connsiteX128" fmla="*/ 800667 w 10678681"/>
              <a:gd name="connsiteY128" fmla="*/ 1282041 h 1342734"/>
              <a:gd name="connsiteX129" fmla="*/ 644906 w 10678681"/>
              <a:gd name="connsiteY129" fmla="*/ 1273685 h 1342734"/>
              <a:gd name="connsiteX130" fmla="*/ 379869 w 10678681"/>
              <a:gd name="connsiteY130" fmla="*/ 1339165 h 1342734"/>
              <a:gd name="connsiteX131" fmla="*/ 137696 w 10678681"/>
              <a:gd name="connsiteY131" fmla="*/ 1319217 h 1342734"/>
              <a:gd name="connsiteX132" fmla="*/ 54250 w 10678681"/>
              <a:gd name="connsiteY132" fmla="*/ 1315838 h 1342734"/>
              <a:gd name="connsiteX133" fmla="*/ 28042 w 10678681"/>
              <a:gd name="connsiteY133" fmla="*/ 1297822 h 1342734"/>
              <a:gd name="connsiteX134" fmla="*/ 0 w 10678681"/>
              <a:gd name="connsiteY134" fmla="*/ 1294612 h 1342734"/>
              <a:gd name="connsiteX135" fmla="*/ 0 w 10678681"/>
              <a:gd name="connsiteY135" fmla="*/ 0 h 13427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Lst>
            <a:rect l="l" t="t" r="r" b="b"/>
            <a:pathLst>
              <a:path w="10678681" h="1342734">
                <a:moveTo>
                  <a:pt x="0" y="0"/>
                </a:moveTo>
                <a:lnTo>
                  <a:pt x="10678681" y="0"/>
                </a:lnTo>
                <a:lnTo>
                  <a:pt x="10666019" y="7876"/>
                </a:lnTo>
                <a:cubicBezTo>
                  <a:pt x="10653407" y="16166"/>
                  <a:pt x="10642107" y="24244"/>
                  <a:pt x="10632825" y="32153"/>
                </a:cubicBezTo>
                <a:cubicBezTo>
                  <a:pt x="10592272" y="36323"/>
                  <a:pt x="10556884" y="50892"/>
                  <a:pt x="10516219" y="45588"/>
                </a:cubicBezTo>
                <a:cubicBezTo>
                  <a:pt x="10497465" y="38035"/>
                  <a:pt x="10481313" y="25649"/>
                  <a:pt x="10456989" y="979"/>
                </a:cubicBezTo>
                <a:cubicBezTo>
                  <a:pt x="10458435" y="21260"/>
                  <a:pt x="10448472" y="9612"/>
                  <a:pt x="10438642" y="1524"/>
                </a:cubicBezTo>
                <a:cubicBezTo>
                  <a:pt x="10430119" y="11702"/>
                  <a:pt x="10417632" y="41266"/>
                  <a:pt x="10407146" y="43659"/>
                </a:cubicBezTo>
                <a:cubicBezTo>
                  <a:pt x="10379701" y="2826"/>
                  <a:pt x="10370665" y="125005"/>
                  <a:pt x="10341159" y="103824"/>
                </a:cubicBezTo>
                <a:cubicBezTo>
                  <a:pt x="10332001" y="120367"/>
                  <a:pt x="10274736" y="115685"/>
                  <a:pt x="10244930" y="94599"/>
                </a:cubicBezTo>
                <a:cubicBezTo>
                  <a:pt x="10189350" y="132718"/>
                  <a:pt x="10178914" y="158571"/>
                  <a:pt x="10115334" y="155658"/>
                </a:cubicBezTo>
                <a:cubicBezTo>
                  <a:pt x="10110816" y="185325"/>
                  <a:pt x="10047419" y="166765"/>
                  <a:pt x="10068157" y="215673"/>
                </a:cubicBezTo>
                <a:cubicBezTo>
                  <a:pt x="10047157" y="216184"/>
                  <a:pt x="10029060" y="198149"/>
                  <a:pt x="10045431" y="229568"/>
                </a:cubicBezTo>
                <a:cubicBezTo>
                  <a:pt x="10018897" y="234017"/>
                  <a:pt x="9963426" y="205273"/>
                  <a:pt x="9929077" y="209062"/>
                </a:cubicBezTo>
                <a:cubicBezTo>
                  <a:pt x="9910475" y="224494"/>
                  <a:pt x="9890198" y="272419"/>
                  <a:pt x="9840045" y="223033"/>
                </a:cubicBezTo>
                <a:cubicBezTo>
                  <a:pt x="9789999" y="276055"/>
                  <a:pt x="9744257" y="186744"/>
                  <a:pt x="9679639" y="247182"/>
                </a:cubicBezTo>
                <a:cubicBezTo>
                  <a:pt x="9634736" y="215294"/>
                  <a:pt x="9537501" y="238016"/>
                  <a:pt x="9498347" y="244723"/>
                </a:cubicBezTo>
                <a:cubicBezTo>
                  <a:pt x="9450379" y="244255"/>
                  <a:pt x="9394227" y="293607"/>
                  <a:pt x="9366026" y="299024"/>
                </a:cubicBezTo>
                <a:cubicBezTo>
                  <a:pt x="9341424" y="298595"/>
                  <a:pt x="9297504" y="338146"/>
                  <a:pt x="9316702" y="356523"/>
                </a:cubicBezTo>
                <a:cubicBezTo>
                  <a:pt x="9228105" y="319675"/>
                  <a:pt x="9206375" y="367221"/>
                  <a:pt x="9121744" y="365177"/>
                </a:cubicBezTo>
                <a:cubicBezTo>
                  <a:pt x="9093808" y="425910"/>
                  <a:pt x="9103257" y="373647"/>
                  <a:pt x="9061654" y="393730"/>
                </a:cubicBezTo>
                <a:cubicBezTo>
                  <a:pt x="9060114" y="344357"/>
                  <a:pt x="9015442" y="432718"/>
                  <a:pt x="8997577" y="380865"/>
                </a:cubicBezTo>
                <a:cubicBezTo>
                  <a:pt x="8969550" y="402056"/>
                  <a:pt x="8954076" y="446763"/>
                  <a:pt x="8907968" y="447345"/>
                </a:cubicBezTo>
                <a:cubicBezTo>
                  <a:pt x="8864369" y="428134"/>
                  <a:pt x="8818646" y="497461"/>
                  <a:pt x="8764163" y="471000"/>
                </a:cubicBezTo>
                <a:cubicBezTo>
                  <a:pt x="8744747" y="465539"/>
                  <a:pt x="8688469" y="474754"/>
                  <a:pt x="8680155" y="492404"/>
                </a:cubicBezTo>
                <a:cubicBezTo>
                  <a:pt x="8668902" y="497604"/>
                  <a:pt x="8654338" y="493892"/>
                  <a:pt x="8651436" y="511923"/>
                </a:cubicBezTo>
                <a:cubicBezTo>
                  <a:pt x="8645505" y="533975"/>
                  <a:pt x="8599739" y="507897"/>
                  <a:pt x="8609185" y="531525"/>
                </a:cubicBezTo>
                <a:cubicBezTo>
                  <a:pt x="8576806" y="513805"/>
                  <a:pt x="8560019" y="560634"/>
                  <a:pt x="8537091" y="574933"/>
                </a:cubicBezTo>
                <a:cubicBezTo>
                  <a:pt x="8510928" y="556486"/>
                  <a:pt x="8488623" y="604682"/>
                  <a:pt x="8435931" y="617926"/>
                </a:cubicBezTo>
                <a:cubicBezTo>
                  <a:pt x="8406978" y="596402"/>
                  <a:pt x="8400500" y="627188"/>
                  <a:pt x="8348623" y="600607"/>
                </a:cubicBezTo>
                <a:cubicBezTo>
                  <a:pt x="8347650" y="604255"/>
                  <a:pt x="8320537" y="587451"/>
                  <a:pt x="8276883" y="588214"/>
                </a:cubicBezTo>
                <a:cubicBezTo>
                  <a:pt x="8233229" y="588977"/>
                  <a:pt x="8147007" y="602039"/>
                  <a:pt x="8086698" y="605185"/>
                </a:cubicBezTo>
                <a:cubicBezTo>
                  <a:pt x="8018754" y="612533"/>
                  <a:pt x="8076794" y="658105"/>
                  <a:pt x="7982378" y="629799"/>
                </a:cubicBezTo>
                <a:cubicBezTo>
                  <a:pt x="7978309" y="650417"/>
                  <a:pt x="7968020" y="653434"/>
                  <a:pt x="7947952" y="648003"/>
                </a:cubicBezTo>
                <a:cubicBezTo>
                  <a:pt x="7915301" y="652980"/>
                  <a:pt x="7930086" y="699793"/>
                  <a:pt x="7890112" y="677915"/>
                </a:cubicBezTo>
                <a:cubicBezTo>
                  <a:pt x="7902561" y="702153"/>
                  <a:pt x="7831508" y="700184"/>
                  <a:pt x="7853284" y="723588"/>
                </a:cubicBezTo>
                <a:cubicBezTo>
                  <a:pt x="7838304" y="751013"/>
                  <a:pt x="7817999" y="714992"/>
                  <a:pt x="7802383" y="739359"/>
                </a:cubicBezTo>
                <a:cubicBezTo>
                  <a:pt x="7781922" y="742015"/>
                  <a:pt x="7755431" y="732207"/>
                  <a:pt x="7730518" y="739526"/>
                </a:cubicBezTo>
                <a:cubicBezTo>
                  <a:pt x="7716802" y="743091"/>
                  <a:pt x="7733019" y="753459"/>
                  <a:pt x="7720084" y="760750"/>
                </a:cubicBezTo>
                <a:cubicBezTo>
                  <a:pt x="7707149" y="768041"/>
                  <a:pt x="7671920" y="776612"/>
                  <a:pt x="7652907" y="783273"/>
                </a:cubicBezTo>
                <a:cubicBezTo>
                  <a:pt x="7630163" y="772504"/>
                  <a:pt x="7616976" y="783101"/>
                  <a:pt x="7606008" y="800717"/>
                </a:cubicBezTo>
                <a:cubicBezTo>
                  <a:pt x="7561224" y="806541"/>
                  <a:pt x="7527083" y="837162"/>
                  <a:pt x="7480223" y="856821"/>
                </a:cubicBezTo>
                <a:cubicBezTo>
                  <a:pt x="7422566" y="851729"/>
                  <a:pt x="7406130" y="898621"/>
                  <a:pt x="7356005" y="919462"/>
                </a:cubicBezTo>
                <a:cubicBezTo>
                  <a:pt x="7301710" y="896412"/>
                  <a:pt x="7327853" y="963334"/>
                  <a:pt x="7305396" y="986228"/>
                </a:cubicBezTo>
                <a:lnTo>
                  <a:pt x="7266251" y="967864"/>
                </a:lnTo>
                <a:lnTo>
                  <a:pt x="7258094" y="990679"/>
                </a:lnTo>
                <a:lnTo>
                  <a:pt x="7257893" y="991204"/>
                </a:lnTo>
                <a:lnTo>
                  <a:pt x="7247153" y="991550"/>
                </a:lnTo>
                <a:cubicBezTo>
                  <a:pt x="7228850" y="991013"/>
                  <a:pt x="7210872" y="989423"/>
                  <a:pt x="7193612" y="987042"/>
                </a:cubicBezTo>
                <a:cubicBezTo>
                  <a:pt x="7184018" y="1016185"/>
                  <a:pt x="7117645" y="991054"/>
                  <a:pt x="7132632" y="1042036"/>
                </a:cubicBezTo>
                <a:cubicBezTo>
                  <a:pt x="7109597" y="1040358"/>
                  <a:pt x="7092653" y="1020472"/>
                  <a:pt x="7105610" y="1053537"/>
                </a:cubicBezTo>
                <a:cubicBezTo>
                  <a:pt x="7098186" y="1053959"/>
                  <a:pt x="7071669" y="1042250"/>
                  <a:pt x="7069148" y="1047163"/>
                </a:cubicBezTo>
                <a:lnTo>
                  <a:pt x="7039634" y="1059971"/>
                </a:lnTo>
                <a:lnTo>
                  <a:pt x="7033445" y="1063314"/>
                </a:lnTo>
                <a:lnTo>
                  <a:pt x="6999157" y="1055282"/>
                </a:lnTo>
                <a:lnTo>
                  <a:pt x="6981874" y="1053827"/>
                </a:lnTo>
                <a:lnTo>
                  <a:pt x="6976102" y="1047854"/>
                </a:lnTo>
                <a:cubicBezTo>
                  <a:pt x="6970359" y="1044495"/>
                  <a:pt x="6962768" y="1043656"/>
                  <a:pt x="6951040" y="1048531"/>
                </a:cubicBezTo>
                <a:lnTo>
                  <a:pt x="6948497" y="1050706"/>
                </a:lnTo>
                <a:lnTo>
                  <a:pt x="6926582" y="1043462"/>
                </a:lnTo>
                <a:cubicBezTo>
                  <a:pt x="6919310" y="1039773"/>
                  <a:pt x="6839625" y="1034777"/>
                  <a:pt x="6833743" y="1027960"/>
                </a:cubicBezTo>
                <a:cubicBezTo>
                  <a:pt x="6776335" y="1015119"/>
                  <a:pt x="6761260" y="1047430"/>
                  <a:pt x="6687090" y="1063250"/>
                </a:cubicBezTo>
                <a:cubicBezTo>
                  <a:pt x="6621041" y="1075436"/>
                  <a:pt x="6482366" y="1074217"/>
                  <a:pt x="6431838" y="1063226"/>
                </a:cubicBezTo>
                <a:cubicBezTo>
                  <a:pt x="6405016" y="1060235"/>
                  <a:pt x="6309698" y="1067799"/>
                  <a:pt x="6327795" y="1088142"/>
                </a:cubicBezTo>
                <a:cubicBezTo>
                  <a:pt x="6241699" y="1050273"/>
                  <a:pt x="6228725" y="1111123"/>
                  <a:pt x="6136549" y="1100268"/>
                </a:cubicBezTo>
                <a:cubicBezTo>
                  <a:pt x="6096483" y="1157984"/>
                  <a:pt x="6053277" y="1099229"/>
                  <a:pt x="6004655" y="1114946"/>
                </a:cubicBezTo>
                <a:cubicBezTo>
                  <a:pt x="6010724" y="1065500"/>
                  <a:pt x="5948029" y="1149051"/>
                  <a:pt x="5936643" y="1095428"/>
                </a:cubicBezTo>
                <a:cubicBezTo>
                  <a:pt x="5928154" y="1099986"/>
                  <a:pt x="5920290" y="1106094"/>
                  <a:pt x="5912484" y="1112624"/>
                </a:cubicBezTo>
                <a:lnTo>
                  <a:pt x="5908387" y="1116018"/>
                </a:lnTo>
                <a:lnTo>
                  <a:pt x="5890495" y="1120268"/>
                </a:lnTo>
                <a:lnTo>
                  <a:pt x="5887318" y="1133134"/>
                </a:lnTo>
                <a:lnTo>
                  <a:pt x="5861726" y="1147891"/>
                </a:lnTo>
                <a:cubicBezTo>
                  <a:pt x="5851855" y="1151615"/>
                  <a:pt x="5818443" y="1153513"/>
                  <a:pt x="5805823" y="1152457"/>
                </a:cubicBezTo>
                <a:cubicBezTo>
                  <a:pt x="5761190" y="1128740"/>
                  <a:pt x="5745234" y="1208320"/>
                  <a:pt x="5689841" y="1176232"/>
                </a:cubicBezTo>
                <a:cubicBezTo>
                  <a:pt x="5645165" y="1182523"/>
                  <a:pt x="5638674" y="1185346"/>
                  <a:pt x="5605119" y="1190202"/>
                </a:cubicBezTo>
                <a:cubicBezTo>
                  <a:pt x="5595173" y="1211597"/>
                  <a:pt x="5481899" y="1180798"/>
                  <a:pt x="5488513" y="1205367"/>
                </a:cubicBezTo>
                <a:cubicBezTo>
                  <a:pt x="5455905" y="1184307"/>
                  <a:pt x="5430208" y="1229302"/>
                  <a:pt x="5402905" y="1241191"/>
                </a:cubicBezTo>
                <a:cubicBezTo>
                  <a:pt x="5353635" y="1248161"/>
                  <a:pt x="5228965" y="1244549"/>
                  <a:pt x="5192893" y="1247188"/>
                </a:cubicBezTo>
                <a:cubicBezTo>
                  <a:pt x="5191257" y="1250727"/>
                  <a:pt x="5178909" y="1254361"/>
                  <a:pt x="5164025" y="1257028"/>
                </a:cubicBezTo>
                <a:cubicBezTo>
                  <a:pt x="5149141" y="1259695"/>
                  <a:pt x="5121746" y="1277136"/>
                  <a:pt x="5103589" y="1263189"/>
                </a:cubicBezTo>
                <a:cubicBezTo>
                  <a:pt x="5020856" y="1221392"/>
                  <a:pt x="4961920" y="1251721"/>
                  <a:pt x="4894688" y="1247184"/>
                </a:cubicBezTo>
                <a:cubicBezTo>
                  <a:pt x="4819279" y="1247443"/>
                  <a:pt x="4886780" y="1276272"/>
                  <a:pt x="4788036" y="1238182"/>
                </a:cubicBezTo>
                <a:cubicBezTo>
                  <a:pt x="4780353" y="1258340"/>
                  <a:pt x="4768632" y="1260281"/>
                  <a:pt x="4747555" y="1252768"/>
                </a:cubicBezTo>
                <a:cubicBezTo>
                  <a:pt x="4711089" y="1254336"/>
                  <a:pt x="4719897" y="1302605"/>
                  <a:pt x="4679644" y="1276603"/>
                </a:cubicBezTo>
                <a:cubicBezTo>
                  <a:pt x="4651415" y="1288933"/>
                  <a:pt x="4636594" y="1288316"/>
                  <a:pt x="4617473" y="1296467"/>
                </a:cubicBezTo>
                <a:lnTo>
                  <a:pt x="4564919" y="1325507"/>
                </a:lnTo>
                <a:lnTo>
                  <a:pt x="4566586" y="1316963"/>
                </a:lnTo>
                <a:cubicBezTo>
                  <a:pt x="4569057" y="1308855"/>
                  <a:pt x="4571069" y="1299935"/>
                  <a:pt x="4556303" y="1300262"/>
                </a:cubicBezTo>
                <a:cubicBezTo>
                  <a:pt x="4525488" y="1305073"/>
                  <a:pt x="4517133" y="1269079"/>
                  <a:pt x="4502358" y="1302558"/>
                </a:cubicBezTo>
                <a:lnTo>
                  <a:pt x="4498919" y="1312115"/>
                </a:lnTo>
                <a:lnTo>
                  <a:pt x="4492075" y="1313357"/>
                </a:lnTo>
                <a:cubicBezTo>
                  <a:pt x="4488463" y="1312870"/>
                  <a:pt x="4486534" y="1310394"/>
                  <a:pt x="4487466" y="1304102"/>
                </a:cubicBezTo>
                <a:cubicBezTo>
                  <a:pt x="4457512" y="1328789"/>
                  <a:pt x="4426787" y="1287064"/>
                  <a:pt x="4398292" y="1278410"/>
                </a:cubicBezTo>
                <a:cubicBezTo>
                  <a:pt x="4375210" y="1302378"/>
                  <a:pt x="4366248" y="1283298"/>
                  <a:pt x="4306088" y="1282512"/>
                </a:cubicBezTo>
                <a:cubicBezTo>
                  <a:pt x="4280844" y="1310113"/>
                  <a:pt x="4237476" y="1258925"/>
                  <a:pt x="4188995" y="1296718"/>
                </a:cubicBezTo>
                <a:cubicBezTo>
                  <a:pt x="4186961" y="1293392"/>
                  <a:pt x="4157312" y="1287787"/>
                  <a:pt x="4136582" y="1287687"/>
                </a:cubicBezTo>
                <a:cubicBezTo>
                  <a:pt x="4115852" y="1287587"/>
                  <a:pt x="4081037" y="1280166"/>
                  <a:pt x="4064614" y="1296118"/>
                </a:cubicBezTo>
                <a:cubicBezTo>
                  <a:pt x="3987264" y="1347194"/>
                  <a:pt x="3967205" y="1309881"/>
                  <a:pt x="3900948" y="1322156"/>
                </a:cubicBezTo>
                <a:cubicBezTo>
                  <a:pt x="3826014" y="1330612"/>
                  <a:pt x="3831060" y="1333478"/>
                  <a:pt x="3787890" y="1322164"/>
                </a:cubicBezTo>
                <a:cubicBezTo>
                  <a:pt x="3777929" y="1303028"/>
                  <a:pt x="3766063" y="1332733"/>
                  <a:pt x="3745993" y="1342630"/>
                </a:cubicBezTo>
                <a:cubicBezTo>
                  <a:pt x="3709591" y="1345286"/>
                  <a:pt x="3712765" y="1296323"/>
                  <a:pt x="3675785" y="1326802"/>
                </a:cubicBezTo>
                <a:cubicBezTo>
                  <a:pt x="3682573" y="1300349"/>
                  <a:pt x="3606829" y="1318588"/>
                  <a:pt x="3623856" y="1290804"/>
                </a:cubicBezTo>
                <a:cubicBezTo>
                  <a:pt x="3600335" y="1267550"/>
                  <a:pt x="3588308" y="1307279"/>
                  <a:pt x="3564933" y="1287147"/>
                </a:cubicBezTo>
                <a:cubicBezTo>
                  <a:pt x="3538420" y="1283043"/>
                  <a:pt x="3579946" y="1314789"/>
                  <a:pt x="3550537" y="1317552"/>
                </a:cubicBezTo>
                <a:cubicBezTo>
                  <a:pt x="3514920" y="1316159"/>
                  <a:pt x="3514600" y="1364317"/>
                  <a:pt x="3487736" y="1303493"/>
                </a:cubicBezTo>
                <a:cubicBezTo>
                  <a:pt x="3450312" y="1319195"/>
                  <a:pt x="3443340" y="1291726"/>
                  <a:pt x="3392548" y="1278741"/>
                </a:cubicBezTo>
                <a:cubicBezTo>
                  <a:pt x="3371053" y="1294449"/>
                  <a:pt x="3354022" y="1287164"/>
                  <a:pt x="3337466" y="1272537"/>
                </a:cubicBezTo>
                <a:cubicBezTo>
                  <a:pt x="3287808" y="1277154"/>
                  <a:pt x="3231625" y="1217343"/>
                  <a:pt x="3175981" y="1208973"/>
                </a:cubicBezTo>
                <a:cubicBezTo>
                  <a:pt x="3115467" y="1227175"/>
                  <a:pt x="3096324" y="1223154"/>
                  <a:pt x="3036856" y="1214383"/>
                </a:cubicBezTo>
                <a:cubicBezTo>
                  <a:pt x="2976484" y="1195723"/>
                  <a:pt x="2863716" y="1149668"/>
                  <a:pt x="2824973" y="1134864"/>
                </a:cubicBezTo>
                <a:cubicBezTo>
                  <a:pt x="2817752" y="1140972"/>
                  <a:pt x="2802616" y="1134132"/>
                  <a:pt x="2804398" y="1125556"/>
                </a:cubicBezTo>
                <a:cubicBezTo>
                  <a:pt x="2796364" y="1128008"/>
                  <a:pt x="2737660" y="1151579"/>
                  <a:pt x="2736109" y="1137717"/>
                </a:cubicBezTo>
                <a:cubicBezTo>
                  <a:pt x="2696082" y="1134954"/>
                  <a:pt x="2695314" y="1134322"/>
                  <a:pt x="2659096" y="1150294"/>
                </a:cubicBezTo>
                <a:cubicBezTo>
                  <a:pt x="2582535" y="1124403"/>
                  <a:pt x="2622743" y="1189988"/>
                  <a:pt x="2567088" y="1181781"/>
                </a:cubicBezTo>
                <a:cubicBezTo>
                  <a:pt x="2523074" y="1153322"/>
                  <a:pt x="2505741" y="1175022"/>
                  <a:pt x="2454501" y="1155455"/>
                </a:cubicBezTo>
                <a:cubicBezTo>
                  <a:pt x="2435184" y="1199648"/>
                  <a:pt x="2405890" y="1149324"/>
                  <a:pt x="2385161" y="1161312"/>
                </a:cubicBezTo>
                <a:cubicBezTo>
                  <a:pt x="2329714" y="1166582"/>
                  <a:pt x="2322102" y="1137771"/>
                  <a:pt x="2273361" y="1134090"/>
                </a:cubicBezTo>
                <a:cubicBezTo>
                  <a:pt x="2270204" y="1112590"/>
                  <a:pt x="2164540" y="1136821"/>
                  <a:pt x="2132003" y="1139225"/>
                </a:cubicBezTo>
                <a:cubicBezTo>
                  <a:pt x="2119616" y="1127805"/>
                  <a:pt x="2068429" y="1132839"/>
                  <a:pt x="2041224" y="1147536"/>
                </a:cubicBezTo>
                <a:cubicBezTo>
                  <a:pt x="2072319" y="1178143"/>
                  <a:pt x="2006941" y="1118646"/>
                  <a:pt x="2010157" y="1152767"/>
                </a:cubicBezTo>
                <a:cubicBezTo>
                  <a:pt x="1976080" y="1167742"/>
                  <a:pt x="1904926" y="1183913"/>
                  <a:pt x="1859213" y="1199540"/>
                </a:cubicBezTo>
                <a:cubicBezTo>
                  <a:pt x="1837985" y="1173314"/>
                  <a:pt x="1772946" y="1249813"/>
                  <a:pt x="1735877" y="1246527"/>
                </a:cubicBezTo>
                <a:cubicBezTo>
                  <a:pt x="1727774" y="1263559"/>
                  <a:pt x="1674382" y="1247072"/>
                  <a:pt x="1660167" y="1236849"/>
                </a:cubicBezTo>
                <a:cubicBezTo>
                  <a:pt x="1541640" y="1221134"/>
                  <a:pt x="1352140" y="1267338"/>
                  <a:pt x="1279827" y="1245307"/>
                </a:cubicBezTo>
                <a:lnTo>
                  <a:pt x="1021737" y="1238739"/>
                </a:lnTo>
                <a:cubicBezTo>
                  <a:pt x="1011829" y="1264670"/>
                  <a:pt x="960483" y="1235921"/>
                  <a:pt x="959820" y="1275863"/>
                </a:cubicBezTo>
                <a:cubicBezTo>
                  <a:pt x="950745" y="1291685"/>
                  <a:pt x="934594" y="1289700"/>
                  <a:pt x="929137" y="1273957"/>
                </a:cubicBezTo>
                <a:cubicBezTo>
                  <a:pt x="909281" y="1275184"/>
                  <a:pt x="894620" y="1293444"/>
                  <a:pt x="878849" y="1266740"/>
                </a:cubicBezTo>
                <a:cubicBezTo>
                  <a:pt x="851668" y="1267510"/>
                  <a:pt x="816599" y="1322523"/>
                  <a:pt x="800667" y="1282041"/>
                </a:cubicBezTo>
                <a:cubicBezTo>
                  <a:pt x="741645" y="1285469"/>
                  <a:pt x="699773" y="1269716"/>
                  <a:pt x="644906" y="1273685"/>
                </a:cubicBezTo>
                <a:cubicBezTo>
                  <a:pt x="541527" y="1321342"/>
                  <a:pt x="446058" y="1236106"/>
                  <a:pt x="379869" y="1339165"/>
                </a:cubicBezTo>
                <a:cubicBezTo>
                  <a:pt x="292000" y="1296022"/>
                  <a:pt x="211611" y="1323804"/>
                  <a:pt x="137696" y="1319217"/>
                </a:cubicBezTo>
                <a:cubicBezTo>
                  <a:pt x="102121" y="1327987"/>
                  <a:pt x="88791" y="1285209"/>
                  <a:pt x="54250" y="1315838"/>
                </a:cubicBezTo>
                <a:cubicBezTo>
                  <a:pt x="49461" y="1305340"/>
                  <a:pt x="39595" y="1300426"/>
                  <a:pt x="28042" y="1297822"/>
                </a:cubicBezTo>
                <a:lnTo>
                  <a:pt x="0" y="1294612"/>
                </a:lnTo>
                <a:lnTo>
                  <a:pt x="0" y="0"/>
                </a:lnTo>
                <a:close/>
              </a:path>
            </a:pathLst>
          </a:custGeom>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Freeform: Shape 17">
            <a:extLst>
              <a:ext uri="{FF2B5EF4-FFF2-40B4-BE49-F238E27FC236}">
                <a16:creationId xmlns:a16="http://schemas.microsoft.com/office/drawing/2014/main" id="{D6C2F2D6-F636-46AD-BCD9-994702A0087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 y="0"/>
            <a:ext cx="7890120" cy="735601"/>
          </a:xfrm>
          <a:custGeom>
            <a:avLst/>
            <a:gdLst>
              <a:gd name="connsiteX0" fmla="*/ 0 w 10678681"/>
              <a:gd name="connsiteY0" fmla="*/ 0 h 1357700"/>
              <a:gd name="connsiteX1" fmla="*/ 10678681 w 10678681"/>
              <a:gd name="connsiteY1" fmla="*/ 0 h 1357700"/>
              <a:gd name="connsiteX2" fmla="*/ 10666019 w 10678681"/>
              <a:gd name="connsiteY2" fmla="*/ 7876 h 1357700"/>
              <a:gd name="connsiteX3" fmla="*/ 10632825 w 10678681"/>
              <a:gd name="connsiteY3" fmla="*/ 32153 h 1357700"/>
              <a:gd name="connsiteX4" fmla="*/ 10510605 w 10678681"/>
              <a:gd name="connsiteY4" fmla="*/ 30449 h 1357700"/>
              <a:gd name="connsiteX5" fmla="*/ 10456989 w 10678681"/>
              <a:gd name="connsiteY5" fmla="*/ 979 h 1357700"/>
              <a:gd name="connsiteX6" fmla="*/ 10438642 w 10678681"/>
              <a:gd name="connsiteY6" fmla="*/ 1524 h 1357700"/>
              <a:gd name="connsiteX7" fmla="*/ 10407146 w 10678681"/>
              <a:gd name="connsiteY7" fmla="*/ 43659 h 1357700"/>
              <a:gd name="connsiteX8" fmla="*/ 10357996 w 10678681"/>
              <a:gd name="connsiteY8" fmla="*/ 50836 h 1357700"/>
              <a:gd name="connsiteX9" fmla="*/ 10306667 w 10678681"/>
              <a:gd name="connsiteY9" fmla="*/ 109739 h 1357700"/>
              <a:gd name="connsiteX10" fmla="*/ 10115334 w 10678681"/>
              <a:gd name="connsiteY10" fmla="*/ 155658 h 1357700"/>
              <a:gd name="connsiteX11" fmla="*/ 10068157 w 10678681"/>
              <a:gd name="connsiteY11" fmla="*/ 215673 h 1357700"/>
              <a:gd name="connsiteX12" fmla="*/ 10045431 w 10678681"/>
              <a:gd name="connsiteY12" fmla="*/ 229568 h 1357700"/>
              <a:gd name="connsiteX13" fmla="*/ 10013265 w 10678681"/>
              <a:gd name="connsiteY13" fmla="*/ 284757 h 1357700"/>
              <a:gd name="connsiteX14" fmla="*/ 9862496 w 10678681"/>
              <a:gd name="connsiteY14" fmla="*/ 223033 h 1357700"/>
              <a:gd name="connsiteX15" fmla="*/ 9679638 w 10678681"/>
              <a:gd name="connsiteY15" fmla="*/ 277462 h 1357700"/>
              <a:gd name="connsiteX16" fmla="*/ 9498347 w 10678681"/>
              <a:gd name="connsiteY16" fmla="*/ 244723 h 1357700"/>
              <a:gd name="connsiteX17" fmla="*/ 9399702 w 10678681"/>
              <a:gd name="connsiteY17" fmla="*/ 276316 h 1357700"/>
              <a:gd name="connsiteX18" fmla="*/ 9378439 w 10678681"/>
              <a:gd name="connsiteY18" fmla="*/ 326244 h 1357700"/>
              <a:gd name="connsiteX19" fmla="*/ 9121744 w 10678681"/>
              <a:gd name="connsiteY19" fmla="*/ 365177 h 1357700"/>
              <a:gd name="connsiteX20" fmla="*/ 9061654 w 10678681"/>
              <a:gd name="connsiteY20" fmla="*/ 393730 h 1357700"/>
              <a:gd name="connsiteX21" fmla="*/ 8997577 w 10678681"/>
              <a:gd name="connsiteY21" fmla="*/ 380865 h 1357700"/>
              <a:gd name="connsiteX22" fmla="*/ 8907968 w 10678681"/>
              <a:gd name="connsiteY22" fmla="*/ 447345 h 1357700"/>
              <a:gd name="connsiteX23" fmla="*/ 8764163 w 10678681"/>
              <a:gd name="connsiteY23" fmla="*/ 471000 h 1357700"/>
              <a:gd name="connsiteX24" fmla="*/ 8680155 w 10678681"/>
              <a:gd name="connsiteY24" fmla="*/ 492404 h 1357700"/>
              <a:gd name="connsiteX25" fmla="*/ 8651436 w 10678681"/>
              <a:gd name="connsiteY25" fmla="*/ 511923 h 1357700"/>
              <a:gd name="connsiteX26" fmla="*/ 8609185 w 10678681"/>
              <a:gd name="connsiteY26" fmla="*/ 531525 h 1357700"/>
              <a:gd name="connsiteX27" fmla="*/ 8537091 w 10678681"/>
              <a:gd name="connsiteY27" fmla="*/ 574933 h 1357700"/>
              <a:gd name="connsiteX28" fmla="*/ 8435931 w 10678681"/>
              <a:gd name="connsiteY28" fmla="*/ 617926 h 1357700"/>
              <a:gd name="connsiteX29" fmla="*/ 8348623 w 10678681"/>
              <a:gd name="connsiteY29" fmla="*/ 600607 h 1357700"/>
              <a:gd name="connsiteX30" fmla="*/ 8344233 w 10678681"/>
              <a:gd name="connsiteY30" fmla="*/ 610922 h 1357700"/>
              <a:gd name="connsiteX31" fmla="*/ 8290622 w 10678681"/>
              <a:gd name="connsiteY31" fmla="*/ 622687 h 1357700"/>
              <a:gd name="connsiteX32" fmla="*/ 8086698 w 10678681"/>
              <a:gd name="connsiteY32" fmla="*/ 605185 h 1357700"/>
              <a:gd name="connsiteX33" fmla="*/ 7982378 w 10678681"/>
              <a:gd name="connsiteY33" fmla="*/ 629799 h 1357700"/>
              <a:gd name="connsiteX34" fmla="*/ 7947952 w 10678681"/>
              <a:gd name="connsiteY34" fmla="*/ 648003 h 1357700"/>
              <a:gd name="connsiteX35" fmla="*/ 7890112 w 10678681"/>
              <a:gd name="connsiteY35" fmla="*/ 677915 h 1357700"/>
              <a:gd name="connsiteX36" fmla="*/ 7853284 w 10678681"/>
              <a:gd name="connsiteY36" fmla="*/ 723588 h 1357700"/>
              <a:gd name="connsiteX37" fmla="*/ 7802383 w 10678681"/>
              <a:gd name="connsiteY37" fmla="*/ 739359 h 1357700"/>
              <a:gd name="connsiteX38" fmla="*/ 7782280 w 10678681"/>
              <a:gd name="connsiteY38" fmla="*/ 712868 h 1357700"/>
              <a:gd name="connsiteX39" fmla="*/ 7730518 w 10678681"/>
              <a:gd name="connsiteY39" fmla="*/ 739526 h 1357700"/>
              <a:gd name="connsiteX40" fmla="*/ 7652907 w 10678681"/>
              <a:gd name="connsiteY40" fmla="*/ 783273 h 1357700"/>
              <a:gd name="connsiteX41" fmla="*/ 7606008 w 10678681"/>
              <a:gd name="connsiteY41" fmla="*/ 800717 h 1357700"/>
              <a:gd name="connsiteX42" fmla="*/ 7480223 w 10678681"/>
              <a:gd name="connsiteY42" fmla="*/ 856821 h 1357700"/>
              <a:gd name="connsiteX43" fmla="*/ 7356005 w 10678681"/>
              <a:gd name="connsiteY43" fmla="*/ 919462 h 1357700"/>
              <a:gd name="connsiteX44" fmla="*/ 7305396 w 10678681"/>
              <a:gd name="connsiteY44" fmla="*/ 986228 h 1357700"/>
              <a:gd name="connsiteX45" fmla="*/ 7298314 w 10678681"/>
              <a:gd name="connsiteY45" fmla="*/ 989899 h 1357700"/>
              <a:gd name="connsiteX46" fmla="*/ 7277477 w 10678681"/>
              <a:gd name="connsiteY46" fmla="*/ 990571 h 1357700"/>
              <a:gd name="connsiteX47" fmla="*/ 7269396 w 10678681"/>
              <a:gd name="connsiteY47" fmla="*/ 989282 h 1357700"/>
              <a:gd name="connsiteX48" fmla="*/ 7258094 w 10678681"/>
              <a:gd name="connsiteY48" fmla="*/ 990679 h 1357700"/>
              <a:gd name="connsiteX49" fmla="*/ 7257893 w 10678681"/>
              <a:gd name="connsiteY49" fmla="*/ 991204 h 1357700"/>
              <a:gd name="connsiteX50" fmla="*/ 7247153 w 10678681"/>
              <a:gd name="connsiteY50" fmla="*/ 991550 h 1357700"/>
              <a:gd name="connsiteX51" fmla="*/ 7193612 w 10678681"/>
              <a:gd name="connsiteY51" fmla="*/ 987042 h 1357700"/>
              <a:gd name="connsiteX52" fmla="*/ 7132632 w 10678681"/>
              <a:gd name="connsiteY52" fmla="*/ 1042036 h 1357700"/>
              <a:gd name="connsiteX53" fmla="*/ 7105610 w 10678681"/>
              <a:gd name="connsiteY53" fmla="*/ 1053537 h 1357700"/>
              <a:gd name="connsiteX54" fmla="*/ 7091599 w 10678681"/>
              <a:gd name="connsiteY54" fmla="*/ 1062302 h 1357700"/>
              <a:gd name="connsiteX55" fmla="*/ 7090998 w 10678681"/>
              <a:gd name="connsiteY55" fmla="*/ 1064540 h 1357700"/>
              <a:gd name="connsiteX56" fmla="*/ 7039634 w 10678681"/>
              <a:gd name="connsiteY56" fmla="*/ 1059971 h 1357700"/>
              <a:gd name="connsiteX57" fmla="*/ 7033445 w 10678681"/>
              <a:gd name="connsiteY57" fmla="*/ 1063314 h 1357700"/>
              <a:gd name="connsiteX58" fmla="*/ 6999157 w 10678681"/>
              <a:gd name="connsiteY58" fmla="*/ 1055282 h 1357700"/>
              <a:gd name="connsiteX59" fmla="*/ 6981874 w 10678681"/>
              <a:gd name="connsiteY59" fmla="*/ 1053827 h 1357700"/>
              <a:gd name="connsiteX60" fmla="*/ 6976102 w 10678681"/>
              <a:gd name="connsiteY60" fmla="*/ 1047854 h 1357700"/>
              <a:gd name="connsiteX61" fmla="*/ 6951040 w 10678681"/>
              <a:gd name="connsiteY61" fmla="*/ 1048531 h 1357700"/>
              <a:gd name="connsiteX62" fmla="*/ 6948497 w 10678681"/>
              <a:gd name="connsiteY62" fmla="*/ 1050706 h 1357700"/>
              <a:gd name="connsiteX63" fmla="*/ 6926582 w 10678681"/>
              <a:gd name="connsiteY63" fmla="*/ 1043462 h 1357700"/>
              <a:gd name="connsiteX64" fmla="*/ 6906706 w 10678681"/>
              <a:gd name="connsiteY64" fmla="*/ 1027961 h 1357700"/>
              <a:gd name="connsiteX65" fmla="*/ 6698313 w 10678681"/>
              <a:gd name="connsiteY65" fmla="*/ 1063249 h 1357700"/>
              <a:gd name="connsiteX66" fmla="*/ 6505317 w 10678681"/>
              <a:gd name="connsiteY66" fmla="*/ 1011686 h 1357700"/>
              <a:gd name="connsiteX67" fmla="*/ 6392549 w 10678681"/>
              <a:gd name="connsiteY67" fmla="*/ 1032948 h 1357700"/>
              <a:gd name="connsiteX68" fmla="*/ 6361470 w 10678681"/>
              <a:gd name="connsiteY68" fmla="*/ 1080572 h 1357700"/>
              <a:gd name="connsiteX69" fmla="*/ 6074811 w 10678681"/>
              <a:gd name="connsiteY69" fmla="*/ 1092701 h 1357700"/>
              <a:gd name="connsiteX70" fmla="*/ 6004655 w 10678681"/>
              <a:gd name="connsiteY70" fmla="*/ 1114946 h 1357700"/>
              <a:gd name="connsiteX71" fmla="*/ 5936643 w 10678681"/>
              <a:gd name="connsiteY71" fmla="*/ 1095428 h 1357700"/>
              <a:gd name="connsiteX72" fmla="*/ 5912484 w 10678681"/>
              <a:gd name="connsiteY72" fmla="*/ 1112624 h 1357700"/>
              <a:gd name="connsiteX73" fmla="*/ 5908387 w 10678681"/>
              <a:gd name="connsiteY73" fmla="*/ 1116018 h 1357700"/>
              <a:gd name="connsiteX74" fmla="*/ 5890495 w 10678681"/>
              <a:gd name="connsiteY74" fmla="*/ 1120268 h 1357700"/>
              <a:gd name="connsiteX75" fmla="*/ 5887318 w 10678681"/>
              <a:gd name="connsiteY75" fmla="*/ 1133134 h 1357700"/>
              <a:gd name="connsiteX76" fmla="*/ 5861726 w 10678681"/>
              <a:gd name="connsiteY76" fmla="*/ 1147891 h 1357700"/>
              <a:gd name="connsiteX77" fmla="*/ 5828273 w 10678681"/>
              <a:gd name="connsiteY77" fmla="*/ 1152456 h 1357700"/>
              <a:gd name="connsiteX78" fmla="*/ 5667391 w 10678681"/>
              <a:gd name="connsiteY78" fmla="*/ 1161093 h 1357700"/>
              <a:gd name="connsiteX79" fmla="*/ 5572219 w 10678681"/>
              <a:gd name="connsiteY79" fmla="*/ 1173708 h 1357700"/>
              <a:gd name="connsiteX80" fmla="*/ 5537768 w 10678681"/>
              <a:gd name="connsiteY80" fmla="*/ 1190202 h 1357700"/>
              <a:gd name="connsiteX81" fmla="*/ 5488513 w 10678681"/>
              <a:gd name="connsiteY81" fmla="*/ 1205367 h 1357700"/>
              <a:gd name="connsiteX82" fmla="*/ 5402905 w 10678681"/>
              <a:gd name="connsiteY82" fmla="*/ 1241191 h 1357700"/>
              <a:gd name="connsiteX83" fmla="*/ 5285593 w 10678681"/>
              <a:gd name="connsiteY83" fmla="*/ 1273569 h 1357700"/>
              <a:gd name="connsiteX84" fmla="*/ 5192893 w 10678681"/>
              <a:gd name="connsiteY84" fmla="*/ 1247188 h 1357700"/>
              <a:gd name="connsiteX85" fmla="*/ 5186475 w 10678681"/>
              <a:gd name="connsiteY85" fmla="*/ 1257028 h 1357700"/>
              <a:gd name="connsiteX86" fmla="*/ 5126038 w 10678681"/>
              <a:gd name="connsiteY86" fmla="*/ 1263189 h 1357700"/>
              <a:gd name="connsiteX87" fmla="*/ 4905913 w 10678681"/>
              <a:gd name="connsiteY87" fmla="*/ 1224477 h 1357700"/>
              <a:gd name="connsiteX88" fmla="*/ 4788036 w 10678681"/>
              <a:gd name="connsiteY88" fmla="*/ 1238182 h 1357700"/>
              <a:gd name="connsiteX89" fmla="*/ 4747555 w 10678681"/>
              <a:gd name="connsiteY89" fmla="*/ 1252768 h 1357700"/>
              <a:gd name="connsiteX90" fmla="*/ 4679644 w 10678681"/>
              <a:gd name="connsiteY90" fmla="*/ 1276603 h 1357700"/>
              <a:gd name="connsiteX91" fmla="*/ 4632222 w 10678681"/>
              <a:gd name="connsiteY91" fmla="*/ 1318360 h 1357700"/>
              <a:gd name="connsiteX92" fmla="*/ 4617358 w 10678681"/>
              <a:gd name="connsiteY92" fmla="*/ 1327690 h 1357700"/>
              <a:gd name="connsiteX93" fmla="*/ 4589102 w 10678681"/>
              <a:gd name="connsiteY93" fmla="*/ 1321223 h 1357700"/>
              <a:gd name="connsiteX94" fmla="*/ 4578184 w 10678681"/>
              <a:gd name="connsiteY94" fmla="*/ 1326745 h 1357700"/>
              <a:gd name="connsiteX95" fmla="*/ 4574270 w 10678681"/>
              <a:gd name="connsiteY95" fmla="*/ 1325878 h 1357700"/>
              <a:gd name="connsiteX96" fmla="*/ 4564919 w 10678681"/>
              <a:gd name="connsiteY96" fmla="*/ 1325507 h 1357700"/>
              <a:gd name="connsiteX97" fmla="*/ 4566586 w 10678681"/>
              <a:gd name="connsiteY97" fmla="*/ 1316963 h 1357700"/>
              <a:gd name="connsiteX98" fmla="*/ 4556303 w 10678681"/>
              <a:gd name="connsiteY98" fmla="*/ 1300262 h 1357700"/>
              <a:gd name="connsiteX99" fmla="*/ 4502358 w 10678681"/>
              <a:gd name="connsiteY99" fmla="*/ 1302558 h 1357700"/>
              <a:gd name="connsiteX100" fmla="*/ 4498919 w 10678681"/>
              <a:gd name="connsiteY100" fmla="*/ 1312115 h 1357700"/>
              <a:gd name="connsiteX101" fmla="*/ 4492075 w 10678681"/>
              <a:gd name="connsiteY101" fmla="*/ 1313357 h 1357700"/>
              <a:gd name="connsiteX102" fmla="*/ 4487466 w 10678681"/>
              <a:gd name="connsiteY102" fmla="*/ 1304102 h 1357700"/>
              <a:gd name="connsiteX103" fmla="*/ 4398292 w 10678681"/>
              <a:gd name="connsiteY103" fmla="*/ 1278410 h 1357700"/>
              <a:gd name="connsiteX104" fmla="*/ 4278026 w 10678681"/>
              <a:gd name="connsiteY104" fmla="*/ 1259803 h 1357700"/>
              <a:gd name="connsiteX105" fmla="*/ 4188995 w 10678681"/>
              <a:gd name="connsiteY105" fmla="*/ 1296718 h 1357700"/>
              <a:gd name="connsiteX106" fmla="*/ 4181483 w 10678681"/>
              <a:gd name="connsiteY106" fmla="*/ 1287686 h 1357700"/>
              <a:gd name="connsiteX107" fmla="*/ 4120739 w 10678681"/>
              <a:gd name="connsiteY107" fmla="*/ 1288549 h 1357700"/>
              <a:gd name="connsiteX108" fmla="*/ 3906561 w 10678681"/>
              <a:gd name="connsiteY108" fmla="*/ 1352435 h 1357700"/>
              <a:gd name="connsiteX109" fmla="*/ 3787890 w 10678681"/>
              <a:gd name="connsiteY109" fmla="*/ 1352442 h 1357700"/>
              <a:gd name="connsiteX110" fmla="*/ 3745993 w 10678681"/>
              <a:gd name="connsiteY110" fmla="*/ 1342630 h 1357700"/>
              <a:gd name="connsiteX111" fmla="*/ 3675785 w 10678681"/>
              <a:gd name="connsiteY111" fmla="*/ 1326802 h 1357700"/>
              <a:gd name="connsiteX112" fmla="*/ 3623856 w 10678681"/>
              <a:gd name="connsiteY112" fmla="*/ 1290804 h 1357700"/>
              <a:gd name="connsiteX113" fmla="*/ 3564933 w 10678681"/>
              <a:gd name="connsiteY113" fmla="*/ 1287147 h 1357700"/>
              <a:gd name="connsiteX114" fmla="*/ 3550537 w 10678681"/>
              <a:gd name="connsiteY114" fmla="*/ 1317552 h 1357700"/>
              <a:gd name="connsiteX115" fmla="*/ 3487736 w 10678681"/>
              <a:gd name="connsiteY115" fmla="*/ 1303493 h 1357700"/>
              <a:gd name="connsiteX116" fmla="*/ 3392548 w 10678681"/>
              <a:gd name="connsiteY116" fmla="*/ 1278741 h 1357700"/>
              <a:gd name="connsiteX117" fmla="*/ 3337466 w 10678681"/>
              <a:gd name="connsiteY117" fmla="*/ 1272537 h 1357700"/>
              <a:gd name="connsiteX118" fmla="*/ 3187206 w 10678681"/>
              <a:gd name="connsiteY118" fmla="*/ 1246821 h 1357700"/>
              <a:gd name="connsiteX119" fmla="*/ 3036856 w 10678681"/>
              <a:gd name="connsiteY119" fmla="*/ 1214383 h 1357700"/>
              <a:gd name="connsiteX120" fmla="*/ 2948654 w 10678681"/>
              <a:gd name="connsiteY120" fmla="*/ 1157455 h 1357700"/>
              <a:gd name="connsiteX121" fmla="*/ 2824973 w 10678681"/>
              <a:gd name="connsiteY121" fmla="*/ 1134864 h 1357700"/>
              <a:gd name="connsiteX122" fmla="*/ 2804398 w 10678681"/>
              <a:gd name="connsiteY122" fmla="*/ 1125556 h 1357700"/>
              <a:gd name="connsiteX123" fmla="*/ 2775396 w 10678681"/>
              <a:gd name="connsiteY123" fmla="*/ 1130148 h 1357700"/>
              <a:gd name="connsiteX124" fmla="*/ 2659096 w 10678681"/>
              <a:gd name="connsiteY124" fmla="*/ 1150294 h 1357700"/>
              <a:gd name="connsiteX125" fmla="*/ 2567088 w 10678681"/>
              <a:gd name="connsiteY125" fmla="*/ 1181781 h 1357700"/>
              <a:gd name="connsiteX126" fmla="*/ 2454501 w 10678681"/>
              <a:gd name="connsiteY126" fmla="*/ 1155455 h 1357700"/>
              <a:gd name="connsiteX127" fmla="*/ 2385161 w 10678681"/>
              <a:gd name="connsiteY127" fmla="*/ 1161312 h 1357700"/>
              <a:gd name="connsiteX128" fmla="*/ 2270528 w 10678681"/>
              <a:gd name="connsiteY128" fmla="*/ 1204338 h 1357700"/>
              <a:gd name="connsiteX129" fmla="*/ 2121820 w 10678681"/>
              <a:gd name="connsiteY129" fmla="*/ 1187078 h 1357700"/>
              <a:gd name="connsiteX130" fmla="*/ 2092716 w 10678681"/>
              <a:gd name="connsiteY130" fmla="*/ 1139224 h 1357700"/>
              <a:gd name="connsiteX131" fmla="*/ 2052449 w 10678681"/>
              <a:gd name="connsiteY131" fmla="*/ 1109687 h 1357700"/>
              <a:gd name="connsiteX132" fmla="*/ 2032607 w 10678681"/>
              <a:gd name="connsiteY132" fmla="*/ 1175477 h 1357700"/>
              <a:gd name="connsiteX133" fmla="*/ 1901837 w 10678681"/>
              <a:gd name="connsiteY133" fmla="*/ 1221762 h 1357700"/>
              <a:gd name="connsiteX134" fmla="*/ 1836762 w 10678681"/>
              <a:gd name="connsiteY134" fmla="*/ 1237387 h 1357700"/>
              <a:gd name="connsiteX135" fmla="*/ 1735877 w 10678681"/>
              <a:gd name="connsiteY135" fmla="*/ 1246527 h 1357700"/>
              <a:gd name="connsiteX136" fmla="*/ 1705069 w 10678681"/>
              <a:gd name="connsiteY136" fmla="*/ 1251989 h 1357700"/>
              <a:gd name="connsiteX137" fmla="*/ 1397689 w 10678681"/>
              <a:gd name="connsiteY137" fmla="*/ 1336144 h 1357700"/>
              <a:gd name="connsiteX138" fmla="*/ 1220734 w 10678681"/>
              <a:gd name="connsiteY138" fmla="*/ 1257811 h 1357700"/>
              <a:gd name="connsiteX139" fmla="*/ 1021737 w 10678681"/>
              <a:gd name="connsiteY139" fmla="*/ 1238739 h 1357700"/>
              <a:gd name="connsiteX140" fmla="*/ 959820 w 10678681"/>
              <a:gd name="connsiteY140" fmla="*/ 1275863 h 1357700"/>
              <a:gd name="connsiteX141" fmla="*/ 929137 w 10678681"/>
              <a:gd name="connsiteY141" fmla="*/ 1273957 h 1357700"/>
              <a:gd name="connsiteX142" fmla="*/ 878849 w 10678681"/>
              <a:gd name="connsiteY142" fmla="*/ 1266740 h 1357700"/>
              <a:gd name="connsiteX143" fmla="*/ 800667 w 10678681"/>
              <a:gd name="connsiteY143" fmla="*/ 1282041 h 1357700"/>
              <a:gd name="connsiteX144" fmla="*/ 644906 w 10678681"/>
              <a:gd name="connsiteY144" fmla="*/ 1273685 h 1357700"/>
              <a:gd name="connsiteX145" fmla="*/ 379869 w 10678681"/>
              <a:gd name="connsiteY145" fmla="*/ 1339165 h 1357700"/>
              <a:gd name="connsiteX146" fmla="*/ 137696 w 10678681"/>
              <a:gd name="connsiteY146" fmla="*/ 1319217 h 1357700"/>
              <a:gd name="connsiteX147" fmla="*/ 54250 w 10678681"/>
              <a:gd name="connsiteY147" fmla="*/ 1315838 h 1357700"/>
              <a:gd name="connsiteX148" fmla="*/ 28042 w 10678681"/>
              <a:gd name="connsiteY148" fmla="*/ 1297822 h 1357700"/>
              <a:gd name="connsiteX149" fmla="*/ 0 w 10678681"/>
              <a:gd name="connsiteY149" fmla="*/ 1294612 h 1357700"/>
              <a:gd name="connsiteX0" fmla="*/ 0 w 10678681"/>
              <a:gd name="connsiteY0" fmla="*/ 0 h 1357700"/>
              <a:gd name="connsiteX1" fmla="*/ 10678681 w 10678681"/>
              <a:gd name="connsiteY1" fmla="*/ 0 h 1357700"/>
              <a:gd name="connsiteX2" fmla="*/ 10666019 w 10678681"/>
              <a:gd name="connsiteY2" fmla="*/ 7876 h 1357700"/>
              <a:gd name="connsiteX3" fmla="*/ 10632825 w 10678681"/>
              <a:gd name="connsiteY3" fmla="*/ 32153 h 1357700"/>
              <a:gd name="connsiteX4" fmla="*/ 10510605 w 10678681"/>
              <a:gd name="connsiteY4" fmla="*/ 30449 h 1357700"/>
              <a:gd name="connsiteX5" fmla="*/ 10456989 w 10678681"/>
              <a:gd name="connsiteY5" fmla="*/ 979 h 1357700"/>
              <a:gd name="connsiteX6" fmla="*/ 10438642 w 10678681"/>
              <a:gd name="connsiteY6" fmla="*/ 1524 h 1357700"/>
              <a:gd name="connsiteX7" fmla="*/ 10407146 w 10678681"/>
              <a:gd name="connsiteY7" fmla="*/ 43659 h 1357700"/>
              <a:gd name="connsiteX8" fmla="*/ 10357996 w 10678681"/>
              <a:gd name="connsiteY8" fmla="*/ 50836 h 1357700"/>
              <a:gd name="connsiteX9" fmla="*/ 10306667 w 10678681"/>
              <a:gd name="connsiteY9" fmla="*/ 109739 h 1357700"/>
              <a:gd name="connsiteX10" fmla="*/ 10115334 w 10678681"/>
              <a:gd name="connsiteY10" fmla="*/ 155658 h 1357700"/>
              <a:gd name="connsiteX11" fmla="*/ 10068157 w 10678681"/>
              <a:gd name="connsiteY11" fmla="*/ 215673 h 1357700"/>
              <a:gd name="connsiteX12" fmla="*/ 10045431 w 10678681"/>
              <a:gd name="connsiteY12" fmla="*/ 229568 h 1357700"/>
              <a:gd name="connsiteX13" fmla="*/ 10013265 w 10678681"/>
              <a:gd name="connsiteY13" fmla="*/ 284757 h 1357700"/>
              <a:gd name="connsiteX14" fmla="*/ 9862496 w 10678681"/>
              <a:gd name="connsiteY14" fmla="*/ 223033 h 1357700"/>
              <a:gd name="connsiteX15" fmla="*/ 9679638 w 10678681"/>
              <a:gd name="connsiteY15" fmla="*/ 277462 h 1357700"/>
              <a:gd name="connsiteX16" fmla="*/ 9498347 w 10678681"/>
              <a:gd name="connsiteY16" fmla="*/ 244723 h 1357700"/>
              <a:gd name="connsiteX17" fmla="*/ 9399702 w 10678681"/>
              <a:gd name="connsiteY17" fmla="*/ 276316 h 1357700"/>
              <a:gd name="connsiteX18" fmla="*/ 9378439 w 10678681"/>
              <a:gd name="connsiteY18" fmla="*/ 326244 h 1357700"/>
              <a:gd name="connsiteX19" fmla="*/ 9121744 w 10678681"/>
              <a:gd name="connsiteY19" fmla="*/ 365177 h 1357700"/>
              <a:gd name="connsiteX20" fmla="*/ 9061654 w 10678681"/>
              <a:gd name="connsiteY20" fmla="*/ 393730 h 1357700"/>
              <a:gd name="connsiteX21" fmla="*/ 8997577 w 10678681"/>
              <a:gd name="connsiteY21" fmla="*/ 380865 h 1357700"/>
              <a:gd name="connsiteX22" fmla="*/ 8907968 w 10678681"/>
              <a:gd name="connsiteY22" fmla="*/ 447345 h 1357700"/>
              <a:gd name="connsiteX23" fmla="*/ 8764163 w 10678681"/>
              <a:gd name="connsiteY23" fmla="*/ 471000 h 1357700"/>
              <a:gd name="connsiteX24" fmla="*/ 8680155 w 10678681"/>
              <a:gd name="connsiteY24" fmla="*/ 492404 h 1357700"/>
              <a:gd name="connsiteX25" fmla="*/ 8651436 w 10678681"/>
              <a:gd name="connsiteY25" fmla="*/ 511923 h 1357700"/>
              <a:gd name="connsiteX26" fmla="*/ 8609185 w 10678681"/>
              <a:gd name="connsiteY26" fmla="*/ 531525 h 1357700"/>
              <a:gd name="connsiteX27" fmla="*/ 8537091 w 10678681"/>
              <a:gd name="connsiteY27" fmla="*/ 574933 h 1357700"/>
              <a:gd name="connsiteX28" fmla="*/ 8435931 w 10678681"/>
              <a:gd name="connsiteY28" fmla="*/ 617926 h 1357700"/>
              <a:gd name="connsiteX29" fmla="*/ 8348623 w 10678681"/>
              <a:gd name="connsiteY29" fmla="*/ 600607 h 1357700"/>
              <a:gd name="connsiteX30" fmla="*/ 8344233 w 10678681"/>
              <a:gd name="connsiteY30" fmla="*/ 610922 h 1357700"/>
              <a:gd name="connsiteX31" fmla="*/ 8290622 w 10678681"/>
              <a:gd name="connsiteY31" fmla="*/ 622687 h 1357700"/>
              <a:gd name="connsiteX32" fmla="*/ 8086698 w 10678681"/>
              <a:gd name="connsiteY32" fmla="*/ 605185 h 1357700"/>
              <a:gd name="connsiteX33" fmla="*/ 7982378 w 10678681"/>
              <a:gd name="connsiteY33" fmla="*/ 629799 h 1357700"/>
              <a:gd name="connsiteX34" fmla="*/ 7947952 w 10678681"/>
              <a:gd name="connsiteY34" fmla="*/ 648003 h 1357700"/>
              <a:gd name="connsiteX35" fmla="*/ 7890112 w 10678681"/>
              <a:gd name="connsiteY35" fmla="*/ 677915 h 1357700"/>
              <a:gd name="connsiteX36" fmla="*/ 7853284 w 10678681"/>
              <a:gd name="connsiteY36" fmla="*/ 723588 h 1357700"/>
              <a:gd name="connsiteX37" fmla="*/ 7802383 w 10678681"/>
              <a:gd name="connsiteY37" fmla="*/ 739359 h 1357700"/>
              <a:gd name="connsiteX38" fmla="*/ 7782280 w 10678681"/>
              <a:gd name="connsiteY38" fmla="*/ 712868 h 1357700"/>
              <a:gd name="connsiteX39" fmla="*/ 7730518 w 10678681"/>
              <a:gd name="connsiteY39" fmla="*/ 739526 h 1357700"/>
              <a:gd name="connsiteX40" fmla="*/ 7652907 w 10678681"/>
              <a:gd name="connsiteY40" fmla="*/ 783273 h 1357700"/>
              <a:gd name="connsiteX41" fmla="*/ 7606008 w 10678681"/>
              <a:gd name="connsiteY41" fmla="*/ 800717 h 1357700"/>
              <a:gd name="connsiteX42" fmla="*/ 7480223 w 10678681"/>
              <a:gd name="connsiteY42" fmla="*/ 856821 h 1357700"/>
              <a:gd name="connsiteX43" fmla="*/ 7356005 w 10678681"/>
              <a:gd name="connsiteY43" fmla="*/ 919462 h 1357700"/>
              <a:gd name="connsiteX44" fmla="*/ 7305396 w 10678681"/>
              <a:gd name="connsiteY44" fmla="*/ 986228 h 1357700"/>
              <a:gd name="connsiteX45" fmla="*/ 7298314 w 10678681"/>
              <a:gd name="connsiteY45" fmla="*/ 989899 h 1357700"/>
              <a:gd name="connsiteX46" fmla="*/ 7277477 w 10678681"/>
              <a:gd name="connsiteY46" fmla="*/ 990571 h 1357700"/>
              <a:gd name="connsiteX47" fmla="*/ 7269396 w 10678681"/>
              <a:gd name="connsiteY47" fmla="*/ 989282 h 1357700"/>
              <a:gd name="connsiteX48" fmla="*/ 7258094 w 10678681"/>
              <a:gd name="connsiteY48" fmla="*/ 990679 h 1357700"/>
              <a:gd name="connsiteX49" fmla="*/ 7257893 w 10678681"/>
              <a:gd name="connsiteY49" fmla="*/ 991204 h 1357700"/>
              <a:gd name="connsiteX50" fmla="*/ 7247153 w 10678681"/>
              <a:gd name="connsiteY50" fmla="*/ 991550 h 1357700"/>
              <a:gd name="connsiteX51" fmla="*/ 7193612 w 10678681"/>
              <a:gd name="connsiteY51" fmla="*/ 987042 h 1357700"/>
              <a:gd name="connsiteX52" fmla="*/ 7132632 w 10678681"/>
              <a:gd name="connsiteY52" fmla="*/ 1042036 h 1357700"/>
              <a:gd name="connsiteX53" fmla="*/ 7105610 w 10678681"/>
              <a:gd name="connsiteY53" fmla="*/ 1053537 h 1357700"/>
              <a:gd name="connsiteX54" fmla="*/ 7091599 w 10678681"/>
              <a:gd name="connsiteY54" fmla="*/ 1062302 h 1357700"/>
              <a:gd name="connsiteX55" fmla="*/ 7090998 w 10678681"/>
              <a:gd name="connsiteY55" fmla="*/ 1064540 h 1357700"/>
              <a:gd name="connsiteX56" fmla="*/ 7039634 w 10678681"/>
              <a:gd name="connsiteY56" fmla="*/ 1059971 h 1357700"/>
              <a:gd name="connsiteX57" fmla="*/ 7033445 w 10678681"/>
              <a:gd name="connsiteY57" fmla="*/ 1063314 h 1357700"/>
              <a:gd name="connsiteX58" fmla="*/ 6999157 w 10678681"/>
              <a:gd name="connsiteY58" fmla="*/ 1055282 h 1357700"/>
              <a:gd name="connsiteX59" fmla="*/ 6981874 w 10678681"/>
              <a:gd name="connsiteY59" fmla="*/ 1053827 h 1357700"/>
              <a:gd name="connsiteX60" fmla="*/ 6976102 w 10678681"/>
              <a:gd name="connsiteY60" fmla="*/ 1047854 h 1357700"/>
              <a:gd name="connsiteX61" fmla="*/ 6951040 w 10678681"/>
              <a:gd name="connsiteY61" fmla="*/ 1048531 h 1357700"/>
              <a:gd name="connsiteX62" fmla="*/ 6948497 w 10678681"/>
              <a:gd name="connsiteY62" fmla="*/ 1050706 h 1357700"/>
              <a:gd name="connsiteX63" fmla="*/ 6926582 w 10678681"/>
              <a:gd name="connsiteY63" fmla="*/ 1043462 h 1357700"/>
              <a:gd name="connsiteX64" fmla="*/ 6906706 w 10678681"/>
              <a:gd name="connsiteY64" fmla="*/ 1027961 h 1357700"/>
              <a:gd name="connsiteX65" fmla="*/ 6698313 w 10678681"/>
              <a:gd name="connsiteY65" fmla="*/ 1063249 h 1357700"/>
              <a:gd name="connsiteX66" fmla="*/ 6505317 w 10678681"/>
              <a:gd name="connsiteY66" fmla="*/ 1011686 h 1357700"/>
              <a:gd name="connsiteX67" fmla="*/ 6392549 w 10678681"/>
              <a:gd name="connsiteY67" fmla="*/ 1032948 h 1357700"/>
              <a:gd name="connsiteX68" fmla="*/ 6361470 w 10678681"/>
              <a:gd name="connsiteY68" fmla="*/ 1080572 h 1357700"/>
              <a:gd name="connsiteX69" fmla="*/ 6074811 w 10678681"/>
              <a:gd name="connsiteY69" fmla="*/ 1092701 h 1357700"/>
              <a:gd name="connsiteX70" fmla="*/ 6004655 w 10678681"/>
              <a:gd name="connsiteY70" fmla="*/ 1114946 h 1357700"/>
              <a:gd name="connsiteX71" fmla="*/ 5936643 w 10678681"/>
              <a:gd name="connsiteY71" fmla="*/ 1095428 h 1357700"/>
              <a:gd name="connsiteX72" fmla="*/ 5912484 w 10678681"/>
              <a:gd name="connsiteY72" fmla="*/ 1112624 h 1357700"/>
              <a:gd name="connsiteX73" fmla="*/ 5908387 w 10678681"/>
              <a:gd name="connsiteY73" fmla="*/ 1116018 h 1357700"/>
              <a:gd name="connsiteX74" fmla="*/ 5890495 w 10678681"/>
              <a:gd name="connsiteY74" fmla="*/ 1120268 h 1357700"/>
              <a:gd name="connsiteX75" fmla="*/ 5887318 w 10678681"/>
              <a:gd name="connsiteY75" fmla="*/ 1133134 h 1357700"/>
              <a:gd name="connsiteX76" fmla="*/ 5861726 w 10678681"/>
              <a:gd name="connsiteY76" fmla="*/ 1147891 h 1357700"/>
              <a:gd name="connsiteX77" fmla="*/ 5828273 w 10678681"/>
              <a:gd name="connsiteY77" fmla="*/ 1152456 h 1357700"/>
              <a:gd name="connsiteX78" fmla="*/ 5667391 w 10678681"/>
              <a:gd name="connsiteY78" fmla="*/ 1161093 h 1357700"/>
              <a:gd name="connsiteX79" fmla="*/ 5572219 w 10678681"/>
              <a:gd name="connsiteY79" fmla="*/ 1173708 h 1357700"/>
              <a:gd name="connsiteX80" fmla="*/ 5537768 w 10678681"/>
              <a:gd name="connsiteY80" fmla="*/ 1190202 h 1357700"/>
              <a:gd name="connsiteX81" fmla="*/ 5488513 w 10678681"/>
              <a:gd name="connsiteY81" fmla="*/ 1205367 h 1357700"/>
              <a:gd name="connsiteX82" fmla="*/ 5402905 w 10678681"/>
              <a:gd name="connsiteY82" fmla="*/ 1241191 h 1357700"/>
              <a:gd name="connsiteX83" fmla="*/ 5285593 w 10678681"/>
              <a:gd name="connsiteY83" fmla="*/ 1273569 h 1357700"/>
              <a:gd name="connsiteX84" fmla="*/ 5192893 w 10678681"/>
              <a:gd name="connsiteY84" fmla="*/ 1247188 h 1357700"/>
              <a:gd name="connsiteX85" fmla="*/ 5186475 w 10678681"/>
              <a:gd name="connsiteY85" fmla="*/ 1257028 h 1357700"/>
              <a:gd name="connsiteX86" fmla="*/ 5126038 w 10678681"/>
              <a:gd name="connsiteY86" fmla="*/ 1263189 h 1357700"/>
              <a:gd name="connsiteX87" fmla="*/ 4905913 w 10678681"/>
              <a:gd name="connsiteY87" fmla="*/ 1224477 h 1357700"/>
              <a:gd name="connsiteX88" fmla="*/ 4788036 w 10678681"/>
              <a:gd name="connsiteY88" fmla="*/ 1238182 h 1357700"/>
              <a:gd name="connsiteX89" fmla="*/ 4747555 w 10678681"/>
              <a:gd name="connsiteY89" fmla="*/ 1252768 h 1357700"/>
              <a:gd name="connsiteX90" fmla="*/ 4679644 w 10678681"/>
              <a:gd name="connsiteY90" fmla="*/ 1276603 h 1357700"/>
              <a:gd name="connsiteX91" fmla="*/ 4632222 w 10678681"/>
              <a:gd name="connsiteY91" fmla="*/ 1318360 h 1357700"/>
              <a:gd name="connsiteX92" fmla="*/ 4617358 w 10678681"/>
              <a:gd name="connsiteY92" fmla="*/ 1327690 h 1357700"/>
              <a:gd name="connsiteX93" fmla="*/ 4589102 w 10678681"/>
              <a:gd name="connsiteY93" fmla="*/ 1321223 h 1357700"/>
              <a:gd name="connsiteX94" fmla="*/ 4578184 w 10678681"/>
              <a:gd name="connsiteY94" fmla="*/ 1326745 h 1357700"/>
              <a:gd name="connsiteX95" fmla="*/ 4574270 w 10678681"/>
              <a:gd name="connsiteY95" fmla="*/ 1325878 h 1357700"/>
              <a:gd name="connsiteX96" fmla="*/ 4564919 w 10678681"/>
              <a:gd name="connsiteY96" fmla="*/ 1325507 h 1357700"/>
              <a:gd name="connsiteX97" fmla="*/ 4566586 w 10678681"/>
              <a:gd name="connsiteY97" fmla="*/ 1316963 h 1357700"/>
              <a:gd name="connsiteX98" fmla="*/ 4556303 w 10678681"/>
              <a:gd name="connsiteY98" fmla="*/ 1300262 h 1357700"/>
              <a:gd name="connsiteX99" fmla="*/ 4502358 w 10678681"/>
              <a:gd name="connsiteY99" fmla="*/ 1302558 h 1357700"/>
              <a:gd name="connsiteX100" fmla="*/ 4498919 w 10678681"/>
              <a:gd name="connsiteY100" fmla="*/ 1312115 h 1357700"/>
              <a:gd name="connsiteX101" fmla="*/ 4492075 w 10678681"/>
              <a:gd name="connsiteY101" fmla="*/ 1313357 h 1357700"/>
              <a:gd name="connsiteX102" fmla="*/ 4487466 w 10678681"/>
              <a:gd name="connsiteY102" fmla="*/ 1304102 h 1357700"/>
              <a:gd name="connsiteX103" fmla="*/ 4398292 w 10678681"/>
              <a:gd name="connsiteY103" fmla="*/ 1278410 h 1357700"/>
              <a:gd name="connsiteX104" fmla="*/ 4278026 w 10678681"/>
              <a:gd name="connsiteY104" fmla="*/ 1259803 h 1357700"/>
              <a:gd name="connsiteX105" fmla="*/ 4188995 w 10678681"/>
              <a:gd name="connsiteY105" fmla="*/ 1296718 h 1357700"/>
              <a:gd name="connsiteX106" fmla="*/ 4181483 w 10678681"/>
              <a:gd name="connsiteY106" fmla="*/ 1287686 h 1357700"/>
              <a:gd name="connsiteX107" fmla="*/ 4120739 w 10678681"/>
              <a:gd name="connsiteY107" fmla="*/ 1288549 h 1357700"/>
              <a:gd name="connsiteX108" fmla="*/ 3906561 w 10678681"/>
              <a:gd name="connsiteY108" fmla="*/ 1352435 h 1357700"/>
              <a:gd name="connsiteX109" fmla="*/ 3787890 w 10678681"/>
              <a:gd name="connsiteY109" fmla="*/ 1352442 h 1357700"/>
              <a:gd name="connsiteX110" fmla="*/ 3745993 w 10678681"/>
              <a:gd name="connsiteY110" fmla="*/ 1342630 h 1357700"/>
              <a:gd name="connsiteX111" fmla="*/ 3675785 w 10678681"/>
              <a:gd name="connsiteY111" fmla="*/ 1326802 h 1357700"/>
              <a:gd name="connsiteX112" fmla="*/ 3623856 w 10678681"/>
              <a:gd name="connsiteY112" fmla="*/ 1290804 h 1357700"/>
              <a:gd name="connsiteX113" fmla="*/ 3564933 w 10678681"/>
              <a:gd name="connsiteY113" fmla="*/ 1287147 h 1357700"/>
              <a:gd name="connsiteX114" fmla="*/ 3550537 w 10678681"/>
              <a:gd name="connsiteY114" fmla="*/ 1317552 h 1357700"/>
              <a:gd name="connsiteX115" fmla="*/ 3487736 w 10678681"/>
              <a:gd name="connsiteY115" fmla="*/ 1303493 h 1357700"/>
              <a:gd name="connsiteX116" fmla="*/ 3392548 w 10678681"/>
              <a:gd name="connsiteY116" fmla="*/ 1278741 h 1357700"/>
              <a:gd name="connsiteX117" fmla="*/ 3337466 w 10678681"/>
              <a:gd name="connsiteY117" fmla="*/ 1272537 h 1357700"/>
              <a:gd name="connsiteX118" fmla="*/ 3187206 w 10678681"/>
              <a:gd name="connsiteY118" fmla="*/ 1246821 h 1357700"/>
              <a:gd name="connsiteX119" fmla="*/ 3036856 w 10678681"/>
              <a:gd name="connsiteY119" fmla="*/ 1214383 h 1357700"/>
              <a:gd name="connsiteX120" fmla="*/ 2948654 w 10678681"/>
              <a:gd name="connsiteY120" fmla="*/ 1157455 h 1357700"/>
              <a:gd name="connsiteX121" fmla="*/ 2824973 w 10678681"/>
              <a:gd name="connsiteY121" fmla="*/ 1134864 h 1357700"/>
              <a:gd name="connsiteX122" fmla="*/ 2804398 w 10678681"/>
              <a:gd name="connsiteY122" fmla="*/ 1125556 h 1357700"/>
              <a:gd name="connsiteX123" fmla="*/ 2775396 w 10678681"/>
              <a:gd name="connsiteY123" fmla="*/ 1130148 h 1357700"/>
              <a:gd name="connsiteX124" fmla="*/ 2659096 w 10678681"/>
              <a:gd name="connsiteY124" fmla="*/ 1150294 h 1357700"/>
              <a:gd name="connsiteX125" fmla="*/ 2567088 w 10678681"/>
              <a:gd name="connsiteY125" fmla="*/ 1181781 h 1357700"/>
              <a:gd name="connsiteX126" fmla="*/ 2454501 w 10678681"/>
              <a:gd name="connsiteY126" fmla="*/ 1155455 h 1357700"/>
              <a:gd name="connsiteX127" fmla="*/ 2385161 w 10678681"/>
              <a:gd name="connsiteY127" fmla="*/ 1161312 h 1357700"/>
              <a:gd name="connsiteX128" fmla="*/ 2270528 w 10678681"/>
              <a:gd name="connsiteY128" fmla="*/ 1204338 h 1357700"/>
              <a:gd name="connsiteX129" fmla="*/ 2121820 w 10678681"/>
              <a:gd name="connsiteY129" fmla="*/ 1187078 h 1357700"/>
              <a:gd name="connsiteX130" fmla="*/ 2092716 w 10678681"/>
              <a:gd name="connsiteY130" fmla="*/ 1139224 h 1357700"/>
              <a:gd name="connsiteX131" fmla="*/ 2052449 w 10678681"/>
              <a:gd name="connsiteY131" fmla="*/ 1109687 h 1357700"/>
              <a:gd name="connsiteX132" fmla="*/ 2032607 w 10678681"/>
              <a:gd name="connsiteY132" fmla="*/ 1175477 h 1357700"/>
              <a:gd name="connsiteX133" fmla="*/ 1901837 w 10678681"/>
              <a:gd name="connsiteY133" fmla="*/ 1221762 h 1357700"/>
              <a:gd name="connsiteX134" fmla="*/ 1836762 w 10678681"/>
              <a:gd name="connsiteY134" fmla="*/ 1237387 h 1357700"/>
              <a:gd name="connsiteX135" fmla="*/ 1735877 w 10678681"/>
              <a:gd name="connsiteY135" fmla="*/ 1246527 h 1357700"/>
              <a:gd name="connsiteX136" fmla="*/ 1705069 w 10678681"/>
              <a:gd name="connsiteY136" fmla="*/ 1251989 h 1357700"/>
              <a:gd name="connsiteX137" fmla="*/ 1397689 w 10678681"/>
              <a:gd name="connsiteY137" fmla="*/ 1336144 h 1357700"/>
              <a:gd name="connsiteX138" fmla="*/ 1220734 w 10678681"/>
              <a:gd name="connsiteY138" fmla="*/ 1257811 h 1357700"/>
              <a:gd name="connsiteX139" fmla="*/ 1021737 w 10678681"/>
              <a:gd name="connsiteY139" fmla="*/ 1238739 h 1357700"/>
              <a:gd name="connsiteX140" fmla="*/ 959820 w 10678681"/>
              <a:gd name="connsiteY140" fmla="*/ 1275863 h 1357700"/>
              <a:gd name="connsiteX141" fmla="*/ 929137 w 10678681"/>
              <a:gd name="connsiteY141" fmla="*/ 1273957 h 1357700"/>
              <a:gd name="connsiteX142" fmla="*/ 878849 w 10678681"/>
              <a:gd name="connsiteY142" fmla="*/ 1266740 h 1357700"/>
              <a:gd name="connsiteX143" fmla="*/ 800667 w 10678681"/>
              <a:gd name="connsiteY143" fmla="*/ 1282041 h 1357700"/>
              <a:gd name="connsiteX144" fmla="*/ 644906 w 10678681"/>
              <a:gd name="connsiteY144" fmla="*/ 1273685 h 1357700"/>
              <a:gd name="connsiteX145" fmla="*/ 379869 w 10678681"/>
              <a:gd name="connsiteY145" fmla="*/ 1339165 h 1357700"/>
              <a:gd name="connsiteX146" fmla="*/ 137696 w 10678681"/>
              <a:gd name="connsiteY146" fmla="*/ 1319217 h 1357700"/>
              <a:gd name="connsiteX147" fmla="*/ 54250 w 10678681"/>
              <a:gd name="connsiteY147" fmla="*/ 1315838 h 1357700"/>
              <a:gd name="connsiteX148" fmla="*/ 28042 w 10678681"/>
              <a:gd name="connsiteY148" fmla="*/ 1297822 h 1357700"/>
              <a:gd name="connsiteX149" fmla="*/ 0 w 10678681"/>
              <a:gd name="connsiteY149" fmla="*/ 1294612 h 1357700"/>
              <a:gd name="connsiteX150" fmla="*/ 0 w 10678681"/>
              <a:gd name="connsiteY150" fmla="*/ 0 h 1357700"/>
              <a:gd name="connsiteX0" fmla="*/ 0 w 10678681"/>
              <a:gd name="connsiteY0" fmla="*/ 0 h 1357700"/>
              <a:gd name="connsiteX1" fmla="*/ 10678681 w 10678681"/>
              <a:gd name="connsiteY1" fmla="*/ 0 h 1357700"/>
              <a:gd name="connsiteX2" fmla="*/ 10666019 w 10678681"/>
              <a:gd name="connsiteY2" fmla="*/ 7876 h 1357700"/>
              <a:gd name="connsiteX3" fmla="*/ 10632825 w 10678681"/>
              <a:gd name="connsiteY3" fmla="*/ 32153 h 1357700"/>
              <a:gd name="connsiteX4" fmla="*/ 10510605 w 10678681"/>
              <a:gd name="connsiteY4" fmla="*/ 30449 h 1357700"/>
              <a:gd name="connsiteX5" fmla="*/ 10456989 w 10678681"/>
              <a:gd name="connsiteY5" fmla="*/ 979 h 1357700"/>
              <a:gd name="connsiteX6" fmla="*/ 10438642 w 10678681"/>
              <a:gd name="connsiteY6" fmla="*/ 1524 h 1357700"/>
              <a:gd name="connsiteX7" fmla="*/ 10407146 w 10678681"/>
              <a:gd name="connsiteY7" fmla="*/ 43659 h 1357700"/>
              <a:gd name="connsiteX8" fmla="*/ 10357996 w 10678681"/>
              <a:gd name="connsiteY8" fmla="*/ 50836 h 1357700"/>
              <a:gd name="connsiteX9" fmla="*/ 10306667 w 10678681"/>
              <a:gd name="connsiteY9" fmla="*/ 109739 h 1357700"/>
              <a:gd name="connsiteX10" fmla="*/ 10115334 w 10678681"/>
              <a:gd name="connsiteY10" fmla="*/ 155658 h 1357700"/>
              <a:gd name="connsiteX11" fmla="*/ 10068157 w 10678681"/>
              <a:gd name="connsiteY11" fmla="*/ 215673 h 1357700"/>
              <a:gd name="connsiteX12" fmla="*/ 10045431 w 10678681"/>
              <a:gd name="connsiteY12" fmla="*/ 229568 h 1357700"/>
              <a:gd name="connsiteX13" fmla="*/ 10013265 w 10678681"/>
              <a:gd name="connsiteY13" fmla="*/ 284757 h 1357700"/>
              <a:gd name="connsiteX14" fmla="*/ 9862496 w 10678681"/>
              <a:gd name="connsiteY14" fmla="*/ 223033 h 1357700"/>
              <a:gd name="connsiteX15" fmla="*/ 9679638 w 10678681"/>
              <a:gd name="connsiteY15" fmla="*/ 277462 h 1357700"/>
              <a:gd name="connsiteX16" fmla="*/ 9498347 w 10678681"/>
              <a:gd name="connsiteY16" fmla="*/ 244723 h 1357700"/>
              <a:gd name="connsiteX17" fmla="*/ 9399702 w 10678681"/>
              <a:gd name="connsiteY17" fmla="*/ 276316 h 1357700"/>
              <a:gd name="connsiteX18" fmla="*/ 9378439 w 10678681"/>
              <a:gd name="connsiteY18" fmla="*/ 326244 h 1357700"/>
              <a:gd name="connsiteX19" fmla="*/ 9121744 w 10678681"/>
              <a:gd name="connsiteY19" fmla="*/ 365177 h 1357700"/>
              <a:gd name="connsiteX20" fmla="*/ 9061654 w 10678681"/>
              <a:gd name="connsiteY20" fmla="*/ 393730 h 1357700"/>
              <a:gd name="connsiteX21" fmla="*/ 8997577 w 10678681"/>
              <a:gd name="connsiteY21" fmla="*/ 380865 h 1357700"/>
              <a:gd name="connsiteX22" fmla="*/ 8907968 w 10678681"/>
              <a:gd name="connsiteY22" fmla="*/ 447345 h 1357700"/>
              <a:gd name="connsiteX23" fmla="*/ 8764163 w 10678681"/>
              <a:gd name="connsiteY23" fmla="*/ 471000 h 1357700"/>
              <a:gd name="connsiteX24" fmla="*/ 8680155 w 10678681"/>
              <a:gd name="connsiteY24" fmla="*/ 492404 h 1357700"/>
              <a:gd name="connsiteX25" fmla="*/ 8651436 w 10678681"/>
              <a:gd name="connsiteY25" fmla="*/ 511923 h 1357700"/>
              <a:gd name="connsiteX26" fmla="*/ 8609185 w 10678681"/>
              <a:gd name="connsiteY26" fmla="*/ 531525 h 1357700"/>
              <a:gd name="connsiteX27" fmla="*/ 8537091 w 10678681"/>
              <a:gd name="connsiteY27" fmla="*/ 574933 h 1357700"/>
              <a:gd name="connsiteX28" fmla="*/ 8435931 w 10678681"/>
              <a:gd name="connsiteY28" fmla="*/ 617926 h 1357700"/>
              <a:gd name="connsiteX29" fmla="*/ 8348623 w 10678681"/>
              <a:gd name="connsiteY29" fmla="*/ 600607 h 1357700"/>
              <a:gd name="connsiteX30" fmla="*/ 8344233 w 10678681"/>
              <a:gd name="connsiteY30" fmla="*/ 610922 h 1357700"/>
              <a:gd name="connsiteX31" fmla="*/ 8290622 w 10678681"/>
              <a:gd name="connsiteY31" fmla="*/ 622687 h 1357700"/>
              <a:gd name="connsiteX32" fmla="*/ 8086698 w 10678681"/>
              <a:gd name="connsiteY32" fmla="*/ 605185 h 1357700"/>
              <a:gd name="connsiteX33" fmla="*/ 7982378 w 10678681"/>
              <a:gd name="connsiteY33" fmla="*/ 629799 h 1357700"/>
              <a:gd name="connsiteX34" fmla="*/ 7947952 w 10678681"/>
              <a:gd name="connsiteY34" fmla="*/ 648003 h 1357700"/>
              <a:gd name="connsiteX35" fmla="*/ 7890112 w 10678681"/>
              <a:gd name="connsiteY35" fmla="*/ 677915 h 1357700"/>
              <a:gd name="connsiteX36" fmla="*/ 7853284 w 10678681"/>
              <a:gd name="connsiteY36" fmla="*/ 723588 h 1357700"/>
              <a:gd name="connsiteX37" fmla="*/ 7802383 w 10678681"/>
              <a:gd name="connsiteY37" fmla="*/ 739359 h 1357700"/>
              <a:gd name="connsiteX38" fmla="*/ 7782280 w 10678681"/>
              <a:gd name="connsiteY38" fmla="*/ 712868 h 1357700"/>
              <a:gd name="connsiteX39" fmla="*/ 7730518 w 10678681"/>
              <a:gd name="connsiteY39" fmla="*/ 739526 h 1357700"/>
              <a:gd name="connsiteX40" fmla="*/ 7652907 w 10678681"/>
              <a:gd name="connsiteY40" fmla="*/ 783273 h 1357700"/>
              <a:gd name="connsiteX41" fmla="*/ 7606008 w 10678681"/>
              <a:gd name="connsiteY41" fmla="*/ 800717 h 1357700"/>
              <a:gd name="connsiteX42" fmla="*/ 7480223 w 10678681"/>
              <a:gd name="connsiteY42" fmla="*/ 856821 h 1357700"/>
              <a:gd name="connsiteX43" fmla="*/ 7356005 w 10678681"/>
              <a:gd name="connsiteY43" fmla="*/ 919462 h 1357700"/>
              <a:gd name="connsiteX44" fmla="*/ 7305396 w 10678681"/>
              <a:gd name="connsiteY44" fmla="*/ 986228 h 1357700"/>
              <a:gd name="connsiteX45" fmla="*/ 7298314 w 10678681"/>
              <a:gd name="connsiteY45" fmla="*/ 989899 h 1357700"/>
              <a:gd name="connsiteX46" fmla="*/ 7277477 w 10678681"/>
              <a:gd name="connsiteY46" fmla="*/ 990571 h 1357700"/>
              <a:gd name="connsiteX47" fmla="*/ 7269396 w 10678681"/>
              <a:gd name="connsiteY47" fmla="*/ 989282 h 1357700"/>
              <a:gd name="connsiteX48" fmla="*/ 7258094 w 10678681"/>
              <a:gd name="connsiteY48" fmla="*/ 990679 h 1357700"/>
              <a:gd name="connsiteX49" fmla="*/ 7257893 w 10678681"/>
              <a:gd name="connsiteY49" fmla="*/ 991204 h 1357700"/>
              <a:gd name="connsiteX50" fmla="*/ 7247153 w 10678681"/>
              <a:gd name="connsiteY50" fmla="*/ 991550 h 1357700"/>
              <a:gd name="connsiteX51" fmla="*/ 7193612 w 10678681"/>
              <a:gd name="connsiteY51" fmla="*/ 987042 h 1357700"/>
              <a:gd name="connsiteX52" fmla="*/ 7132632 w 10678681"/>
              <a:gd name="connsiteY52" fmla="*/ 1042036 h 1357700"/>
              <a:gd name="connsiteX53" fmla="*/ 7105610 w 10678681"/>
              <a:gd name="connsiteY53" fmla="*/ 1053537 h 1357700"/>
              <a:gd name="connsiteX54" fmla="*/ 7091599 w 10678681"/>
              <a:gd name="connsiteY54" fmla="*/ 1062302 h 1357700"/>
              <a:gd name="connsiteX55" fmla="*/ 7090998 w 10678681"/>
              <a:gd name="connsiteY55" fmla="*/ 1064540 h 1357700"/>
              <a:gd name="connsiteX56" fmla="*/ 7039634 w 10678681"/>
              <a:gd name="connsiteY56" fmla="*/ 1059971 h 1357700"/>
              <a:gd name="connsiteX57" fmla="*/ 7033445 w 10678681"/>
              <a:gd name="connsiteY57" fmla="*/ 1063314 h 1357700"/>
              <a:gd name="connsiteX58" fmla="*/ 6999157 w 10678681"/>
              <a:gd name="connsiteY58" fmla="*/ 1055282 h 1357700"/>
              <a:gd name="connsiteX59" fmla="*/ 6981874 w 10678681"/>
              <a:gd name="connsiteY59" fmla="*/ 1053827 h 1357700"/>
              <a:gd name="connsiteX60" fmla="*/ 6976102 w 10678681"/>
              <a:gd name="connsiteY60" fmla="*/ 1047854 h 1357700"/>
              <a:gd name="connsiteX61" fmla="*/ 6951040 w 10678681"/>
              <a:gd name="connsiteY61" fmla="*/ 1048531 h 1357700"/>
              <a:gd name="connsiteX62" fmla="*/ 6948497 w 10678681"/>
              <a:gd name="connsiteY62" fmla="*/ 1050706 h 1357700"/>
              <a:gd name="connsiteX63" fmla="*/ 6926582 w 10678681"/>
              <a:gd name="connsiteY63" fmla="*/ 1043462 h 1357700"/>
              <a:gd name="connsiteX64" fmla="*/ 6833743 w 10678681"/>
              <a:gd name="connsiteY64" fmla="*/ 1027960 h 1357700"/>
              <a:gd name="connsiteX65" fmla="*/ 6698313 w 10678681"/>
              <a:gd name="connsiteY65" fmla="*/ 1063249 h 1357700"/>
              <a:gd name="connsiteX66" fmla="*/ 6505317 w 10678681"/>
              <a:gd name="connsiteY66" fmla="*/ 1011686 h 1357700"/>
              <a:gd name="connsiteX67" fmla="*/ 6392549 w 10678681"/>
              <a:gd name="connsiteY67" fmla="*/ 1032948 h 1357700"/>
              <a:gd name="connsiteX68" fmla="*/ 6361470 w 10678681"/>
              <a:gd name="connsiteY68" fmla="*/ 1080572 h 1357700"/>
              <a:gd name="connsiteX69" fmla="*/ 6074811 w 10678681"/>
              <a:gd name="connsiteY69" fmla="*/ 1092701 h 1357700"/>
              <a:gd name="connsiteX70" fmla="*/ 6004655 w 10678681"/>
              <a:gd name="connsiteY70" fmla="*/ 1114946 h 1357700"/>
              <a:gd name="connsiteX71" fmla="*/ 5936643 w 10678681"/>
              <a:gd name="connsiteY71" fmla="*/ 1095428 h 1357700"/>
              <a:gd name="connsiteX72" fmla="*/ 5912484 w 10678681"/>
              <a:gd name="connsiteY72" fmla="*/ 1112624 h 1357700"/>
              <a:gd name="connsiteX73" fmla="*/ 5908387 w 10678681"/>
              <a:gd name="connsiteY73" fmla="*/ 1116018 h 1357700"/>
              <a:gd name="connsiteX74" fmla="*/ 5890495 w 10678681"/>
              <a:gd name="connsiteY74" fmla="*/ 1120268 h 1357700"/>
              <a:gd name="connsiteX75" fmla="*/ 5887318 w 10678681"/>
              <a:gd name="connsiteY75" fmla="*/ 1133134 h 1357700"/>
              <a:gd name="connsiteX76" fmla="*/ 5861726 w 10678681"/>
              <a:gd name="connsiteY76" fmla="*/ 1147891 h 1357700"/>
              <a:gd name="connsiteX77" fmla="*/ 5828273 w 10678681"/>
              <a:gd name="connsiteY77" fmla="*/ 1152456 h 1357700"/>
              <a:gd name="connsiteX78" fmla="*/ 5667391 w 10678681"/>
              <a:gd name="connsiteY78" fmla="*/ 1161093 h 1357700"/>
              <a:gd name="connsiteX79" fmla="*/ 5572219 w 10678681"/>
              <a:gd name="connsiteY79" fmla="*/ 1173708 h 1357700"/>
              <a:gd name="connsiteX80" fmla="*/ 5537768 w 10678681"/>
              <a:gd name="connsiteY80" fmla="*/ 1190202 h 1357700"/>
              <a:gd name="connsiteX81" fmla="*/ 5488513 w 10678681"/>
              <a:gd name="connsiteY81" fmla="*/ 1205367 h 1357700"/>
              <a:gd name="connsiteX82" fmla="*/ 5402905 w 10678681"/>
              <a:gd name="connsiteY82" fmla="*/ 1241191 h 1357700"/>
              <a:gd name="connsiteX83" fmla="*/ 5285593 w 10678681"/>
              <a:gd name="connsiteY83" fmla="*/ 1273569 h 1357700"/>
              <a:gd name="connsiteX84" fmla="*/ 5192893 w 10678681"/>
              <a:gd name="connsiteY84" fmla="*/ 1247188 h 1357700"/>
              <a:gd name="connsiteX85" fmla="*/ 5186475 w 10678681"/>
              <a:gd name="connsiteY85" fmla="*/ 1257028 h 1357700"/>
              <a:gd name="connsiteX86" fmla="*/ 5126038 w 10678681"/>
              <a:gd name="connsiteY86" fmla="*/ 1263189 h 1357700"/>
              <a:gd name="connsiteX87" fmla="*/ 4905913 w 10678681"/>
              <a:gd name="connsiteY87" fmla="*/ 1224477 h 1357700"/>
              <a:gd name="connsiteX88" fmla="*/ 4788036 w 10678681"/>
              <a:gd name="connsiteY88" fmla="*/ 1238182 h 1357700"/>
              <a:gd name="connsiteX89" fmla="*/ 4747555 w 10678681"/>
              <a:gd name="connsiteY89" fmla="*/ 1252768 h 1357700"/>
              <a:gd name="connsiteX90" fmla="*/ 4679644 w 10678681"/>
              <a:gd name="connsiteY90" fmla="*/ 1276603 h 1357700"/>
              <a:gd name="connsiteX91" fmla="*/ 4632222 w 10678681"/>
              <a:gd name="connsiteY91" fmla="*/ 1318360 h 1357700"/>
              <a:gd name="connsiteX92" fmla="*/ 4617358 w 10678681"/>
              <a:gd name="connsiteY92" fmla="*/ 1327690 h 1357700"/>
              <a:gd name="connsiteX93" fmla="*/ 4589102 w 10678681"/>
              <a:gd name="connsiteY93" fmla="*/ 1321223 h 1357700"/>
              <a:gd name="connsiteX94" fmla="*/ 4578184 w 10678681"/>
              <a:gd name="connsiteY94" fmla="*/ 1326745 h 1357700"/>
              <a:gd name="connsiteX95" fmla="*/ 4574270 w 10678681"/>
              <a:gd name="connsiteY95" fmla="*/ 1325878 h 1357700"/>
              <a:gd name="connsiteX96" fmla="*/ 4564919 w 10678681"/>
              <a:gd name="connsiteY96" fmla="*/ 1325507 h 1357700"/>
              <a:gd name="connsiteX97" fmla="*/ 4566586 w 10678681"/>
              <a:gd name="connsiteY97" fmla="*/ 1316963 h 1357700"/>
              <a:gd name="connsiteX98" fmla="*/ 4556303 w 10678681"/>
              <a:gd name="connsiteY98" fmla="*/ 1300262 h 1357700"/>
              <a:gd name="connsiteX99" fmla="*/ 4502358 w 10678681"/>
              <a:gd name="connsiteY99" fmla="*/ 1302558 h 1357700"/>
              <a:gd name="connsiteX100" fmla="*/ 4498919 w 10678681"/>
              <a:gd name="connsiteY100" fmla="*/ 1312115 h 1357700"/>
              <a:gd name="connsiteX101" fmla="*/ 4492075 w 10678681"/>
              <a:gd name="connsiteY101" fmla="*/ 1313357 h 1357700"/>
              <a:gd name="connsiteX102" fmla="*/ 4487466 w 10678681"/>
              <a:gd name="connsiteY102" fmla="*/ 1304102 h 1357700"/>
              <a:gd name="connsiteX103" fmla="*/ 4398292 w 10678681"/>
              <a:gd name="connsiteY103" fmla="*/ 1278410 h 1357700"/>
              <a:gd name="connsiteX104" fmla="*/ 4278026 w 10678681"/>
              <a:gd name="connsiteY104" fmla="*/ 1259803 h 1357700"/>
              <a:gd name="connsiteX105" fmla="*/ 4188995 w 10678681"/>
              <a:gd name="connsiteY105" fmla="*/ 1296718 h 1357700"/>
              <a:gd name="connsiteX106" fmla="*/ 4181483 w 10678681"/>
              <a:gd name="connsiteY106" fmla="*/ 1287686 h 1357700"/>
              <a:gd name="connsiteX107" fmla="*/ 4120739 w 10678681"/>
              <a:gd name="connsiteY107" fmla="*/ 1288549 h 1357700"/>
              <a:gd name="connsiteX108" fmla="*/ 3906561 w 10678681"/>
              <a:gd name="connsiteY108" fmla="*/ 1352435 h 1357700"/>
              <a:gd name="connsiteX109" fmla="*/ 3787890 w 10678681"/>
              <a:gd name="connsiteY109" fmla="*/ 1352442 h 1357700"/>
              <a:gd name="connsiteX110" fmla="*/ 3745993 w 10678681"/>
              <a:gd name="connsiteY110" fmla="*/ 1342630 h 1357700"/>
              <a:gd name="connsiteX111" fmla="*/ 3675785 w 10678681"/>
              <a:gd name="connsiteY111" fmla="*/ 1326802 h 1357700"/>
              <a:gd name="connsiteX112" fmla="*/ 3623856 w 10678681"/>
              <a:gd name="connsiteY112" fmla="*/ 1290804 h 1357700"/>
              <a:gd name="connsiteX113" fmla="*/ 3564933 w 10678681"/>
              <a:gd name="connsiteY113" fmla="*/ 1287147 h 1357700"/>
              <a:gd name="connsiteX114" fmla="*/ 3550537 w 10678681"/>
              <a:gd name="connsiteY114" fmla="*/ 1317552 h 1357700"/>
              <a:gd name="connsiteX115" fmla="*/ 3487736 w 10678681"/>
              <a:gd name="connsiteY115" fmla="*/ 1303493 h 1357700"/>
              <a:gd name="connsiteX116" fmla="*/ 3392548 w 10678681"/>
              <a:gd name="connsiteY116" fmla="*/ 1278741 h 1357700"/>
              <a:gd name="connsiteX117" fmla="*/ 3337466 w 10678681"/>
              <a:gd name="connsiteY117" fmla="*/ 1272537 h 1357700"/>
              <a:gd name="connsiteX118" fmla="*/ 3187206 w 10678681"/>
              <a:gd name="connsiteY118" fmla="*/ 1246821 h 1357700"/>
              <a:gd name="connsiteX119" fmla="*/ 3036856 w 10678681"/>
              <a:gd name="connsiteY119" fmla="*/ 1214383 h 1357700"/>
              <a:gd name="connsiteX120" fmla="*/ 2948654 w 10678681"/>
              <a:gd name="connsiteY120" fmla="*/ 1157455 h 1357700"/>
              <a:gd name="connsiteX121" fmla="*/ 2824973 w 10678681"/>
              <a:gd name="connsiteY121" fmla="*/ 1134864 h 1357700"/>
              <a:gd name="connsiteX122" fmla="*/ 2804398 w 10678681"/>
              <a:gd name="connsiteY122" fmla="*/ 1125556 h 1357700"/>
              <a:gd name="connsiteX123" fmla="*/ 2775396 w 10678681"/>
              <a:gd name="connsiteY123" fmla="*/ 1130148 h 1357700"/>
              <a:gd name="connsiteX124" fmla="*/ 2659096 w 10678681"/>
              <a:gd name="connsiteY124" fmla="*/ 1150294 h 1357700"/>
              <a:gd name="connsiteX125" fmla="*/ 2567088 w 10678681"/>
              <a:gd name="connsiteY125" fmla="*/ 1181781 h 1357700"/>
              <a:gd name="connsiteX126" fmla="*/ 2454501 w 10678681"/>
              <a:gd name="connsiteY126" fmla="*/ 1155455 h 1357700"/>
              <a:gd name="connsiteX127" fmla="*/ 2385161 w 10678681"/>
              <a:gd name="connsiteY127" fmla="*/ 1161312 h 1357700"/>
              <a:gd name="connsiteX128" fmla="*/ 2270528 w 10678681"/>
              <a:gd name="connsiteY128" fmla="*/ 1204338 h 1357700"/>
              <a:gd name="connsiteX129" fmla="*/ 2121820 w 10678681"/>
              <a:gd name="connsiteY129" fmla="*/ 1187078 h 1357700"/>
              <a:gd name="connsiteX130" fmla="*/ 2092716 w 10678681"/>
              <a:gd name="connsiteY130" fmla="*/ 1139224 h 1357700"/>
              <a:gd name="connsiteX131" fmla="*/ 2052449 w 10678681"/>
              <a:gd name="connsiteY131" fmla="*/ 1109687 h 1357700"/>
              <a:gd name="connsiteX132" fmla="*/ 2032607 w 10678681"/>
              <a:gd name="connsiteY132" fmla="*/ 1175477 h 1357700"/>
              <a:gd name="connsiteX133" fmla="*/ 1901837 w 10678681"/>
              <a:gd name="connsiteY133" fmla="*/ 1221762 h 1357700"/>
              <a:gd name="connsiteX134" fmla="*/ 1836762 w 10678681"/>
              <a:gd name="connsiteY134" fmla="*/ 1237387 h 1357700"/>
              <a:gd name="connsiteX135" fmla="*/ 1735877 w 10678681"/>
              <a:gd name="connsiteY135" fmla="*/ 1246527 h 1357700"/>
              <a:gd name="connsiteX136" fmla="*/ 1705069 w 10678681"/>
              <a:gd name="connsiteY136" fmla="*/ 1251989 h 1357700"/>
              <a:gd name="connsiteX137" fmla="*/ 1397689 w 10678681"/>
              <a:gd name="connsiteY137" fmla="*/ 1336144 h 1357700"/>
              <a:gd name="connsiteX138" fmla="*/ 1220734 w 10678681"/>
              <a:gd name="connsiteY138" fmla="*/ 1257811 h 1357700"/>
              <a:gd name="connsiteX139" fmla="*/ 1021737 w 10678681"/>
              <a:gd name="connsiteY139" fmla="*/ 1238739 h 1357700"/>
              <a:gd name="connsiteX140" fmla="*/ 959820 w 10678681"/>
              <a:gd name="connsiteY140" fmla="*/ 1275863 h 1357700"/>
              <a:gd name="connsiteX141" fmla="*/ 929137 w 10678681"/>
              <a:gd name="connsiteY141" fmla="*/ 1273957 h 1357700"/>
              <a:gd name="connsiteX142" fmla="*/ 878849 w 10678681"/>
              <a:gd name="connsiteY142" fmla="*/ 1266740 h 1357700"/>
              <a:gd name="connsiteX143" fmla="*/ 800667 w 10678681"/>
              <a:gd name="connsiteY143" fmla="*/ 1282041 h 1357700"/>
              <a:gd name="connsiteX144" fmla="*/ 644906 w 10678681"/>
              <a:gd name="connsiteY144" fmla="*/ 1273685 h 1357700"/>
              <a:gd name="connsiteX145" fmla="*/ 379869 w 10678681"/>
              <a:gd name="connsiteY145" fmla="*/ 1339165 h 1357700"/>
              <a:gd name="connsiteX146" fmla="*/ 137696 w 10678681"/>
              <a:gd name="connsiteY146" fmla="*/ 1319217 h 1357700"/>
              <a:gd name="connsiteX147" fmla="*/ 54250 w 10678681"/>
              <a:gd name="connsiteY147" fmla="*/ 1315838 h 1357700"/>
              <a:gd name="connsiteX148" fmla="*/ 28042 w 10678681"/>
              <a:gd name="connsiteY148" fmla="*/ 1297822 h 1357700"/>
              <a:gd name="connsiteX149" fmla="*/ 0 w 10678681"/>
              <a:gd name="connsiteY149" fmla="*/ 1294612 h 1357700"/>
              <a:gd name="connsiteX150" fmla="*/ 0 w 10678681"/>
              <a:gd name="connsiteY150" fmla="*/ 0 h 1357700"/>
              <a:gd name="connsiteX0" fmla="*/ 0 w 10678681"/>
              <a:gd name="connsiteY0" fmla="*/ 0 h 1357700"/>
              <a:gd name="connsiteX1" fmla="*/ 10678681 w 10678681"/>
              <a:gd name="connsiteY1" fmla="*/ 0 h 1357700"/>
              <a:gd name="connsiteX2" fmla="*/ 10666019 w 10678681"/>
              <a:gd name="connsiteY2" fmla="*/ 7876 h 1357700"/>
              <a:gd name="connsiteX3" fmla="*/ 10632825 w 10678681"/>
              <a:gd name="connsiteY3" fmla="*/ 32153 h 1357700"/>
              <a:gd name="connsiteX4" fmla="*/ 10510605 w 10678681"/>
              <a:gd name="connsiteY4" fmla="*/ 30449 h 1357700"/>
              <a:gd name="connsiteX5" fmla="*/ 10456989 w 10678681"/>
              <a:gd name="connsiteY5" fmla="*/ 979 h 1357700"/>
              <a:gd name="connsiteX6" fmla="*/ 10438642 w 10678681"/>
              <a:gd name="connsiteY6" fmla="*/ 1524 h 1357700"/>
              <a:gd name="connsiteX7" fmla="*/ 10407146 w 10678681"/>
              <a:gd name="connsiteY7" fmla="*/ 43659 h 1357700"/>
              <a:gd name="connsiteX8" fmla="*/ 10357996 w 10678681"/>
              <a:gd name="connsiteY8" fmla="*/ 50836 h 1357700"/>
              <a:gd name="connsiteX9" fmla="*/ 10306667 w 10678681"/>
              <a:gd name="connsiteY9" fmla="*/ 109739 h 1357700"/>
              <a:gd name="connsiteX10" fmla="*/ 10115334 w 10678681"/>
              <a:gd name="connsiteY10" fmla="*/ 155658 h 1357700"/>
              <a:gd name="connsiteX11" fmla="*/ 10068157 w 10678681"/>
              <a:gd name="connsiteY11" fmla="*/ 215673 h 1357700"/>
              <a:gd name="connsiteX12" fmla="*/ 10045431 w 10678681"/>
              <a:gd name="connsiteY12" fmla="*/ 229568 h 1357700"/>
              <a:gd name="connsiteX13" fmla="*/ 10013265 w 10678681"/>
              <a:gd name="connsiteY13" fmla="*/ 284757 h 1357700"/>
              <a:gd name="connsiteX14" fmla="*/ 9862496 w 10678681"/>
              <a:gd name="connsiteY14" fmla="*/ 223033 h 1357700"/>
              <a:gd name="connsiteX15" fmla="*/ 9679638 w 10678681"/>
              <a:gd name="connsiteY15" fmla="*/ 277462 h 1357700"/>
              <a:gd name="connsiteX16" fmla="*/ 9498347 w 10678681"/>
              <a:gd name="connsiteY16" fmla="*/ 244723 h 1357700"/>
              <a:gd name="connsiteX17" fmla="*/ 9399702 w 10678681"/>
              <a:gd name="connsiteY17" fmla="*/ 276316 h 1357700"/>
              <a:gd name="connsiteX18" fmla="*/ 9378439 w 10678681"/>
              <a:gd name="connsiteY18" fmla="*/ 326244 h 1357700"/>
              <a:gd name="connsiteX19" fmla="*/ 9121744 w 10678681"/>
              <a:gd name="connsiteY19" fmla="*/ 365177 h 1357700"/>
              <a:gd name="connsiteX20" fmla="*/ 9061654 w 10678681"/>
              <a:gd name="connsiteY20" fmla="*/ 393730 h 1357700"/>
              <a:gd name="connsiteX21" fmla="*/ 8997577 w 10678681"/>
              <a:gd name="connsiteY21" fmla="*/ 380865 h 1357700"/>
              <a:gd name="connsiteX22" fmla="*/ 8907968 w 10678681"/>
              <a:gd name="connsiteY22" fmla="*/ 447345 h 1357700"/>
              <a:gd name="connsiteX23" fmla="*/ 8764163 w 10678681"/>
              <a:gd name="connsiteY23" fmla="*/ 471000 h 1357700"/>
              <a:gd name="connsiteX24" fmla="*/ 8680155 w 10678681"/>
              <a:gd name="connsiteY24" fmla="*/ 492404 h 1357700"/>
              <a:gd name="connsiteX25" fmla="*/ 8651436 w 10678681"/>
              <a:gd name="connsiteY25" fmla="*/ 511923 h 1357700"/>
              <a:gd name="connsiteX26" fmla="*/ 8609185 w 10678681"/>
              <a:gd name="connsiteY26" fmla="*/ 531525 h 1357700"/>
              <a:gd name="connsiteX27" fmla="*/ 8537091 w 10678681"/>
              <a:gd name="connsiteY27" fmla="*/ 574933 h 1357700"/>
              <a:gd name="connsiteX28" fmla="*/ 8435931 w 10678681"/>
              <a:gd name="connsiteY28" fmla="*/ 617926 h 1357700"/>
              <a:gd name="connsiteX29" fmla="*/ 8348623 w 10678681"/>
              <a:gd name="connsiteY29" fmla="*/ 600607 h 1357700"/>
              <a:gd name="connsiteX30" fmla="*/ 8344233 w 10678681"/>
              <a:gd name="connsiteY30" fmla="*/ 610922 h 1357700"/>
              <a:gd name="connsiteX31" fmla="*/ 8290622 w 10678681"/>
              <a:gd name="connsiteY31" fmla="*/ 622687 h 1357700"/>
              <a:gd name="connsiteX32" fmla="*/ 8086698 w 10678681"/>
              <a:gd name="connsiteY32" fmla="*/ 605185 h 1357700"/>
              <a:gd name="connsiteX33" fmla="*/ 7982378 w 10678681"/>
              <a:gd name="connsiteY33" fmla="*/ 629799 h 1357700"/>
              <a:gd name="connsiteX34" fmla="*/ 7947952 w 10678681"/>
              <a:gd name="connsiteY34" fmla="*/ 648003 h 1357700"/>
              <a:gd name="connsiteX35" fmla="*/ 7890112 w 10678681"/>
              <a:gd name="connsiteY35" fmla="*/ 677915 h 1357700"/>
              <a:gd name="connsiteX36" fmla="*/ 7853284 w 10678681"/>
              <a:gd name="connsiteY36" fmla="*/ 723588 h 1357700"/>
              <a:gd name="connsiteX37" fmla="*/ 7802383 w 10678681"/>
              <a:gd name="connsiteY37" fmla="*/ 739359 h 1357700"/>
              <a:gd name="connsiteX38" fmla="*/ 7782280 w 10678681"/>
              <a:gd name="connsiteY38" fmla="*/ 712868 h 1357700"/>
              <a:gd name="connsiteX39" fmla="*/ 7730518 w 10678681"/>
              <a:gd name="connsiteY39" fmla="*/ 739526 h 1357700"/>
              <a:gd name="connsiteX40" fmla="*/ 7652907 w 10678681"/>
              <a:gd name="connsiteY40" fmla="*/ 783273 h 1357700"/>
              <a:gd name="connsiteX41" fmla="*/ 7606008 w 10678681"/>
              <a:gd name="connsiteY41" fmla="*/ 800717 h 1357700"/>
              <a:gd name="connsiteX42" fmla="*/ 7480223 w 10678681"/>
              <a:gd name="connsiteY42" fmla="*/ 856821 h 1357700"/>
              <a:gd name="connsiteX43" fmla="*/ 7356005 w 10678681"/>
              <a:gd name="connsiteY43" fmla="*/ 919462 h 1357700"/>
              <a:gd name="connsiteX44" fmla="*/ 7305396 w 10678681"/>
              <a:gd name="connsiteY44" fmla="*/ 986228 h 1357700"/>
              <a:gd name="connsiteX45" fmla="*/ 7298314 w 10678681"/>
              <a:gd name="connsiteY45" fmla="*/ 989899 h 1357700"/>
              <a:gd name="connsiteX46" fmla="*/ 7277477 w 10678681"/>
              <a:gd name="connsiteY46" fmla="*/ 990571 h 1357700"/>
              <a:gd name="connsiteX47" fmla="*/ 7269396 w 10678681"/>
              <a:gd name="connsiteY47" fmla="*/ 989282 h 1357700"/>
              <a:gd name="connsiteX48" fmla="*/ 7258094 w 10678681"/>
              <a:gd name="connsiteY48" fmla="*/ 990679 h 1357700"/>
              <a:gd name="connsiteX49" fmla="*/ 7257893 w 10678681"/>
              <a:gd name="connsiteY49" fmla="*/ 991204 h 1357700"/>
              <a:gd name="connsiteX50" fmla="*/ 7247153 w 10678681"/>
              <a:gd name="connsiteY50" fmla="*/ 991550 h 1357700"/>
              <a:gd name="connsiteX51" fmla="*/ 7193612 w 10678681"/>
              <a:gd name="connsiteY51" fmla="*/ 987042 h 1357700"/>
              <a:gd name="connsiteX52" fmla="*/ 7132632 w 10678681"/>
              <a:gd name="connsiteY52" fmla="*/ 1042036 h 1357700"/>
              <a:gd name="connsiteX53" fmla="*/ 7105610 w 10678681"/>
              <a:gd name="connsiteY53" fmla="*/ 1053537 h 1357700"/>
              <a:gd name="connsiteX54" fmla="*/ 7091599 w 10678681"/>
              <a:gd name="connsiteY54" fmla="*/ 1062302 h 1357700"/>
              <a:gd name="connsiteX55" fmla="*/ 7090998 w 10678681"/>
              <a:gd name="connsiteY55" fmla="*/ 1064540 h 1357700"/>
              <a:gd name="connsiteX56" fmla="*/ 7039634 w 10678681"/>
              <a:gd name="connsiteY56" fmla="*/ 1059971 h 1357700"/>
              <a:gd name="connsiteX57" fmla="*/ 7033445 w 10678681"/>
              <a:gd name="connsiteY57" fmla="*/ 1063314 h 1357700"/>
              <a:gd name="connsiteX58" fmla="*/ 6999157 w 10678681"/>
              <a:gd name="connsiteY58" fmla="*/ 1055282 h 1357700"/>
              <a:gd name="connsiteX59" fmla="*/ 6981874 w 10678681"/>
              <a:gd name="connsiteY59" fmla="*/ 1053827 h 1357700"/>
              <a:gd name="connsiteX60" fmla="*/ 6976102 w 10678681"/>
              <a:gd name="connsiteY60" fmla="*/ 1047854 h 1357700"/>
              <a:gd name="connsiteX61" fmla="*/ 6951040 w 10678681"/>
              <a:gd name="connsiteY61" fmla="*/ 1048531 h 1357700"/>
              <a:gd name="connsiteX62" fmla="*/ 6948497 w 10678681"/>
              <a:gd name="connsiteY62" fmla="*/ 1050706 h 1357700"/>
              <a:gd name="connsiteX63" fmla="*/ 6926582 w 10678681"/>
              <a:gd name="connsiteY63" fmla="*/ 1043462 h 1357700"/>
              <a:gd name="connsiteX64" fmla="*/ 6833743 w 10678681"/>
              <a:gd name="connsiteY64" fmla="*/ 1027960 h 1357700"/>
              <a:gd name="connsiteX65" fmla="*/ 6698313 w 10678681"/>
              <a:gd name="connsiteY65" fmla="*/ 1063249 h 1357700"/>
              <a:gd name="connsiteX66" fmla="*/ 6550218 w 10678681"/>
              <a:gd name="connsiteY66" fmla="*/ 1026825 h 1357700"/>
              <a:gd name="connsiteX67" fmla="*/ 6392549 w 10678681"/>
              <a:gd name="connsiteY67" fmla="*/ 1032948 h 1357700"/>
              <a:gd name="connsiteX68" fmla="*/ 6361470 w 10678681"/>
              <a:gd name="connsiteY68" fmla="*/ 1080572 h 1357700"/>
              <a:gd name="connsiteX69" fmla="*/ 6074811 w 10678681"/>
              <a:gd name="connsiteY69" fmla="*/ 1092701 h 1357700"/>
              <a:gd name="connsiteX70" fmla="*/ 6004655 w 10678681"/>
              <a:gd name="connsiteY70" fmla="*/ 1114946 h 1357700"/>
              <a:gd name="connsiteX71" fmla="*/ 5936643 w 10678681"/>
              <a:gd name="connsiteY71" fmla="*/ 1095428 h 1357700"/>
              <a:gd name="connsiteX72" fmla="*/ 5912484 w 10678681"/>
              <a:gd name="connsiteY72" fmla="*/ 1112624 h 1357700"/>
              <a:gd name="connsiteX73" fmla="*/ 5908387 w 10678681"/>
              <a:gd name="connsiteY73" fmla="*/ 1116018 h 1357700"/>
              <a:gd name="connsiteX74" fmla="*/ 5890495 w 10678681"/>
              <a:gd name="connsiteY74" fmla="*/ 1120268 h 1357700"/>
              <a:gd name="connsiteX75" fmla="*/ 5887318 w 10678681"/>
              <a:gd name="connsiteY75" fmla="*/ 1133134 h 1357700"/>
              <a:gd name="connsiteX76" fmla="*/ 5861726 w 10678681"/>
              <a:gd name="connsiteY76" fmla="*/ 1147891 h 1357700"/>
              <a:gd name="connsiteX77" fmla="*/ 5828273 w 10678681"/>
              <a:gd name="connsiteY77" fmla="*/ 1152456 h 1357700"/>
              <a:gd name="connsiteX78" fmla="*/ 5667391 w 10678681"/>
              <a:gd name="connsiteY78" fmla="*/ 1161093 h 1357700"/>
              <a:gd name="connsiteX79" fmla="*/ 5572219 w 10678681"/>
              <a:gd name="connsiteY79" fmla="*/ 1173708 h 1357700"/>
              <a:gd name="connsiteX80" fmla="*/ 5537768 w 10678681"/>
              <a:gd name="connsiteY80" fmla="*/ 1190202 h 1357700"/>
              <a:gd name="connsiteX81" fmla="*/ 5488513 w 10678681"/>
              <a:gd name="connsiteY81" fmla="*/ 1205367 h 1357700"/>
              <a:gd name="connsiteX82" fmla="*/ 5402905 w 10678681"/>
              <a:gd name="connsiteY82" fmla="*/ 1241191 h 1357700"/>
              <a:gd name="connsiteX83" fmla="*/ 5285593 w 10678681"/>
              <a:gd name="connsiteY83" fmla="*/ 1273569 h 1357700"/>
              <a:gd name="connsiteX84" fmla="*/ 5192893 w 10678681"/>
              <a:gd name="connsiteY84" fmla="*/ 1247188 h 1357700"/>
              <a:gd name="connsiteX85" fmla="*/ 5186475 w 10678681"/>
              <a:gd name="connsiteY85" fmla="*/ 1257028 h 1357700"/>
              <a:gd name="connsiteX86" fmla="*/ 5126038 w 10678681"/>
              <a:gd name="connsiteY86" fmla="*/ 1263189 h 1357700"/>
              <a:gd name="connsiteX87" fmla="*/ 4905913 w 10678681"/>
              <a:gd name="connsiteY87" fmla="*/ 1224477 h 1357700"/>
              <a:gd name="connsiteX88" fmla="*/ 4788036 w 10678681"/>
              <a:gd name="connsiteY88" fmla="*/ 1238182 h 1357700"/>
              <a:gd name="connsiteX89" fmla="*/ 4747555 w 10678681"/>
              <a:gd name="connsiteY89" fmla="*/ 1252768 h 1357700"/>
              <a:gd name="connsiteX90" fmla="*/ 4679644 w 10678681"/>
              <a:gd name="connsiteY90" fmla="*/ 1276603 h 1357700"/>
              <a:gd name="connsiteX91" fmla="*/ 4632222 w 10678681"/>
              <a:gd name="connsiteY91" fmla="*/ 1318360 h 1357700"/>
              <a:gd name="connsiteX92" fmla="*/ 4617358 w 10678681"/>
              <a:gd name="connsiteY92" fmla="*/ 1327690 h 1357700"/>
              <a:gd name="connsiteX93" fmla="*/ 4589102 w 10678681"/>
              <a:gd name="connsiteY93" fmla="*/ 1321223 h 1357700"/>
              <a:gd name="connsiteX94" fmla="*/ 4578184 w 10678681"/>
              <a:gd name="connsiteY94" fmla="*/ 1326745 h 1357700"/>
              <a:gd name="connsiteX95" fmla="*/ 4574270 w 10678681"/>
              <a:gd name="connsiteY95" fmla="*/ 1325878 h 1357700"/>
              <a:gd name="connsiteX96" fmla="*/ 4564919 w 10678681"/>
              <a:gd name="connsiteY96" fmla="*/ 1325507 h 1357700"/>
              <a:gd name="connsiteX97" fmla="*/ 4566586 w 10678681"/>
              <a:gd name="connsiteY97" fmla="*/ 1316963 h 1357700"/>
              <a:gd name="connsiteX98" fmla="*/ 4556303 w 10678681"/>
              <a:gd name="connsiteY98" fmla="*/ 1300262 h 1357700"/>
              <a:gd name="connsiteX99" fmla="*/ 4502358 w 10678681"/>
              <a:gd name="connsiteY99" fmla="*/ 1302558 h 1357700"/>
              <a:gd name="connsiteX100" fmla="*/ 4498919 w 10678681"/>
              <a:gd name="connsiteY100" fmla="*/ 1312115 h 1357700"/>
              <a:gd name="connsiteX101" fmla="*/ 4492075 w 10678681"/>
              <a:gd name="connsiteY101" fmla="*/ 1313357 h 1357700"/>
              <a:gd name="connsiteX102" fmla="*/ 4487466 w 10678681"/>
              <a:gd name="connsiteY102" fmla="*/ 1304102 h 1357700"/>
              <a:gd name="connsiteX103" fmla="*/ 4398292 w 10678681"/>
              <a:gd name="connsiteY103" fmla="*/ 1278410 h 1357700"/>
              <a:gd name="connsiteX104" fmla="*/ 4278026 w 10678681"/>
              <a:gd name="connsiteY104" fmla="*/ 1259803 h 1357700"/>
              <a:gd name="connsiteX105" fmla="*/ 4188995 w 10678681"/>
              <a:gd name="connsiteY105" fmla="*/ 1296718 h 1357700"/>
              <a:gd name="connsiteX106" fmla="*/ 4181483 w 10678681"/>
              <a:gd name="connsiteY106" fmla="*/ 1287686 h 1357700"/>
              <a:gd name="connsiteX107" fmla="*/ 4120739 w 10678681"/>
              <a:gd name="connsiteY107" fmla="*/ 1288549 h 1357700"/>
              <a:gd name="connsiteX108" fmla="*/ 3906561 w 10678681"/>
              <a:gd name="connsiteY108" fmla="*/ 1352435 h 1357700"/>
              <a:gd name="connsiteX109" fmla="*/ 3787890 w 10678681"/>
              <a:gd name="connsiteY109" fmla="*/ 1352442 h 1357700"/>
              <a:gd name="connsiteX110" fmla="*/ 3745993 w 10678681"/>
              <a:gd name="connsiteY110" fmla="*/ 1342630 h 1357700"/>
              <a:gd name="connsiteX111" fmla="*/ 3675785 w 10678681"/>
              <a:gd name="connsiteY111" fmla="*/ 1326802 h 1357700"/>
              <a:gd name="connsiteX112" fmla="*/ 3623856 w 10678681"/>
              <a:gd name="connsiteY112" fmla="*/ 1290804 h 1357700"/>
              <a:gd name="connsiteX113" fmla="*/ 3564933 w 10678681"/>
              <a:gd name="connsiteY113" fmla="*/ 1287147 h 1357700"/>
              <a:gd name="connsiteX114" fmla="*/ 3550537 w 10678681"/>
              <a:gd name="connsiteY114" fmla="*/ 1317552 h 1357700"/>
              <a:gd name="connsiteX115" fmla="*/ 3487736 w 10678681"/>
              <a:gd name="connsiteY115" fmla="*/ 1303493 h 1357700"/>
              <a:gd name="connsiteX116" fmla="*/ 3392548 w 10678681"/>
              <a:gd name="connsiteY116" fmla="*/ 1278741 h 1357700"/>
              <a:gd name="connsiteX117" fmla="*/ 3337466 w 10678681"/>
              <a:gd name="connsiteY117" fmla="*/ 1272537 h 1357700"/>
              <a:gd name="connsiteX118" fmla="*/ 3187206 w 10678681"/>
              <a:gd name="connsiteY118" fmla="*/ 1246821 h 1357700"/>
              <a:gd name="connsiteX119" fmla="*/ 3036856 w 10678681"/>
              <a:gd name="connsiteY119" fmla="*/ 1214383 h 1357700"/>
              <a:gd name="connsiteX120" fmla="*/ 2948654 w 10678681"/>
              <a:gd name="connsiteY120" fmla="*/ 1157455 h 1357700"/>
              <a:gd name="connsiteX121" fmla="*/ 2824973 w 10678681"/>
              <a:gd name="connsiteY121" fmla="*/ 1134864 h 1357700"/>
              <a:gd name="connsiteX122" fmla="*/ 2804398 w 10678681"/>
              <a:gd name="connsiteY122" fmla="*/ 1125556 h 1357700"/>
              <a:gd name="connsiteX123" fmla="*/ 2775396 w 10678681"/>
              <a:gd name="connsiteY123" fmla="*/ 1130148 h 1357700"/>
              <a:gd name="connsiteX124" fmla="*/ 2659096 w 10678681"/>
              <a:gd name="connsiteY124" fmla="*/ 1150294 h 1357700"/>
              <a:gd name="connsiteX125" fmla="*/ 2567088 w 10678681"/>
              <a:gd name="connsiteY125" fmla="*/ 1181781 h 1357700"/>
              <a:gd name="connsiteX126" fmla="*/ 2454501 w 10678681"/>
              <a:gd name="connsiteY126" fmla="*/ 1155455 h 1357700"/>
              <a:gd name="connsiteX127" fmla="*/ 2385161 w 10678681"/>
              <a:gd name="connsiteY127" fmla="*/ 1161312 h 1357700"/>
              <a:gd name="connsiteX128" fmla="*/ 2270528 w 10678681"/>
              <a:gd name="connsiteY128" fmla="*/ 1204338 h 1357700"/>
              <a:gd name="connsiteX129" fmla="*/ 2121820 w 10678681"/>
              <a:gd name="connsiteY129" fmla="*/ 1187078 h 1357700"/>
              <a:gd name="connsiteX130" fmla="*/ 2092716 w 10678681"/>
              <a:gd name="connsiteY130" fmla="*/ 1139224 h 1357700"/>
              <a:gd name="connsiteX131" fmla="*/ 2052449 w 10678681"/>
              <a:gd name="connsiteY131" fmla="*/ 1109687 h 1357700"/>
              <a:gd name="connsiteX132" fmla="*/ 2032607 w 10678681"/>
              <a:gd name="connsiteY132" fmla="*/ 1175477 h 1357700"/>
              <a:gd name="connsiteX133" fmla="*/ 1901837 w 10678681"/>
              <a:gd name="connsiteY133" fmla="*/ 1221762 h 1357700"/>
              <a:gd name="connsiteX134" fmla="*/ 1836762 w 10678681"/>
              <a:gd name="connsiteY134" fmla="*/ 1237387 h 1357700"/>
              <a:gd name="connsiteX135" fmla="*/ 1735877 w 10678681"/>
              <a:gd name="connsiteY135" fmla="*/ 1246527 h 1357700"/>
              <a:gd name="connsiteX136" fmla="*/ 1705069 w 10678681"/>
              <a:gd name="connsiteY136" fmla="*/ 1251989 h 1357700"/>
              <a:gd name="connsiteX137" fmla="*/ 1397689 w 10678681"/>
              <a:gd name="connsiteY137" fmla="*/ 1336144 h 1357700"/>
              <a:gd name="connsiteX138" fmla="*/ 1220734 w 10678681"/>
              <a:gd name="connsiteY138" fmla="*/ 1257811 h 1357700"/>
              <a:gd name="connsiteX139" fmla="*/ 1021737 w 10678681"/>
              <a:gd name="connsiteY139" fmla="*/ 1238739 h 1357700"/>
              <a:gd name="connsiteX140" fmla="*/ 959820 w 10678681"/>
              <a:gd name="connsiteY140" fmla="*/ 1275863 h 1357700"/>
              <a:gd name="connsiteX141" fmla="*/ 929137 w 10678681"/>
              <a:gd name="connsiteY141" fmla="*/ 1273957 h 1357700"/>
              <a:gd name="connsiteX142" fmla="*/ 878849 w 10678681"/>
              <a:gd name="connsiteY142" fmla="*/ 1266740 h 1357700"/>
              <a:gd name="connsiteX143" fmla="*/ 800667 w 10678681"/>
              <a:gd name="connsiteY143" fmla="*/ 1282041 h 1357700"/>
              <a:gd name="connsiteX144" fmla="*/ 644906 w 10678681"/>
              <a:gd name="connsiteY144" fmla="*/ 1273685 h 1357700"/>
              <a:gd name="connsiteX145" fmla="*/ 379869 w 10678681"/>
              <a:gd name="connsiteY145" fmla="*/ 1339165 h 1357700"/>
              <a:gd name="connsiteX146" fmla="*/ 137696 w 10678681"/>
              <a:gd name="connsiteY146" fmla="*/ 1319217 h 1357700"/>
              <a:gd name="connsiteX147" fmla="*/ 54250 w 10678681"/>
              <a:gd name="connsiteY147" fmla="*/ 1315838 h 1357700"/>
              <a:gd name="connsiteX148" fmla="*/ 28042 w 10678681"/>
              <a:gd name="connsiteY148" fmla="*/ 1297822 h 1357700"/>
              <a:gd name="connsiteX149" fmla="*/ 0 w 10678681"/>
              <a:gd name="connsiteY149" fmla="*/ 1294612 h 1357700"/>
              <a:gd name="connsiteX150" fmla="*/ 0 w 10678681"/>
              <a:gd name="connsiteY150" fmla="*/ 0 h 1357700"/>
              <a:gd name="connsiteX0" fmla="*/ 0 w 10678681"/>
              <a:gd name="connsiteY0" fmla="*/ 0 h 1357700"/>
              <a:gd name="connsiteX1" fmla="*/ 10678681 w 10678681"/>
              <a:gd name="connsiteY1" fmla="*/ 0 h 1357700"/>
              <a:gd name="connsiteX2" fmla="*/ 10666019 w 10678681"/>
              <a:gd name="connsiteY2" fmla="*/ 7876 h 1357700"/>
              <a:gd name="connsiteX3" fmla="*/ 10632825 w 10678681"/>
              <a:gd name="connsiteY3" fmla="*/ 32153 h 1357700"/>
              <a:gd name="connsiteX4" fmla="*/ 10510605 w 10678681"/>
              <a:gd name="connsiteY4" fmla="*/ 30449 h 1357700"/>
              <a:gd name="connsiteX5" fmla="*/ 10456989 w 10678681"/>
              <a:gd name="connsiteY5" fmla="*/ 979 h 1357700"/>
              <a:gd name="connsiteX6" fmla="*/ 10438642 w 10678681"/>
              <a:gd name="connsiteY6" fmla="*/ 1524 h 1357700"/>
              <a:gd name="connsiteX7" fmla="*/ 10407146 w 10678681"/>
              <a:gd name="connsiteY7" fmla="*/ 43659 h 1357700"/>
              <a:gd name="connsiteX8" fmla="*/ 10357996 w 10678681"/>
              <a:gd name="connsiteY8" fmla="*/ 50836 h 1357700"/>
              <a:gd name="connsiteX9" fmla="*/ 10306667 w 10678681"/>
              <a:gd name="connsiteY9" fmla="*/ 109739 h 1357700"/>
              <a:gd name="connsiteX10" fmla="*/ 10115334 w 10678681"/>
              <a:gd name="connsiteY10" fmla="*/ 155658 h 1357700"/>
              <a:gd name="connsiteX11" fmla="*/ 10068157 w 10678681"/>
              <a:gd name="connsiteY11" fmla="*/ 215673 h 1357700"/>
              <a:gd name="connsiteX12" fmla="*/ 10045431 w 10678681"/>
              <a:gd name="connsiteY12" fmla="*/ 229568 h 1357700"/>
              <a:gd name="connsiteX13" fmla="*/ 10013265 w 10678681"/>
              <a:gd name="connsiteY13" fmla="*/ 284757 h 1357700"/>
              <a:gd name="connsiteX14" fmla="*/ 9862496 w 10678681"/>
              <a:gd name="connsiteY14" fmla="*/ 223033 h 1357700"/>
              <a:gd name="connsiteX15" fmla="*/ 9679638 w 10678681"/>
              <a:gd name="connsiteY15" fmla="*/ 277462 h 1357700"/>
              <a:gd name="connsiteX16" fmla="*/ 9498347 w 10678681"/>
              <a:gd name="connsiteY16" fmla="*/ 244723 h 1357700"/>
              <a:gd name="connsiteX17" fmla="*/ 9399702 w 10678681"/>
              <a:gd name="connsiteY17" fmla="*/ 276316 h 1357700"/>
              <a:gd name="connsiteX18" fmla="*/ 9378439 w 10678681"/>
              <a:gd name="connsiteY18" fmla="*/ 326244 h 1357700"/>
              <a:gd name="connsiteX19" fmla="*/ 9121744 w 10678681"/>
              <a:gd name="connsiteY19" fmla="*/ 365177 h 1357700"/>
              <a:gd name="connsiteX20" fmla="*/ 9061654 w 10678681"/>
              <a:gd name="connsiteY20" fmla="*/ 393730 h 1357700"/>
              <a:gd name="connsiteX21" fmla="*/ 8997577 w 10678681"/>
              <a:gd name="connsiteY21" fmla="*/ 380865 h 1357700"/>
              <a:gd name="connsiteX22" fmla="*/ 8907968 w 10678681"/>
              <a:gd name="connsiteY22" fmla="*/ 447345 h 1357700"/>
              <a:gd name="connsiteX23" fmla="*/ 8764163 w 10678681"/>
              <a:gd name="connsiteY23" fmla="*/ 471000 h 1357700"/>
              <a:gd name="connsiteX24" fmla="*/ 8680155 w 10678681"/>
              <a:gd name="connsiteY24" fmla="*/ 492404 h 1357700"/>
              <a:gd name="connsiteX25" fmla="*/ 8651436 w 10678681"/>
              <a:gd name="connsiteY25" fmla="*/ 511923 h 1357700"/>
              <a:gd name="connsiteX26" fmla="*/ 8609185 w 10678681"/>
              <a:gd name="connsiteY26" fmla="*/ 531525 h 1357700"/>
              <a:gd name="connsiteX27" fmla="*/ 8537091 w 10678681"/>
              <a:gd name="connsiteY27" fmla="*/ 574933 h 1357700"/>
              <a:gd name="connsiteX28" fmla="*/ 8435931 w 10678681"/>
              <a:gd name="connsiteY28" fmla="*/ 617926 h 1357700"/>
              <a:gd name="connsiteX29" fmla="*/ 8348623 w 10678681"/>
              <a:gd name="connsiteY29" fmla="*/ 600607 h 1357700"/>
              <a:gd name="connsiteX30" fmla="*/ 8344233 w 10678681"/>
              <a:gd name="connsiteY30" fmla="*/ 610922 h 1357700"/>
              <a:gd name="connsiteX31" fmla="*/ 8290622 w 10678681"/>
              <a:gd name="connsiteY31" fmla="*/ 622687 h 1357700"/>
              <a:gd name="connsiteX32" fmla="*/ 8086698 w 10678681"/>
              <a:gd name="connsiteY32" fmla="*/ 605185 h 1357700"/>
              <a:gd name="connsiteX33" fmla="*/ 7982378 w 10678681"/>
              <a:gd name="connsiteY33" fmla="*/ 629799 h 1357700"/>
              <a:gd name="connsiteX34" fmla="*/ 7947952 w 10678681"/>
              <a:gd name="connsiteY34" fmla="*/ 648003 h 1357700"/>
              <a:gd name="connsiteX35" fmla="*/ 7890112 w 10678681"/>
              <a:gd name="connsiteY35" fmla="*/ 677915 h 1357700"/>
              <a:gd name="connsiteX36" fmla="*/ 7853284 w 10678681"/>
              <a:gd name="connsiteY36" fmla="*/ 723588 h 1357700"/>
              <a:gd name="connsiteX37" fmla="*/ 7802383 w 10678681"/>
              <a:gd name="connsiteY37" fmla="*/ 739359 h 1357700"/>
              <a:gd name="connsiteX38" fmla="*/ 7782280 w 10678681"/>
              <a:gd name="connsiteY38" fmla="*/ 712868 h 1357700"/>
              <a:gd name="connsiteX39" fmla="*/ 7730518 w 10678681"/>
              <a:gd name="connsiteY39" fmla="*/ 739526 h 1357700"/>
              <a:gd name="connsiteX40" fmla="*/ 7652907 w 10678681"/>
              <a:gd name="connsiteY40" fmla="*/ 783273 h 1357700"/>
              <a:gd name="connsiteX41" fmla="*/ 7606008 w 10678681"/>
              <a:gd name="connsiteY41" fmla="*/ 800717 h 1357700"/>
              <a:gd name="connsiteX42" fmla="*/ 7480223 w 10678681"/>
              <a:gd name="connsiteY42" fmla="*/ 856821 h 1357700"/>
              <a:gd name="connsiteX43" fmla="*/ 7356005 w 10678681"/>
              <a:gd name="connsiteY43" fmla="*/ 919462 h 1357700"/>
              <a:gd name="connsiteX44" fmla="*/ 7305396 w 10678681"/>
              <a:gd name="connsiteY44" fmla="*/ 986228 h 1357700"/>
              <a:gd name="connsiteX45" fmla="*/ 7298314 w 10678681"/>
              <a:gd name="connsiteY45" fmla="*/ 989899 h 1357700"/>
              <a:gd name="connsiteX46" fmla="*/ 7277477 w 10678681"/>
              <a:gd name="connsiteY46" fmla="*/ 990571 h 1357700"/>
              <a:gd name="connsiteX47" fmla="*/ 7269396 w 10678681"/>
              <a:gd name="connsiteY47" fmla="*/ 989282 h 1357700"/>
              <a:gd name="connsiteX48" fmla="*/ 7258094 w 10678681"/>
              <a:gd name="connsiteY48" fmla="*/ 990679 h 1357700"/>
              <a:gd name="connsiteX49" fmla="*/ 7257893 w 10678681"/>
              <a:gd name="connsiteY49" fmla="*/ 991204 h 1357700"/>
              <a:gd name="connsiteX50" fmla="*/ 7247153 w 10678681"/>
              <a:gd name="connsiteY50" fmla="*/ 991550 h 1357700"/>
              <a:gd name="connsiteX51" fmla="*/ 7193612 w 10678681"/>
              <a:gd name="connsiteY51" fmla="*/ 987042 h 1357700"/>
              <a:gd name="connsiteX52" fmla="*/ 7132632 w 10678681"/>
              <a:gd name="connsiteY52" fmla="*/ 1042036 h 1357700"/>
              <a:gd name="connsiteX53" fmla="*/ 7105610 w 10678681"/>
              <a:gd name="connsiteY53" fmla="*/ 1053537 h 1357700"/>
              <a:gd name="connsiteX54" fmla="*/ 7091599 w 10678681"/>
              <a:gd name="connsiteY54" fmla="*/ 1062302 h 1357700"/>
              <a:gd name="connsiteX55" fmla="*/ 7090998 w 10678681"/>
              <a:gd name="connsiteY55" fmla="*/ 1064540 h 1357700"/>
              <a:gd name="connsiteX56" fmla="*/ 7039634 w 10678681"/>
              <a:gd name="connsiteY56" fmla="*/ 1059971 h 1357700"/>
              <a:gd name="connsiteX57" fmla="*/ 7033445 w 10678681"/>
              <a:gd name="connsiteY57" fmla="*/ 1063314 h 1357700"/>
              <a:gd name="connsiteX58" fmla="*/ 6999157 w 10678681"/>
              <a:gd name="connsiteY58" fmla="*/ 1055282 h 1357700"/>
              <a:gd name="connsiteX59" fmla="*/ 6981874 w 10678681"/>
              <a:gd name="connsiteY59" fmla="*/ 1053827 h 1357700"/>
              <a:gd name="connsiteX60" fmla="*/ 6976102 w 10678681"/>
              <a:gd name="connsiteY60" fmla="*/ 1047854 h 1357700"/>
              <a:gd name="connsiteX61" fmla="*/ 6951040 w 10678681"/>
              <a:gd name="connsiteY61" fmla="*/ 1048531 h 1357700"/>
              <a:gd name="connsiteX62" fmla="*/ 6948497 w 10678681"/>
              <a:gd name="connsiteY62" fmla="*/ 1050706 h 1357700"/>
              <a:gd name="connsiteX63" fmla="*/ 6926582 w 10678681"/>
              <a:gd name="connsiteY63" fmla="*/ 1043462 h 1357700"/>
              <a:gd name="connsiteX64" fmla="*/ 6833743 w 10678681"/>
              <a:gd name="connsiteY64" fmla="*/ 1027960 h 1357700"/>
              <a:gd name="connsiteX65" fmla="*/ 6698313 w 10678681"/>
              <a:gd name="connsiteY65" fmla="*/ 1063249 h 1357700"/>
              <a:gd name="connsiteX66" fmla="*/ 6550218 w 10678681"/>
              <a:gd name="connsiteY66" fmla="*/ 1026825 h 1357700"/>
              <a:gd name="connsiteX67" fmla="*/ 6392549 w 10678681"/>
              <a:gd name="connsiteY67" fmla="*/ 1032948 h 1357700"/>
              <a:gd name="connsiteX68" fmla="*/ 6327795 w 10678681"/>
              <a:gd name="connsiteY68" fmla="*/ 1088142 h 1357700"/>
              <a:gd name="connsiteX69" fmla="*/ 6074811 w 10678681"/>
              <a:gd name="connsiteY69" fmla="*/ 1092701 h 1357700"/>
              <a:gd name="connsiteX70" fmla="*/ 6004655 w 10678681"/>
              <a:gd name="connsiteY70" fmla="*/ 1114946 h 1357700"/>
              <a:gd name="connsiteX71" fmla="*/ 5936643 w 10678681"/>
              <a:gd name="connsiteY71" fmla="*/ 1095428 h 1357700"/>
              <a:gd name="connsiteX72" fmla="*/ 5912484 w 10678681"/>
              <a:gd name="connsiteY72" fmla="*/ 1112624 h 1357700"/>
              <a:gd name="connsiteX73" fmla="*/ 5908387 w 10678681"/>
              <a:gd name="connsiteY73" fmla="*/ 1116018 h 1357700"/>
              <a:gd name="connsiteX74" fmla="*/ 5890495 w 10678681"/>
              <a:gd name="connsiteY74" fmla="*/ 1120268 h 1357700"/>
              <a:gd name="connsiteX75" fmla="*/ 5887318 w 10678681"/>
              <a:gd name="connsiteY75" fmla="*/ 1133134 h 1357700"/>
              <a:gd name="connsiteX76" fmla="*/ 5861726 w 10678681"/>
              <a:gd name="connsiteY76" fmla="*/ 1147891 h 1357700"/>
              <a:gd name="connsiteX77" fmla="*/ 5828273 w 10678681"/>
              <a:gd name="connsiteY77" fmla="*/ 1152456 h 1357700"/>
              <a:gd name="connsiteX78" fmla="*/ 5667391 w 10678681"/>
              <a:gd name="connsiteY78" fmla="*/ 1161093 h 1357700"/>
              <a:gd name="connsiteX79" fmla="*/ 5572219 w 10678681"/>
              <a:gd name="connsiteY79" fmla="*/ 1173708 h 1357700"/>
              <a:gd name="connsiteX80" fmla="*/ 5537768 w 10678681"/>
              <a:gd name="connsiteY80" fmla="*/ 1190202 h 1357700"/>
              <a:gd name="connsiteX81" fmla="*/ 5488513 w 10678681"/>
              <a:gd name="connsiteY81" fmla="*/ 1205367 h 1357700"/>
              <a:gd name="connsiteX82" fmla="*/ 5402905 w 10678681"/>
              <a:gd name="connsiteY82" fmla="*/ 1241191 h 1357700"/>
              <a:gd name="connsiteX83" fmla="*/ 5285593 w 10678681"/>
              <a:gd name="connsiteY83" fmla="*/ 1273569 h 1357700"/>
              <a:gd name="connsiteX84" fmla="*/ 5192893 w 10678681"/>
              <a:gd name="connsiteY84" fmla="*/ 1247188 h 1357700"/>
              <a:gd name="connsiteX85" fmla="*/ 5186475 w 10678681"/>
              <a:gd name="connsiteY85" fmla="*/ 1257028 h 1357700"/>
              <a:gd name="connsiteX86" fmla="*/ 5126038 w 10678681"/>
              <a:gd name="connsiteY86" fmla="*/ 1263189 h 1357700"/>
              <a:gd name="connsiteX87" fmla="*/ 4905913 w 10678681"/>
              <a:gd name="connsiteY87" fmla="*/ 1224477 h 1357700"/>
              <a:gd name="connsiteX88" fmla="*/ 4788036 w 10678681"/>
              <a:gd name="connsiteY88" fmla="*/ 1238182 h 1357700"/>
              <a:gd name="connsiteX89" fmla="*/ 4747555 w 10678681"/>
              <a:gd name="connsiteY89" fmla="*/ 1252768 h 1357700"/>
              <a:gd name="connsiteX90" fmla="*/ 4679644 w 10678681"/>
              <a:gd name="connsiteY90" fmla="*/ 1276603 h 1357700"/>
              <a:gd name="connsiteX91" fmla="*/ 4632222 w 10678681"/>
              <a:gd name="connsiteY91" fmla="*/ 1318360 h 1357700"/>
              <a:gd name="connsiteX92" fmla="*/ 4617358 w 10678681"/>
              <a:gd name="connsiteY92" fmla="*/ 1327690 h 1357700"/>
              <a:gd name="connsiteX93" fmla="*/ 4589102 w 10678681"/>
              <a:gd name="connsiteY93" fmla="*/ 1321223 h 1357700"/>
              <a:gd name="connsiteX94" fmla="*/ 4578184 w 10678681"/>
              <a:gd name="connsiteY94" fmla="*/ 1326745 h 1357700"/>
              <a:gd name="connsiteX95" fmla="*/ 4574270 w 10678681"/>
              <a:gd name="connsiteY95" fmla="*/ 1325878 h 1357700"/>
              <a:gd name="connsiteX96" fmla="*/ 4564919 w 10678681"/>
              <a:gd name="connsiteY96" fmla="*/ 1325507 h 1357700"/>
              <a:gd name="connsiteX97" fmla="*/ 4566586 w 10678681"/>
              <a:gd name="connsiteY97" fmla="*/ 1316963 h 1357700"/>
              <a:gd name="connsiteX98" fmla="*/ 4556303 w 10678681"/>
              <a:gd name="connsiteY98" fmla="*/ 1300262 h 1357700"/>
              <a:gd name="connsiteX99" fmla="*/ 4502358 w 10678681"/>
              <a:gd name="connsiteY99" fmla="*/ 1302558 h 1357700"/>
              <a:gd name="connsiteX100" fmla="*/ 4498919 w 10678681"/>
              <a:gd name="connsiteY100" fmla="*/ 1312115 h 1357700"/>
              <a:gd name="connsiteX101" fmla="*/ 4492075 w 10678681"/>
              <a:gd name="connsiteY101" fmla="*/ 1313357 h 1357700"/>
              <a:gd name="connsiteX102" fmla="*/ 4487466 w 10678681"/>
              <a:gd name="connsiteY102" fmla="*/ 1304102 h 1357700"/>
              <a:gd name="connsiteX103" fmla="*/ 4398292 w 10678681"/>
              <a:gd name="connsiteY103" fmla="*/ 1278410 h 1357700"/>
              <a:gd name="connsiteX104" fmla="*/ 4278026 w 10678681"/>
              <a:gd name="connsiteY104" fmla="*/ 1259803 h 1357700"/>
              <a:gd name="connsiteX105" fmla="*/ 4188995 w 10678681"/>
              <a:gd name="connsiteY105" fmla="*/ 1296718 h 1357700"/>
              <a:gd name="connsiteX106" fmla="*/ 4181483 w 10678681"/>
              <a:gd name="connsiteY106" fmla="*/ 1287686 h 1357700"/>
              <a:gd name="connsiteX107" fmla="*/ 4120739 w 10678681"/>
              <a:gd name="connsiteY107" fmla="*/ 1288549 h 1357700"/>
              <a:gd name="connsiteX108" fmla="*/ 3906561 w 10678681"/>
              <a:gd name="connsiteY108" fmla="*/ 1352435 h 1357700"/>
              <a:gd name="connsiteX109" fmla="*/ 3787890 w 10678681"/>
              <a:gd name="connsiteY109" fmla="*/ 1352442 h 1357700"/>
              <a:gd name="connsiteX110" fmla="*/ 3745993 w 10678681"/>
              <a:gd name="connsiteY110" fmla="*/ 1342630 h 1357700"/>
              <a:gd name="connsiteX111" fmla="*/ 3675785 w 10678681"/>
              <a:gd name="connsiteY111" fmla="*/ 1326802 h 1357700"/>
              <a:gd name="connsiteX112" fmla="*/ 3623856 w 10678681"/>
              <a:gd name="connsiteY112" fmla="*/ 1290804 h 1357700"/>
              <a:gd name="connsiteX113" fmla="*/ 3564933 w 10678681"/>
              <a:gd name="connsiteY113" fmla="*/ 1287147 h 1357700"/>
              <a:gd name="connsiteX114" fmla="*/ 3550537 w 10678681"/>
              <a:gd name="connsiteY114" fmla="*/ 1317552 h 1357700"/>
              <a:gd name="connsiteX115" fmla="*/ 3487736 w 10678681"/>
              <a:gd name="connsiteY115" fmla="*/ 1303493 h 1357700"/>
              <a:gd name="connsiteX116" fmla="*/ 3392548 w 10678681"/>
              <a:gd name="connsiteY116" fmla="*/ 1278741 h 1357700"/>
              <a:gd name="connsiteX117" fmla="*/ 3337466 w 10678681"/>
              <a:gd name="connsiteY117" fmla="*/ 1272537 h 1357700"/>
              <a:gd name="connsiteX118" fmla="*/ 3187206 w 10678681"/>
              <a:gd name="connsiteY118" fmla="*/ 1246821 h 1357700"/>
              <a:gd name="connsiteX119" fmla="*/ 3036856 w 10678681"/>
              <a:gd name="connsiteY119" fmla="*/ 1214383 h 1357700"/>
              <a:gd name="connsiteX120" fmla="*/ 2948654 w 10678681"/>
              <a:gd name="connsiteY120" fmla="*/ 1157455 h 1357700"/>
              <a:gd name="connsiteX121" fmla="*/ 2824973 w 10678681"/>
              <a:gd name="connsiteY121" fmla="*/ 1134864 h 1357700"/>
              <a:gd name="connsiteX122" fmla="*/ 2804398 w 10678681"/>
              <a:gd name="connsiteY122" fmla="*/ 1125556 h 1357700"/>
              <a:gd name="connsiteX123" fmla="*/ 2775396 w 10678681"/>
              <a:gd name="connsiteY123" fmla="*/ 1130148 h 1357700"/>
              <a:gd name="connsiteX124" fmla="*/ 2659096 w 10678681"/>
              <a:gd name="connsiteY124" fmla="*/ 1150294 h 1357700"/>
              <a:gd name="connsiteX125" fmla="*/ 2567088 w 10678681"/>
              <a:gd name="connsiteY125" fmla="*/ 1181781 h 1357700"/>
              <a:gd name="connsiteX126" fmla="*/ 2454501 w 10678681"/>
              <a:gd name="connsiteY126" fmla="*/ 1155455 h 1357700"/>
              <a:gd name="connsiteX127" fmla="*/ 2385161 w 10678681"/>
              <a:gd name="connsiteY127" fmla="*/ 1161312 h 1357700"/>
              <a:gd name="connsiteX128" fmla="*/ 2270528 w 10678681"/>
              <a:gd name="connsiteY128" fmla="*/ 1204338 h 1357700"/>
              <a:gd name="connsiteX129" fmla="*/ 2121820 w 10678681"/>
              <a:gd name="connsiteY129" fmla="*/ 1187078 h 1357700"/>
              <a:gd name="connsiteX130" fmla="*/ 2092716 w 10678681"/>
              <a:gd name="connsiteY130" fmla="*/ 1139224 h 1357700"/>
              <a:gd name="connsiteX131" fmla="*/ 2052449 w 10678681"/>
              <a:gd name="connsiteY131" fmla="*/ 1109687 h 1357700"/>
              <a:gd name="connsiteX132" fmla="*/ 2032607 w 10678681"/>
              <a:gd name="connsiteY132" fmla="*/ 1175477 h 1357700"/>
              <a:gd name="connsiteX133" fmla="*/ 1901837 w 10678681"/>
              <a:gd name="connsiteY133" fmla="*/ 1221762 h 1357700"/>
              <a:gd name="connsiteX134" fmla="*/ 1836762 w 10678681"/>
              <a:gd name="connsiteY134" fmla="*/ 1237387 h 1357700"/>
              <a:gd name="connsiteX135" fmla="*/ 1735877 w 10678681"/>
              <a:gd name="connsiteY135" fmla="*/ 1246527 h 1357700"/>
              <a:gd name="connsiteX136" fmla="*/ 1705069 w 10678681"/>
              <a:gd name="connsiteY136" fmla="*/ 1251989 h 1357700"/>
              <a:gd name="connsiteX137" fmla="*/ 1397689 w 10678681"/>
              <a:gd name="connsiteY137" fmla="*/ 1336144 h 1357700"/>
              <a:gd name="connsiteX138" fmla="*/ 1220734 w 10678681"/>
              <a:gd name="connsiteY138" fmla="*/ 1257811 h 1357700"/>
              <a:gd name="connsiteX139" fmla="*/ 1021737 w 10678681"/>
              <a:gd name="connsiteY139" fmla="*/ 1238739 h 1357700"/>
              <a:gd name="connsiteX140" fmla="*/ 959820 w 10678681"/>
              <a:gd name="connsiteY140" fmla="*/ 1275863 h 1357700"/>
              <a:gd name="connsiteX141" fmla="*/ 929137 w 10678681"/>
              <a:gd name="connsiteY141" fmla="*/ 1273957 h 1357700"/>
              <a:gd name="connsiteX142" fmla="*/ 878849 w 10678681"/>
              <a:gd name="connsiteY142" fmla="*/ 1266740 h 1357700"/>
              <a:gd name="connsiteX143" fmla="*/ 800667 w 10678681"/>
              <a:gd name="connsiteY143" fmla="*/ 1282041 h 1357700"/>
              <a:gd name="connsiteX144" fmla="*/ 644906 w 10678681"/>
              <a:gd name="connsiteY144" fmla="*/ 1273685 h 1357700"/>
              <a:gd name="connsiteX145" fmla="*/ 379869 w 10678681"/>
              <a:gd name="connsiteY145" fmla="*/ 1339165 h 1357700"/>
              <a:gd name="connsiteX146" fmla="*/ 137696 w 10678681"/>
              <a:gd name="connsiteY146" fmla="*/ 1319217 h 1357700"/>
              <a:gd name="connsiteX147" fmla="*/ 54250 w 10678681"/>
              <a:gd name="connsiteY147" fmla="*/ 1315838 h 1357700"/>
              <a:gd name="connsiteX148" fmla="*/ 28042 w 10678681"/>
              <a:gd name="connsiteY148" fmla="*/ 1297822 h 1357700"/>
              <a:gd name="connsiteX149" fmla="*/ 0 w 10678681"/>
              <a:gd name="connsiteY149" fmla="*/ 1294612 h 1357700"/>
              <a:gd name="connsiteX150" fmla="*/ 0 w 10678681"/>
              <a:gd name="connsiteY150" fmla="*/ 0 h 1357700"/>
              <a:gd name="connsiteX0" fmla="*/ 0 w 10678681"/>
              <a:gd name="connsiteY0" fmla="*/ 0 h 1357700"/>
              <a:gd name="connsiteX1" fmla="*/ 10678681 w 10678681"/>
              <a:gd name="connsiteY1" fmla="*/ 0 h 1357700"/>
              <a:gd name="connsiteX2" fmla="*/ 10666019 w 10678681"/>
              <a:gd name="connsiteY2" fmla="*/ 7876 h 1357700"/>
              <a:gd name="connsiteX3" fmla="*/ 10632825 w 10678681"/>
              <a:gd name="connsiteY3" fmla="*/ 32153 h 1357700"/>
              <a:gd name="connsiteX4" fmla="*/ 10510605 w 10678681"/>
              <a:gd name="connsiteY4" fmla="*/ 30449 h 1357700"/>
              <a:gd name="connsiteX5" fmla="*/ 10456989 w 10678681"/>
              <a:gd name="connsiteY5" fmla="*/ 979 h 1357700"/>
              <a:gd name="connsiteX6" fmla="*/ 10438642 w 10678681"/>
              <a:gd name="connsiteY6" fmla="*/ 1524 h 1357700"/>
              <a:gd name="connsiteX7" fmla="*/ 10407146 w 10678681"/>
              <a:gd name="connsiteY7" fmla="*/ 43659 h 1357700"/>
              <a:gd name="connsiteX8" fmla="*/ 10357996 w 10678681"/>
              <a:gd name="connsiteY8" fmla="*/ 50836 h 1357700"/>
              <a:gd name="connsiteX9" fmla="*/ 10306667 w 10678681"/>
              <a:gd name="connsiteY9" fmla="*/ 109739 h 1357700"/>
              <a:gd name="connsiteX10" fmla="*/ 10115334 w 10678681"/>
              <a:gd name="connsiteY10" fmla="*/ 155658 h 1357700"/>
              <a:gd name="connsiteX11" fmla="*/ 10068157 w 10678681"/>
              <a:gd name="connsiteY11" fmla="*/ 215673 h 1357700"/>
              <a:gd name="connsiteX12" fmla="*/ 10045431 w 10678681"/>
              <a:gd name="connsiteY12" fmla="*/ 229568 h 1357700"/>
              <a:gd name="connsiteX13" fmla="*/ 10013265 w 10678681"/>
              <a:gd name="connsiteY13" fmla="*/ 284757 h 1357700"/>
              <a:gd name="connsiteX14" fmla="*/ 9862496 w 10678681"/>
              <a:gd name="connsiteY14" fmla="*/ 223033 h 1357700"/>
              <a:gd name="connsiteX15" fmla="*/ 9679638 w 10678681"/>
              <a:gd name="connsiteY15" fmla="*/ 277462 h 1357700"/>
              <a:gd name="connsiteX16" fmla="*/ 9498347 w 10678681"/>
              <a:gd name="connsiteY16" fmla="*/ 244723 h 1357700"/>
              <a:gd name="connsiteX17" fmla="*/ 9399702 w 10678681"/>
              <a:gd name="connsiteY17" fmla="*/ 276316 h 1357700"/>
              <a:gd name="connsiteX18" fmla="*/ 9378439 w 10678681"/>
              <a:gd name="connsiteY18" fmla="*/ 326244 h 1357700"/>
              <a:gd name="connsiteX19" fmla="*/ 9121744 w 10678681"/>
              <a:gd name="connsiteY19" fmla="*/ 365177 h 1357700"/>
              <a:gd name="connsiteX20" fmla="*/ 9061654 w 10678681"/>
              <a:gd name="connsiteY20" fmla="*/ 393730 h 1357700"/>
              <a:gd name="connsiteX21" fmla="*/ 8997577 w 10678681"/>
              <a:gd name="connsiteY21" fmla="*/ 380865 h 1357700"/>
              <a:gd name="connsiteX22" fmla="*/ 8907968 w 10678681"/>
              <a:gd name="connsiteY22" fmla="*/ 447345 h 1357700"/>
              <a:gd name="connsiteX23" fmla="*/ 8764163 w 10678681"/>
              <a:gd name="connsiteY23" fmla="*/ 471000 h 1357700"/>
              <a:gd name="connsiteX24" fmla="*/ 8680155 w 10678681"/>
              <a:gd name="connsiteY24" fmla="*/ 492404 h 1357700"/>
              <a:gd name="connsiteX25" fmla="*/ 8651436 w 10678681"/>
              <a:gd name="connsiteY25" fmla="*/ 511923 h 1357700"/>
              <a:gd name="connsiteX26" fmla="*/ 8609185 w 10678681"/>
              <a:gd name="connsiteY26" fmla="*/ 531525 h 1357700"/>
              <a:gd name="connsiteX27" fmla="*/ 8537091 w 10678681"/>
              <a:gd name="connsiteY27" fmla="*/ 574933 h 1357700"/>
              <a:gd name="connsiteX28" fmla="*/ 8435931 w 10678681"/>
              <a:gd name="connsiteY28" fmla="*/ 617926 h 1357700"/>
              <a:gd name="connsiteX29" fmla="*/ 8348623 w 10678681"/>
              <a:gd name="connsiteY29" fmla="*/ 600607 h 1357700"/>
              <a:gd name="connsiteX30" fmla="*/ 8344233 w 10678681"/>
              <a:gd name="connsiteY30" fmla="*/ 610922 h 1357700"/>
              <a:gd name="connsiteX31" fmla="*/ 8290622 w 10678681"/>
              <a:gd name="connsiteY31" fmla="*/ 622687 h 1357700"/>
              <a:gd name="connsiteX32" fmla="*/ 8086698 w 10678681"/>
              <a:gd name="connsiteY32" fmla="*/ 605185 h 1357700"/>
              <a:gd name="connsiteX33" fmla="*/ 7982378 w 10678681"/>
              <a:gd name="connsiteY33" fmla="*/ 629799 h 1357700"/>
              <a:gd name="connsiteX34" fmla="*/ 7947952 w 10678681"/>
              <a:gd name="connsiteY34" fmla="*/ 648003 h 1357700"/>
              <a:gd name="connsiteX35" fmla="*/ 7890112 w 10678681"/>
              <a:gd name="connsiteY35" fmla="*/ 677915 h 1357700"/>
              <a:gd name="connsiteX36" fmla="*/ 7853284 w 10678681"/>
              <a:gd name="connsiteY36" fmla="*/ 723588 h 1357700"/>
              <a:gd name="connsiteX37" fmla="*/ 7802383 w 10678681"/>
              <a:gd name="connsiteY37" fmla="*/ 739359 h 1357700"/>
              <a:gd name="connsiteX38" fmla="*/ 7782280 w 10678681"/>
              <a:gd name="connsiteY38" fmla="*/ 712868 h 1357700"/>
              <a:gd name="connsiteX39" fmla="*/ 7730518 w 10678681"/>
              <a:gd name="connsiteY39" fmla="*/ 739526 h 1357700"/>
              <a:gd name="connsiteX40" fmla="*/ 7652907 w 10678681"/>
              <a:gd name="connsiteY40" fmla="*/ 783273 h 1357700"/>
              <a:gd name="connsiteX41" fmla="*/ 7606008 w 10678681"/>
              <a:gd name="connsiteY41" fmla="*/ 800717 h 1357700"/>
              <a:gd name="connsiteX42" fmla="*/ 7480223 w 10678681"/>
              <a:gd name="connsiteY42" fmla="*/ 856821 h 1357700"/>
              <a:gd name="connsiteX43" fmla="*/ 7356005 w 10678681"/>
              <a:gd name="connsiteY43" fmla="*/ 919462 h 1357700"/>
              <a:gd name="connsiteX44" fmla="*/ 7305396 w 10678681"/>
              <a:gd name="connsiteY44" fmla="*/ 986228 h 1357700"/>
              <a:gd name="connsiteX45" fmla="*/ 7298314 w 10678681"/>
              <a:gd name="connsiteY45" fmla="*/ 989899 h 1357700"/>
              <a:gd name="connsiteX46" fmla="*/ 7277477 w 10678681"/>
              <a:gd name="connsiteY46" fmla="*/ 990571 h 1357700"/>
              <a:gd name="connsiteX47" fmla="*/ 7269396 w 10678681"/>
              <a:gd name="connsiteY47" fmla="*/ 989282 h 1357700"/>
              <a:gd name="connsiteX48" fmla="*/ 7258094 w 10678681"/>
              <a:gd name="connsiteY48" fmla="*/ 990679 h 1357700"/>
              <a:gd name="connsiteX49" fmla="*/ 7257893 w 10678681"/>
              <a:gd name="connsiteY49" fmla="*/ 991204 h 1357700"/>
              <a:gd name="connsiteX50" fmla="*/ 7247153 w 10678681"/>
              <a:gd name="connsiteY50" fmla="*/ 991550 h 1357700"/>
              <a:gd name="connsiteX51" fmla="*/ 7193612 w 10678681"/>
              <a:gd name="connsiteY51" fmla="*/ 987042 h 1357700"/>
              <a:gd name="connsiteX52" fmla="*/ 7132632 w 10678681"/>
              <a:gd name="connsiteY52" fmla="*/ 1042036 h 1357700"/>
              <a:gd name="connsiteX53" fmla="*/ 7105610 w 10678681"/>
              <a:gd name="connsiteY53" fmla="*/ 1053537 h 1357700"/>
              <a:gd name="connsiteX54" fmla="*/ 7091599 w 10678681"/>
              <a:gd name="connsiteY54" fmla="*/ 1062302 h 1357700"/>
              <a:gd name="connsiteX55" fmla="*/ 7090998 w 10678681"/>
              <a:gd name="connsiteY55" fmla="*/ 1064540 h 1357700"/>
              <a:gd name="connsiteX56" fmla="*/ 7039634 w 10678681"/>
              <a:gd name="connsiteY56" fmla="*/ 1059971 h 1357700"/>
              <a:gd name="connsiteX57" fmla="*/ 7033445 w 10678681"/>
              <a:gd name="connsiteY57" fmla="*/ 1063314 h 1357700"/>
              <a:gd name="connsiteX58" fmla="*/ 6999157 w 10678681"/>
              <a:gd name="connsiteY58" fmla="*/ 1055282 h 1357700"/>
              <a:gd name="connsiteX59" fmla="*/ 6981874 w 10678681"/>
              <a:gd name="connsiteY59" fmla="*/ 1053827 h 1357700"/>
              <a:gd name="connsiteX60" fmla="*/ 6976102 w 10678681"/>
              <a:gd name="connsiteY60" fmla="*/ 1047854 h 1357700"/>
              <a:gd name="connsiteX61" fmla="*/ 6951040 w 10678681"/>
              <a:gd name="connsiteY61" fmla="*/ 1048531 h 1357700"/>
              <a:gd name="connsiteX62" fmla="*/ 6948497 w 10678681"/>
              <a:gd name="connsiteY62" fmla="*/ 1050706 h 1357700"/>
              <a:gd name="connsiteX63" fmla="*/ 6926582 w 10678681"/>
              <a:gd name="connsiteY63" fmla="*/ 1043462 h 1357700"/>
              <a:gd name="connsiteX64" fmla="*/ 6833743 w 10678681"/>
              <a:gd name="connsiteY64" fmla="*/ 1027960 h 1357700"/>
              <a:gd name="connsiteX65" fmla="*/ 6698313 w 10678681"/>
              <a:gd name="connsiteY65" fmla="*/ 1063249 h 1357700"/>
              <a:gd name="connsiteX66" fmla="*/ 6550218 w 10678681"/>
              <a:gd name="connsiteY66" fmla="*/ 1026825 h 1357700"/>
              <a:gd name="connsiteX67" fmla="*/ 6437450 w 10678681"/>
              <a:gd name="connsiteY67" fmla="*/ 1101075 h 1357700"/>
              <a:gd name="connsiteX68" fmla="*/ 6327795 w 10678681"/>
              <a:gd name="connsiteY68" fmla="*/ 1088142 h 1357700"/>
              <a:gd name="connsiteX69" fmla="*/ 6074811 w 10678681"/>
              <a:gd name="connsiteY69" fmla="*/ 1092701 h 1357700"/>
              <a:gd name="connsiteX70" fmla="*/ 6004655 w 10678681"/>
              <a:gd name="connsiteY70" fmla="*/ 1114946 h 1357700"/>
              <a:gd name="connsiteX71" fmla="*/ 5936643 w 10678681"/>
              <a:gd name="connsiteY71" fmla="*/ 1095428 h 1357700"/>
              <a:gd name="connsiteX72" fmla="*/ 5912484 w 10678681"/>
              <a:gd name="connsiteY72" fmla="*/ 1112624 h 1357700"/>
              <a:gd name="connsiteX73" fmla="*/ 5908387 w 10678681"/>
              <a:gd name="connsiteY73" fmla="*/ 1116018 h 1357700"/>
              <a:gd name="connsiteX74" fmla="*/ 5890495 w 10678681"/>
              <a:gd name="connsiteY74" fmla="*/ 1120268 h 1357700"/>
              <a:gd name="connsiteX75" fmla="*/ 5887318 w 10678681"/>
              <a:gd name="connsiteY75" fmla="*/ 1133134 h 1357700"/>
              <a:gd name="connsiteX76" fmla="*/ 5861726 w 10678681"/>
              <a:gd name="connsiteY76" fmla="*/ 1147891 h 1357700"/>
              <a:gd name="connsiteX77" fmla="*/ 5828273 w 10678681"/>
              <a:gd name="connsiteY77" fmla="*/ 1152456 h 1357700"/>
              <a:gd name="connsiteX78" fmla="*/ 5667391 w 10678681"/>
              <a:gd name="connsiteY78" fmla="*/ 1161093 h 1357700"/>
              <a:gd name="connsiteX79" fmla="*/ 5572219 w 10678681"/>
              <a:gd name="connsiteY79" fmla="*/ 1173708 h 1357700"/>
              <a:gd name="connsiteX80" fmla="*/ 5537768 w 10678681"/>
              <a:gd name="connsiteY80" fmla="*/ 1190202 h 1357700"/>
              <a:gd name="connsiteX81" fmla="*/ 5488513 w 10678681"/>
              <a:gd name="connsiteY81" fmla="*/ 1205367 h 1357700"/>
              <a:gd name="connsiteX82" fmla="*/ 5402905 w 10678681"/>
              <a:gd name="connsiteY82" fmla="*/ 1241191 h 1357700"/>
              <a:gd name="connsiteX83" fmla="*/ 5285593 w 10678681"/>
              <a:gd name="connsiteY83" fmla="*/ 1273569 h 1357700"/>
              <a:gd name="connsiteX84" fmla="*/ 5192893 w 10678681"/>
              <a:gd name="connsiteY84" fmla="*/ 1247188 h 1357700"/>
              <a:gd name="connsiteX85" fmla="*/ 5186475 w 10678681"/>
              <a:gd name="connsiteY85" fmla="*/ 1257028 h 1357700"/>
              <a:gd name="connsiteX86" fmla="*/ 5126038 w 10678681"/>
              <a:gd name="connsiteY86" fmla="*/ 1263189 h 1357700"/>
              <a:gd name="connsiteX87" fmla="*/ 4905913 w 10678681"/>
              <a:gd name="connsiteY87" fmla="*/ 1224477 h 1357700"/>
              <a:gd name="connsiteX88" fmla="*/ 4788036 w 10678681"/>
              <a:gd name="connsiteY88" fmla="*/ 1238182 h 1357700"/>
              <a:gd name="connsiteX89" fmla="*/ 4747555 w 10678681"/>
              <a:gd name="connsiteY89" fmla="*/ 1252768 h 1357700"/>
              <a:gd name="connsiteX90" fmla="*/ 4679644 w 10678681"/>
              <a:gd name="connsiteY90" fmla="*/ 1276603 h 1357700"/>
              <a:gd name="connsiteX91" fmla="*/ 4632222 w 10678681"/>
              <a:gd name="connsiteY91" fmla="*/ 1318360 h 1357700"/>
              <a:gd name="connsiteX92" fmla="*/ 4617358 w 10678681"/>
              <a:gd name="connsiteY92" fmla="*/ 1327690 h 1357700"/>
              <a:gd name="connsiteX93" fmla="*/ 4589102 w 10678681"/>
              <a:gd name="connsiteY93" fmla="*/ 1321223 h 1357700"/>
              <a:gd name="connsiteX94" fmla="*/ 4578184 w 10678681"/>
              <a:gd name="connsiteY94" fmla="*/ 1326745 h 1357700"/>
              <a:gd name="connsiteX95" fmla="*/ 4574270 w 10678681"/>
              <a:gd name="connsiteY95" fmla="*/ 1325878 h 1357700"/>
              <a:gd name="connsiteX96" fmla="*/ 4564919 w 10678681"/>
              <a:gd name="connsiteY96" fmla="*/ 1325507 h 1357700"/>
              <a:gd name="connsiteX97" fmla="*/ 4566586 w 10678681"/>
              <a:gd name="connsiteY97" fmla="*/ 1316963 h 1357700"/>
              <a:gd name="connsiteX98" fmla="*/ 4556303 w 10678681"/>
              <a:gd name="connsiteY98" fmla="*/ 1300262 h 1357700"/>
              <a:gd name="connsiteX99" fmla="*/ 4502358 w 10678681"/>
              <a:gd name="connsiteY99" fmla="*/ 1302558 h 1357700"/>
              <a:gd name="connsiteX100" fmla="*/ 4498919 w 10678681"/>
              <a:gd name="connsiteY100" fmla="*/ 1312115 h 1357700"/>
              <a:gd name="connsiteX101" fmla="*/ 4492075 w 10678681"/>
              <a:gd name="connsiteY101" fmla="*/ 1313357 h 1357700"/>
              <a:gd name="connsiteX102" fmla="*/ 4487466 w 10678681"/>
              <a:gd name="connsiteY102" fmla="*/ 1304102 h 1357700"/>
              <a:gd name="connsiteX103" fmla="*/ 4398292 w 10678681"/>
              <a:gd name="connsiteY103" fmla="*/ 1278410 h 1357700"/>
              <a:gd name="connsiteX104" fmla="*/ 4278026 w 10678681"/>
              <a:gd name="connsiteY104" fmla="*/ 1259803 h 1357700"/>
              <a:gd name="connsiteX105" fmla="*/ 4188995 w 10678681"/>
              <a:gd name="connsiteY105" fmla="*/ 1296718 h 1357700"/>
              <a:gd name="connsiteX106" fmla="*/ 4181483 w 10678681"/>
              <a:gd name="connsiteY106" fmla="*/ 1287686 h 1357700"/>
              <a:gd name="connsiteX107" fmla="*/ 4120739 w 10678681"/>
              <a:gd name="connsiteY107" fmla="*/ 1288549 h 1357700"/>
              <a:gd name="connsiteX108" fmla="*/ 3906561 w 10678681"/>
              <a:gd name="connsiteY108" fmla="*/ 1352435 h 1357700"/>
              <a:gd name="connsiteX109" fmla="*/ 3787890 w 10678681"/>
              <a:gd name="connsiteY109" fmla="*/ 1352442 h 1357700"/>
              <a:gd name="connsiteX110" fmla="*/ 3745993 w 10678681"/>
              <a:gd name="connsiteY110" fmla="*/ 1342630 h 1357700"/>
              <a:gd name="connsiteX111" fmla="*/ 3675785 w 10678681"/>
              <a:gd name="connsiteY111" fmla="*/ 1326802 h 1357700"/>
              <a:gd name="connsiteX112" fmla="*/ 3623856 w 10678681"/>
              <a:gd name="connsiteY112" fmla="*/ 1290804 h 1357700"/>
              <a:gd name="connsiteX113" fmla="*/ 3564933 w 10678681"/>
              <a:gd name="connsiteY113" fmla="*/ 1287147 h 1357700"/>
              <a:gd name="connsiteX114" fmla="*/ 3550537 w 10678681"/>
              <a:gd name="connsiteY114" fmla="*/ 1317552 h 1357700"/>
              <a:gd name="connsiteX115" fmla="*/ 3487736 w 10678681"/>
              <a:gd name="connsiteY115" fmla="*/ 1303493 h 1357700"/>
              <a:gd name="connsiteX116" fmla="*/ 3392548 w 10678681"/>
              <a:gd name="connsiteY116" fmla="*/ 1278741 h 1357700"/>
              <a:gd name="connsiteX117" fmla="*/ 3337466 w 10678681"/>
              <a:gd name="connsiteY117" fmla="*/ 1272537 h 1357700"/>
              <a:gd name="connsiteX118" fmla="*/ 3187206 w 10678681"/>
              <a:gd name="connsiteY118" fmla="*/ 1246821 h 1357700"/>
              <a:gd name="connsiteX119" fmla="*/ 3036856 w 10678681"/>
              <a:gd name="connsiteY119" fmla="*/ 1214383 h 1357700"/>
              <a:gd name="connsiteX120" fmla="*/ 2948654 w 10678681"/>
              <a:gd name="connsiteY120" fmla="*/ 1157455 h 1357700"/>
              <a:gd name="connsiteX121" fmla="*/ 2824973 w 10678681"/>
              <a:gd name="connsiteY121" fmla="*/ 1134864 h 1357700"/>
              <a:gd name="connsiteX122" fmla="*/ 2804398 w 10678681"/>
              <a:gd name="connsiteY122" fmla="*/ 1125556 h 1357700"/>
              <a:gd name="connsiteX123" fmla="*/ 2775396 w 10678681"/>
              <a:gd name="connsiteY123" fmla="*/ 1130148 h 1357700"/>
              <a:gd name="connsiteX124" fmla="*/ 2659096 w 10678681"/>
              <a:gd name="connsiteY124" fmla="*/ 1150294 h 1357700"/>
              <a:gd name="connsiteX125" fmla="*/ 2567088 w 10678681"/>
              <a:gd name="connsiteY125" fmla="*/ 1181781 h 1357700"/>
              <a:gd name="connsiteX126" fmla="*/ 2454501 w 10678681"/>
              <a:gd name="connsiteY126" fmla="*/ 1155455 h 1357700"/>
              <a:gd name="connsiteX127" fmla="*/ 2385161 w 10678681"/>
              <a:gd name="connsiteY127" fmla="*/ 1161312 h 1357700"/>
              <a:gd name="connsiteX128" fmla="*/ 2270528 w 10678681"/>
              <a:gd name="connsiteY128" fmla="*/ 1204338 h 1357700"/>
              <a:gd name="connsiteX129" fmla="*/ 2121820 w 10678681"/>
              <a:gd name="connsiteY129" fmla="*/ 1187078 h 1357700"/>
              <a:gd name="connsiteX130" fmla="*/ 2092716 w 10678681"/>
              <a:gd name="connsiteY130" fmla="*/ 1139224 h 1357700"/>
              <a:gd name="connsiteX131" fmla="*/ 2052449 w 10678681"/>
              <a:gd name="connsiteY131" fmla="*/ 1109687 h 1357700"/>
              <a:gd name="connsiteX132" fmla="*/ 2032607 w 10678681"/>
              <a:gd name="connsiteY132" fmla="*/ 1175477 h 1357700"/>
              <a:gd name="connsiteX133" fmla="*/ 1901837 w 10678681"/>
              <a:gd name="connsiteY133" fmla="*/ 1221762 h 1357700"/>
              <a:gd name="connsiteX134" fmla="*/ 1836762 w 10678681"/>
              <a:gd name="connsiteY134" fmla="*/ 1237387 h 1357700"/>
              <a:gd name="connsiteX135" fmla="*/ 1735877 w 10678681"/>
              <a:gd name="connsiteY135" fmla="*/ 1246527 h 1357700"/>
              <a:gd name="connsiteX136" fmla="*/ 1705069 w 10678681"/>
              <a:gd name="connsiteY136" fmla="*/ 1251989 h 1357700"/>
              <a:gd name="connsiteX137" fmla="*/ 1397689 w 10678681"/>
              <a:gd name="connsiteY137" fmla="*/ 1336144 h 1357700"/>
              <a:gd name="connsiteX138" fmla="*/ 1220734 w 10678681"/>
              <a:gd name="connsiteY138" fmla="*/ 1257811 h 1357700"/>
              <a:gd name="connsiteX139" fmla="*/ 1021737 w 10678681"/>
              <a:gd name="connsiteY139" fmla="*/ 1238739 h 1357700"/>
              <a:gd name="connsiteX140" fmla="*/ 959820 w 10678681"/>
              <a:gd name="connsiteY140" fmla="*/ 1275863 h 1357700"/>
              <a:gd name="connsiteX141" fmla="*/ 929137 w 10678681"/>
              <a:gd name="connsiteY141" fmla="*/ 1273957 h 1357700"/>
              <a:gd name="connsiteX142" fmla="*/ 878849 w 10678681"/>
              <a:gd name="connsiteY142" fmla="*/ 1266740 h 1357700"/>
              <a:gd name="connsiteX143" fmla="*/ 800667 w 10678681"/>
              <a:gd name="connsiteY143" fmla="*/ 1282041 h 1357700"/>
              <a:gd name="connsiteX144" fmla="*/ 644906 w 10678681"/>
              <a:gd name="connsiteY144" fmla="*/ 1273685 h 1357700"/>
              <a:gd name="connsiteX145" fmla="*/ 379869 w 10678681"/>
              <a:gd name="connsiteY145" fmla="*/ 1339165 h 1357700"/>
              <a:gd name="connsiteX146" fmla="*/ 137696 w 10678681"/>
              <a:gd name="connsiteY146" fmla="*/ 1319217 h 1357700"/>
              <a:gd name="connsiteX147" fmla="*/ 54250 w 10678681"/>
              <a:gd name="connsiteY147" fmla="*/ 1315838 h 1357700"/>
              <a:gd name="connsiteX148" fmla="*/ 28042 w 10678681"/>
              <a:gd name="connsiteY148" fmla="*/ 1297822 h 1357700"/>
              <a:gd name="connsiteX149" fmla="*/ 0 w 10678681"/>
              <a:gd name="connsiteY149" fmla="*/ 1294612 h 1357700"/>
              <a:gd name="connsiteX150" fmla="*/ 0 w 10678681"/>
              <a:gd name="connsiteY150" fmla="*/ 0 h 1357700"/>
              <a:gd name="connsiteX0" fmla="*/ 0 w 10678681"/>
              <a:gd name="connsiteY0" fmla="*/ 0 h 1357700"/>
              <a:gd name="connsiteX1" fmla="*/ 10678681 w 10678681"/>
              <a:gd name="connsiteY1" fmla="*/ 0 h 1357700"/>
              <a:gd name="connsiteX2" fmla="*/ 10666019 w 10678681"/>
              <a:gd name="connsiteY2" fmla="*/ 7876 h 1357700"/>
              <a:gd name="connsiteX3" fmla="*/ 10632825 w 10678681"/>
              <a:gd name="connsiteY3" fmla="*/ 32153 h 1357700"/>
              <a:gd name="connsiteX4" fmla="*/ 10510605 w 10678681"/>
              <a:gd name="connsiteY4" fmla="*/ 30449 h 1357700"/>
              <a:gd name="connsiteX5" fmla="*/ 10456989 w 10678681"/>
              <a:gd name="connsiteY5" fmla="*/ 979 h 1357700"/>
              <a:gd name="connsiteX6" fmla="*/ 10438642 w 10678681"/>
              <a:gd name="connsiteY6" fmla="*/ 1524 h 1357700"/>
              <a:gd name="connsiteX7" fmla="*/ 10407146 w 10678681"/>
              <a:gd name="connsiteY7" fmla="*/ 43659 h 1357700"/>
              <a:gd name="connsiteX8" fmla="*/ 10357996 w 10678681"/>
              <a:gd name="connsiteY8" fmla="*/ 50836 h 1357700"/>
              <a:gd name="connsiteX9" fmla="*/ 10306667 w 10678681"/>
              <a:gd name="connsiteY9" fmla="*/ 109739 h 1357700"/>
              <a:gd name="connsiteX10" fmla="*/ 10115334 w 10678681"/>
              <a:gd name="connsiteY10" fmla="*/ 155658 h 1357700"/>
              <a:gd name="connsiteX11" fmla="*/ 10068157 w 10678681"/>
              <a:gd name="connsiteY11" fmla="*/ 215673 h 1357700"/>
              <a:gd name="connsiteX12" fmla="*/ 10045431 w 10678681"/>
              <a:gd name="connsiteY12" fmla="*/ 229568 h 1357700"/>
              <a:gd name="connsiteX13" fmla="*/ 10013265 w 10678681"/>
              <a:gd name="connsiteY13" fmla="*/ 284757 h 1357700"/>
              <a:gd name="connsiteX14" fmla="*/ 9862496 w 10678681"/>
              <a:gd name="connsiteY14" fmla="*/ 223033 h 1357700"/>
              <a:gd name="connsiteX15" fmla="*/ 9679638 w 10678681"/>
              <a:gd name="connsiteY15" fmla="*/ 277462 h 1357700"/>
              <a:gd name="connsiteX16" fmla="*/ 9498347 w 10678681"/>
              <a:gd name="connsiteY16" fmla="*/ 244723 h 1357700"/>
              <a:gd name="connsiteX17" fmla="*/ 9399702 w 10678681"/>
              <a:gd name="connsiteY17" fmla="*/ 276316 h 1357700"/>
              <a:gd name="connsiteX18" fmla="*/ 9378439 w 10678681"/>
              <a:gd name="connsiteY18" fmla="*/ 326244 h 1357700"/>
              <a:gd name="connsiteX19" fmla="*/ 9121744 w 10678681"/>
              <a:gd name="connsiteY19" fmla="*/ 365177 h 1357700"/>
              <a:gd name="connsiteX20" fmla="*/ 9061654 w 10678681"/>
              <a:gd name="connsiteY20" fmla="*/ 393730 h 1357700"/>
              <a:gd name="connsiteX21" fmla="*/ 8997577 w 10678681"/>
              <a:gd name="connsiteY21" fmla="*/ 380865 h 1357700"/>
              <a:gd name="connsiteX22" fmla="*/ 8907968 w 10678681"/>
              <a:gd name="connsiteY22" fmla="*/ 447345 h 1357700"/>
              <a:gd name="connsiteX23" fmla="*/ 8764163 w 10678681"/>
              <a:gd name="connsiteY23" fmla="*/ 471000 h 1357700"/>
              <a:gd name="connsiteX24" fmla="*/ 8680155 w 10678681"/>
              <a:gd name="connsiteY24" fmla="*/ 492404 h 1357700"/>
              <a:gd name="connsiteX25" fmla="*/ 8651436 w 10678681"/>
              <a:gd name="connsiteY25" fmla="*/ 511923 h 1357700"/>
              <a:gd name="connsiteX26" fmla="*/ 8609185 w 10678681"/>
              <a:gd name="connsiteY26" fmla="*/ 531525 h 1357700"/>
              <a:gd name="connsiteX27" fmla="*/ 8537091 w 10678681"/>
              <a:gd name="connsiteY27" fmla="*/ 574933 h 1357700"/>
              <a:gd name="connsiteX28" fmla="*/ 8435931 w 10678681"/>
              <a:gd name="connsiteY28" fmla="*/ 617926 h 1357700"/>
              <a:gd name="connsiteX29" fmla="*/ 8348623 w 10678681"/>
              <a:gd name="connsiteY29" fmla="*/ 600607 h 1357700"/>
              <a:gd name="connsiteX30" fmla="*/ 8344233 w 10678681"/>
              <a:gd name="connsiteY30" fmla="*/ 610922 h 1357700"/>
              <a:gd name="connsiteX31" fmla="*/ 8290622 w 10678681"/>
              <a:gd name="connsiteY31" fmla="*/ 622687 h 1357700"/>
              <a:gd name="connsiteX32" fmla="*/ 8086698 w 10678681"/>
              <a:gd name="connsiteY32" fmla="*/ 605185 h 1357700"/>
              <a:gd name="connsiteX33" fmla="*/ 7982378 w 10678681"/>
              <a:gd name="connsiteY33" fmla="*/ 629799 h 1357700"/>
              <a:gd name="connsiteX34" fmla="*/ 7947952 w 10678681"/>
              <a:gd name="connsiteY34" fmla="*/ 648003 h 1357700"/>
              <a:gd name="connsiteX35" fmla="*/ 7890112 w 10678681"/>
              <a:gd name="connsiteY35" fmla="*/ 677915 h 1357700"/>
              <a:gd name="connsiteX36" fmla="*/ 7853284 w 10678681"/>
              <a:gd name="connsiteY36" fmla="*/ 723588 h 1357700"/>
              <a:gd name="connsiteX37" fmla="*/ 7802383 w 10678681"/>
              <a:gd name="connsiteY37" fmla="*/ 739359 h 1357700"/>
              <a:gd name="connsiteX38" fmla="*/ 7782280 w 10678681"/>
              <a:gd name="connsiteY38" fmla="*/ 712868 h 1357700"/>
              <a:gd name="connsiteX39" fmla="*/ 7730518 w 10678681"/>
              <a:gd name="connsiteY39" fmla="*/ 739526 h 1357700"/>
              <a:gd name="connsiteX40" fmla="*/ 7652907 w 10678681"/>
              <a:gd name="connsiteY40" fmla="*/ 783273 h 1357700"/>
              <a:gd name="connsiteX41" fmla="*/ 7606008 w 10678681"/>
              <a:gd name="connsiteY41" fmla="*/ 800717 h 1357700"/>
              <a:gd name="connsiteX42" fmla="*/ 7480223 w 10678681"/>
              <a:gd name="connsiteY42" fmla="*/ 856821 h 1357700"/>
              <a:gd name="connsiteX43" fmla="*/ 7356005 w 10678681"/>
              <a:gd name="connsiteY43" fmla="*/ 919462 h 1357700"/>
              <a:gd name="connsiteX44" fmla="*/ 7305396 w 10678681"/>
              <a:gd name="connsiteY44" fmla="*/ 986228 h 1357700"/>
              <a:gd name="connsiteX45" fmla="*/ 7298314 w 10678681"/>
              <a:gd name="connsiteY45" fmla="*/ 989899 h 1357700"/>
              <a:gd name="connsiteX46" fmla="*/ 7277477 w 10678681"/>
              <a:gd name="connsiteY46" fmla="*/ 990571 h 1357700"/>
              <a:gd name="connsiteX47" fmla="*/ 7269396 w 10678681"/>
              <a:gd name="connsiteY47" fmla="*/ 989282 h 1357700"/>
              <a:gd name="connsiteX48" fmla="*/ 7258094 w 10678681"/>
              <a:gd name="connsiteY48" fmla="*/ 990679 h 1357700"/>
              <a:gd name="connsiteX49" fmla="*/ 7257893 w 10678681"/>
              <a:gd name="connsiteY49" fmla="*/ 991204 h 1357700"/>
              <a:gd name="connsiteX50" fmla="*/ 7247153 w 10678681"/>
              <a:gd name="connsiteY50" fmla="*/ 991550 h 1357700"/>
              <a:gd name="connsiteX51" fmla="*/ 7193612 w 10678681"/>
              <a:gd name="connsiteY51" fmla="*/ 987042 h 1357700"/>
              <a:gd name="connsiteX52" fmla="*/ 7132632 w 10678681"/>
              <a:gd name="connsiteY52" fmla="*/ 1042036 h 1357700"/>
              <a:gd name="connsiteX53" fmla="*/ 7105610 w 10678681"/>
              <a:gd name="connsiteY53" fmla="*/ 1053537 h 1357700"/>
              <a:gd name="connsiteX54" fmla="*/ 7091599 w 10678681"/>
              <a:gd name="connsiteY54" fmla="*/ 1062302 h 1357700"/>
              <a:gd name="connsiteX55" fmla="*/ 7090998 w 10678681"/>
              <a:gd name="connsiteY55" fmla="*/ 1064540 h 1357700"/>
              <a:gd name="connsiteX56" fmla="*/ 7039634 w 10678681"/>
              <a:gd name="connsiteY56" fmla="*/ 1059971 h 1357700"/>
              <a:gd name="connsiteX57" fmla="*/ 7033445 w 10678681"/>
              <a:gd name="connsiteY57" fmla="*/ 1063314 h 1357700"/>
              <a:gd name="connsiteX58" fmla="*/ 6999157 w 10678681"/>
              <a:gd name="connsiteY58" fmla="*/ 1055282 h 1357700"/>
              <a:gd name="connsiteX59" fmla="*/ 6981874 w 10678681"/>
              <a:gd name="connsiteY59" fmla="*/ 1053827 h 1357700"/>
              <a:gd name="connsiteX60" fmla="*/ 6976102 w 10678681"/>
              <a:gd name="connsiteY60" fmla="*/ 1047854 h 1357700"/>
              <a:gd name="connsiteX61" fmla="*/ 6951040 w 10678681"/>
              <a:gd name="connsiteY61" fmla="*/ 1048531 h 1357700"/>
              <a:gd name="connsiteX62" fmla="*/ 6948497 w 10678681"/>
              <a:gd name="connsiteY62" fmla="*/ 1050706 h 1357700"/>
              <a:gd name="connsiteX63" fmla="*/ 6926582 w 10678681"/>
              <a:gd name="connsiteY63" fmla="*/ 1043462 h 1357700"/>
              <a:gd name="connsiteX64" fmla="*/ 6833743 w 10678681"/>
              <a:gd name="connsiteY64" fmla="*/ 1027960 h 1357700"/>
              <a:gd name="connsiteX65" fmla="*/ 6698313 w 10678681"/>
              <a:gd name="connsiteY65" fmla="*/ 1063249 h 1357700"/>
              <a:gd name="connsiteX66" fmla="*/ 6550218 w 10678681"/>
              <a:gd name="connsiteY66" fmla="*/ 1026825 h 1357700"/>
              <a:gd name="connsiteX67" fmla="*/ 6437450 w 10678681"/>
              <a:gd name="connsiteY67" fmla="*/ 1101075 h 1357700"/>
              <a:gd name="connsiteX68" fmla="*/ 6327795 w 10678681"/>
              <a:gd name="connsiteY68" fmla="*/ 1088142 h 1357700"/>
              <a:gd name="connsiteX69" fmla="*/ 6136549 w 10678681"/>
              <a:gd name="connsiteY69" fmla="*/ 1100268 h 1357700"/>
              <a:gd name="connsiteX70" fmla="*/ 6004655 w 10678681"/>
              <a:gd name="connsiteY70" fmla="*/ 1114946 h 1357700"/>
              <a:gd name="connsiteX71" fmla="*/ 5936643 w 10678681"/>
              <a:gd name="connsiteY71" fmla="*/ 1095428 h 1357700"/>
              <a:gd name="connsiteX72" fmla="*/ 5912484 w 10678681"/>
              <a:gd name="connsiteY72" fmla="*/ 1112624 h 1357700"/>
              <a:gd name="connsiteX73" fmla="*/ 5908387 w 10678681"/>
              <a:gd name="connsiteY73" fmla="*/ 1116018 h 1357700"/>
              <a:gd name="connsiteX74" fmla="*/ 5890495 w 10678681"/>
              <a:gd name="connsiteY74" fmla="*/ 1120268 h 1357700"/>
              <a:gd name="connsiteX75" fmla="*/ 5887318 w 10678681"/>
              <a:gd name="connsiteY75" fmla="*/ 1133134 h 1357700"/>
              <a:gd name="connsiteX76" fmla="*/ 5861726 w 10678681"/>
              <a:gd name="connsiteY76" fmla="*/ 1147891 h 1357700"/>
              <a:gd name="connsiteX77" fmla="*/ 5828273 w 10678681"/>
              <a:gd name="connsiteY77" fmla="*/ 1152456 h 1357700"/>
              <a:gd name="connsiteX78" fmla="*/ 5667391 w 10678681"/>
              <a:gd name="connsiteY78" fmla="*/ 1161093 h 1357700"/>
              <a:gd name="connsiteX79" fmla="*/ 5572219 w 10678681"/>
              <a:gd name="connsiteY79" fmla="*/ 1173708 h 1357700"/>
              <a:gd name="connsiteX80" fmla="*/ 5537768 w 10678681"/>
              <a:gd name="connsiteY80" fmla="*/ 1190202 h 1357700"/>
              <a:gd name="connsiteX81" fmla="*/ 5488513 w 10678681"/>
              <a:gd name="connsiteY81" fmla="*/ 1205367 h 1357700"/>
              <a:gd name="connsiteX82" fmla="*/ 5402905 w 10678681"/>
              <a:gd name="connsiteY82" fmla="*/ 1241191 h 1357700"/>
              <a:gd name="connsiteX83" fmla="*/ 5285593 w 10678681"/>
              <a:gd name="connsiteY83" fmla="*/ 1273569 h 1357700"/>
              <a:gd name="connsiteX84" fmla="*/ 5192893 w 10678681"/>
              <a:gd name="connsiteY84" fmla="*/ 1247188 h 1357700"/>
              <a:gd name="connsiteX85" fmla="*/ 5186475 w 10678681"/>
              <a:gd name="connsiteY85" fmla="*/ 1257028 h 1357700"/>
              <a:gd name="connsiteX86" fmla="*/ 5126038 w 10678681"/>
              <a:gd name="connsiteY86" fmla="*/ 1263189 h 1357700"/>
              <a:gd name="connsiteX87" fmla="*/ 4905913 w 10678681"/>
              <a:gd name="connsiteY87" fmla="*/ 1224477 h 1357700"/>
              <a:gd name="connsiteX88" fmla="*/ 4788036 w 10678681"/>
              <a:gd name="connsiteY88" fmla="*/ 1238182 h 1357700"/>
              <a:gd name="connsiteX89" fmla="*/ 4747555 w 10678681"/>
              <a:gd name="connsiteY89" fmla="*/ 1252768 h 1357700"/>
              <a:gd name="connsiteX90" fmla="*/ 4679644 w 10678681"/>
              <a:gd name="connsiteY90" fmla="*/ 1276603 h 1357700"/>
              <a:gd name="connsiteX91" fmla="*/ 4632222 w 10678681"/>
              <a:gd name="connsiteY91" fmla="*/ 1318360 h 1357700"/>
              <a:gd name="connsiteX92" fmla="*/ 4617358 w 10678681"/>
              <a:gd name="connsiteY92" fmla="*/ 1327690 h 1357700"/>
              <a:gd name="connsiteX93" fmla="*/ 4589102 w 10678681"/>
              <a:gd name="connsiteY93" fmla="*/ 1321223 h 1357700"/>
              <a:gd name="connsiteX94" fmla="*/ 4578184 w 10678681"/>
              <a:gd name="connsiteY94" fmla="*/ 1326745 h 1357700"/>
              <a:gd name="connsiteX95" fmla="*/ 4574270 w 10678681"/>
              <a:gd name="connsiteY95" fmla="*/ 1325878 h 1357700"/>
              <a:gd name="connsiteX96" fmla="*/ 4564919 w 10678681"/>
              <a:gd name="connsiteY96" fmla="*/ 1325507 h 1357700"/>
              <a:gd name="connsiteX97" fmla="*/ 4566586 w 10678681"/>
              <a:gd name="connsiteY97" fmla="*/ 1316963 h 1357700"/>
              <a:gd name="connsiteX98" fmla="*/ 4556303 w 10678681"/>
              <a:gd name="connsiteY98" fmla="*/ 1300262 h 1357700"/>
              <a:gd name="connsiteX99" fmla="*/ 4502358 w 10678681"/>
              <a:gd name="connsiteY99" fmla="*/ 1302558 h 1357700"/>
              <a:gd name="connsiteX100" fmla="*/ 4498919 w 10678681"/>
              <a:gd name="connsiteY100" fmla="*/ 1312115 h 1357700"/>
              <a:gd name="connsiteX101" fmla="*/ 4492075 w 10678681"/>
              <a:gd name="connsiteY101" fmla="*/ 1313357 h 1357700"/>
              <a:gd name="connsiteX102" fmla="*/ 4487466 w 10678681"/>
              <a:gd name="connsiteY102" fmla="*/ 1304102 h 1357700"/>
              <a:gd name="connsiteX103" fmla="*/ 4398292 w 10678681"/>
              <a:gd name="connsiteY103" fmla="*/ 1278410 h 1357700"/>
              <a:gd name="connsiteX104" fmla="*/ 4278026 w 10678681"/>
              <a:gd name="connsiteY104" fmla="*/ 1259803 h 1357700"/>
              <a:gd name="connsiteX105" fmla="*/ 4188995 w 10678681"/>
              <a:gd name="connsiteY105" fmla="*/ 1296718 h 1357700"/>
              <a:gd name="connsiteX106" fmla="*/ 4181483 w 10678681"/>
              <a:gd name="connsiteY106" fmla="*/ 1287686 h 1357700"/>
              <a:gd name="connsiteX107" fmla="*/ 4120739 w 10678681"/>
              <a:gd name="connsiteY107" fmla="*/ 1288549 h 1357700"/>
              <a:gd name="connsiteX108" fmla="*/ 3906561 w 10678681"/>
              <a:gd name="connsiteY108" fmla="*/ 1352435 h 1357700"/>
              <a:gd name="connsiteX109" fmla="*/ 3787890 w 10678681"/>
              <a:gd name="connsiteY109" fmla="*/ 1352442 h 1357700"/>
              <a:gd name="connsiteX110" fmla="*/ 3745993 w 10678681"/>
              <a:gd name="connsiteY110" fmla="*/ 1342630 h 1357700"/>
              <a:gd name="connsiteX111" fmla="*/ 3675785 w 10678681"/>
              <a:gd name="connsiteY111" fmla="*/ 1326802 h 1357700"/>
              <a:gd name="connsiteX112" fmla="*/ 3623856 w 10678681"/>
              <a:gd name="connsiteY112" fmla="*/ 1290804 h 1357700"/>
              <a:gd name="connsiteX113" fmla="*/ 3564933 w 10678681"/>
              <a:gd name="connsiteY113" fmla="*/ 1287147 h 1357700"/>
              <a:gd name="connsiteX114" fmla="*/ 3550537 w 10678681"/>
              <a:gd name="connsiteY114" fmla="*/ 1317552 h 1357700"/>
              <a:gd name="connsiteX115" fmla="*/ 3487736 w 10678681"/>
              <a:gd name="connsiteY115" fmla="*/ 1303493 h 1357700"/>
              <a:gd name="connsiteX116" fmla="*/ 3392548 w 10678681"/>
              <a:gd name="connsiteY116" fmla="*/ 1278741 h 1357700"/>
              <a:gd name="connsiteX117" fmla="*/ 3337466 w 10678681"/>
              <a:gd name="connsiteY117" fmla="*/ 1272537 h 1357700"/>
              <a:gd name="connsiteX118" fmla="*/ 3187206 w 10678681"/>
              <a:gd name="connsiteY118" fmla="*/ 1246821 h 1357700"/>
              <a:gd name="connsiteX119" fmla="*/ 3036856 w 10678681"/>
              <a:gd name="connsiteY119" fmla="*/ 1214383 h 1357700"/>
              <a:gd name="connsiteX120" fmla="*/ 2948654 w 10678681"/>
              <a:gd name="connsiteY120" fmla="*/ 1157455 h 1357700"/>
              <a:gd name="connsiteX121" fmla="*/ 2824973 w 10678681"/>
              <a:gd name="connsiteY121" fmla="*/ 1134864 h 1357700"/>
              <a:gd name="connsiteX122" fmla="*/ 2804398 w 10678681"/>
              <a:gd name="connsiteY122" fmla="*/ 1125556 h 1357700"/>
              <a:gd name="connsiteX123" fmla="*/ 2775396 w 10678681"/>
              <a:gd name="connsiteY123" fmla="*/ 1130148 h 1357700"/>
              <a:gd name="connsiteX124" fmla="*/ 2659096 w 10678681"/>
              <a:gd name="connsiteY124" fmla="*/ 1150294 h 1357700"/>
              <a:gd name="connsiteX125" fmla="*/ 2567088 w 10678681"/>
              <a:gd name="connsiteY125" fmla="*/ 1181781 h 1357700"/>
              <a:gd name="connsiteX126" fmla="*/ 2454501 w 10678681"/>
              <a:gd name="connsiteY126" fmla="*/ 1155455 h 1357700"/>
              <a:gd name="connsiteX127" fmla="*/ 2385161 w 10678681"/>
              <a:gd name="connsiteY127" fmla="*/ 1161312 h 1357700"/>
              <a:gd name="connsiteX128" fmla="*/ 2270528 w 10678681"/>
              <a:gd name="connsiteY128" fmla="*/ 1204338 h 1357700"/>
              <a:gd name="connsiteX129" fmla="*/ 2121820 w 10678681"/>
              <a:gd name="connsiteY129" fmla="*/ 1187078 h 1357700"/>
              <a:gd name="connsiteX130" fmla="*/ 2092716 w 10678681"/>
              <a:gd name="connsiteY130" fmla="*/ 1139224 h 1357700"/>
              <a:gd name="connsiteX131" fmla="*/ 2052449 w 10678681"/>
              <a:gd name="connsiteY131" fmla="*/ 1109687 h 1357700"/>
              <a:gd name="connsiteX132" fmla="*/ 2032607 w 10678681"/>
              <a:gd name="connsiteY132" fmla="*/ 1175477 h 1357700"/>
              <a:gd name="connsiteX133" fmla="*/ 1901837 w 10678681"/>
              <a:gd name="connsiteY133" fmla="*/ 1221762 h 1357700"/>
              <a:gd name="connsiteX134" fmla="*/ 1836762 w 10678681"/>
              <a:gd name="connsiteY134" fmla="*/ 1237387 h 1357700"/>
              <a:gd name="connsiteX135" fmla="*/ 1735877 w 10678681"/>
              <a:gd name="connsiteY135" fmla="*/ 1246527 h 1357700"/>
              <a:gd name="connsiteX136" fmla="*/ 1705069 w 10678681"/>
              <a:gd name="connsiteY136" fmla="*/ 1251989 h 1357700"/>
              <a:gd name="connsiteX137" fmla="*/ 1397689 w 10678681"/>
              <a:gd name="connsiteY137" fmla="*/ 1336144 h 1357700"/>
              <a:gd name="connsiteX138" fmla="*/ 1220734 w 10678681"/>
              <a:gd name="connsiteY138" fmla="*/ 1257811 h 1357700"/>
              <a:gd name="connsiteX139" fmla="*/ 1021737 w 10678681"/>
              <a:gd name="connsiteY139" fmla="*/ 1238739 h 1357700"/>
              <a:gd name="connsiteX140" fmla="*/ 959820 w 10678681"/>
              <a:gd name="connsiteY140" fmla="*/ 1275863 h 1357700"/>
              <a:gd name="connsiteX141" fmla="*/ 929137 w 10678681"/>
              <a:gd name="connsiteY141" fmla="*/ 1273957 h 1357700"/>
              <a:gd name="connsiteX142" fmla="*/ 878849 w 10678681"/>
              <a:gd name="connsiteY142" fmla="*/ 1266740 h 1357700"/>
              <a:gd name="connsiteX143" fmla="*/ 800667 w 10678681"/>
              <a:gd name="connsiteY143" fmla="*/ 1282041 h 1357700"/>
              <a:gd name="connsiteX144" fmla="*/ 644906 w 10678681"/>
              <a:gd name="connsiteY144" fmla="*/ 1273685 h 1357700"/>
              <a:gd name="connsiteX145" fmla="*/ 379869 w 10678681"/>
              <a:gd name="connsiteY145" fmla="*/ 1339165 h 1357700"/>
              <a:gd name="connsiteX146" fmla="*/ 137696 w 10678681"/>
              <a:gd name="connsiteY146" fmla="*/ 1319217 h 1357700"/>
              <a:gd name="connsiteX147" fmla="*/ 54250 w 10678681"/>
              <a:gd name="connsiteY147" fmla="*/ 1315838 h 1357700"/>
              <a:gd name="connsiteX148" fmla="*/ 28042 w 10678681"/>
              <a:gd name="connsiteY148" fmla="*/ 1297822 h 1357700"/>
              <a:gd name="connsiteX149" fmla="*/ 0 w 10678681"/>
              <a:gd name="connsiteY149" fmla="*/ 1294612 h 1357700"/>
              <a:gd name="connsiteX150" fmla="*/ 0 w 10678681"/>
              <a:gd name="connsiteY150" fmla="*/ 0 h 1357700"/>
              <a:gd name="connsiteX0" fmla="*/ 0 w 10678681"/>
              <a:gd name="connsiteY0" fmla="*/ 0 h 1357700"/>
              <a:gd name="connsiteX1" fmla="*/ 10678681 w 10678681"/>
              <a:gd name="connsiteY1" fmla="*/ 0 h 1357700"/>
              <a:gd name="connsiteX2" fmla="*/ 10666019 w 10678681"/>
              <a:gd name="connsiteY2" fmla="*/ 7876 h 1357700"/>
              <a:gd name="connsiteX3" fmla="*/ 10632825 w 10678681"/>
              <a:gd name="connsiteY3" fmla="*/ 32153 h 1357700"/>
              <a:gd name="connsiteX4" fmla="*/ 10510605 w 10678681"/>
              <a:gd name="connsiteY4" fmla="*/ 30449 h 1357700"/>
              <a:gd name="connsiteX5" fmla="*/ 10456989 w 10678681"/>
              <a:gd name="connsiteY5" fmla="*/ 979 h 1357700"/>
              <a:gd name="connsiteX6" fmla="*/ 10438642 w 10678681"/>
              <a:gd name="connsiteY6" fmla="*/ 1524 h 1357700"/>
              <a:gd name="connsiteX7" fmla="*/ 10407146 w 10678681"/>
              <a:gd name="connsiteY7" fmla="*/ 43659 h 1357700"/>
              <a:gd name="connsiteX8" fmla="*/ 10357996 w 10678681"/>
              <a:gd name="connsiteY8" fmla="*/ 50836 h 1357700"/>
              <a:gd name="connsiteX9" fmla="*/ 10306667 w 10678681"/>
              <a:gd name="connsiteY9" fmla="*/ 109739 h 1357700"/>
              <a:gd name="connsiteX10" fmla="*/ 10115334 w 10678681"/>
              <a:gd name="connsiteY10" fmla="*/ 155658 h 1357700"/>
              <a:gd name="connsiteX11" fmla="*/ 10068157 w 10678681"/>
              <a:gd name="connsiteY11" fmla="*/ 215673 h 1357700"/>
              <a:gd name="connsiteX12" fmla="*/ 10045431 w 10678681"/>
              <a:gd name="connsiteY12" fmla="*/ 229568 h 1357700"/>
              <a:gd name="connsiteX13" fmla="*/ 10013265 w 10678681"/>
              <a:gd name="connsiteY13" fmla="*/ 284757 h 1357700"/>
              <a:gd name="connsiteX14" fmla="*/ 9862496 w 10678681"/>
              <a:gd name="connsiteY14" fmla="*/ 223033 h 1357700"/>
              <a:gd name="connsiteX15" fmla="*/ 9679638 w 10678681"/>
              <a:gd name="connsiteY15" fmla="*/ 277462 h 1357700"/>
              <a:gd name="connsiteX16" fmla="*/ 9498347 w 10678681"/>
              <a:gd name="connsiteY16" fmla="*/ 244723 h 1357700"/>
              <a:gd name="connsiteX17" fmla="*/ 9399702 w 10678681"/>
              <a:gd name="connsiteY17" fmla="*/ 276316 h 1357700"/>
              <a:gd name="connsiteX18" fmla="*/ 9378439 w 10678681"/>
              <a:gd name="connsiteY18" fmla="*/ 326244 h 1357700"/>
              <a:gd name="connsiteX19" fmla="*/ 9121744 w 10678681"/>
              <a:gd name="connsiteY19" fmla="*/ 365177 h 1357700"/>
              <a:gd name="connsiteX20" fmla="*/ 9061654 w 10678681"/>
              <a:gd name="connsiteY20" fmla="*/ 393730 h 1357700"/>
              <a:gd name="connsiteX21" fmla="*/ 8997577 w 10678681"/>
              <a:gd name="connsiteY21" fmla="*/ 380865 h 1357700"/>
              <a:gd name="connsiteX22" fmla="*/ 8907968 w 10678681"/>
              <a:gd name="connsiteY22" fmla="*/ 447345 h 1357700"/>
              <a:gd name="connsiteX23" fmla="*/ 8764163 w 10678681"/>
              <a:gd name="connsiteY23" fmla="*/ 471000 h 1357700"/>
              <a:gd name="connsiteX24" fmla="*/ 8680155 w 10678681"/>
              <a:gd name="connsiteY24" fmla="*/ 492404 h 1357700"/>
              <a:gd name="connsiteX25" fmla="*/ 8651436 w 10678681"/>
              <a:gd name="connsiteY25" fmla="*/ 511923 h 1357700"/>
              <a:gd name="connsiteX26" fmla="*/ 8609185 w 10678681"/>
              <a:gd name="connsiteY26" fmla="*/ 531525 h 1357700"/>
              <a:gd name="connsiteX27" fmla="*/ 8537091 w 10678681"/>
              <a:gd name="connsiteY27" fmla="*/ 574933 h 1357700"/>
              <a:gd name="connsiteX28" fmla="*/ 8435931 w 10678681"/>
              <a:gd name="connsiteY28" fmla="*/ 617926 h 1357700"/>
              <a:gd name="connsiteX29" fmla="*/ 8348623 w 10678681"/>
              <a:gd name="connsiteY29" fmla="*/ 600607 h 1357700"/>
              <a:gd name="connsiteX30" fmla="*/ 8344233 w 10678681"/>
              <a:gd name="connsiteY30" fmla="*/ 610922 h 1357700"/>
              <a:gd name="connsiteX31" fmla="*/ 8290622 w 10678681"/>
              <a:gd name="connsiteY31" fmla="*/ 622687 h 1357700"/>
              <a:gd name="connsiteX32" fmla="*/ 8086698 w 10678681"/>
              <a:gd name="connsiteY32" fmla="*/ 605185 h 1357700"/>
              <a:gd name="connsiteX33" fmla="*/ 7982378 w 10678681"/>
              <a:gd name="connsiteY33" fmla="*/ 629799 h 1357700"/>
              <a:gd name="connsiteX34" fmla="*/ 7947952 w 10678681"/>
              <a:gd name="connsiteY34" fmla="*/ 648003 h 1357700"/>
              <a:gd name="connsiteX35" fmla="*/ 7890112 w 10678681"/>
              <a:gd name="connsiteY35" fmla="*/ 677915 h 1357700"/>
              <a:gd name="connsiteX36" fmla="*/ 7853284 w 10678681"/>
              <a:gd name="connsiteY36" fmla="*/ 723588 h 1357700"/>
              <a:gd name="connsiteX37" fmla="*/ 7802383 w 10678681"/>
              <a:gd name="connsiteY37" fmla="*/ 739359 h 1357700"/>
              <a:gd name="connsiteX38" fmla="*/ 7782280 w 10678681"/>
              <a:gd name="connsiteY38" fmla="*/ 712868 h 1357700"/>
              <a:gd name="connsiteX39" fmla="*/ 7730518 w 10678681"/>
              <a:gd name="connsiteY39" fmla="*/ 739526 h 1357700"/>
              <a:gd name="connsiteX40" fmla="*/ 7652907 w 10678681"/>
              <a:gd name="connsiteY40" fmla="*/ 783273 h 1357700"/>
              <a:gd name="connsiteX41" fmla="*/ 7606008 w 10678681"/>
              <a:gd name="connsiteY41" fmla="*/ 800717 h 1357700"/>
              <a:gd name="connsiteX42" fmla="*/ 7480223 w 10678681"/>
              <a:gd name="connsiteY42" fmla="*/ 856821 h 1357700"/>
              <a:gd name="connsiteX43" fmla="*/ 7356005 w 10678681"/>
              <a:gd name="connsiteY43" fmla="*/ 919462 h 1357700"/>
              <a:gd name="connsiteX44" fmla="*/ 7305396 w 10678681"/>
              <a:gd name="connsiteY44" fmla="*/ 986228 h 1357700"/>
              <a:gd name="connsiteX45" fmla="*/ 7298314 w 10678681"/>
              <a:gd name="connsiteY45" fmla="*/ 989899 h 1357700"/>
              <a:gd name="connsiteX46" fmla="*/ 7277477 w 10678681"/>
              <a:gd name="connsiteY46" fmla="*/ 990571 h 1357700"/>
              <a:gd name="connsiteX47" fmla="*/ 7269396 w 10678681"/>
              <a:gd name="connsiteY47" fmla="*/ 989282 h 1357700"/>
              <a:gd name="connsiteX48" fmla="*/ 7258094 w 10678681"/>
              <a:gd name="connsiteY48" fmla="*/ 990679 h 1357700"/>
              <a:gd name="connsiteX49" fmla="*/ 7257893 w 10678681"/>
              <a:gd name="connsiteY49" fmla="*/ 991204 h 1357700"/>
              <a:gd name="connsiteX50" fmla="*/ 7247153 w 10678681"/>
              <a:gd name="connsiteY50" fmla="*/ 991550 h 1357700"/>
              <a:gd name="connsiteX51" fmla="*/ 7193612 w 10678681"/>
              <a:gd name="connsiteY51" fmla="*/ 987042 h 1357700"/>
              <a:gd name="connsiteX52" fmla="*/ 7132632 w 10678681"/>
              <a:gd name="connsiteY52" fmla="*/ 1042036 h 1357700"/>
              <a:gd name="connsiteX53" fmla="*/ 7105610 w 10678681"/>
              <a:gd name="connsiteY53" fmla="*/ 1053537 h 1357700"/>
              <a:gd name="connsiteX54" fmla="*/ 7091599 w 10678681"/>
              <a:gd name="connsiteY54" fmla="*/ 1062302 h 1357700"/>
              <a:gd name="connsiteX55" fmla="*/ 7090998 w 10678681"/>
              <a:gd name="connsiteY55" fmla="*/ 1064540 h 1357700"/>
              <a:gd name="connsiteX56" fmla="*/ 7039634 w 10678681"/>
              <a:gd name="connsiteY56" fmla="*/ 1059971 h 1357700"/>
              <a:gd name="connsiteX57" fmla="*/ 7033445 w 10678681"/>
              <a:gd name="connsiteY57" fmla="*/ 1063314 h 1357700"/>
              <a:gd name="connsiteX58" fmla="*/ 6999157 w 10678681"/>
              <a:gd name="connsiteY58" fmla="*/ 1055282 h 1357700"/>
              <a:gd name="connsiteX59" fmla="*/ 6981874 w 10678681"/>
              <a:gd name="connsiteY59" fmla="*/ 1053827 h 1357700"/>
              <a:gd name="connsiteX60" fmla="*/ 6976102 w 10678681"/>
              <a:gd name="connsiteY60" fmla="*/ 1047854 h 1357700"/>
              <a:gd name="connsiteX61" fmla="*/ 6951040 w 10678681"/>
              <a:gd name="connsiteY61" fmla="*/ 1048531 h 1357700"/>
              <a:gd name="connsiteX62" fmla="*/ 6948497 w 10678681"/>
              <a:gd name="connsiteY62" fmla="*/ 1050706 h 1357700"/>
              <a:gd name="connsiteX63" fmla="*/ 6926582 w 10678681"/>
              <a:gd name="connsiteY63" fmla="*/ 1043462 h 1357700"/>
              <a:gd name="connsiteX64" fmla="*/ 6833743 w 10678681"/>
              <a:gd name="connsiteY64" fmla="*/ 1027960 h 1357700"/>
              <a:gd name="connsiteX65" fmla="*/ 6698313 w 10678681"/>
              <a:gd name="connsiteY65" fmla="*/ 1063249 h 1357700"/>
              <a:gd name="connsiteX66" fmla="*/ 6550218 w 10678681"/>
              <a:gd name="connsiteY66" fmla="*/ 1026825 h 1357700"/>
              <a:gd name="connsiteX67" fmla="*/ 6437450 w 10678681"/>
              <a:gd name="connsiteY67" fmla="*/ 1101075 h 1357700"/>
              <a:gd name="connsiteX68" fmla="*/ 6327795 w 10678681"/>
              <a:gd name="connsiteY68" fmla="*/ 1088142 h 1357700"/>
              <a:gd name="connsiteX69" fmla="*/ 6136549 w 10678681"/>
              <a:gd name="connsiteY69" fmla="*/ 1100268 h 1357700"/>
              <a:gd name="connsiteX70" fmla="*/ 6004655 w 10678681"/>
              <a:gd name="connsiteY70" fmla="*/ 1114946 h 1357700"/>
              <a:gd name="connsiteX71" fmla="*/ 5936643 w 10678681"/>
              <a:gd name="connsiteY71" fmla="*/ 1095428 h 1357700"/>
              <a:gd name="connsiteX72" fmla="*/ 5912484 w 10678681"/>
              <a:gd name="connsiteY72" fmla="*/ 1112624 h 1357700"/>
              <a:gd name="connsiteX73" fmla="*/ 5908387 w 10678681"/>
              <a:gd name="connsiteY73" fmla="*/ 1116018 h 1357700"/>
              <a:gd name="connsiteX74" fmla="*/ 5890495 w 10678681"/>
              <a:gd name="connsiteY74" fmla="*/ 1120268 h 1357700"/>
              <a:gd name="connsiteX75" fmla="*/ 5887318 w 10678681"/>
              <a:gd name="connsiteY75" fmla="*/ 1133134 h 1357700"/>
              <a:gd name="connsiteX76" fmla="*/ 5861726 w 10678681"/>
              <a:gd name="connsiteY76" fmla="*/ 1147891 h 1357700"/>
              <a:gd name="connsiteX77" fmla="*/ 5805823 w 10678681"/>
              <a:gd name="connsiteY77" fmla="*/ 1152457 h 1357700"/>
              <a:gd name="connsiteX78" fmla="*/ 5667391 w 10678681"/>
              <a:gd name="connsiteY78" fmla="*/ 1161093 h 1357700"/>
              <a:gd name="connsiteX79" fmla="*/ 5572219 w 10678681"/>
              <a:gd name="connsiteY79" fmla="*/ 1173708 h 1357700"/>
              <a:gd name="connsiteX80" fmla="*/ 5537768 w 10678681"/>
              <a:gd name="connsiteY80" fmla="*/ 1190202 h 1357700"/>
              <a:gd name="connsiteX81" fmla="*/ 5488513 w 10678681"/>
              <a:gd name="connsiteY81" fmla="*/ 1205367 h 1357700"/>
              <a:gd name="connsiteX82" fmla="*/ 5402905 w 10678681"/>
              <a:gd name="connsiteY82" fmla="*/ 1241191 h 1357700"/>
              <a:gd name="connsiteX83" fmla="*/ 5285593 w 10678681"/>
              <a:gd name="connsiteY83" fmla="*/ 1273569 h 1357700"/>
              <a:gd name="connsiteX84" fmla="*/ 5192893 w 10678681"/>
              <a:gd name="connsiteY84" fmla="*/ 1247188 h 1357700"/>
              <a:gd name="connsiteX85" fmla="*/ 5186475 w 10678681"/>
              <a:gd name="connsiteY85" fmla="*/ 1257028 h 1357700"/>
              <a:gd name="connsiteX86" fmla="*/ 5126038 w 10678681"/>
              <a:gd name="connsiteY86" fmla="*/ 1263189 h 1357700"/>
              <a:gd name="connsiteX87" fmla="*/ 4905913 w 10678681"/>
              <a:gd name="connsiteY87" fmla="*/ 1224477 h 1357700"/>
              <a:gd name="connsiteX88" fmla="*/ 4788036 w 10678681"/>
              <a:gd name="connsiteY88" fmla="*/ 1238182 h 1357700"/>
              <a:gd name="connsiteX89" fmla="*/ 4747555 w 10678681"/>
              <a:gd name="connsiteY89" fmla="*/ 1252768 h 1357700"/>
              <a:gd name="connsiteX90" fmla="*/ 4679644 w 10678681"/>
              <a:gd name="connsiteY90" fmla="*/ 1276603 h 1357700"/>
              <a:gd name="connsiteX91" fmla="*/ 4632222 w 10678681"/>
              <a:gd name="connsiteY91" fmla="*/ 1318360 h 1357700"/>
              <a:gd name="connsiteX92" fmla="*/ 4617358 w 10678681"/>
              <a:gd name="connsiteY92" fmla="*/ 1327690 h 1357700"/>
              <a:gd name="connsiteX93" fmla="*/ 4589102 w 10678681"/>
              <a:gd name="connsiteY93" fmla="*/ 1321223 h 1357700"/>
              <a:gd name="connsiteX94" fmla="*/ 4578184 w 10678681"/>
              <a:gd name="connsiteY94" fmla="*/ 1326745 h 1357700"/>
              <a:gd name="connsiteX95" fmla="*/ 4574270 w 10678681"/>
              <a:gd name="connsiteY95" fmla="*/ 1325878 h 1357700"/>
              <a:gd name="connsiteX96" fmla="*/ 4564919 w 10678681"/>
              <a:gd name="connsiteY96" fmla="*/ 1325507 h 1357700"/>
              <a:gd name="connsiteX97" fmla="*/ 4566586 w 10678681"/>
              <a:gd name="connsiteY97" fmla="*/ 1316963 h 1357700"/>
              <a:gd name="connsiteX98" fmla="*/ 4556303 w 10678681"/>
              <a:gd name="connsiteY98" fmla="*/ 1300262 h 1357700"/>
              <a:gd name="connsiteX99" fmla="*/ 4502358 w 10678681"/>
              <a:gd name="connsiteY99" fmla="*/ 1302558 h 1357700"/>
              <a:gd name="connsiteX100" fmla="*/ 4498919 w 10678681"/>
              <a:gd name="connsiteY100" fmla="*/ 1312115 h 1357700"/>
              <a:gd name="connsiteX101" fmla="*/ 4492075 w 10678681"/>
              <a:gd name="connsiteY101" fmla="*/ 1313357 h 1357700"/>
              <a:gd name="connsiteX102" fmla="*/ 4487466 w 10678681"/>
              <a:gd name="connsiteY102" fmla="*/ 1304102 h 1357700"/>
              <a:gd name="connsiteX103" fmla="*/ 4398292 w 10678681"/>
              <a:gd name="connsiteY103" fmla="*/ 1278410 h 1357700"/>
              <a:gd name="connsiteX104" fmla="*/ 4278026 w 10678681"/>
              <a:gd name="connsiteY104" fmla="*/ 1259803 h 1357700"/>
              <a:gd name="connsiteX105" fmla="*/ 4188995 w 10678681"/>
              <a:gd name="connsiteY105" fmla="*/ 1296718 h 1357700"/>
              <a:gd name="connsiteX106" fmla="*/ 4181483 w 10678681"/>
              <a:gd name="connsiteY106" fmla="*/ 1287686 h 1357700"/>
              <a:gd name="connsiteX107" fmla="*/ 4120739 w 10678681"/>
              <a:gd name="connsiteY107" fmla="*/ 1288549 h 1357700"/>
              <a:gd name="connsiteX108" fmla="*/ 3906561 w 10678681"/>
              <a:gd name="connsiteY108" fmla="*/ 1352435 h 1357700"/>
              <a:gd name="connsiteX109" fmla="*/ 3787890 w 10678681"/>
              <a:gd name="connsiteY109" fmla="*/ 1352442 h 1357700"/>
              <a:gd name="connsiteX110" fmla="*/ 3745993 w 10678681"/>
              <a:gd name="connsiteY110" fmla="*/ 1342630 h 1357700"/>
              <a:gd name="connsiteX111" fmla="*/ 3675785 w 10678681"/>
              <a:gd name="connsiteY111" fmla="*/ 1326802 h 1357700"/>
              <a:gd name="connsiteX112" fmla="*/ 3623856 w 10678681"/>
              <a:gd name="connsiteY112" fmla="*/ 1290804 h 1357700"/>
              <a:gd name="connsiteX113" fmla="*/ 3564933 w 10678681"/>
              <a:gd name="connsiteY113" fmla="*/ 1287147 h 1357700"/>
              <a:gd name="connsiteX114" fmla="*/ 3550537 w 10678681"/>
              <a:gd name="connsiteY114" fmla="*/ 1317552 h 1357700"/>
              <a:gd name="connsiteX115" fmla="*/ 3487736 w 10678681"/>
              <a:gd name="connsiteY115" fmla="*/ 1303493 h 1357700"/>
              <a:gd name="connsiteX116" fmla="*/ 3392548 w 10678681"/>
              <a:gd name="connsiteY116" fmla="*/ 1278741 h 1357700"/>
              <a:gd name="connsiteX117" fmla="*/ 3337466 w 10678681"/>
              <a:gd name="connsiteY117" fmla="*/ 1272537 h 1357700"/>
              <a:gd name="connsiteX118" fmla="*/ 3187206 w 10678681"/>
              <a:gd name="connsiteY118" fmla="*/ 1246821 h 1357700"/>
              <a:gd name="connsiteX119" fmla="*/ 3036856 w 10678681"/>
              <a:gd name="connsiteY119" fmla="*/ 1214383 h 1357700"/>
              <a:gd name="connsiteX120" fmla="*/ 2948654 w 10678681"/>
              <a:gd name="connsiteY120" fmla="*/ 1157455 h 1357700"/>
              <a:gd name="connsiteX121" fmla="*/ 2824973 w 10678681"/>
              <a:gd name="connsiteY121" fmla="*/ 1134864 h 1357700"/>
              <a:gd name="connsiteX122" fmla="*/ 2804398 w 10678681"/>
              <a:gd name="connsiteY122" fmla="*/ 1125556 h 1357700"/>
              <a:gd name="connsiteX123" fmla="*/ 2775396 w 10678681"/>
              <a:gd name="connsiteY123" fmla="*/ 1130148 h 1357700"/>
              <a:gd name="connsiteX124" fmla="*/ 2659096 w 10678681"/>
              <a:gd name="connsiteY124" fmla="*/ 1150294 h 1357700"/>
              <a:gd name="connsiteX125" fmla="*/ 2567088 w 10678681"/>
              <a:gd name="connsiteY125" fmla="*/ 1181781 h 1357700"/>
              <a:gd name="connsiteX126" fmla="*/ 2454501 w 10678681"/>
              <a:gd name="connsiteY126" fmla="*/ 1155455 h 1357700"/>
              <a:gd name="connsiteX127" fmla="*/ 2385161 w 10678681"/>
              <a:gd name="connsiteY127" fmla="*/ 1161312 h 1357700"/>
              <a:gd name="connsiteX128" fmla="*/ 2270528 w 10678681"/>
              <a:gd name="connsiteY128" fmla="*/ 1204338 h 1357700"/>
              <a:gd name="connsiteX129" fmla="*/ 2121820 w 10678681"/>
              <a:gd name="connsiteY129" fmla="*/ 1187078 h 1357700"/>
              <a:gd name="connsiteX130" fmla="*/ 2092716 w 10678681"/>
              <a:gd name="connsiteY130" fmla="*/ 1139224 h 1357700"/>
              <a:gd name="connsiteX131" fmla="*/ 2052449 w 10678681"/>
              <a:gd name="connsiteY131" fmla="*/ 1109687 h 1357700"/>
              <a:gd name="connsiteX132" fmla="*/ 2032607 w 10678681"/>
              <a:gd name="connsiteY132" fmla="*/ 1175477 h 1357700"/>
              <a:gd name="connsiteX133" fmla="*/ 1901837 w 10678681"/>
              <a:gd name="connsiteY133" fmla="*/ 1221762 h 1357700"/>
              <a:gd name="connsiteX134" fmla="*/ 1836762 w 10678681"/>
              <a:gd name="connsiteY134" fmla="*/ 1237387 h 1357700"/>
              <a:gd name="connsiteX135" fmla="*/ 1735877 w 10678681"/>
              <a:gd name="connsiteY135" fmla="*/ 1246527 h 1357700"/>
              <a:gd name="connsiteX136" fmla="*/ 1705069 w 10678681"/>
              <a:gd name="connsiteY136" fmla="*/ 1251989 h 1357700"/>
              <a:gd name="connsiteX137" fmla="*/ 1397689 w 10678681"/>
              <a:gd name="connsiteY137" fmla="*/ 1336144 h 1357700"/>
              <a:gd name="connsiteX138" fmla="*/ 1220734 w 10678681"/>
              <a:gd name="connsiteY138" fmla="*/ 1257811 h 1357700"/>
              <a:gd name="connsiteX139" fmla="*/ 1021737 w 10678681"/>
              <a:gd name="connsiteY139" fmla="*/ 1238739 h 1357700"/>
              <a:gd name="connsiteX140" fmla="*/ 959820 w 10678681"/>
              <a:gd name="connsiteY140" fmla="*/ 1275863 h 1357700"/>
              <a:gd name="connsiteX141" fmla="*/ 929137 w 10678681"/>
              <a:gd name="connsiteY141" fmla="*/ 1273957 h 1357700"/>
              <a:gd name="connsiteX142" fmla="*/ 878849 w 10678681"/>
              <a:gd name="connsiteY142" fmla="*/ 1266740 h 1357700"/>
              <a:gd name="connsiteX143" fmla="*/ 800667 w 10678681"/>
              <a:gd name="connsiteY143" fmla="*/ 1282041 h 1357700"/>
              <a:gd name="connsiteX144" fmla="*/ 644906 w 10678681"/>
              <a:gd name="connsiteY144" fmla="*/ 1273685 h 1357700"/>
              <a:gd name="connsiteX145" fmla="*/ 379869 w 10678681"/>
              <a:gd name="connsiteY145" fmla="*/ 1339165 h 1357700"/>
              <a:gd name="connsiteX146" fmla="*/ 137696 w 10678681"/>
              <a:gd name="connsiteY146" fmla="*/ 1319217 h 1357700"/>
              <a:gd name="connsiteX147" fmla="*/ 54250 w 10678681"/>
              <a:gd name="connsiteY147" fmla="*/ 1315838 h 1357700"/>
              <a:gd name="connsiteX148" fmla="*/ 28042 w 10678681"/>
              <a:gd name="connsiteY148" fmla="*/ 1297822 h 1357700"/>
              <a:gd name="connsiteX149" fmla="*/ 0 w 10678681"/>
              <a:gd name="connsiteY149" fmla="*/ 1294612 h 1357700"/>
              <a:gd name="connsiteX150" fmla="*/ 0 w 10678681"/>
              <a:gd name="connsiteY150" fmla="*/ 0 h 1357700"/>
              <a:gd name="connsiteX0" fmla="*/ 0 w 10678681"/>
              <a:gd name="connsiteY0" fmla="*/ 0 h 1357700"/>
              <a:gd name="connsiteX1" fmla="*/ 10678681 w 10678681"/>
              <a:gd name="connsiteY1" fmla="*/ 0 h 1357700"/>
              <a:gd name="connsiteX2" fmla="*/ 10666019 w 10678681"/>
              <a:gd name="connsiteY2" fmla="*/ 7876 h 1357700"/>
              <a:gd name="connsiteX3" fmla="*/ 10632825 w 10678681"/>
              <a:gd name="connsiteY3" fmla="*/ 32153 h 1357700"/>
              <a:gd name="connsiteX4" fmla="*/ 10510605 w 10678681"/>
              <a:gd name="connsiteY4" fmla="*/ 30449 h 1357700"/>
              <a:gd name="connsiteX5" fmla="*/ 10456989 w 10678681"/>
              <a:gd name="connsiteY5" fmla="*/ 979 h 1357700"/>
              <a:gd name="connsiteX6" fmla="*/ 10438642 w 10678681"/>
              <a:gd name="connsiteY6" fmla="*/ 1524 h 1357700"/>
              <a:gd name="connsiteX7" fmla="*/ 10407146 w 10678681"/>
              <a:gd name="connsiteY7" fmla="*/ 43659 h 1357700"/>
              <a:gd name="connsiteX8" fmla="*/ 10357996 w 10678681"/>
              <a:gd name="connsiteY8" fmla="*/ 50836 h 1357700"/>
              <a:gd name="connsiteX9" fmla="*/ 10306667 w 10678681"/>
              <a:gd name="connsiteY9" fmla="*/ 109739 h 1357700"/>
              <a:gd name="connsiteX10" fmla="*/ 10115334 w 10678681"/>
              <a:gd name="connsiteY10" fmla="*/ 155658 h 1357700"/>
              <a:gd name="connsiteX11" fmla="*/ 10068157 w 10678681"/>
              <a:gd name="connsiteY11" fmla="*/ 215673 h 1357700"/>
              <a:gd name="connsiteX12" fmla="*/ 10045431 w 10678681"/>
              <a:gd name="connsiteY12" fmla="*/ 229568 h 1357700"/>
              <a:gd name="connsiteX13" fmla="*/ 10013265 w 10678681"/>
              <a:gd name="connsiteY13" fmla="*/ 284757 h 1357700"/>
              <a:gd name="connsiteX14" fmla="*/ 9862496 w 10678681"/>
              <a:gd name="connsiteY14" fmla="*/ 223033 h 1357700"/>
              <a:gd name="connsiteX15" fmla="*/ 9679638 w 10678681"/>
              <a:gd name="connsiteY15" fmla="*/ 277462 h 1357700"/>
              <a:gd name="connsiteX16" fmla="*/ 9498347 w 10678681"/>
              <a:gd name="connsiteY16" fmla="*/ 244723 h 1357700"/>
              <a:gd name="connsiteX17" fmla="*/ 9399702 w 10678681"/>
              <a:gd name="connsiteY17" fmla="*/ 276316 h 1357700"/>
              <a:gd name="connsiteX18" fmla="*/ 9378439 w 10678681"/>
              <a:gd name="connsiteY18" fmla="*/ 326244 h 1357700"/>
              <a:gd name="connsiteX19" fmla="*/ 9121744 w 10678681"/>
              <a:gd name="connsiteY19" fmla="*/ 365177 h 1357700"/>
              <a:gd name="connsiteX20" fmla="*/ 9061654 w 10678681"/>
              <a:gd name="connsiteY20" fmla="*/ 393730 h 1357700"/>
              <a:gd name="connsiteX21" fmla="*/ 8997577 w 10678681"/>
              <a:gd name="connsiteY21" fmla="*/ 380865 h 1357700"/>
              <a:gd name="connsiteX22" fmla="*/ 8907968 w 10678681"/>
              <a:gd name="connsiteY22" fmla="*/ 447345 h 1357700"/>
              <a:gd name="connsiteX23" fmla="*/ 8764163 w 10678681"/>
              <a:gd name="connsiteY23" fmla="*/ 471000 h 1357700"/>
              <a:gd name="connsiteX24" fmla="*/ 8680155 w 10678681"/>
              <a:gd name="connsiteY24" fmla="*/ 492404 h 1357700"/>
              <a:gd name="connsiteX25" fmla="*/ 8651436 w 10678681"/>
              <a:gd name="connsiteY25" fmla="*/ 511923 h 1357700"/>
              <a:gd name="connsiteX26" fmla="*/ 8609185 w 10678681"/>
              <a:gd name="connsiteY26" fmla="*/ 531525 h 1357700"/>
              <a:gd name="connsiteX27" fmla="*/ 8537091 w 10678681"/>
              <a:gd name="connsiteY27" fmla="*/ 574933 h 1357700"/>
              <a:gd name="connsiteX28" fmla="*/ 8435931 w 10678681"/>
              <a:gd name="connsiteY28" fmla="*/ 617926 h 1357700"/>
              <a:gd name="connsiteX29" fmla="*/ 8348623 w 10678681"/>
              <a:gd name="connsiteY29" fmla="*/ 600607 h 1357700"/>
              <a:gd name="connsiteX30" fmla="*/ 8344233 w 10678681"/>
              <a:gd name="connsiteY30" fmla="*/ 610922 h 1357700"/>
              <a:gd name="connsiteX31" fmla="*/ 8290622 w 10678681"/>
              <a:gd name="connsiteY31" fmla="*/ 622687 h 1357700"/>
              <a:gd name="connsiteX32" fmla="*/ 8086698 w 10678681"/>
              <a:gd name="connsiteY32" fmla="*/ 605185 h 1357700"/>
              <a:gd name="connsiteX33" fmla="*/ 7982378 w 10678681"/>
              <a:gd name="connsiteY33" fmla="*/ 629799 h 1357700"/>
              <a:gd name="connsiteX34" fmla="*/ 7947952 w 10678681"/>
              <a:gd name="connsiteY34" fmla="*/ 648003 h 1357700"/>
              <a:gd name="connsiteX35" fmla="*/ 7890112 w 10678681"/>
              <a:gd name="connsiteY35" fmla="*/ 677915 h 1357700"/>
              <a:gd name="connsiteX36" fmla="*/ 7853284 w 10678681"/>
              <a:gd name="connsiteY36" fmla="*/ 723588 h 1357700"/>
              <a:gd name="connsiteX37" fmla="*/ 7802383 w 10678681"/>
              <a:gd name="connsiteY37" fmla="*/ 739359 h 1357700"/>
              <a:gd name="connsiteX38" fmla="*/ 7782280 w 10678681"/>
              <a:gd name="connsiteY38" fmla="*/ 712868 h 1357700"/>
              <a:gd name="connsiteX39" fmla="*/ 7730518 w 10678681"/>
              <a:gd name="connsiteY39" fmla="*/ 739526 h 1357700"/>
              <a:gd name="connsiteX40" fmla="*/ 7652907 w 10678681"/>
              <a:gd name="connsiteY40" fmla="*/ 783273 h 1357700"/>
              <a:gd name="connsiteX41" fmla="*/ 7606008 w 10678681"/>
              <a:gd name="connsiteY41" fmla="*/ 800717 h 1357700"/>
              <a:gd name="connsiteX42" fmla="*/ 7480223 w 10678681"/>
              <a:gd name="connsiteY42" fmla="*/ 856821 h 1357700"/>
              <a:gd name="connsiteX43" fmla="*/ 7356005 w 10678681"/>
              <a:gd name="connsiteY43" fmla="*/ 919462 h 1357700"/>
              <a:gd name="connsiteX44" fmla="*/ 7305396 w 10678681"/>
              <a:gd name="connsiteY44" fmla="*/ 986228 h 1357700"/>
              <a:gd name="connsiteX45" fmla="*/ 7298314 w 10678681"/>
              <a:gd name="connsiteY45" fmla="*/ 989899 h 1357700"/>
              <a:gd name="connsiteX46" fmla="*/ 7277477 w 10678681"/>
              <a:gd name="connsiteY46" fmla="*/ 990571 h 1357700"/>
              <a:gd name="connsiteX47" fmla="*/ 7269396 w 10678681"/>
              <a:gd name="connsiteY47" fmla="*/ 989282 h 1357700"/>
              <a:gd name="connsiteX48" fmla="*/ 7258094 w 10678681"/>
              <a:gd name="connsiteY48" fmla="*/ 990679 h 1357700"/>
              <a:gd name="connsiteX49" fmla="*/ 7257893 w 10678681"/>
              <a:gd name="connsiteY49" fmla="*/ 991204 h 1357700"/>
              <a:gd name="connsiteX50" fmla="*/ 7247153 w 10678681"/>
              <a:gd name="connsiteY50" fmla="*/ 991550 h 1357700"/>
              <a:gd name="connsiteX51" fmla="*/ 7193612 w 10678681"/>
              <a:gd name="connsiteY51" fmla="*/ 987042 h 1357700"/>
              <a:gd name="connsiteX52" fmla="*/ 7132632 w 10678681"/>
              <a:gd name="connsiteY52" fmla="*/ 1042036 h 1357700"/>
              <a:gd name="connsiteX53" fmla="*/ 7105610 w 10678681"/>
              <a:gd name="connsiteY53" fmla="*/ 1053537 h 1357700"/>
              <a:gd name="connsiteX54" fmla="*/ 7091599 w 10678681"/>
              <a:gd name="connsiteY54" fmla="*/ 1062302 h 1357700"/>
              <a:gd name="connsiteX55" fmla="*/ 7090998 w 10678681"/>
              <a:gd name="connsiteY55" fmla="*/ 1064540 h 1357700"/>
              <a:gd name="connsiteX56" fmla="*/ 7039634 w 10678681"/>
              <a:gd name="connsiteY56" fmla="*/ 1059971 h 1357700"/>
              <a:gd name="connsiteX57" fmla="*/ 7033445 w 10678681"/>
              <a:gd name="connsiteY57" fmla="*/ 1063314 h 1357700"/>
              <a:gd name="connsiteX58" fmla="*/ 6999157 w 10678681"/>
              <a:gd name="connsiteY58" fmla="*/ 1055282 h 1357700"/>
              <a:gd name="connsiteX59" fmla="*/ 6981874 w 10678681"/>
              <a:gd name="connsiteY59" fmla="*/ 1053827 h 1357700"/>
              <a:gd name="connsiteX60" fmla="*/ 6976102 w 10678681"/>
              <a:gd name="connsiteY60" fmla="*/ 1047854 h 1357700"/>
              <a:gd name="connsiteX61" fmla="*/ 6951040 w 10678681"/>
              <a:gd name="connsiteY61" fmla="*/ 1048531 h 1357700"/>
              <a:gd name="connsiteX62" fmla="*/ 6948497 w 10678681"/>
              <a:gd name="connsiteY62" fmla="*/ 1050706 h 1357700"/>
              <a:gd name="connsiteX63" fmla="*/ 6926582 w 10678681"/>
              <a:gd name="connsiteY63" fmla="*/ 1043462 h 1357700"/>
              <a:gd name="connsiteX64" fmla="*/ 6833743 w 10678681"/>
              <a:gd name="connsiteY64" fmla="*/ 1027960 h 1357700"/>
              <a:gd name="connsiteX65" fmla="*/ 6698313 w 10678681"/>
              <a:gd name="connsiteY65" fmla="*/ 1063249 h 1357700"/>
              <a:gd name="connsiteX66" fmla="*/ 6550218 w 10678681"/>
              <a:gd name="connsiteY66" fmla="*/ 1026825 h 1357700"/>
              <a:gd name="connsiteX67" fmla="*/ 6437450 w 10678681"/>
              <a:gd name="connsiteY67" fmla="*/ 1101075 h 1357700"/>
              <a:gd name="connsiteX68" fmla="*/ 6327795 w 10678681"/>
              <a:gd name="connsiteY68" fmla="*/ 1088142 h 1357700"/>
              <a:gd name="connsiteX69" fmla="*/ 6136549 w 10678681"/>
              <a:gd name="connsiteY69" fmla="*/ 1100268 h 1357700"/>
              <a:gd name="connsiteX70" fmla="*/ 6004655 w 10678681"/>
              <a:gd name="connsiteY70" fmla="*/ 1114946 h 1357700"/>
              <a:gd name="connsiteX71" fmla="*/ 5936643 w 10678681"/>
              <a:gd name="connsiteY71" fmla="*/ 1095428 h 1357700"/>
              <a:gd name="connsiteX72" fmla="*/ 5912484 w 10678681"/>
              <a:gd name="connsiteY72" fmla="*/ 1112624 h 1357700"/>
              <a:gd name="connsiteX73" fmla="*/ 5908387 w 10678681"/>
              <a:gd name="connsiteY73" fmla="*/ 1116018 h 1357700"/>
              <a:gd name="connsiteX74" fmla="*/ 5890495 w 10678681"/>
              <a:gd name="connsiteY74" fmla="*/ 1120268 h 1357700"/>
              <a:gd name="connsiteX75" fmla="*/ 5887318 w 10678681"/>
              <a:gd name="connsiteY75" fmla="*/ 1133134 h 1357700"/>
              <a:gd name="connsiteX76" fmla="*/ 5861726 w 10678681"/>
              <a:gd name="connsiteY76" fmla="*/ 1147891 h 1357700"/>
              <a:gd name="connsiteX77" fmla="*/ 5805823 w 10678681"/>
              <a:gd name="connsiteY77" fmla="*/ 1152457 h 1357700"/>
              <a:gd name="connsiteX78" fmla="*/ 5689841 w 10678681"/>
              <a:gd name="connsiteY78" fmla="*/ 1176232 h 1357700"/>
              <a:gd name="connsiteX79" fmla="*/ 5572219 w 10678681"/>
              <a:gd name="connsiteY79" fmla="*/ 1173708 h 1357700"/>
              <a:gd name="connsiteX80" fmla="*/ 5537768 w 10678681"/>
              <a:gd name="connsiteY80" fmla="*/ 1190202 h 1357700"/>
              <a:gd name="connsiteX81" fmla="*/ 5488513 w 10678681"/>
              <a:gd name="connsiteY81" fmla="*/ 1205367 h 1357700"/>
              <a:gd name="connsiteX82" fmla="*/ 5402905 w 10678681"/>
              <a:gd name="connsiteY82" fmla="*/ 1241191 h 1357700"/>
              <a:gd name="connsiteX83" fmla="*/ 5285593 w 10678681"/>
              <a:gd name="connsiteY83" fmla="*/ 1273569 h 1357700"/>
              <a:gd name="connsiteX84" fmla="*/ 5192893 w 10678681"/>
              <a:gd name="connsiteY84" fmla="*/ 1247188 h 1357700"/>
              <a:gd name="connsiteX85" fmla="*/ 5186475 w 10678681"/>
              <a:gd name="connsiteY85" fmla="*/ 1257028 h 1357700"/>
              <a:gd name="connsiteX86" fmla="*/ 5126038 w 10678681"/>
              <a:gd name="connsiteY86" fmla="*/ 1263189 h 1357700"/>
              <a:gd name="connsiteX87" fmla="*/ 4905913 w 10678681"/>
              <a:gd name="connsiteY87" fmla="*/ 1224477 h 1357700"/>
              <a:gd name="connsiteX88" fmla="*/ 4788036 w 10678681"/>
              <a:gd name="connsiteY88" fmla="*/ 1238182 h 1357700"/>
              <a:gd name="connsiteX89" fmla="*/ 4747555 w 10678681"/>
              <a:gd name="connsiteY89" fmla="*/ 1252768 h 1357700"/>
              <a:gd name="connsiteX90" fmla="*/ 4679644 w 10678681"/>
              <a:gd name="connsiteY90" fmla="*/ 1276603 h 1357700"/>
              <a:gd name="connsiteX91" fmla="*/ 4632222 w 10678681"/>
              <a:gd name="connsiteY91" fmla="*/ 1318360 h 1357700"/>
              <a:gd name="connsiteX92" fmla="*/ 4617358 w 10678681"/>
              <a:gd name="connsiteY92" fmla="*/ 1327690 h 1357700"/>
              <a:gd name="connsiteX93" fmla="*/ 4589102 w 10678681"/>
              <a:gd name="connsiteY93" fmla="*/ 1321223 h 1357700"/>
              <a:gd name="connsiteX94" fmla="*/ 4578184 w 10678681"/>
              <a:gd name="connsiteY94" fmla="*/ 1326745 h 1357700"/>
              <a:gd name="connsiteX95" fmla="*/ 4574270 w 10678681"/>
              <a:gd name="connsiteY95" fmla="*/ 1325878 h 1357700"/>
              <a:gd name="connsiteX96" fmla="*/ 4564919 w 10678681"/>
              <a:gd name="connsiteY96" fmla="*/ 1325507 h 1357700"/>
              <a:gd name="connsiteX97" fmla="*/ 4566586 w 10678681"/>
              <a:gd name="connsiteY97" fmla="*/ 1316963 h 1357700"/>
              <a:gd name="connsiteX98" fmla="*/ 4556303 w 10678681"/>
              <a:gd name="connsiteY98" fmla="*/ 1300262 h 1357700"/>
              <a:gd name="connsiteX99" fmla="*/ 4502358 w 10678681"/>
              <a:gd name="connsiteY99" fmla="*/ 1302558 h 1357700"/>
              <a:gd name="connsiteX100" fmla="*/ 4498919 w 10678681"/>
              <a:gd name="connsiteY100" fmla="*/ 1312115 h 1357700"/>
              <a:gd name="connsiteX101" fmla="*/ 4492075 w 10678681"/>
              <a:gd name="connsiteY101" fmla="*/ 1313357 h 1357700"/>
              <a:gd name="connsiteX102" fmla="*/ 4487466 w 10678681"/>
              <a:gd name="connsiteY102" fmla="*/ 1304102 h 1357700"/>
              <a:gd name="connsiteX103" fmla="*/ 4398292 w 10678681"/>
              <a:gd name="connsiteY103" fmla="*/ 1278410 h 1357700"/>
              <a:gd name="connsiteX104" fmla="*/ 4278026 w 10678681"/>
              <a:gd name="connsiteY104" fmla="*/ 1259803 h 1357700"/>
              <a:gd name="connsiteX105" fmla="*/ 4188995 w 10678681"/>
              <a:gd name="connsiteY105" fmla="*/ 1296718 h 1357700"/>
              <a:gd name="connsiteX106" fmla="*/ 4181483 w 10678681"/>
              <a:gd name="connsiteY106" fmla="*/ 1287686 h 1357700"/>
              <a:gd name="connsiteX107" fmla="*/ 4120739 w 10678681"/>
              <a:gd name="connsiteY107" fmla="*/ 1288549 h 1357700"/>
              <a:gd name="connsiteX108" fmla="*/ 3906561 w 10678681"/>
              <a:gd name="connsiteY108" fmla="*/ 1352435 h 1357700"/>
              <a:gd name="connsiteX109" fmla="*/ 3787890 w 10678681"/>
              <a:gd name="connsiteY109" fmla="*/ 1352442 h 1357700"/>
              <a:gd name="connsiteX110" fmla="*/ 3745993 w 10678681"/>
              <a:gd name="connsiteY110" fmla="*/ 1342630 h 1357700"/>
              <a:gd name="connsiteX111" fmla="*/ 3675785 w 10678681"/>
              <a:gd name="connsiteY111" fmla="*/ 1326802 h 1357700"/>
              <a:gd name="connsiteX112" fmla="*/ 3623856 w 10678681"/>
              <a:gd name="connsiteY112" fmla="*/ 1290804 h 1357700"/>
              <a:gd name="connsiteX113" fmla="*/ 3564933 w 10678681"/>
              <a:gd name="connsiteY113" fmla="*/ 1287147 h 1357700"/>
              <a:gd name="connsiteX114" fmla="*/ 3550537 w 10678681"/>
              <a:gd name="connsiteY114" fmla="*/ 1317552 h 1357700"/>
              <a:gd name="connsiteX115" fmla="*/ 3487736 w 10678681"/>
              <a:gd name="connsiteY115" fmla="*/ 1303493 h 1357700"/>
              <a:gd name="connsiteX116" fmla="*/ 3392548 w 10678681"/>
              <a:gd name="connsiteY116" fmla="*/ 1278741 h 1357700"/>
              <a:gd name="connsiteX117" fmla="*/ 3337466 w 10678681"/>
              <a:gd name="connsiteY117" fmla="*/ 1272537 h 1357700"/>
              <a:gd name="connsiteX118" fmla="*/ 3187206 w 10678681"/>
              <a:gd name="connsiteY118" fmla="*/ 1246821 h 1357700"/>
              <a:gd name="connsiteX119" fmla="*/ 3036856 w 10678681"/>
              <a:gd name="connsiteY119" fmla="*/ 1214383 h 1357700"/>
              <a:gd name="connsiteX120" fmla="*/ 2948654 w 10678681"/>
              <a:gd name="connsiteY120" fmla="*/ 1157455 h 1357700"/>
              <a:gd name="connsiteX121" fmla="*/ 2824973 w 10678681"/>
              <a:gd name="connsiteY121" fmla="*/ 1134864 h 1357700"/>
              <a:gd name="connsiteX122" fmla="*/ 2804398 w 10678681"/>
              <a:gd name="connsiteY122" fmla="*/ 1125556 h 1357700"/>
              <a:gd name="connsiteX123" fmla="*/ 2775396 w 10678681"/>
              <a:gd name="connsiteY123" fmla="*/ 1130148 h 1357700"/>
              <a:gd name="connsiteX124" fmla="*/ 2659096 w 10678681"/>
              <a:gd name="connsiteY124" fmla="*/ 1150294 h 1357700"/>
              <a:gd name="connsiteX125" fmla="*/ 2567088 w 10678681"/>
              <a:gd name="connsiteY125" fmla="*/ 1181781 h 1357700"/>
              <a:gd name="connsiteX126" fmla="*/ 2454501 w 10678681"/>
              <a:gd name="connsiteY126" fmla="*/ 1155455 h 1357700"/>
              <a:gd name="connsiteX127" fmla="*/ 2385161 w 10678681"/>
              <a:gd name="connsiteY127" fmla="*/ 1161312 h 1357700"/>
              <a:gd name="connsiteX128" fmla="*/ 2270528 w 10678681"/>
              <a:gd name="connsiteY128" fmla="*/ 1204338 h 1357700"/>
              <a:gd name="connsiteX129" fmla="*/ 2121820 w 10678681"/>
              <a:gd name="connsiteY129" fmla="*/ 1187078 h 1357700"/>
              <a:gd name="connsiteX130" fmla="*/ 2092716 w 10678681"/>
              <a:gd name="connsiteY130" fmla="*/ 1139224 h 1357700"/>
              <a:gd name="connsiteX131" fmla="*/ 2052449 w 10678681"/>
              <a:gd name="connsiteY131" fmla="*/ 1109687 h 1357700"/>
              <a:gd name="connsiteX132" fmla="*/ 2032607 w 10678681"/>
              <a:gd name="connsiteY132" fmla="*/ 1175477 h 1357700"/>
              <a:gd name="connsiteX133" fmla="*/ 1901837 w 10678681"/>
              <a:gd name="connsiteY133" fmla="*/ 1221762 h 1357700"/>
              <a:gd name="connsiteX134" fmla="*/ 1836762 w 10678681"/>
              <a:gd name="connsiteY134" fmla="*/ 1237387 h 1357700"/>
              <a:gd name="connsiteX135" fmla="*/ 1735877 w 10678681"/>
              <a:gd name="connsiteY135" fmla="*/ 1246527 h 1357700"/>
              <a:gd name="connsiteX136" fmla="*/ 1705069 w 10678681"/>
              <a:gd name="connsiteY136" fmla="*/ 1251989 h 1357700"/>
              <a:gd name="connsiteX137" fmla="*/ 1397689 w 10678681"/>
              <a:gd name="connsiteY137" fmla="*/ 1336144 h 1357700"/>
              <a:gd name="connsiteX138" fmla="*/ 1220734 w 10678681"/>
              <a:gd name="connsiteY138" fmla="*/ 1257811 h 1357700"/>
              <a:gd name="connsiteX139" fmla="*/ 1021737 w 10678681"/>
              <a:gd name="connsiteY139" fmla="*/ 1238739 h 1357700"/>
              <a:gd name="connsiteX140" fmla="*/ 959820 w 10678681"/>
              <a:gd name="connsiteY140" fmla="*/ 1275863 h 1357700"/>
              <a:gd name="connsiteX141" fmla="*/ 929137 w 10678681"/>
              <a:gd name="connsiteY141" fmla="*/ 1273957 h 1357700"/>
              <a:gd name="connsiteX142" fmla="*/ 878849 w 10678681"/>
              <a:gd name="connsiteY142" fmla="*/ 1266740 h 1357700"/>
              <a:gd name="connsiteX143" fmla="*/ 800667 w 10678681"/>
              <a:gd name="connsiteY143" fmla="*/ 1282041 h 1357700"/>
              <a:gd name="connsiteX144" fmla="*/ 644906 w 10678681"/>
              <a:gd name="connsiteY144" fmla="*/ 1273685 h 1357700"/>
              <a:gd name="connsiteX145" fmla="*/ 379869 w 10678681"/>
              <a:gd name="connsiteY145" fmla="*/ 1339165 h 1357700"/>
              <a:gd name="connsiteX146" fmla="*/ 137696 w 10678681"/>
              <a:gd name="connsiteY146" fmla="*/ 1319217 h 1357700"/>
              <a:gd name="connsiteX147" fmla="*/ 54250 w 10678681"/>
              <a:gd name="connsiteY147" fmla="*/ 1315838 h 1357700"/>
              <a:gd name="connsiteX148" fmla="*/ 28042 w 10678681"/>
              <a:gd name="connsiteY148" fmla="*/ 1297822 h 1357700"/>
              <a:gd name="connsiteX149" fmla="*/ 0 w 10678681"/>
              <a:gd name="connsiteY149" fmla="*/ 1294612 h 1357700"/>
              <a:gd name="connsiteX150" fmla="*/ 0 w 10678681"/>
              <a:gd name="connsiteY150" fmla="*/ 0 h 1357700"/>
              <a:gd name="connsiteX0" fmla="*/ 0 w 10678681"/>
              <a:gd name="connsiteY0" fmla="*/ 0 h 1357700"/>
              <a:gd name="connsiteX1" fmla="*/ 10678681 w 10678681"/>
              <a:gd name="connsiteY1" fmla="*/ 0 h 1357700"/>
              <a:gd name="connsiteX2" fmla="*/ 10666019 w 10678681"/>
              <a:gd name="connsiteY2" fmla="*/ 7876 h 1357700"/>
              <a:gd name="connsiteX3" fmla="*/ 10632825 w 10678681"/>
              <a:gd name="connsiteY3" fmla="*/ 32153 h 1357700"/>
              <a:gd name="connsiteX4" fmla="*/ 10510605 w 10678681"/>
              <a:gd name="connsiteY4" fmla="*/ 30449 h 1357700"/>
              <a:gd name="connsiteX5" fmla="*/ 10456989 w 10678681"/>
              <a:gd name="connsiteY5" fmla="*/ 979 h 1357700"/>
              <a:gd name="connsiteX6" fmla="*/ 10438642 w 10678681"/>
              <a:gd name="connsiteY6" fmla="*/ 1524 h 1357700"/>
              <a:gd name="connsiteX7" fmla="*/ 10407146 w 10678681"/>
              <a:gd name="connsiteY7" fmla="*/ 43659 h 1357700"/>
              <a:gd name="connsiteX8" fmla="*/ 10357996 w 10678681"/>
              <a:gd name="connsiteY8" fmla="*/ 50836 h 1357700"/>
              <a:gd name="connsiteX9" fmla="*/ 10306667 w 10678681"/>
              <a:gd name="connsiteY9" fmla="*/ 109739 h 1357700"/>
              <a:gd name="connsiteX10" fmla="*/ 10115334 w 10678681"/>
              <a:gd name="connsiteY10" fmla="*/ 155658 h 1357700"/>
              <a:gd name="connsiteX11" fmla="*/ 10068157 w 10678681"/>
              <a:gd name="connsiteY11" fmla="*/ 215673 h 1357700"/>
              <a:gd name="connsiteX12" fmla="*/ 10045431 w 10678681"/>
              <a:gd name="connsiteY12" fmla="*/ 229568 h 1357700"/>
              <a:gd name="connsiteX13" fmla="*/ 10013265 w 10678681"/>
              <a:gd name="connsiteY13" fmla="*/ 284757 h 1357700"/>
              <a:gd name="connsiteX14" fmla="*/ 9862496 w 10678681"/>
              <a:gd name="connsiteY14" fmla="*/ 223033 h 1357700"/>
              <a:gd name="connsiteX15" fmla="*/ 9679638 w 10678681"/>
              <a:gd name="connsiteY15" fmla="*/ 277462 h 1357700"/>
              <a:gd name="connsiteX16" fmla="*/ 9498347 w 10678681"/>
              <a:gd name="connsiteY16" fmla="*/ 244723 h 1357700"/>
              <a:gd name="connsiteX17" fmla="*/ 9399702 w 10678681"/>
              <a:gd name="connsiteY17" fmla="*/ 276316 h 1357700"/>
              <a:gd name="connsiteX18" fmla="*/ 9378439 w 10678681"/>
              <a:gd name="connsiteY18" fmla="*/ 326244 h 1357700"/>
              <a:gd name="connsiteX19" fmla="*/ 9121744 w 10678681"/>
              <a:gd name="connsiteY19" fmla="*/ 365177 h 1357700"/>
              <a:gd name="connsiteX20" fmla="*/ 9061654 w 10678681"/>
              <a:gd name="connsiteY20" fmla="*/ 393730 h 1357700"/>
              <a:gd name="connsiteX21" fmla="*/ 8997577 w 10678681"/>
              <a:gd name="connsiteY21" fmla="*/ 380865 h 1357700"/>
              <a:gd name="connsiteX22" fmla="*/ 8907968 w 10678681"/>
              <a:gd name="connsiteY22" fmla="*/ 447345 h 1357700"/>
              <a:gd name="connsiteX23" fmla="*/ 8764163 w 10678681"/>
              <a:gd name="connsiteY23" fmla="*/ 471000 h 1357700"/>
              <a:gd name="connsiteX24" fmla="*/ 8680155 w 10678681"/>
              <a:gd name="connsiteY24" fmla="*/ 492404 h 1357700"/>
              <a:gd name="connsiteX25" fmla="*/ 8651436 w 10678681"/>
              <a:gd name="connsiteY25" fmla="*/ 511923 h 1357700"/>
              <a:gd name="connsiteX26" fmla="*/ 8609185 w 10678681"/>
              <a:gd name="connsiteY26" fmla="*/ 531525 h 1357700"/>
              <a:gd name="connsiteX27" fmla="*/ 8537091 w 10678681"/>
              <a:gd name="connsiteY27" fmla="*/ 574933 h 1357700"/>
              <a:gd name="connsiteX28" fmla="*/ 8435931 w 10678681"/>
              <a:gd name="connsiteY28" fmla="*/ 617926 h 1357700"/>
              <a:gd name="connsiteX29" fmla="*/ 8348623 w 10678681"/>
              <a:gd name="connsiteY29" fmla="*/ 600607 h 1357700"/>
              <a:gd name="connsiteX30" fmla="*/ 8344233 w 10678681"/>
              <a:gd name="connsiteY30" fmla="*/ 610922 h 1357700"/>
              <a:gd name="connsiteX31" fmla="*/ 8290622 w 10678681"/>
              <a:gd name="connsiteY31" fmla="*/ 622687 h 1357700"/>
              <a:gd name="connsiteX32" fmla="*/ 8086698 w 10678681"/>
              <a:gd name="connsiteY32" fmla="*/ 605185 h 1357700"/>
              <a:gd name="connsiteX33" fmla="*/ 7982378 w 10678681"/>
              <a:gd name="connsiteY33" fmla="*/ 629799 h 1357700"/>
              <a:gd name="connsiteX34" fmla="*/ 7947952 w 10678681"/>
              <a:gd name="connsiteY34" fmla="*/ 648003 h 1357700"/>
              <a:gd name="connsiteX35" fmla="*/ 7890112 w 10678681"/>
              <a:gd name="connsiteY35" fmla="*/ 677915 h 1357700"/>
              <a:gd name="connsiteX36" fmla="*/ 7853284 w 10678681"/>
              <a:gd name="connsiteY36" fmla="*/ 723588 h 1357700"/>
              <a:gd name="connsiteX37" fmla="*/ 7802383 w 10678681"/>
              <a:gd name="connsiteY37" fmla="*/ 739359 h 1357700"/>
              <a:gd name="connsiteX38" fmla="*/ 7782280 w 10678681"/>
              <a:gd name="connsiteY38" fmla="*/ 712868 h 1357700"/>
              <a:gd name="connsiteX39" fmla="*/ 7730518 w 10678681"/>
              <a:gd name="connsiteY39" fmla="*/ 739526 h 1357700"/>
              <a:gd name="connsiteX40" fmla="*/ 7652907 w 10678681"/>
              <a:gd name="connsiteY40" fmla="*/ 783273 h 1357700"/>
              <a:gd name="connsiteX41" fmla="*/ 7606008 w 10678681"/>
              <a:gd name="connsiteY41" fmla="*/ 800717 h 1357700"/>
              <a:gd name="connsiteX42" fmla="*/ 7480223 w 10678681"/>
              <a:gd name="connsiteY42" fmla="*/ 856821 h 1357700"/>
              <a:gd name="connsiteX43" fmla="*/ 7356005 w 10678681"/>
              <a:gd name="connsiteY43" fmla="*/ 919462 h 1357700"/>
              <a:gd name="connsiteX44" fmla="*/ 7305396 w 10678681"/>
              <a:gd name="connsiteY44" fmla="*/ 986228 h 1357700"/>
              <a:gd name="connsiteX45" fmla="*/ 7298314 w 10678681"/>
              <a:gd name="connsiteY45" fmla="*/ 989899 h 1357700"/>
              <a:gd name="connsiteX46" fmla="*/ 7277477 w 10678681"/>
              <a:gd name="connsiteY46" fmla="*/ 990571 h 1357700"/>
              <a:gd name="connsiteX47" fmla="*/ 7269396 w 10678681"/>
              <a:gd name="connsiteY47" fmla="*/ 989282 h 1357700"/>
              <a:gd name="connsiteX48" fmla="*/ 7258094 w 10678681"/>
              <a:gd name="connsiteY48" fmla="*/ 990679 h 1357700"/>
              <a:gd name="connsiteX49" fmla="*/ 7257893 w 10678681"/>
              <a:gd name="connsiteY49" fmla="*/ 991204 h 1357700"/>
              <a:gd name="connsiteX50" fmla="*/ 7247153 w 10678681"/>
              <a:gd name="connsiteY50" fmla="*/ 991550 h 1357700"/>
              <a:gd name="connsiteX51" fmla="*/ 7193612 w 10678681"/>
              <a:gd name="connsiteY51" fmla="*/ 987042 h 1357700"/>
              <a:gd name="connsiteX52" fmla="*/ 7132632 w 10678681"/>
              <a:gd name="connsiteY52" fmla="*/ 1042036 h 1357700"/>
              <a:gd name="connsiteX53" fmla="*/ 7105610 w 10678681"/>
              <a:gd name="connsiteY53" fmla="*/ 1053537 h 1357700"/>
              <a:gd name="connsiteX54" fmla="*/ 7091599 w 10678681"/>
              <a:gd name="connsiteY54" fmla="*/ 1062302 h 1357700"/>
              <a:gd name="connsiteX55" fmla="*/ 7090998 w 10678681"/>
              <a:gd name="connsiteY55" fmla="*/ 1064540 h 1357700"/>
              <a:gd name="connsiteX56" fmla="*/ 7039634 w 10678681"/>
              <a:gd name="connsiteY56" fmla="*/ 1059971 h 1357700"/>
              <a:gd name="connsiteX57" fmla="*/ 7033445 w 10678681"/>
              <a:gd name="connsiteY57" fmla="*/ 1063314 h 1357700"/>
              <a:gd name="connsiteX58" fmla="*/ 6999157 w 10678681"/>
              <a:gd name="connsiteY58" fmla="*/ 1055282 h 1357700"/>
              <a:gd name="connsiteX59" fmla="*/ 6981874 w 10678681"/>
              <a:gd name="connsiteY59" fmla="*/ 1053827 h 1357700"/>
              <a:gd name="connsiteX60" fmla="*/ 6976102 w 10678681"/>
              <a:gd name="connsiteY60" fmla="*/ 1047854 h 1357700"/>
              <a:gd name="connsiteX61" fmla="*/ 6951040 w 10678681"/>
              <a:gd name="connsiteY61" fmla="*/ 1048531 h 1357700"/>
              <a:gd name="connsiteX62" fmla="*/ 6948497 w 10678681"/>
              <a:gd name="connsiteY62" fmla="*/ 1050706 h 1357700"/>
              <a:gd name="connsiteX63" fmla="*/ 6926582 w 10678681"/>
              <a:gd name="connsiteY63" fmla="*/ 1043462 h 1357700"/>
              <a:gd name="connsiteX64" fmla="*/ 6833743 w 10678681"/>
              <a:gd name="connsiteY64" fmla="*/ 1027960 h 1357700"/>
              <a:gd name="connsiteX65" fmla="*/ 6698313 w 10678681"/>
              <a:gd name="connsiteY65" fmla="*/ 1063249 h 1357700"/>
              <a:gd name="connsiteX66" fmla="*/ 6550218 w 10678681"/>
              <a:gd name="connsiteY66" fmla="*/ 1026825 h 1357700"/>
              <a:gd name="connsiteX67" fmla="*/ 6437450 w 10678681"/>
              <a:gd name="connsiteY67" fmla="*/ 1101075 h 1357700"/>
              <a:gd name="connsiteX68" fmla="*/ 6327795 w 10678681"/>
              <a:gd name="connsiteY68" fmla="*/ 1088142 h 1357700"/>
              <a:gd name="connsiteX69" fmla="*/ 6136549 w 10678681"/>
              <a:gd name="connsiteY69" fmla="*/ 1100268 h 1357700"/>
              <a:gd name="connsiteX70" fmla="*/ 6004655 w 10678681"/>
              <a:gd name="connsiteY70" fmla="*/ 1114946 h 1357700"/>
              <a:gd name="connsiteX71" fmla="*/ 5936643 w 10678681"/>
              <a:gd name="connsiteY71" fmla="*/ 1095428 h 1357700"/>
              <a:gd name="connsiteX72" fmla="*/ 5912484 w 10678681"/>
              <a:gd name="connsiteY72" fmla="*/ 1112624 h 1357700"/>
              <a:gd name="connsiteX73" fmla="*/ 5908387 w 10678681"/>
              <a:gd name="connsiteY73" fmla="*/ 1116018 h 1357700"/>
              <a:gd name="connsiteX74" fmla="*/ 5890495 w 10678681"/>
              <a:gd name="connsiteY74" fmla="*/ 1120268 h 1357700"/>
              <a:gd name="connsiteX75" fmla="*/ 5887318 w 10678681"/>
              <a:gd name="connsiteY75" fmla="*/ 1133134 h 1357700"/>
              <a:gd name="connsiteX76" fmla="*/ 5861726 w 10678681"/>
              <a:gd name="connsiteY76" fmla="*/ 1147891 h 1357700"/>
              <a:gd name="connsiteX77" fmla="*/ 5805823 w 10678681"/>
              <a:gd name="connsiteY77" fmla="*/ 1152457 h 1357700"/>
              <a:gd name="connsiteX78" fmla="*/ 5689841 w 10678681"/>
              <a:gd name="connsiteY78" fmla="*/ 1176232 h 1357700"/>
              <a:gd name="connsiteX79" fmla="*/ 5537768 w 10678681"/>
              <a:gd name="connsiteY79" fmla="*/ 1190202 h 1357700"/>
              <a:gd name="connsiteX80" fmla="*/ 5488513 w 10678681"/>
              <a:gd name="connsiteY80" fmla="*/ 1205367 h 1357700"/>
              <a:gd name="connsiteX81" fmla="*/ 5402905 w 10678681"/>
              <a:gd name="connsiteY81" fmla="*/ 1241191 h 1357700"/>
              <a:gd name="connsiteX82" fmla="*/ 5285593 w 10678681"/>
              <a:gd name="connsiteY82" fmla="*/ 1273569 h 1357700"/>
              <a:gd name="connsiteX83" fmla="*/ 5192893 w 10678681"/>
              <a:gd name="connsiteY83" fmla="*/ 1247188 h 1357700"/>
              <a:gd name="connsiteX84" fmla="*/ 5186475 w 10678681"/>
              <a:gd name="connsiteY84" fmla="*/ 1257028 h 1357700"/>
              <a:gd name="connsiteX85" fmla="*/ 5126038 w 10678681"/>
              <a:gd name="connsiteY85" fmla="*/ 1263189 h 1357700"/>
              <a:gd name="connsiteX86" fmla="*/ 4905913 w 10678681"/>
              <a:gd name="connsiteY86" fmla="*/ 1224477 h 1357700"/>
              <a:gd name="connsiteX87" fmla="*/ 4788036 w 10678681"/>
              <a:gd name="connsiteY87" fmla="*/ 1238182 h 1357700"/>
              <a:gd name="connsiteX88" fmla="*/ 4747555 w 10678681"/>
              <a:gd name="connsiteY88" fmla="*/ 1252768 h 1357700"/>
              <a:gd name="connsiteX89" fmla="*/ 4679644 w 10678681"/>
              <a:gd name="connsiteY89" fmla="*/ 1276603 h 1357700"/>
              <a:gd name="connsiteX90" fmla="*/ 4632222 w 10678681"/>
              <a:gd name="connsiteY90" fmla="*/ 1318360 h 1357700"/>
              <a:gd name="connsiteX91" fmla="*/ 4617358 w 10678681"/>
              <a:gd name="connsiteY91" fmla="*/ 1327690 h 1357700"/>
              <a:gd name="connsiteX92" fmla="*/ 4589102 w 10678681"/>
              <a:gd name="connsiteY92" fmla="*/ 1321223 h 1357700"/>
              <a:gd name="connsiteX93" fmla="*/ 4578184 w 10678681"/>
              <a:gd name="connsiteY93" fmla="*/ 1326745 h 1357700"/>
              <a:gd name="connsiteX94" fmla="*/ 4574270 w 10678681"/>
              <a:gd name="connsiteY94" fmla="*/ 1325878 h 1357700"/>
              <a:gd name="connsiteX95" fmla="*/ 4564919 w 10678681"/>
              <a:gd name="connsiteY95" fmla="*/ 1325507 h 1357700"/>
              <a:gd name="connsiteX96" fmla="*/ 4566586 w 10678681"/>
              <a:gd name="connsiteY96" fmla="*/ 1316963 h 1357700"/>
              <a:gd name="connsiteX97" fmla="*/ 4556303 w 10678681"/>
              <a:gd name="connsiteY97" fmla="*/ 1300262 h 1357700"/>
              <a:gd name="connsiteX98" fmla="*/ 4502358 w 10678681"/>
              <a:gd name="connsiteY98" fmla="*/ 1302558 h 1357700"/>
              <a:gd name="connsiteX99" fmla="*/ 4498919 w 10678681"/>
              <a:gd name="connsiteY99" fmla="*/ 1312115 h 1357700"/>
              <a:gd name="connsiteX100" fmla="*/ 4492075 w 10678681"/>
              <a:gd name="connsiteY100" fmla="*/ 1313357 h 1357700"/>
              <a:gd name="connsiteX101" fmla="*/ 4487466 w 10678681"/>
              <a:gd name="connsiteY101" fmla="*/ 1304102 h 1357700"/>
              <a:gd name="connsiteX102" fmla="*/ 4398292 w 10678681"/>
              <a:gd name="connsiteY102" fmla="*/ 1278410 h 1357700"/>
              <a:gd name="connsiteX103" fmla="*/ 4278026 w 10678681"/>
              <a:gd name="connsiteY103" fmla="*/ 1259803 h 1357700"/>
              <a:gd name="connsiteX104" fmla="*/ 4188995 w 10678681"/>
              <a:gd name="connsiteY104" fmla="*/ 1296718 h 1357700"/>
              <a:gd name="connsiteX105" fmla="*/ 4181483 w 10678681"/>
              <a:gd name="connsiteY105" fmla="*/ 1287686 h 1357700"/>
              <a:gd name="connsiteX106" fmla="*/ 4120739 w 10678681"/>
              <a:gd name="connsiteY106" fmla="*/ 1288549 h 1357700"/>
              <a:gd name="connsiteX107" fmla="*/ 3906561 w 10678681"/>
              <a:gd name="connsiteY107" fmla="*/ 1352435 h 1357700"/>
              <a:gd name="connsiteX108" fmla="*/ 3787890 w 10678681"/>
              <a:gd name="connsiteY108" fmla="*/ 1352442 h 1357700"/>
              <a:gd name="connsiteX109" fmla="*/ 3745993 w 10678681"/>
              <a:gd name="connsiteY109" fmla="*/ 1342630 h 1357700"/>
              <a:gd name="connsiteX110" fmla="*/ 3675785 w 10678681"/>
              <a:gd name="connsiteY110" fmla="*/ 1326802 h 1357700"/>
              <a:gd name="connsiteX111" fmla="*/ 3623856 w 10678681"/>
              <a:gd name="connsiteY111" fmla="*/ 1290804 h 1357700"/>
              <a:gd name="connsiteX112" fmla="*/ 3564933 w 10678681"/>
              <a:gd name="connsiteY112" fmla="*/ 1287147 h 1357700"/>
              <a:gd name="connsiteX113" fmla="*/ 3550537 w 10678681"/>
              <a:gd name="connsiteY113" fmla="*/ 1317552 h 1357700"/>
              <a:gd name="connsiteX114" fmla="*/ 3487736 w 10678681"/>
              <a:gd name="connsiteY114" fmla="*/ 1303493 h 1357700"/>
              <a:gd name="connsiteX115" fmla="*/ 3392548 w 10678681"/>
              <a:gd name="connsiteY115" fmla="*/ 1278741 h 1357700"/>
              <a:gd name="connsiteX116" fmla="*/ 3337466 w 10678681"/>
              <a:gd name="connsiteY116" fmla="*/ 1272537 h 1357700"/>
              <a:gd name="connsiteX117" fmla="*/ 3187206 w 10678681"/>
              <a:gd name="connsiteY117" fmla="*/ 1246821 h 1357700"/>
              <a:gd name="connsiteX118" fmla="*/ 3036856 w 10678681"/>
              <a:gd name="connsiteY118" fmla="*/ 1214383 h 1357700"/>
              <a:gd name="connsiteX119" fmla="*/ 2948654 w 10678681"/>
              <a:gd name="connsiteY119" fmla="*/ 1157455 h 1357700"/>
              <a:gd name="connsiteX120" fmla="*/ 2824973 w 10678681"/>
              <a:gd name="connsiteY120" fmla="*/ 1134864 h 1357700"/>
              <a:gd name="connsiteX121" fmla="*/ 2804398 w 10678681"/>
              <a:gd name="connsiteY121" fmla="*/ 1125556 h 1357700"/>
              <a:gd name="connsiteX122" fmla="*/ 2775396 w 10678681"/>
              <a:gd name="connsiteY122" fmla="*/ 1130148 h 1357700"/>
              <a:gd name="connsiteX123" fmla="*/ 2659096 w 10678681"/>
              <a:gd name="connsiteY123" fmla="*/ 1150294 h 1357700"/>
              <a:gd name="connsiteX124" fmla="*/ 2567088 w 10678681"/>
              <a:gd name="connsiteY124" fmla="*/ 1181781 h 1357700"/>
              <a:gd name="connsiteX125" fmla="*/ 2454501 w 10678681"/>
              <a:gd name="connsiteY125" fmla="*/ 1155455 h 1357700"/>
              <a:gd name="connsiteX126" fmla="*/ 2385161 w 10678681"/>
              <a:gd name="connsiteY126" fmla="*/ 1161312 h 1357700"/>
              <a:gd name="connsiteX127" fmla="*/ 2270528 w 10678681"/>
              <a:gd name="connsiteY127" fmla="*/ 1204338 h 1357700"/>
              <a:gd name="connsiteX128" fmla="*/ 2121820 w 10678681"/>
              <a:gd name="connsiteY128" fmla="*/ 1187078 h 1357700"/>
              <a:gd name="connsiteX129" fmla="*/ 2092716 w 10678681"/>
              <a:gd name="connsiteY129" fmla="*/ 1139224 h 1357700"/>
              <a:gd name="connsiteX130" fmla="*/ 2052449 w 10678681"/>
              <a:gd name="connsiteY130" fmla="*/ 1109687 h 1357700"/>
              <a:gd name="connsiteX131" fmla="*/ 2032607 w 10678681"/>
              <a:gd name="connsiteY131" fmla="*/ 1175477 h 1357700"/>
              <a:gd name="connsiteX132" fmla="*/ 1901837 w 10678681"/>
              <a:gd name="connsiteY132" fmla="*/ 1221762 h 1357700"/>
              <a:gd name="connsiteX133" fmla="*/ 1836762 w 10678681"/>
              <a:gd name="connsiteY133" fmla="*/ 1237387 h 1357700"/>
              <a:gd name="connsiteX134" fmla="*/ 1735877 w 10678681"/>
              <a:gd name="connsiteY134" fmla="*/ 1246527 h 1357700"/>
              <a:gd name="connsiteX135" fmla="*/ 1705069 w 10678681"/>
              <a:gd name="connsiteY135" fmla="*/ 1251989 h 1357700"/>
              <a:gd name="connsiteX136" fmla="*/ 1397689 w 10678681"/>
              <a:gd name="connsiteY136" fmla="*/ 1336144 h 1357700"/>
              <a:gd name="connsiteX137" fmla="*/ 1220734 w 10678681"/>
              <a:gd name="connsiteY137" fmla="*/ 1257811 h 1357700"/>
              <a:gd name="connsiteX138" fmla="*/ 1021737 w 10678681"/>
              <a:gd name="connsiteY138" fmla="*/ 1238739 h 1357700"/>
              <a:gd name="connsiteX139" fmla="*/ 959820 w 10678681"/>
              <a:gd name="connsiteY139" fmla="*/ 1275863 h 1357700"/>
              <a:gd name="connsiteX140" fmla="*/ 929137 w 10678681"/>
              <a:gd name="connsiteY140" fmla="*/ 1273957 h 1357700"/>
              <a:gd name="connsiteX141" fmla="*/ 878849 w 10678681"/>
              <a:gd name="connsiteY141" fmla="*/ 1266740 h 1357700"/>
              <a:gd name="connsiteX142" fmla="*/ 800667 w 10678681"/>
              <a:gd name="connsiteY142" fmla="*/ 1282041 h 1357700"/>
              <a:gd name="connsiteX143" fmla="*/ 644906 w 10678681"/>
              <a:gd name="connsiteY143" fmla="*/ 1273685 h 1357700"/>
              <a:gd name="connsiteX144" fmla="*/ 379869 w 10678681"/>
              <a:gd name="connsiteY144" fmla="*/ 1339165 h 1357700"/>
              <a:gd name="connsiteX145" fmla="*/ 137696 w 10678681"/>
              <a:gd name="connsiteY145" fmla="*/ 1319217 h 1357700"/>
              <a:gd name="connsiteX146" fmla="*/ 54250 w 10678681"/>
              <a:gd name="connsiteY146" fmla="*/ 1315838 h 1357700"/>
              <a:gd name="connsiteX147" fmla="*/ 28042 w 10678681"/>
              <a:gd name="connsiteY147" fmla="*/ 1297822 h 1357700"/>
              <a:gd name="connsiteX148" fmla="*/ 0 w 10678681"/>
              <a:gd name="connsiteY148" fmla="*/ 1294612 h 1357700"/>
              <a:gd name="connsiteX149" fmla="*/ 0 w 10678681"/>
              <a:gd name="connsiteY149" fmla="*/ 0 h 1357700"/>
              <a:gd name="connsiteX0" fmla="*/ 0 w 10678681"/>
              <a:gd name="connsiteY0" fmla="*/ 0 h 1357700"/>
              <a:gd name="connsiteX1" fmla="*/ 10678681 w 10678681"/>
              <a:gd name="connsiteY1" fmla="*/ 0 h 1357700"/>
              <a:gd name="connsiteX2" fmla="*/ 10666019 w 10678681"/>
              <a:gd name="connsiteY2" fmla="*/ 7876 h 1357700"/>
              <a:gd name="connsiteX3" fmla="*/ 10632825 w 10678681"/>
              <a:gd name="connsiteY3" fmla="*/ 32153 h 1357700"/>
              <a:gd name="connsiteX4" fmla="*/ 10510605 w 10678681"/>
              <a:gd name="connsiteY4" fmla="*/ 30449 h 1357700"/>
              <a:gd name="connsiteX5" fmla="*/ 10456989 w 10678681"/>
              <a:gd name="connsiteY5" fmla="*/ 979 h 1357700"/>
              <a:gd name="connsiteX6" fmla="*/ 10438642 w 10678681"/>
              <a:gd name="connsiteY6" fmla="*/ 1524 h 1357700"/>
              <a:gd name="connsiteX7" fmla="*/ 10407146 w 10678681"/>
              <a:gd name="connsiteY7" fmla="*/ 43659 h 1357700"/>
              <a:gd name="connsiteX8" fmla="*/ 10357996 w 10678681"/>
              <a:gd name="connsiteY8" fmla="*/ 50836 h 1357700"/>
              <a:gd name="connsiteX9" fmla="*/ 10306667 w 10678681"/>
              <a:gd name="connsiteY9" fmla="*/ 109739 h 1357700"/>
              <a:gd name="connsiteX10" fmla="*/ 10115334 w 10678681"/>
              <a:gd name="connsiteY10" fmla="*/ 155658 h 1357700"/>
              <a:gd name="connsiteX11" fmla="*/ 10068157 w 10678681"/>
              <a:gd name="connsiteY11" fmla="*/ 215673 h 1357700"/>
              <a:gd name="connsiteX12" fmla="*/ 10045431 w 10678681"/>
              <a:gd name="connsiteY12" fmla="*/ 229568 h 1357700"/>
              <a:gd name="connsiteX13" fmla="*/ 10013265 w 10678681"/>
              <a:gd name="connsiteY13" fmla="*/ 284757 h 1357700"/>
              <a:gd name="connsiteX14" fmla="*/ 9862496 w 10678681"/>
              <a:gd name="connsiteY14" fmla="*/ 223033 h 1357700"/>
              <a:gd name="connsiteX15" fmla="*/ 9679638 w 10678681"/>
              <a:gd name="connsiteY15" fmla="*/ 277462 h 1357700"/>
              <a:gd name="connsiteX16" fmla="*/ 9498347 w 10678681"/>
              <a:gd name="connsiteY16" fmla="*/ 244723 h 1357700"/>
              <a:gd name="connsiteX17" fmla="*/ 9399702 w 10678681"/>
              <a:gd name="connsiteY17" fmla="*/ 276316 h 1357700"/>
              <a:gd name="connsiteX18" fmla="*/ 9378439 w 10678681"/>
              <a:gd name="connsiteY18" fmla="*/ 326244 h 1357700"/>
              <a:gd name="connsiteX19" fmla="*/ 9121744 w 10678681"/>
              <a:gd name="connsiteY19" fmla="*/ 365177 h 1357700"/>
              <a:gd name="connsiteX20" fmla="*/ 9061654 w 10678681"/>
              <a:gd name="connsiteY20" fmla="*/ 393730 h 1357700"/>
              <a:gd name="connsiteX21" fmla="*/ 8997577 w 10678681"/>
              <a:gd name="connsiteY21" fmla="*/ 380865 h 1357700"/>
              <a:gd name="connsiteX22" fmla="*/ 8907968 w 10678681"/>
              <a:gd name="connsiteY22" fmla="*/ 447345 h 1357700"/>
              <a:gd name="connsiteX23" fmla="*/ 8764163 w 10678681"/>
              <a:gd name="connsiteY23" fmla="*/ 471000 h 1357700"/>
              <a:gd name="connsiteX24" fmla="*/ 8680155 w 10678681"/>
              <a:gd name="connsiteY24" fmla="*/ 492404 h 1357700"/>
              <a:gd name="connsiteX25" fmla="*/ 8651436 w 10678681"/>
              <a:gd name="connsiteY25" fmla="*/ 511923 h 1357700"/>
              <a:gd name="connsiteX26" fmla="*/ 8609185 w 10678681"/>
              <a:gd name="connsiteY26" fmla="*/ 531525 h 1357700"/>
              <a:gd name="connsiteX27" fmla="*/ 8537091 w 10678681"/>
              <a:gd name="connsiteY27" fmla="*/ 574933 h 1357700"/>
              <a:gd name="connsiteX28" fmla="*/ 8435931 w 10678681"/>
              <a:gd name="connsiteY28" fmla="*/ 617926 h 1357700"/>
              <a:gd name="connsiteX29" fmla="*/ 8348623 w 10678681"/>
              <a:gd name="connsiteY29" fmla="*/ 600607 h 1357700"/>
              <a:gd name="connsiteX30" fmla="*/ 8344233 w 10678681"/>
              <a:gd name="connsiteY30" fmla="*/ 610922 h 1357700"/>
              <a:gd name="connsiteX31" fmla="*/ 8290622 w 10678681"/>
              <a:gd name="connsiteY31" fmla="*/ 622687 h 1357700"/>
              <a:gd name="connsiteX32" fmla="*/ 8086698 w 10678681"/>
              <a:gd name="connsiteY32" fmla="*/ 605185 h 1357700"/>
              <a:gd name="connsiteX33" fmla="*/ 7982378 w 10678681"/>
              <a:gd name="connsiteY33" fmla="*/ 629799 h 1357700"/>
              <a:gd name="connsiteX34" fmla="*/ 7947952 w 10678681"/>
              <a:gd name="connsiteY34" fmla="*/ 648003 h 1357700"/>
              <a:gd name="connsiteX35" fmla="*/ 7890112 w 10678681"/>
              <a:gd name="connsiteY35" fmla="*/ 677915 h 1357700"/>
              <a:gd name="connsiteX36" fmla="*/ 7853284 w 10678681"/>
              <a:gd name="connsiteY36" fmla="*/ 723588 h 1357700"/>
              <a:gd name="connsiteX37" fmla="*/ 7802383 w 10678681"/>
              <a:gd name="connsiteY37" fmla="*/ 739359 h 1357700"/>
              <a:gd name="connsiteX38" fmla="*/ 7782280 w 10678681"/>
              <a:gd name="connsiteY38" fmla="*/ 712868 h 1357700"/>
              <a:gd name="connsiteX39" fmla="*/ 7730518 w 10678681"/>
              <a:gd name="connsiteY39" fmla="*/ 739526 h 1357700"/>
              <a:gd name="connsiteX40" fmla="*/ 7652907 w 10678681"/>
              <a:gd name="connsiteY40" fmla="*/ 783273 h 1357700"/>
              <a:gd name="connsiteX41" fmla="*/ 7606008 w 10678681"/>
              <a:gd name="connsiteY41" fmla="*/ 800717 h 1357700"/>
              <a:gd name="connsiteX42" fmla="*/ 7480223 w 10678681"/>
              <a:gd name="connsiteY42" fmla="*/ 856821 h 1357700"/>
              <a:gd name="connsiteX43" fmla="*/ 7356005 w 10678681"/>
              <a:gd name="connsiteY43" fmla="*/ 919462 h 1357700"/>
              <a:gd name="connsiteX44" fmla="*/ 7305396 w 10678681"/>
              <a:gd name="connsiteY44" fmla="*/ 986228 h 1357700"/>
              <a:gd name="connsiteX45" fmla="*/ 7298314 w 10678681"/>
              <a:gd name="connsiteY45" fmla="*/ 989899 h 1357700"/>
              <a:gd name="connsiteX46" fmla="*/ 7277477 w 10678681"/>
              <a:gd name="connsiteY46" fmla="*/ 990571 h 1357700"/>
              <a:gd name="connsiteX47" fmla="*/ 7269396 w 10678681"/>
              <a:gd name="connsiteY47" fmla="*/ 989282 h 1357700"/>
              <a:gd name="connsiteX48" fmla="*/ 7258094 w 10678681"/>
              <a:gd name="connsiteY48" fmla="*/ 990679 h 1357700"/>
              <a:gd name="connsiteX49" fmla="*/ 7257893 w 10678681"/>
              <a:gd name="connsiteY49" fmla="*/ 991204 h 1357700"/>
              <a:gd name="connsiteX50" fmla="*/ 7247153 w 10678681"/>
              <a:gd name="connsiteY50" fmla="*/ 991550 h 1357700"/>
              <a:gd name="connsiteX51" fmla="*/ 7193612 w 10678681"/>
              <a:gd name="connsiteY51" fmla="*/ 987042 h 1357700"/>
              <a:gd name="connsiteX52" fmla="*/ 7132632 w 10678681"/>
              <a:gd name="connsiteY52" fmla="*/ 1042036 h 1357700"/>
              <a:gd name="connsiteX53" fmla="*/ 7105610 w 10678681"/>
              <a:gd name="connsiteY53" fmla="*/ 1053537 h 1357700"/>
              <a:gd name="connsiteX54" fmla="*/ 7091599 w 10678681"/>
              <a:gd name="connsiteY54" fmla="*/ 1062302 h 1357700"/>
              <a:gd name="connsiteX55" fmla="*/ 7090998 w 10678681"/>
              <a:gd name="connsiteY55" fmla="*/ 1064540 h 1357700"/>
              <a:gd name="connsiteX56" fmla="*/ 7039634 w 10678681"/>
              <a:gd name="connsiteY56" fmla="*/ 1059971 h 1357700"/>
              <a:gd name="connsiteX57" fmla="*/ 7033445 w 10678681"/>
              <a:gd name="connsiteY57" fmla="*/ 1063314 h 1357700"/>
              <a:gd name="connsiteX58" fmla="*/ 6999157 w 10678681"/>
              <a:gd name="connsiteY58" fmla="*/ 1055282 h 1357700"/>
              <a:gd name="connsiteX59" fmla="*/ 6981874 w 10678681"/>
              <a:gd name="connsiteY59" fmla="*/ 1053827 h 1357700"/>
              <a:gd name="connsiteX60" fmla="*/ 6976102 w 10678681"/>
              <a:gd name="connsiteY60" fmla="*/ 1047854 h 1357700"/>
              <a:gd name="connsiteX61" fmla="*/ 6951040 w 10678681"/>
              <a:gd name="connsiteY61" fmla="*/ 1048531 h 1357700"/>
              <a:gd name="connsiteX62" fmla="*/ 6948497 w 10678681"/>
              <a:gd name="connsiteY62" fmla="*/ 1050706 h 1357700"/>
              <a:gd name="connsiteX63" fmla="*/ 6926582 w 10678681"/>
              <a:gd name="connsiteY63" fmla="*/ 1043462 h 1357700"/>
              <a:gd name="connsiteX64" fmla="*/ 6833743 w 10678681"/>
              <a:gd name="connsiteY64" fmla="*/ 1027960 h 1357700"/>
              <a:gd name="connsiteX65" fmla="*/ 6698313 w 10678681"/>
              <a:gd name="connsiteY65" fmla="*/ 1063249 h 1357700"/>
              <a:gd name="connsiteX66" fmla="*/ 6550218 w 10678681"/>
              <a:gd name="connsiteY66" fmla="*/ 1026825 h 1357700"/>
              <a:gd name="connsiteX67" fmla="*/ 6437450 w 10678681"/>
              <a:gd name="connsiteY67" fmla="*/ 1101075 h 1357700"/>
              <a:gd name="connsiteX68" fmla="*/ 6327795 w 10678681"/>
              <a:gd name="connsiteY68" fmla="*/ 1088142 h 1357700"/>
              <a:gd name="connsiteX69" fmla="*/ 6136549 w 10678681"/>
              <a:gd name="connsiteY69" fmla="*/ 1100268 h 1357700"/>
              <a:gd name="connsiteX70" fmla="*/ 6004655 w 10678681"/>
              <a:gd name="connsiteY70" fmla="*/ 1114946 h 1357700"/>
              <a:gd name="connsiteX71" fmla="*/ 5936643 w 10678681"/>
              <a:gd name="connsiteY71" fmla="*/ 1095428 h 1357700"/>
              <a:gd name="connsiteX72" fmla="*/ 5912484 w 10678681"/>
              <a:gd name="connsiteY72" fmla="*/ 1112624 h 1357700"/>
              <a:gd name="connsiteX73" fmla="*/ 5908387 w 10678681"/>
              <a:gd name="connsiteY73" fmla="*/ 1116018 h 1357700"/>
              <a:gd name="connsiteX74" fmla="*/ 5890495 w 10678681"/>
              <a:gd name="connsiteY74" fmla="*/ 1120268 h 1357700"/>
              <a:gd name="connsiteX75" fmla="*/ 5887318 w 10678681"/>
              <a:gd name="connsiteY75" fmla="*/ 1133134 h 1357700"/>
              <a:gd name="connsiteX76" fmla="*/ 5861726 w 10678681"/>
              <a:gd name="connsiteY76" fmla="*/ 1147891 h 1357700"/>
              <a:gd name="connsiteX77" fmla="*/ 5805823 w 10678681"/>
              <a:gd name="connsiteY77" fmla="*/ 1152457 h 1357700"/>
              <a:gd name="connsiteX78" fmla="*/ 5689841 w 10678681"/>
              <a:gd name="connsiteY78" fmla="*/ 1176232 h 1357700"/>
              <a:gd name="connsiteX79" fmla="*/ 5605119 w 10678681"/>
              <a:gd name="connsiteY79" fmla="*/ 1190202 h 1357700"/>
              <a:gd name="connsiteX80" fmla="*/ 5488513 w 10678681"/>
              <a:gd name="connsiteY80" fmla="*/ 1205367 h 1357700"/>
              <a:gd name="connsiteX81" fmla="*/ 5402905 w 10678681"/>
              <a:gd name="connsiteY81" fmla="*/ 1241191 h 1357700"/>
              <a:gd name="connsiteX82" fmla="*/ 5285593 w 10678681"/>
              <a:gd name="connsiteY82" fmla="*/ 1273569 h 1357700"/>
              <a:gd name="connsiteX83" fmla="*/ 5192893 w 10678681"/>
              <a:gd name="connsiteY83" fmla="*/ 1247188 h 1357700"/>
              <a:gd name="connsiteX84" fmla="*/ 5186475 w 10678681"/>
              <a:gd name="connsiteY84" fmla="*/ 1257028 h 1357700"/>
              <a:gd name="connsiteX85" fmla="*/ 5126038 w 10678681"/>
              <a:gd name="connsiteY85" fmla="*/ 1263189 h 1357700"/>
              <a:gd name="connsiteX86" fmla="*/ 4905913 w 10678681"/>
              <a:gd name="connsiteY86" fmla="*/ 1224477 h 1357700"/>
              <a:gd name="connsiteX87" fmla="*/ 4788036 w 10678681"/>
              <a:gd name="connsiteY87" fmla="*/ 1238182 h 1357700"/>
              <a:gd name="connsiteX88" fmla="*/ 4747555 w 10678681"/>
              <a:gd name="connsiteY88" fmla="*/ 1252768 h 1357700"/>
              <a:gd name="connsiteX89" fmla="*/ 4679644 w 10678681"/>
              <a:gd name="connsiteY89" fmla="*/ 1276603 h 1357700"/>
              <a:gd name="connsiteX90" fmla="*/ 4632222 w 10678681"/>
              <a:gd name="connsiteY90" fmla="*/ 1318360 h 1357700"/>
              <a:gd name="connsiteX91" fmla="*/ 4617358 w 10678681"/>
              <a:gd name="connsiteY91" fmla="*/ 1327690 h 1357700"/>
              <a:gd name="connsiteX92" fmla="*/ 4589102 w 10678681"/>
              <a:gd name="connsiteY92" fmla="*/ 1321223 h 1357700"/>
              <a:gd name="connsiteX93" fmla="*/ 4578184 w 10678681"/>
              <a:gd name="connsiteY93" fmla="*/ 1326745 h 1357700"/>
              <a:gd name="connsiteX94" fmla="*/ 4574270 w 10678681"/>
              <a:gd name="connsiteY94" fmla="*/ 1325878 h 1357700"/>
              <a:gd name="connsiteX95" fmla="*/ 4564919 w 10678681"/>
              <a:gd name="connsiteY95" fmla="*/ 1325507 h 1357700"/>
              <a:gd name="connsiteX96" fmla="*/ 4566586 w 10678681"/>
              <a:gd name="connsiteY96" fmla="*/ 1316963 h 1357700"/>
              <a:gd name="connsiteX97" fmla="*/ 4556303 w 10678681"/>
              <a:gd name="connsiteY97" fmla="*/ 1300262 h 1357700"/>
              <a:gd name="connsiteX98" fmla="*/ 4502358 w 10678681"/>
              <a:gd name="connsiteY98" fmla="*/ 1302558 h 1357700"/>
              <a:gd name="connsiteX99" fmla="*/ 4498919 w 10678681"/>
              <a:gd name="connsiteY99" fmla="*/ 1312115 h 1357700"/>
              <a:gd name="connsiteX100" fmla="*/ 4492075 w 10678681"/>
              <a:gd name="connsiteY100" fmla="*/ 1313357 h 1357700"/>
              <a:gd name="connsiteX101" fmla="*/ 4487466 w 10678681"/>
              <a:gd name="connsiteY101" fmla="*/ 1304102 h 1357700"/>
              <a:gd name="connsiteX102" fmla="*/ 4398292 w 10678681"/>
              <a:gd name="connsiteY102" fmla="*/ 1278410 h 1357700"/>
              <a:gd name="connsiteX103" fmla="*/ 4278026 w 10678681"/>
              <a:gd name="connsiteY103" fmla="*/ 1259803 h 1357700"/>
              <a:gd name="connsiteX104" fmla="*/ 4188995 w 10678681"/>
              <a:gd name="connsiteY104" fmla="*/ 1296718 h 1357700"/>
              <a:gd name="connsiteX105" fmla="*/ 4181483 w 10678681"/>
              <a:gd name="connsiteY105" fmla="*/ 1287686 h 1357700"/>
              <a:gd name="connsiteX106" fmla="*/ 4120739 w 10678681"/>
              <a:gd name="connsiteY106" fmla="*/ 1288549 h 1357700"/>
              <a:gd name="connsiteX107" fmla="*/ 3906561 w 10678681"/>
              <a:gd name="connsiteY107" fmla="*/ 1352435 h 1357700"/>
              <a:gd name="connsiteX108" fmla="*/ 3787890 w 10678681"/>
              <a:gd name="connsiteY108" fmla="*/ 1352442 h 1357700"/>
              <a:gd name="connsiteX109" fmla="*/ 3745993 w 10678681"/>
              <a:gd name="connsiteY109" fmla="*/ 1342630 h 1357700"/>
              <a:gd name="connsiteX110" fmla="*/ 3675785 w 10678681"/>
              <a:gd name="connsiteY110" fmla="*/ 1326802 h 1357700"/>
              <a:gd name="connsiteX111" fmla="*/ 3623856 w 10678681"/>
              <a:gd name="connsiteY111" fmla="*/ 1290804 h 1357700"/>
              <a:gd name="connsiteX112" fmla="*/ 3564933 w 10678681"/>
              <a:gd name="connsiteY112" fmla="*/ 1287147 h 1357700"/>
              <a:gd name="connsiteX113" fmla="*/ 3550537 w 10678681"/>
              <a:gd name="connsiteY113" fmla="*/ 1317552 h 1357700"/>
              <a:gd name="connsiteX114" fmla="*/ 3487736 w 10678681"/>
              <a:gd name="connsiteY114" fmla="*/ 1303493 h 1357700"/>
              <a:gd name="connsiteX115" fmla="*/ 3392548 w 10678681"/>
              <a:gd name="connsiteY115" fmla="*/ 1278741 h 1357700"/>
              <a:gd name="connsiteX116" fmla="*/ 3337466 w 10678681"/>
              <a:gd name="connsiteY116" fmla="*/ 1272537 h 1357700"/>
              <a:gd name="connsiteX117" fmla="*/ 3187206 w 10678681"/>
              <a:gd name="connsiteY117" fmla="*/ 1246821 h 1357700"/>
              <a:gd name="connsiteX118" fmla="*/ 3036856 w 10678681"/>
              <a:gd name="connsiteY118" fmla="*/ 1214383 h 1357700"/>
              <a:gd name="connsiteX119" fmla="*/ 2948654 w 10678681"/>
              <a:gd name="connsiteY119" fmla="*/ 1157455 h 1357700"/>
              <a:gd name="connsiteX120" fmla="*/ 2824973 w 10678681"/>
              <a:gd name="connsiteY120" fmla="*/ 1134864 h 1357700"/>
              <a:gd name="connsiteX121" fmla="*/ 2804398 w 10678681"/>
              <a:gd name="connsiteY121" fmla="*/ 1125556 h 1357700"/>
              <a:gd name="connsiteX122" fmla="*/ 2775396 w 10678681"/>
              <a:gd name="connsiteY122" fmla="*/ 1130148 h 1357700"/>
              <a:gd name="connsiteX123" fmla="*/ 2659096 w 10678681"/>
              <a:gd name="connsiteY123" fmla="*/ 1150294 h 1357700"/>
              <a:gd name="connsiteX124" fmla="*/ 2567088 w 10678681"/>
              <a:gd name="connsiteY124" fmla="*/ 1181781 h 1357700"/>
              <a:gd name="connsiteX125" fmla="*/ 2454501 w 10678681"/>
              <a:gd name="connsiteY125" fmla="*/ 1155455 h 1357700"/>
              <a:gd name="connsiteX126" fmla="*/ 2385161 w 10678681"/>
              <a:gd name="connsiteY126" fmla="*/ 1161312 h 1357700"/>
              <a:gd name="connsiteX127" fmla="*/ 2270528 w 10678681"/>
              <a:gd name="connsiteY127" fmla="*/ 1204338 h 1357700"/>
              <a:gd name="connsiteX128" fmla="*/ 2121820 w 10678681"/>
              <a:gd name="connsiteY128" fmla="*/ 1187078 h 1357700"/>
              <a:gd name="connsiteX129" fmla="*/ 2092716 w 10678681"/>
              <a:gd name="connsiteY129" fmla="*/ 1139224 h 1357700"/>
              <a:gd name="connsiteX130" fmla="*/ 2052449 w 10678681"/>
              <a:gd name="connsiteY130" fmla="*/ 1109687 h 1357700"/>
              <a:gd name="connsiteX131" fmla="*/ 2032607 w 10678681"/>
              <a:gd name="connsiteY131" fmla="*/ 1175477 h 1357700"/>
              <a:gd name="connsiteX132" fmla="*/ 1901837 w 10678681"/>
              <a:gd name="connsiteY132" fmla="*/ 1221762 h 1357700"/>
              <a:gd name="connsiteX133" fmla="*/ 1836762 w 10678681"/>
              <a:gd name="connsiteY133" fmla="*/ 1237387 h 1357700"/>
              <a:gd name="connsiteX134" fmla="*/ 1735877 w 10678681"/>
              <a:gd name="connsiteY134" fmla="*/ 1246527 h 1357700"/>
              <a:gd name="connsiteX135" fmla="*/ 1705069 w 10678681"/>
              <a:gd name="connsiteY135" fmla="*/ 1251989 h 1357700"/>
              <a:gd name="connsiteX136" fmla="*/ 1397689 w 10678681"/>
              <a:gd name="connsiteY136" fmla="*/ 1336144 h 1357700"/>
              <a:gd name="connsiteX137" fmla="*/ 1220734 w 10678681"/>
              <a:gd name="connsiteY137" fmla="*/ 1257811 h 1357700"/>
              <a:gd name="connsiteX138" fmla="*/ 1021737 w 10678681"/>
              <a:gd name="connsiteY138" fmla="*/ 1238739 h 1357700"/>
              <a:gd name="connsiteX139" fmla="*/ 959820 w 10678681"/>
              <a:gd name="connsiteY139" fmla="*/ 1275863 h 1357700"/>
              <a:gd name="connsiteX140" fmla="*/ 929137 w 10678681"/>
              <a:gd name="connsiteY140" fmla="*/ 1273957 h 1357700"/>
              <a:gd name="connsiteX141" fmla="*/ 878849 w 10678681"/>
              <a:gd name="connsiteY141" fmla="*/ 1266740 h 1357700"/>
              <a:gd name="connsiteX142" fmla="*/ 800667 w 10678681"/>
              <a:gd name="connsiteY142" fmla="*/ 1282041 h 1357700"/>
              <a:gd name="connsiteX143" fmla="*/ 644906 w 10678681"/>
              <a:gd name="connsiteY143" fmla="*/ 1273685 h 1357700"/>
              <a:gd name="connsiteX144" fmla="*/ 379869 w 10678681"/>
              <a:gd name="connsiteY144" fmla="*/ 1339165 h 1357700"/>
              <a:gd name="connsiteX145" fmla="*/ 137696 w 10678681"/>
              <a:gd name="connsiteY145" fmla="*/ 1319217 h 1357700"/>
              <a:gd name="connsiteX146" fmla="*/ 54250 w 10678681"/>
              <a:gd name="connsiteY146" fmla="*/ 1315838 h 1357700"/>
              <a:gd name="connsiteX147" fmla="*/ 28042 w 10678681"/>
              <a:gd name="connsiteY147" fmla="*/ 1297822 h 1357700"/>
              <a:gd name="connsiteX148" fmla="*/ 0 w 10678681"/>
              <a:gd name="connsiteY148" fmla="*/ 1294612 h 1357700"/>
              <a:gd name="connsiteX149" fmla="*/ 0 w 10678681"/>
              <a:gd name="connsiteY149" fmla="*/ 0 h 1357700"/>
              <a:gd name="connsiteX0" fmla="*/ 0 w 10678681"/>
              <a:gd name="connsiteY0" fmla="*/ 0 h 1357700"/>
              <a:gd name="connsiteX1" fmla="*/ 10678681 w 10678681"/>
              <a:gd name="connsiteY1" fmla="*/ 0 h 1357700"/>
              <a:gd name="connsiteX2" fmla="*/ 10666019 w 10678681"/>
              <a:gd name="connsiteY2" fmla="*/ 7876 h 1357700"/>
              <a:gd name="connsiteX3" fmla="*/ 10632825 w 10678681"/>
              <a:gd name="connsiteY3" fmla="*/ 32153 h 1357700"/>
              <a:gd name="connsiteX4" fmla="*/ 10510605 w 10678681"/>
              <a:gd name="connsiteY4" fmla="*/ 30449 h 1357700"/>
              <a:gd name="connsiteX5" fmla="*/ 10456989 w 10678681"/>
              <a:gd name="connsiteY5" fmla="*/ 979 h 1357700"/>
              <a:gd name="connsiteX6" fmla="*/ 10438642 w 10678681"/>
              <a:gd name="connsiteY6" fmla="*/ 1524 h 1357700"/>
              <a:gd name="connsiteX7" fmla="*/ 10407146 w 10678681"/>
              <a:gd name="connsiteY7" fmla="*/ 43659 h 1357700"/>
              <a:gd name="connsiteX8" fmla="*/ 10357996 w 10678681"/>
              <a:gd name="connsiteY8" fmla="*/ 50836 h 1357700"/>
              <a:gd name="connsiteX9" fmla="*/ 10306667 w 10678681"/>
              <a:gd name="connsiteY9" fmla="*/ 109739 h 1357700"/>
              <a:gd name="connsiteX10" fmla="*/ 10115334 w 10678681"/>
              <a:gd name="connsiteY10" fmla="*/ 155658 h 1357700"/>
              <a:gd name="connsiteX11" fmla="*/ 10068157 w 10678681"/>
              <a:gd name="connsiteY11" fmla="*/ 215673 h 1357700"/>
              <a:gd name="connsiteX12" fmla="*/ 10045431 w 10678681"/>
              <a:gd name="connsiteY12" fmla="*/ 229568 h 1357700"/>
              <a:gd name="connsiteX13" fmla="*/ 10013265 w 10678681"/>
              <a:gd name="connsiteY13" fmla="*/ 284757 h 1357700"/>
              <a:gd name="connsiteX14" fmla="*/ 9862496 w 10678681"/>
              <a:gd name="connsiteY14" fmla="*/ 223033 h 1357700"/>
              <a:gd name="connsiteX15" fmla="*/ 9679638 w 10678681"/>
              <a:gd name="connsiteY15" fmla="*/ 277462 h 1357700"/>
              <a:gd name="connsiteX16" fmla="*/ 9498347 w 10678681"/>
              <a:gd name="connsiteY16" fmla="*/ 244723 h 1357700"/>
              <a:gd name="connsiteX17" fmla="*/ 9399702 w 10678681"/>
              <a:gd name="connsiteY17" fmla="*/ 276316 h 1357700"/>
              <a:gd name="connsiteX18" fmla="*/ 9378439 w 10678681"/>
              <a:gd name="connsiteY18" fmla="*/ 326244 h 1357700"/>
              <a:gd name="connsiteX19" fmla="*/ 9121744 w 10678681"/>
              <a:gd name="connsiteY19" fmla="*/ 365177 h 1357700"/>
              <a:gd name="connsiteX20" fmla="*/ 9061654 w 10678681"/>
              <a:gd name="connsiteY20" fmla="*/ 393730 h 1357700"/>
              <a:gd name="connsiteX21" fmla="*/ 8997577 w 10678681"/>
              <a:gd name="connsiteY21" fmla="*/ 380865 h 1357700"/>
              <a:gd name="connsiteX22" fmla="*/ 8907968 w 10678681"/>
              <a:gd name="connsiteY22" fmla="*/ 447345 h 1357700"/>
              <a:gd name="connsiteX23" fmla="*/ 8764163 w 10678681"/>
              <a:gd name="connsiteY23" fmla="*/ 471000 h 1357700"/>
              <a:gd name="connsiteX24" fmla="*/ 8680155 w 10678681"/>
              <a:gd name="connsiteY24" fmla="*/ 492404 h 1357700"/>
              <a:gd name="connsiteX25" fmla="*/ 8651436 w 10678681"/>
              <a:gd name="connsiteY25" fmla="*/ 511923 h 1357700"/>
              <a:gd name="connsiteX26" fmla="*/ 8609185 w 10678681"/>
              <a:gd name="connsiteY26" fmla="*/ 531525 h 1357700"/>
              <a:gd name="connsiteX27" fmla="*/ 8537091 w 10678681"/>
              <a:gd name="connsiteY27" fmla="*/ 574933 h 1357700"/>
              <a:gd name="connsiteX28" fmla="*/ 8435931 w 10678681"/>
              <a:gd name="connsiteY28" fmla="*/ 617926 h 1357700"/>
              <a:gd name="connsiteX29" fmla="*/ 8348623 w 10678681"/>
              <a:gd name="connsiteY29" fmla="*/ 600607 h 1357700"/>
              <a:gd name="connsiteX30" fmla="*/ 8344233 w 10678681"/>
              <a:gd name="connsiteY30" fmla="*/ 610922 h 1357700"/>
              <a:gd name="connsiteX31" fmla="*/ 8290622 w 10678681"/>
              <a:gd name="connsiteY31" fmla="*/ 622687 h 1357700"/>
              <a:gd name="connsiteX32" fmla="*/ 8086698 w 10678681"/>
              <a:gd name="connsiteY32" fmla="*/ 605185 h 1357700"/>
              <a:gd name="connsiteX33" fmla="*/ 7982378 w 10678681"/>
              <a:gd name="connsiteY33" fmla="*/ 629799 h 1357700"/>
              <a:gd name="connsiteX34" fmla="*/ 7947952 w 10678681"/>
              <a:gd name="connsiteY34" fmla="*/ 648003 h 1357700"/>
              <a:gd name="connsiteX35" fmla="*/ 7890112 w 10678681"/>
              <a:gd name="connsiteY35" fmla="*/ 677915 h 1357700"/>
              <a:gd name="connsiteX36" fmla="*/ 7853284 w 10678681"/>
              <a:gd name="connsiteY36" fmla="*/ 723588 h 1357700"/>
              <a:gd name="connsiteX37" fmla="*/ 7802383 w 10678681"/>
              <a:gd name="connsiteY37" fmla="*/ 739359 h 1357700"/>
              <a:gd name="connsiteX38" fmla="*/ 7782280 w 10678681"/>
              <a:gd name="connsiteY38" fmla="*/ 712868 h 1357700"/>
              <a:gd name="connsiteX39" fmla="*/ 7730518 w 10678681"/>
              <a:gd name="connsiteY39" fmla="*/ 739526 h 1357700"/>
              <a:gd name="connsiteX40" fmla="*/ 7652907 w 10678681"/>
              <a:gd name="connsiteY40" fmla="*/ 783273 h 1357700"/>
              <a:gd name="connsiteX41" fmla="*/ 7606008 w 10678681"/>
              <a:gd name="connsiteY41" fmla="*/ 800717 h 1357700"/>
              <a:gd name="connsiteX42" fmla="*/ 7480223 w 10678681"/>
              <a:gd name="connsiteY42" fmla="*/ 856821 h 1357700"/>
              <a:gd name="connsiteX43" fmla="*/ 7356005 w 10678681"/>
              <a:gd name="connsiteY43" fmla="*/ 919462 h 1357700"/>
              <a:gd name="connsiteX44" fmla="*/ 7305396 w 10678681"/>
              <a:gd name="connsiteY44" fmla="*/ 986228 h 1357700"/>
              <a:gd name="connsiteX45" fmla="*/ 7298314 w 10678681"/>
              <a:gd name="connsiteY45" fmla="*/ 989899 h 1357700"/>
              <a:gd name="connsiteX46" fmla="*/ 7277477 w 10678681"/>
              <a:gd name="connsiteY46" fmla="*/ 990571 h 1357700"/>
              <a:gd name="connsiteX47" fmla="*/ 7269396 w 10678681"/>
              <a:gd name="connsiteY47" fmla="*/ 989282 h 1357700"/>
              <a:gd name="connsiteX48" fmla="*/ 7258094 w 10678681"/>
              <a:gd name="connsiteY48" fmla="*/ 990679 h 1357700"/>
              <a:gd name="connsiteX49" fmla="*/ 7257893 w 10678681"/>
              <a:gd name="connsiteY49" fmla="*/ 991204 h 1357700"/>
              <a:gd name="connsiteX50" fmla="*/ 7247153 w 10678681"/>
              <a:gd name="connsiteY50" fmla="*/ 991550 h 1357700"/>
              <a:gd name="connsiteX51" fmla="*/ 7193612 w 10678681"/>
              <a:gd name="connsiteY51" fmla="*/ 987042 h 1357700"/>
              <a:gd name="connsiteX52" fmla="*/ 7132632 w 10678681"/>
              <a:gd name="connsiteY52" fmla="*/ 1042036 h 1357700"/>
              <a:gd name="connsiteX53" fmla="*/ 7105610 w 10678681"/>
              <a:gd name="connsiteY53" fmla="*/ 1053537 h 1357700"/>
              <a:gd name="connsiteX54" fmla="*/ 7091599 w 10678681"/>
              <a:gd name="connsiteY54" fmla="*/ 1062302 h 1357700"/>
              <a:gd name="connsiteX55" fmla="*/ 7090998 w 10678681"/>
              <a:gd name="connsiteY55" fmla="*/ 1064540 h 1357700"/>
              <a:gd name="connsiteX56" fmla="*/ 7039634 w 10678681"/>
              <a:gd name="connsiteY56" fmla="*/ 1059971 h 1357700"/>
              <a:gd name="connsiteX57" fmla="*/ 7033445 w 10678681"/>
              <a:gd name="connsiteY57" fmla="*/ 1063314 h 1357700"/>
              <a:gd name="connsiteX58" fmla="*/ 6999157 w 10678681"/>
              <a:gd name="connsiteY58" fmla="*/ 1055282 h 1357700"/>
              <a:gd name="connsiteX59" fmla="*/ 6981874 w 10678681"/>
              <a:gd name="connsiteY59" fmla="*/ 1053827 h 1357700"/>
              <a:gd name="connsiteX60" fmla="*/ 6976102 w 10678681"/>
              <a:gd name="connsiteY60" fmla="*/ 1047854 h 1357700"/>
              <a:gd name="connsiteX61" fmla="*/ 6951040 w 10678681"/>
              <a:gd name="connsiteY61" fmla="*/ 1048531 h 1357700"/>
              <a:gd name="connsiteX62" fmla="*/ 6948497 w 10678681"/>
              <a:gd name="connsiteY62" fmla="*/ 1050706 h 1357700"/>
              <a:gd name="connsiteX63" fmla="*/ 6926582 w 10678681"/>
              <a:gd name="connsiteY63" fmla="*/ 1043462 h 1357700"/>
              <a:gd name="connsiteX64" fmla="*/ 6833743 w 10678681"/>
              <a:gd name="connsiteY64" fmla="*/ 1027960 h 1357700"/>
              <a:gd name="connsiteX65" fmla="*/ 6698313 w 10678681"/>
              <a:gd name="connsiteY65" fmla="*/ 1063249 h 1357700"/>
              <a:gd name="connsiteX66" fmla="*/ 6550218 w 10678681"/>
              <a:gd name="connsiteY66" fmla="*/ 1026825 h 1357700"/>
              <a:gd name="connsiteX67" fmla="*/ 6437450 w 10678681"/>
              <a:gd name="connsiteY67" fmla="*/ 1101075 h 1357700"/>
              <a:gd name="connsiteX68" fmla="*/ 6327795 w 10678681"/>
              <a:gd name="connsiteY68" fmla="*/ 1088142 h 1357700"/>
              <a:gd name="connsiteX69" fmla="*/ 6136549 w 10678681"/>
              <a:gd name="connsiteY69" fmla="*/ 1100268 h 1357700"/>
              <a:gd name="connsiteX70" fmla="*/ 6004655 w 10678681"/>
              <a:gd name="connsiteY70" fmla="*/ 1114946 h 1357700"/>
              <a:gd name="connsiteX71" fmla="*/ 5936643 w 10678681"/>
              <a:gd name="connsiteY71" fmla="*/ 1095428 h 1357700"/>
              <a:gd name="connsiteX72" fmla="*/ 5912484 w 10678681"/>
              <a:gd name="connsiteY72" fmla="*/ 1112624 h 1357700"/>
              <a:gd name="connsiteX73" fmla="*/ 5908387 w 10678681"/>
              <a:gd name="connsiteY73" fmla="*/ 1116018 h 1357700"/>
              <a:gd name="connsiteX74" fmla="*/ 5890495 w 10678681"/>
              <a:gd name="connsiteY74" fmla="*/ 1120268 h 1357700"/>
              <a:gd name="connsiteX75" fmla="*/ 5887318 w 10678681"/>
              <a:gd name="connsiteY75" fmla="*/ 1133134 h 1357700"/>
              <a:gd name="connsiteX76" fmla="*/ 5861726 w 10678681"/>
              <a:gd name="connsiteY76" fmla="*/ 1147891 h 1357700"/>
              <a:gd name="connsiteX77" fmla="*/ 5805823 w 10678681"/>
              <a:gd name="connsiteY77" fmla="*/ 1152457 h 1357700"/>
              <a:gd name="connsiteX78" fmla="*/ 5689841 w 10678681"/>
              <a:gd name="connsiteY78" fmla="*/ 1176232 h 1357700"/>
              <a:gd name="connsiteX79" fmla="*/ 5605119 w 10678681"/>
              <a:gd name="connsiteY79" fmla="*/ 1190202 h 1357700"/>
              <a:gd name="connsiteX80" fmla="*/ 5488513 w 10678681"/>
              <a:gd name="connsiteY80" fmla="*/ 1205367 h 1357700"/>
              <a:gd name="connsiteX81" fmla="*/ 5402905 w 10678681"/>
              <a:gd name="connsiteY81" fmla="*/ 1241191 h 1357700"/>
              <a:gd name="connsiteX82" fmla="*/ 5285593 w 10678681"/>
              <a:gd name="connsiteY82" fmla="*/ 1273569 h 1357700"/>
              <a:gd name="connsiteX83" fmla="*/ 5192893 w 10678681"/>
              <a:gd name="connsiteY83" fmla="*/ 1247188 h 1357700"/>
              <a:gd name="connsiteX84" fmla="*/ 5186475 w 10678681"/>
              <a:gd name="connsiteY84" fmla="*/ 1257028 h 1357700"/>
              <a:gd name="connsiteX85" fmla="*/ 5126038 w 10678681"/>
              <a:gd name="connsiteY85" fmla="*/ 1263189 h 1357700"/>
              <a:gd name="connsiteX86" fmla="*/ 4894688 w 10678681"/>
              <a:gd name="connsiteY86" fmla="*/ 1247184 h 1357700"/>
              <a:gd name="connsiteX87" fmla="*/ 4788036 w 10678681"/>
              <a:gd name="connsiteY87" fmla="*/ 1238182 h 1357700"/>
              <a:gd name="connsiteX88" fmla="*/ 4747555 w 10678681"/>
              <a:gd name="connsiteY88" fmla="*/ 1252768 h 1357700"/>
              <a:gd name="connsiteX89" fmla="*/ 4679644 w 10678681"/>
              <a:gd name="connsiteY89" fmla="*/ 1276603 h 1357700"/>
              <a:gd name="connsiteX90" fmla="*/ 4632222 w 10678681"/>
              <a:gd name="connsiteY90" fmla="*/ 1318360 h 1357700"/>
              <a:gd name="connsiteX91" fmla="*/ 4617358 w 10678681"/>
              <a:gd name="connsiteY91" fmla="*/ 1327690 h 1357700"/>
              <a:gd name="connsiteX92" fmla="*/ 4589102 w 10678681"/>
              <a:gd name="connsiteY92" fmla="*/ 1321223 h 1357700"/>
              <a:gd name="connsiteX93" fmla="*/ 4578184 w 10678681"/>
              <a:gd name="connsiteY93" fmla="*/ 1326745 h 1357700"/>
              <a:gd name="connsiteX94" fmla="*/ 4574270 w 10678681"/>
              <a:gd name="connsiteY94" fmla="*/ 1325878 h 1357700"/>
              <a:gd name="connsiteX95" fmla="*/ 4564919 w 10678681"/>
              <a:gd name="connsiteY95" fmla="*/ 1325507 h 1357700"/>
              <a:gd name="connsiteX96" fmla="*/ 4566586 w 10678681"/>
              <a:gd name="connsiteY96" fmla="*/ 1316963 h 1357700"/>
              <a:gd name="connsiteX97" fmla="*/ 4556303 w 10678681"/>
              <a:gd name="connsiteY97" fmla="*/ 1300262 h 1357700"/>
              <a:gd name="connsiteX98" fmla="*/ 4502358 w 10678681"/>
              <a:gd name="connsiteY98" fmla="*/ 1302558 h 1357700"/>
              <a:gd name="connsiteX99" fmla="*/ 4498919 w 10678681"/>
              <a:gd name="connsiteY99" fmla="*/ 1312115 h 1357700"/>
              <a:gd name="connsiteX100" fmla="*/ 4492075 w 10678681"/>
              <a:gd name="connsiteY100" fmla="*/ 1313357 h 1357700"/>
              <a:gd name="connsiteX101" fmla="*/ 4487466 w 10678681"/>
              <a:gd name="connsiteY101" fmla="*/ 1304102 h 1357700"/>
              <a:gd name="connsiteX102" fmla="*/ 4398292 w 10678681"/>
              <a:gd name="connsiteY102" fmla="*/ 1278410 h 1357700"/>
              <a:gd name="connsiteX103" fmla="*/ 4278026 w 10678681"/>
              <a:gd name="connsiteY103" fmla="*/ 1259803 h 1357700"/>
              <a:gd name="connsiteX104" fmla="*/ 4188995 w 10678681"/>
              <a:gd name="connsiteY104" fmla="*/ 1296718 h 1357700"/>
              <a:gd name="connsiteX105" fmla="*/ 4181483 w 10678681"/>
              <a:gd name="connsiteY105" fmla="*/ 1287686 h 1357700"/>
              <a:gd name="connsiteX106" fmla="*/ 4120739 w 10678681"/>
              <a:gd name="connsiteY106" fmla="*/ 1288549 h 1357700"/>
              <a:gd name="connsiteX107" fmla="*/ 3906561 w 10678681"/>
              <a:gd name="connsiteY107" fmla="*/ 1352435 h 1357700"/>
              <a:gd name="connsiteX108" fmla="*/ 3787890 w 10678681"/>
              <a:gd name="connsiteY108" fmla="*/ 1352442 h 1357700"/>
              <a:gd name="connsiteX109" fmla="*/ 3745993 w 10678681"/>
              <a:gd name="connsiteY109" fmla="*/ 1342630 h 1357700"/>
              <a:gd name="connsiteX110" fmla="*/ 3675785 w 10678681"/>
              <a:gd name="connsiteY110" fmla="*/ 1326802 h 1357700"/>
              <a:gd name="connsiteX111" fmla="*/ 3623856 w 10678681"/>
              <a:gd name="connsiteY111" fmla="*/ 1290804 h 1357700"/>
              <a:gd name="connsiteX112" fmla="*/ 3564933 w 10678681"/>
              <a:gd name="connsiteY112" fmla="*/ 1287147 h 1357700"/>
              <a:gd name="connsiteX113" fmla="*/ 3550537 w 10678681"/>
              <a:gd name="connsiteY113" fmla="*/ 1317552 h 1357700"/>
              <a:gd name="connsiteX114" fmla="*/ 3487736 w 10678681"/>
              <a:gd name="connsiteY114" fmla="*/ 1303493 h 1357700"/>
              <a:gd name="connsiteX115" fmla="*/ 3392548 w 10678681"/>
              <a:gd name="connsiteY115" fmla="*/ 1278741 h 1357700"/>
              <a:gd name="connsiteX116" fmla="*/ 3337466 w 10678681"/>
              <a:gd name="connsiteY116" fmla="*/ 1272537 h 1357700"/>
              <a:gd name="connsiteX117" fmla="*/ 3187206 w 10678681"/>
              <a:gd name="connsiteY117" fmla="*/ 1246821 h 1357700"/>
              <a:gd name="connsiteX118" fmla="*/ 3036856 w 10678681"/>
              <a:gd name="connsiteY118" fmla="*/ 1214383 h 1357700"/>
              <a:gd name="connsiteX119" fmla="*/ 2948654 w 10678681"/>
              <a:gd name="connsiteY119" fmla="*/ 1157455 h 1357700"/>
              <a:gd name="connsiteX120" fmla="*/ 2824973 w 10678681"/>
              <a:gd name="connsiteY120" fmla="*/ 1134864 h 1357700"/>
              <a:gd name="connsiteX121" fmla="*/ 2804398 w 10678681"/>
              <a:gd name="connsiteY121" fmla="*/ 1125556 h 1357700"/>
              <a:gd name="connsiteX122" fmla="*/ 2775396 w 10678681"/>
              <a:gd name="connsiteY122" fmla="*/ 1130148 h 1357700"/>
              <a:gd name="connsiteX123" fmla="*/ 2659096 w 10678681"/>
              <a:gd name="connsiteY123" fmla="*/ 1150294 h 1357700"/>
              <a:gd name="connsiteX124" fmla="*/ 2567088 w 10678681"/>
              <a:gd name="connsiteY124" fmla="*/ 1181781 h 1357700"/>
              <a:gd name="connsiteX125" fmla="*/ 2454501 w 10678681"/>
              <a:gd name="connsiteY125" fmla="*/ 1155455 h 1357700"/>
              <a:gd name="connsiteX126" fmla="*/ 2385161 w 10678681"/>
              <a:gd name="connsiteY126" fmla="*/ 1161312 h 1357700"/>
              <a:gd name="connsiteX127" fmla="*/ 2270528 w 10678681"/>
              <a:gd name="connsiteY127" fmla="*/ 1204338 h 1357700"/>
              <a:gd name="connsiteX128" fmla="*/ 2121820 w 10678681"/>
              <a:gd name="connsiteY128" fmla="*/ 1187078 h 1357700"/>
              <a:gd name="connsiteX129" fmla="*/ 2092716 w 10678681"/>
              <a:gd name="connsiteY129" fmla="*/ 1139224 h 1357700"/>
              <a:gd name="connsiteX130" fmla="*/ 2052449 w 10678681"/>
              <a:gd name="connsiteY130" fmla="*/ 1109687 h 1357700"/>
              <a:gd name="connsiteX131" fmla="*/ 2032607 w 10678681"/>
              <a:gd name="connsiteY131" fmla="*/ 1175477 h 1357700"/>
              <a:gd name="connsiteX132" fmla="*/ 1901837 w 10678681"/>
              <a:gd name="connsiteY132" fmla="*/ 1221762 h 1357700"/>
              <a:gd name="connsiteX133" fmla="*/ 1836762 w 10678681"/>
              <a:gd name="connsiteY133" fmla="*/ 1237387 h 1357700"/>
              <a:gd name="connsiteX134" fmla="*/ 1735877 w 10678681"/>
              <a:gd name="connsiteY134" fmla="*/ 1246527 h 1357700"/>
              <a:gd name="connsiteX135" fmla="*/ 1705069 w 10678681"/>
              <a:gd name="connsiteY135" fmla="*/ 1251989 h 1357700"/>
              <a:gd name="connsiteX136" fmla="*/ 1397689 w 10678681"/>
              <a:gd name="connsiteY136" fmla="*/ 1336144 h 1357700"/>
              <a:gd name="connsiteX137" fmla="*/ 1220734 w 10678681"/>
              <a:gd name="connsiteY137" fmla="*/ 1257811 h 1357700"/>
              <a:gd name="connsiteX138" fmla="*/ 1021737 w 10678681"/>
              <a:gd name="connsiteY138" fmla="*/ 1238739 h 1357700"/>
              <a:gd name="connsiteX139" fmla="*/ 959820 w 10678681"/>
              <a:gd name="connsiteY139" fmla="*/ 1275863 h 1357700"/>
              <a:gd name="connsiteX140" fmla="*/ 929137 w 10678681"/>
              <a:gd name="connsiteY140" fmla="*/ 1273957 h 1357700"/>
              <a:gd name="connsiteX141" fmla="*/ 878849 w 10678681"/>
              <a:gd name="connsiteY141" fmla="*/ 1266740 h 1357700"/>
              <a:gd name="connsiteX142" fmla="*/ 800667 w 10678681"/>
              <a:gd name="connsiteY142" fmla="*/ 1282041 h 1357700"/>
              <a:gd name="connsiteX143" fmla="*/ 644906 w 10678681"/>
              <a:gd name="connsiteY143" fmla="*/ 1273685 h 1357700"/>
              <a:gd name="connsiteX144" fmla="*/ 379869 w 10678681"/>
              <a:gd name="connsiteY144" fmla="*/ 1339165 h 1357700"/>
              <a:gd name="connsiteX145" fmla="*/ 137696 w 10678681"/>
              <a:gd name="connsiteY145" fmla="*/ 1319217 h 1357700"/>
              <a:gd name="connsiteX146" fmla="*/ 54250 w 10678681"/>
              <a:gd name="connsiteY146" fmla="*/ 1315838 h 1357700"/>
              <a:gd name="connsiteX147" fmla="*/ 28042 w 10678681"/>
              <a:gd name="connsiteY147" fmla="*/ 1297822 h 1357700"/>
              <a:gd name="connsiteX148" fmla="*/ 0 w 10678681"/>
              <a:gd name="connsiteY148" fmla="*/ 1294612 h 1357700"/>
              <a:gd name="connsiteX149" fmla="*/ 0 w 10678681"/>
              <a:gd name="connsiteY149" fmla="*/ 0 h 1357700"/>
              <a:gd name="connsiteX0" fmla="*/ 0 w 10678681"/>
              <a:gd name="connsiteY0" fmla="*/ 0 h 1357700"/>
              <a:gd name="connsiteX1" fmla="*/ 10678681 w 10678681"/>
              <a:gd name="connsiteY1" fmla="*/ 0 h 1357700"/>
              <a:gd name="connsiteX2" fmla="*/ 10666019 w 10678681"/>
              <a:gd name="connsiteY2" fmla="*/ 7876 h 1357700"/>
              <a:gd name="connsiteX3" fmla="*/ 10632825 w 10678681"/>
              <a:gd name="connsiteY3" fmla="*/ 32153 h 1357700"/>
              <a:gd name="connsiteX4" fmla="*/ 10510605 w 10678681"/>
              <a:gd name="connsiteY4" fmla="*/ 30449 h 1357700"/>
              <a:gd name="connsiteX5" fmla="*/ 10456989 w 10678681"/>
              <a:gd name="connsiteY5" fmla="*/ 979 h 1357700"/>
              <a:gd name="connsiteX6" fmla="*/ 10438642 w 10678681"/>
              <a:gd name="connsiteY6" fmla="*/ 1524 h 1357700"/>
              <a:gd name="connsiteX7" fmla="*/ 10407146 w 10678681"/>
              <a:gd name="connsiteY7" fmla="*/ 43659 h 1357700"/>
              <a:gd name="connsiteX8" fmla="*/ 10357996 w 10678681"/>
              <a:gd name="connsiteY8" fmla="*/ 50836 h 1357700"/>
              <a:gd name="connsiteX9" fmla="*/ 10306667 w 10678681"/>
              <a:gd name="connsiteY9" fmla="*/ 109739 h 1357700"/>
              <a:gd name="connsiteX10" fmla="*/ 10115334 w 10678681"/>
              <a:gd name="connsiteY10" fmla="*/ 155658 h 1357700"/>
              <a:gd name="connsiteX11" fmla="*/ 10068157 w 10678681"/>
              <a:gd name="connsiteY11" fmla="*/ 215673 h 1357700"/>
              <a:gd name="connsiteX12" fmla="*/ 10045431 w 10678681"/>
              <a:gd name="connsiteY12" fmla="*/ 229568 h 1357700"/>
              <a:gd name="connsiteX13" fmla="*/ 10013265 w 10678681"/>
              <a:gd name="connsiteY13" fmla="*/ 284757 h 1357700"/>
              <a:gd name="connsiteX14" fmla="*/ 9862496 w 10678681"/>
              <a:gd name="connsiteY14" fmla="*/ 223033 h 1357700"/>
              <a:gd name="connsiteX15" fmla="*/ 9679638 w 10678681"/>
              <a:gd name="connsiteY15" fmla="*/ 277462 h 1357700"/>
              <a:gd name="connsiteX16" fmla="*/ 9498347 w 10678681"/>
              <a:gd name="connsiteY16" fmla="*/ 244723 h 1357700"/>
              <a:gd name="connsiteX17" fmla="*/ 9399702 w 10678681"/>
              <a:gd name="connsiteY17" fmla="*/ 276316 h 1357700"/>
              <a:gd name="connsiteX18" fmla="*/ 9378439 w 10678681"/>
              <a:gd name="connsiteY18" fmla="*/ 326244 h 1357700"/>
              <a:gd name="connsiteX19" fmla="*/ 9121744 w 10678681"/>
              <a:gd name="connsiteY19" fmla="*/ 365177 h 1357700"/>
              <a:gd name="connsiteX20" fmla="*/ 9061654 w 10678681"/>
              <a:gd name="connsiteY20" fmla="*/ 393730 h 1357700"/>
              <a:gd name="connsiteX21" fmla="*/ 8997577 w 10678681"/>
              <a:gd name="connsiteY21" fmla="*/ 380865 h 1357700"/>
              <a:gd name="connsiteX22" fmla="*/ 8907968 w 10678681"/>
              <a:gd name="connsiteY22" fmla="*/ 447345 h 1357700"/>
              <a:gd name="connsiteX23" fmla="*/ 8764163 w 10678681"/>
              <a:gd name="connsiteY23" fmla="*/ 471000 h 1357700"/>
              <a:gd name="connsiteX24" fmla="*/ 8680155 w 10678681"/>
              <a:gd name="connsiteY24" fmla="*/ 492404 h 1357700"/>
              <a:gd name="connsiteX25" fmla="*/ 8651436 w 10678681"/>
              <a:gd name="connsiteY25" fmla="*/ 511923 h 1357700"/>
              <a:gd name="connsiteX26" fmla="*/ 8609185 w 10678681"/>
              <a:gd name="connsiteY26" fmla="*/ 531525 h 1357700"/>
              <a:gd name="connsiteX27" fmla="*/ 8537091 w 10678681"/>
              <a:gd name="connsiteY27" fmla="*/ 574933 h 1357700"/>
              <a:gd name="connsiteX28" fmla="*/ 8435931 w 10678681"/>
              <a:gd name="connsiteY28" fmla="*/ 617926 h 1357700"/>
              <a:gd name="connsiteX29" fmla="*/ 8348623 w 10678681"/>
              <a:gd name="connsiteY29" fmla="*/ 600607 h 1357700"/>
              <a:gd name="connsiteX30" fmla="*/ 8344233 w 10678681"/>
              <a:gd name="connsiteY30" fmla="*/ 610922 h 1357700"/>
              <a:gd name="connsiteX31" fmla="*/ 8290622 w 10678681"/>
              <a:gd name="connsiteY31" fmla="*/ 622687 h 1357700"/>
              <a:gd name="connsiteX32" fmla="*/ 8086698 w 10678681"/>
              <a:gd name="connsiteY32" fmla="*/ 605185 h 1357700"/>
              <a:gd name="connsiteX33" fmla="*/ 7982378 w 10678681"/>
              <a:gd name="connsiteY33" fmla="*/ 629799 h 1357700"/>
              <a:gd name="connsiteX34" fmla="*/ 7947952 w 10678681"/>
              <a:gd name="connsiteY34" fmla="*/ 648003 h 1357700"/>
              <a:gd name="connsiteX35" fmla="*/ 7890112 w 10678681"/>
              <a:gd name="connsiteY35" fmla="*/ 677915 h 1357700"/>
              <a:gd name="connsiteX36" fmla="*/ 7853284 w 10678681"/>
              <a:gd name="connsiteY36" fmla="*/ 723588 h 1357700"/>
              <a:gd name="connsiteX37" fmla="*/ 7802383 w 10678681"/>
              <a:gd name="connsiteY37" fmla="*/ 739359 h 1357700"/>
              <a:gd name="connsiteX38" fmla="*/ 7782280 w 10678681"/>
              <a:gd name="connsiteY38" fmla="*/ 712868 h 1357700"/>
              <a:gd name="connsiteX39" fmla="*/ 7730518 w 10678681"/>
              <a:gd name="connsiteY39" fmla="*/ 739526 h 1357700"/>
              <a:gd name="connsiteX40" fmla="*/ 7652907 w 10678681"/>
              <a:gd name="connsiteY40" fmla="*/ 783273 h 1357700"/>
              <a:gd name="connsiteX41" fmla="*/ 7606008 w 10678681"/>
              <a:gd name="connsiteY41" fmla="*/ 800717 h 1357700"/>
              <a:gd name="connsiteX42" fmla="*/ 7480223 w 10678681"/>
              <a:gd name="connsiteY42" fmla="*/ 856821 h 1357700"/>
              <a:gd name="connsiteX43" fmla="*/ 7356005 w 10678681"/>
              <a:gd name="connsiteY43" fmla="*/ 919462 h 1357700"/>
              <a:gd name="connsiteX44" fmla="*/ 7305396 w 10678681"/>
              <a:gd name="connsiteY44" fmla="*/ 986228 h 1357700"/>
              <a:gd name="connsiteX45" fmla="*/ 7298314 w 10678681"/>
              <a:gd name="connsiteY45" fmla="*/ 989899 h 1357700"/>
              <a:gd name="connsiteX46" fmla="*/ 7277477 w 10678681"/>
              <a:gd name="connsiteY46" fmla="*/ 990571 h 1357700"/>
              <a:gd name="connsiteX47" fmla="*/ 7269396 w 10678681"/>
              <a:gd name="connsiteY47" fmla="*/ 989282 h 1357700"/>
              <a:gd name="connsiteX48" fmla="*/ 7258094 w 10678681"/>
              <a:gd name="connsiteY48" fmla="*/ 990679 h 1357700"/>
              <a:gd name="connsiteX49" fmla="*/ 7257893 w 10678681"/>
              <a:gd name="connsiteY49" fmla="*/ 991204 h 1357700"/>
              <a:gd name="connsiteX50" fmla="*/ 7247153 w 10678681"/>
              <a:gd name="connsiteY50" fmla="*/ 991550 h 1357700"/>
              <a:gd name="connsiteX51" fmla="*/ 7193612 w 10678681"/>
              <a:gd name="connsiteY51" fmla="*/ 987042 h 1357700"/>
              <a:gd name="connsiteX52" fmla="*/ 7132632 w 10678681"/>
              <a:gd name="connsiteY52" fmla="*/ 1042036 h 1357700"/>
              <a:gd name="connsiteX53" fmla="*/ 7105610 w 10678681"/>
              <a:gd name="connsiteY53" fmla="*/ 1053537 h 1357700"/>
              <a:gd name="connsiteX54" fmla="*/ 7091599 w 10678681"/>
              <a:gd name="connsiteY54" fmla="*/ 1062302 h 1357700"/>
              <a:gd name="connsiteX55" fmla="*/ 7090998 w 10678681"/>
              <a:gd name="connsiteY55" fmla="*/ 1064540 h 1357700"/>
              <a:gd name="connsiteX56" fmla="*/ 7039634 w 10678681"/>
              <a:gd name="connsiteY56" fmla="*/ 1059971 h 1357700"/>
              <a:gd name="connsiteX57" fmla="*/ 7033445 w 10678681"/>
              <a:gd name="connsiteY57" fmla="*/ 1063314 h 1357700"/>
              <a:gd name="connsiteX58" fmla="*/ 6999157 w 10678681"/>
              <a:gd name="connsiteY58" fmla="*/ 1055282 h 1357700"/>
              <a:gd name="connsiteX59" fmla="*/ 6981874 w 10678681"/>
              <a:gd name="connsiteY59" fmla="*/ 1053827 h 1357700"/>
              <a:gd name="connsiteX60" fmla="*/ 6976102 w 10678681"/>
              <a:gd name="connsiteY60" fmla="*/ 1047854 h 1357700"/>
              <a:gd name="connsiteX61" fmla="*/ 6951040 w 10678681"/>
              <a:gd name="connsiteY61" fmla="*/ 1048531 h 1357700"/>
              <a:gd name="connsiteX62" fmla="*/ 6948497 w 10678681"/>
              <a:gd name="connsiteY62" fmla="*/ 1050706 h 1357700"/>
              <a:gd name="connsiteX63" fmla="*/ 6926582 w 10678681"/>
              <a:gd name="connsiteY63" fmla="*/ 1043462 h 1357700"/>
              <a:gd name="connsiteX64" fmla="*/ 6833743 w 10678681"/>
              <a:gd name="connsiteY64" fmla="*/ 1027960 h 1357700"/>
              <a:gd name="connsiteX65" fmla="*/ 6698313 w 10678681"/>
              <a:gd name="connsiteY65" fmla="*/ 1063249 h 1357700"/>
              <a:gd name="connsiteX66" fmla="*/ 6550218 w 10678681"/>
              <a:gd name="connsiteY66" fmla="*/ 1026825 h 1357700"/>
              <a:gd name="connsiteX67" fmla="*/ 6437450 w 10678681"/>
              <a:gd name="connsiteY67" fmla="*/ 1101075 h 1357700"/>
              <a:gd name="connsiteX68" fmla="*/ 6327795 w 10678681"/>
              <a:gd name="connsiteY68" fmla="*/ 1088142 h 1357700"/>
              <a:gd name="connsiteX69" fmla="*/ 6136549 w 10678681"/>
              <a:gd name="connsiteY69" fmla="*/ 1100268 h 1357700"/>
              <a:gd name="connsiteX70" fmla="*/ 6004655 w 10678681"/>
              <a:gd name="connsiteY70" fmla="*/ 1114946 h 1357700"/>
              <a:gd name="connsiteX71" fmla="*/ 5936643 w 10678681"/>
              <a:gd name="connsiteY71" fmla="*/ 1095428 h 1357700"/>
              <a:gd name="connsiteX72" fmla="*/ 5912484 w 10678681"/>
              <a:gd name="connsiteY72" fmla="*/ 1112624 h 1357700"/>
              <a:gd name="connsiteX73" fmla="*/ 5908387 w 10678681"/>
              <a:gd name="connsiteY73" fmla="*/ 1116018 h 1357700"/>
              <a:gd name="connsiteX74" fmla="*/ 5890495 w 10678681"/>
              <a:gd name="connsiteY74" fmla="*/ 1120268 h 1357700"/>
              <a:gd name="connsiteX75" fmla="*/ 5887318 w 10678681"/>
              <a:gd name="connsiteY75" fmla="*/ 1133134 h 1357700"/>
              <a:gd name="connsiteX76" fmla="*/ 5861726 w 10678681"/>
              <a:gd name="connsiteY76" fmla="*/ 1147891 h 1357700"/>
              <a:gd name="connsiteX77" fmla="*/ 5805823 w 10678681"/>
              <a:gd name="connsiteY77" fmla="*/ 1152457 h 1357700"/>
              <a:gd name="connsiteX78" fmla="*/ 5689841 w 10678681"/>
              <a:gd name="connsiteY78" fmla="*/ 1176232 h 1357700"/>
              <a:gd name="connsiteX79" fmla="*/ 5605119 w 10678681"/>
              <a:gd name="connsiteY79" fmla="*/ 1190202 h 1357700"/>
              <a:gd name="connsiteX80" fmla="*/ 5488513 w 10678681"/>
              <a:gd name="connsiteY80" fmla="*/ 1205367 h 1357700"/>
              <a:gd name="connsiteX81" fmla="*/ 5402905 w 10678681"/>
              <a:gd name="connsiteY81" fmla="*/ 1241191 h 1357700"/>
              <a:gd name="connsiteX82" fmla="*/ 5285593 w 10678681"/>
              <a:gd name="connsiteY82" fmla="*/ 1273569 h 1357700"/>
              <a:gd name="connsiteX83" fmla="*/ 5192893 w 10678681"/>
              <a:gd name="connsiteY83" fmla="*/ 1247188 h 1357700"/>
              <a:gd name="connsiteX84" fmla="*/ 5186475 w 10678681"/>
              <a:gd name="connsiteY84" fmla="*/ 1257028 h 1357700"/>
              <a:gd name="connsiteX85" fmla="*/ 5126038 w 10678681"/>
              <a:gd name="connsiteY85" fmla="*/ 1263189 h 1357700"/>
              <a:gd name="connsiteX86" fmla="*/ 4894688 w 10678681"/>
              <a:gd name="connsiteY86" fmla="*/ 1247184 h 1357700"/>
              <a:gd name="connsiteX87" fmla="*/ 4788036 w 10678681"/>
              <a:gd name="connsiteY87" fmla="*/ 1238182 h 1357700"/>
              <a:gd name="connsiteX88" fmla="*/ 4747555 w 10678681"/>
              <a:gd name="connsiteY88" fmla="*/ 1252768 h 1357700"/>
              <a:gd name="connsiteX89" fmla="*/ 4679644 w 10678681"/>
              <a:gd name="connsiteY89" fmla="*/ 1276603 h 1357700"/>
              <a:gd name="connsiteX90" fmla="*/ 4632222 w 10678681"/>
              <a:gd name="connsiteY90" fmla="*/ 1318360 h 1357700"/>
              <a:gd name="connsiteX91" fmla="*/ 4617358 w 10678681"/>
              <a:gd name="connsiteY91" fmla="*/ 1327690 h 1357700"/>
              <a:gd name="connsiteX92" fmla="*/ 4589102 w 10678681"/>
              <a:gd name="connsiteY92" fmla="*/ 1321223 h 1357700"/>
              <a:gd name="connsiteX93" fmla="*/ 4578184 w 10678681"/>
              <a:gd name="connsiteY93" fmla="*/ 1326745 h 1357700"/>
              <a:gd name="connsiteX94" fmla="*/ 4574270 w 10678681"/>
              <a:gd name="connsiteY94" fmla="*/ 1325878 h 1357700"/>
              <a:gd name="connsiteX95" fmla="*/ 4564919 w 10678681"/>
              <a:gd name="connsiteY95" fmla="*/ 1325507 h 1357700"/>
              <a:gd name="connsiteX96" fmla="*/ 4566586 w 10678681"/>
              <a:gd name="connsiteY96" fmla="*/ 1316963 h 1357700"/>
              <a:gd name="connsiteX97" fmla="*/ 4556303 w 10678681"/>
              <a:gd name="connsiteY97" fmla="*/ 1300262 h 1357700"/>
              <a:gd name="connsiteX98" fmla="*/ 4502358 w 10678681"/>
              <a:gd name="connsiteY98" fmla="*/ 1302558 h 1357700"/>
              <a:gd name="connsiteX99" fmla="*/ 4498919 w 10678681"/>
              <a:gd name="connsiteY99" fmla="*/ 1312115 h 1357700"/>
              <a:gd name="connsiteX100" fmla="*/ 4492075 w 10678681"/>
              <a:gd name="connsiteY100" fmla="*/ 1313357 h 1357700"/>
              <a:gd name="connsiteX101" fmla="*/ 4487466 w 10678681"/>
              <a:gd name="connsiteY101" fmla="*/ 1304102 h 1357700"/>
              <a:gd name="connsiteX102" fmla="*/ 4398292 w 10678681"/>
              <a:gd name="connsiteY102" fmla="*/ 1278410 h 1357700"/>
              <a:gd name="connsiteX103" fmla="*/ 4306088 w 10678681"/>
              <a:gd name="connsiteY103" fmla="*/ 1282512 h 1357700"/>
              <a:gd name="connsiteX104" fmla="*/ 4188995 w 10678681"/>
              <a:gd name="connsiteY104" fmla="*/ 1296718 h 1357700"/>
              <a:gd name="connsiteX105" fmla="*/ 4181483 w 10678681"/>
              <a:gd name="connsiteY105" fmla="*/ 1287686 h 1357700"/>
              <a:gd name="connsiteX106" fmla="*/ 4120739 w 10678681"/>
              <a:gd name="connsiteY106" fmla="*/ 1288549 h 1357700"/>
              <a:gd name="connsiteX107" fmla="*/ 3906561 w 10678681"/>
              <a:gd name="connsiteY107" fmla="*/ 1352435 h 1357700"/>
              <a:gd name="connsiteX108" fmla="*/ 3787890 w 10678681"/>
              <a:gd name="connsiteY108" fmla="*/ 1352442 h 1357700"/>
              <a:gd name="connsiteX109" fmla="*/ 3745993 w 10678681"/>
              <a:gd name="connsiteY109" fmla="*/ 1342630 h 1357700"/>
              <a:gd name="connsiteX110" fmla="*/ 3675785 w 10678681"/>
              <a:gd name="connsiteY110" fmla="*/ 1326802 h 1357700"/>
              <a:gd name="connsiteX111" fmla="*/ 3623856 w 10678681"/>
              <a:gd name="connsiteY111" fmla="*/ 1290804 h 1357700"/>
              <a:gd name="connsiteX112" fmla="*/ 3564933 w 10678681"/>
              <a:gd name="connsiteY112" fmla="*/ 1287147 h 1357700"/>
              <a:gd name="connsiteX113" fmla="*/ 3550537 w 10678681"/>
              <a:gd name="connsiteY113" fmla="*/ 1317552 h 1357700"/>
              <a:gd name="connsiteX114" fmla="*/ 3487736 w 10678681"/>
              <a:gd name="connsiteY114" fmla="*/ 1303493 h 1357700"/>
              <a:gd name="connsiteX115" fmla="*/ 3392548 w 10678681"/>
              <a:gd name="connsiteY115" fmla="*/ 1278741 h 1357700"/>
              <a:gd name="connsiteX116" fmla="*/ 3337466 w 10678681"/>
              <a:gd name="connsiteY116" fmla="*/ 1272537 h 1357700"/>
              <a:gd name="connsiteX117" fmla="*/ 3187206 w 10678681"/>
              <a:gd name="connsiteY117" fmla="*/ 1246821 h 1357700"/>
              <a:gd name="connsiteX118" fmla="*/ 3036856 w 10678681"/>
              <a:gd name="connsiteY118" fmla="*/ 1214383 h 1357700"/>
              <a:gd name="connsiteX119" fmla="*/ 2948654 w 10678681"/>
              <a:gd name="connsiteY119" fmla="*/ 1157455 h 1357700"/>
              <a:gd name="connsiteX120" fmla="*/ 2824973 w 10678681"/>
              <a:gd name="connsiteY120" fmla="*/ 1134864 h 1357700"/>
              <a:gd name="connsiteX121" fmla="*/ 2804398 w 10678681"/>
              <a:gd name="connsiteY121" fmla="*/ 1125556 h 1357700"/>
              <a:gd name="connsiteX122" fmla="*/ 2775396 w 10678681"/>
              <a:gd name="connsiteY122" fmla="*/ 1130148 h 1357700"/>
              <a:gd name="connsiteX123" fmla="*/ 2659096 w 10678681"/>
              <a:gd name="connsiteY123" fmla="*/ 1150294 h 1357700"/>
              <a:gd name="connsiteX124" fmla="*/ 2567088 w 10678681"/>
              <a:gd name="connsiteY124" fmla="*/ 1181781 h 1357700"/>
              <a:gd name="connsiteX125" fmla="*/ 2454501 w 10678681"/>
              <a:gd name="connsiteY125" fmla="*/ 1155455 h 1357700"/>
              <a:gd name="connsiteX126" fmla="*/ 2385161 w 10678681"/>
              <a:gd name="connsiteY126" fmla="*/ 1161312 h 1357700"/>
              <a:gd name="connsiteX127" fmla="*/ 2270528 w 10678681"/>
              <a:gd name="connsiteY127" fmla="*/ 1204338 h 1357700"/>
              <a:gd name="connsiteX128" fmla="*/ 2121820 w 10678681"/>
              <a:gd name="connsiteY128" fmla="*/ 1187078 h 1357700"/>
              <a:gd name="connsiteX129" fmla="*/ 2092716 w 10678681"/>
              <a:gd name="connsiteY129" fmla="*/ 1139224 h 1357700"/>
              <a:gd name="connsiteX130" fmla="*/ 2052449 w 10678681"/>
              <a:gd name="connsiteY130" fmla="*/ 1109687 h 1357700"/>
              <a:gd name="connsiteX131" fmla="*/ 2032607 w 10678681"/>
              <a:gd name="connsiteY131" fmla="*/ 1175477 h 1357700"/>
              <a:gd name="connsiteX132" fmla="*/ 1901837 w 10678681"/>
              <a:gd name="connsiteY132" fmla="*/ 1221762 h 1357700"/>
              <a:gd name="connsiteX133" fmla="*/ 1836762 w 10678681"/>
              <a:gd name="connsiteY133" fmla="*/ 1237387 h 1357700"/>
              <a:gd name="connsiteX134" fmla="*/ 1735877 w 10678681"/>
              <a:gd name="connsiteY134" fmla="*/ 1246527 h 1357700"/>
              <a:gd name="connsiteX135" fmla="*/ 1705069 w 10678681"/>
              <a:gd name="connsiteY135" fmla="*/ 1251989 h 1357700"/>
              <a:gd name="connsiteX136" fmla="*/ 1397689 w 10678681"/>
              <a:gd name="connsiteY136" fmla="*/ 1336144 h 1357700"/>
              <a:gd name="connsiteX137" fmla="*/ 1220734 w 10678681"/>
              <a:gd name="connsiteY137" fmla="*/ 1257811 h 1357700"/>
              <a:gd name="connsiteX138" fmla="*/ 1021737 w 10678681"/>
              <a:gd name="connsiteY138" fmla="*/ 1238739 h 1357700"/>
              <a:gd name="connsiteX139" fmla="*/ 959820 w 10678681"/>
              <a:gd name="connsiteY139" fmla="*/ 1275863 h 1357700"/>
              <a:gd name="connsiteX140" fmla="*/ 929137 w 10678681"/>
              <a:gd name="connsiteY140" fmla="*/ 1273957 h 1357700"/>
              <a:gd name="connsiteX141" fmla="*/ 878849 w 10678681"/>
              <a:gd name="connsiteY141" fmla="*/ 1266740 h 1357700"/>
              <a:gd name="connsiteX142" fmla="*/ 800667 w 10678681"/>
              <a:gd name="connsiteY142" fmla="*/ 1282041 h 1357700"/>
              <a:gd name="connsiteX143" fmla="*/ 644906 w 10678681"/>
              <a:gd name="connsiteY143" fmla="*/ 1273685 h 1357700"/>
              <a:gd name="connsiteX144" fmla="*/ 379869 w 10678681"/>
              <a:gd name="connsiteY144" fmla="*/ 1339165 h 1357700"/>
              <a:gd name="connsiteX145" fmla="*/ 137696 w 10678681"/>
              <a:gd name="connsiteY145" fmla="*/ 1319217 h 1357700"/>
              <a:gd name="connsiteX146" fmla="*/ 54250 w 10678681"/>
              <a:gd name="connsiteY146" fmla="*/ 1315838 h 1357700"/>
              <a:gd name="connsiteX147" fmla="*/ 28042 w 10678681"/>
              <a:gd name="connsiteY147" fmla="*/ 1297822 h 1357700"/>
              <a:gd name="connsiteX148" fmla="*/ 0 w 10678681"/>
              <a:gd name="connsiteY148" fmla="*/ 1294612 h 1357700"/>
              <a:gd name="connsiteX149" fmla="*/ 0 w 10678681"/>
              <a:gd name="connsiteY149" fmla="*/ 0 h 1357700"/>
              <a:gd name="connsiteX0" fmla="*/ 0 w 10678681"/>
              <a:gd name="connsiteY0" fmla="*/ 0 h 1357700"/>
              <a:gd name="connsiteX1" fmla="*/ 10678681 w 10678681"/>
              <a:gd name="connsiteY1" fmla="*/ 0 h 1357700"/>
              <a:gd name="connsiteX2" fmla="*/ 10666019 w 10678681"/>
              <a:gd name="connsiteY2" fmla="*/ 7876 h 1357700"/>
              <a:gd name="connsiteX3" fmla="*/ 10632825 w 10678681"/>
              <a:gd name="connsiteY3" fmla="*/ 32153 h 1357700"/>
              <a:gd name="connsiteX4" fmla="*/ 10510605 w 10678681"/>
              <a:gd name="connsiteY4" fmla="*/ 30449 h 1357700"/>
              <a:gd name="connsiteX5" fmla="*/ 10456989 w 10678681"/>
              <a:gd name="connsiteY5" fmla="*/ 979 h 1357700"/>
              <a:gd name="connsiteX6" fmla="*/ 10438642 w 10678681"/>
              <a:gd name="connsiteY6" fmla="*/ 1524 h 1357700"/>
              <a:gd name="connsiteX7" fmla="*/ 10407146 w 10678681"/>
              <a:gd name="connsiteY7" fmla="*/ 43659 h 1357700"/>
              <a:gd name="connsiteX8" fmla="*/ 10357996 w 10678681"/>
              <a:gd name="connsiteY8" fmla="*/ 50836 h 1357700"/>
              <a:gd name="connsiteX9" fmla="*/ 10306667 w 10678681"/>
              <a:gd name="connsiteY9" fmla="*/ 109739 h 1357700"/>
              <a:gd name="connsiteX10" fmla="*/ 10115334 w 10678681"/>
              <a:gd name="connsiteY10" fmla="*/ 155658 h 1357700"/>
              <a:gd name="connsiteX11" fmla="*/ 10068157 w 10678681"/>
              <a:gd name="connsiteY11" fmla="*/ 215673 h 1357700"/>
              <a:gd name="connsiteX12" fmla="*/ 10045431 w 10678681"/>
              <a:gd name="connsiteY12" fmla="*/ 229568 h 1357700"/>
              <a:gd name="connsiteX13" fmla="*/ 10013265 w 10678681"/>
              <a:gd name="connsiteY13" fmla="*/ 284757 h 1357700"/>
              <a:gd name="connsiteX14" fmla="*/ 9862496 w 10678681"/>
              <a:gd name="connsiteY14" fmla="*/ 223033 h 1357700"/>
              <a:gd name="connsiteX15" fmla="*/ 9679638 w 10678681"/>
              <a:gd name="connsiteY15" fmla="*/ 277462 h 1357700"/>
              <a:gd name="connsiteX16" fmla="*/ 9498347 w 10678681"/>
              <a:gd name="connsiteY16" fmla="*/ 244723 h 1357700"/>
              <a:gd name="connsiteX17" fmla="*/ 9399702 w 10678681"/>
              <a:gd name="connsiteY17" fmla="*/ 276316 h 1357700"/>
              <a:gd name="connsiteX18" fmla="*/ 9378439 w 10678681"/>
              <a:gd name="connsiteY18" fmla="*/ 326244 h 1357700"/>
              <a:gd name="connsiteX19" fmla="*/ 9121744 w 10678681"/>
              <a:gd name="connsiteY19" fmla="*/ 365177 h 1357700"/>
              <a:gd name="connsiteX20" fmla="*/ 9061654 w 10678681"/>
              <a:gd name="connsiteY20" fmla="*/ 393730 h 1357700"/>
              <a:gd name="connsiteX21" fmla="*/ 8997577 w 10678681"/>
              <a:gd name="connsiteY21" fmla="*/ 380865 h 1357700"/>
              <a:gd name="connsiteX22" fmla="*/ 8907968 w 10678681"/>
              <a:gd name="connsiteY22" fmla="*/ 447345 h 1357700"/>
              <a:gd name="connsiteX23" fmla="*/ 8764163 w 10678681"/>
              <a:gd name="connsiteY23" fmla="*/ 471000 h 1357700"/>
              <a:gd name="connsiteX24" fmla="*/ 8680155 w 10678681"/>
              <a:gd name="connsiteY24" fmla="*/ 492404 h 1357700"/>
              <a:gd name="connsiteX25" fmla="*/ 8651436 w 10678681"/>
              <a:gd name="connsiteY25" fmla="*/ 511923 h 1357700"/>
              <a:gd name="connsiteX26" fmla="*/ 8609185 w 10678681"/>
              <a:gd name="connsiteY26" fmla="*/ 531525 h 1357700"/>
              <a:gd name="connsiteX27" fmla="*/ 8537091 w 10678681"/>
              <a:gd name="connsiteY27" fmla="*/ 574933 h 1357700"/>
              <a:gd name="connsiteX28" fmla="*/ 8435931 w 10678681"/>
              <a:gd name="connsiteY28" fmla="*/ 617926 h 1357700"/>
              <a:gd name="connsiteX29" fmla="*/ 8348623 w 10678681"/>
              <a:gd name="connsiteY29" fmla="*/ 600607 h 1357700"/>
              <a:gd name="connsiteX30" fmla="*/ 8344233 w 10678681"/>
              <a:gd name="connsiteY30" fmla="*/ 610922 h 1357700"/>
              <a:gd name="connsiteX31" fmla="*/ 8290622 w 10678681"/>
              <a:gd name="connsiteY31" fmla="*/ 622687 h 1357700"/>
              <a:gd name="connsiteX32" fmla="*/ 8086698 w 10678681"/>
              <a:gd name="connsiteY32" fmla="*/ 605185 h 1357700"/>
              <a:gd name="connsiteX33" fmla="*/ 7982378 w 10678681"/>
              <a:gd name="connsiteY33" fmla="*/ 629799 h 1357700"/>
              <a:gd name="connsiteX34" fmla="*/ 7947952 w 10678681"/>
              <a:gd name="connsiteY34" fmla="*/ 648003 h 1357700"/>
              <a:gd name="connsiteX35" fmla="*/ 7890112 w 10678681"/>
              <a:gd name="connsiteY35" fmla="*/ 677915 h 1357700"/>
              <a:gd name="connsiteX36" fmla="*/ 7853284 w 10678681"/>
              <a:gd name="connsiteY36" fmla="*/ 723588 h 1357700"/>
              <a:gd name="connsiteX37" fmla="*/ 7802383 w 10678681"/>
              <a:gd name="connsiteY37" fmla="*/ 739359 h 1357700"/>
              <a:gd name="connsiteX38" fmla="*/ 7782280 w 10678681"/>
              <a:gd name="connsiteY38" fmla="*/ 712868 h 1357700"/>
              <a:gd name="connsiteX39" fmla="*/ 7730518 w 10678681"/>
              <a:gd name="connsiteY39" fmla="*/ 739526 h 1357700"/>
              <a:gd name="connsiteX40" fmla="*/ 7652907 w 10678681"/>
              <a:gd name="connsiteY40" fmla="*/ 783273 h 1357700"/>
              <a:gd name="connsiteX41" fmla="*/ 7606008 w 10678681"/>
              <a:gd name="connsiteY41" fmla="*/ 800717 h 1357700"/>
              <a:gd name="connsiteX42" fmla="*/ 7480223 w 10678681"/>
              <a:gd name="connsiteY42" fmla="*/ 856821 h 1357700"/>
              <a:gd name="connsiteX43" fmla="*/ 7356005 w 10678681"/>
              <a:gd name="connsiteY43" fmla="*/ 919462 h 1357700"/>
              <a:gd name="connsiteX44" fmla="*/ 7305396 w 10678681"/>
              <a:gd name="connsiteY44" fmla="*/ 986228 h 1357700"/>
              <a:gd name="connsiteX45" fmla="*/ 7298314 w 10678681"/>
              <a:gd name="connsiteY45" fmla="*/ 989899 h 1357700"/>
              <a:gd name="connsiteX46" fmla="*/ 7277477 w 10678681"/>
              <a:gd name="connsiteY46" fmla="*/ 990571 h 1357700"/>
              <a:gd name="connsiteX47" fmla="*/ 7269396 w 10678681"/>
              <a:gd name="connsiteY47" fmla="*/ 989282 h 1357700"/>
              <a:gd name="connsiteX48" fmla="*/ 7258094 w 10678681"/>
              <a:gd name="connsiteY48" fmla="*/ 990679 h 1357700"/>
              <a:gd name="connsiteX49" fmla="*/ 7257893 w 10678681"/>
              <a:gd name="connsiteY49" fmla="*/ 991204 h 1357700"/>
              <a:gd name="connsiteX50" fmla="*/ 7247153 w 10678681"/>
              <a:gd name="connsiteY50" fmla="*/ 991550 h 1357700"/>
              <a:gd name="connsiteX51" fmla="*/ 7193612 w 10678681"/>
              <a:gd name="connsiteY51" fmla="*/ 987042 h 1357700"/>
              <a:gd name="connsiteX52" fmla="*/ 7132632 w 10678681"/>
              <a:gd name="connsiteY52" fmla="*/ 1042036 h 1357700"/>
              <a:gd name="connsiteX53" fmla="*/ 7105610 w 10678681"/>
              <a:gd name="connsiteY53" fmla="*/ 1053537 h 1357700"/>
              <a:gd name="connsiteX54" fmla="*/ 7091599 w 10678681"/>
              <a:gd name="connsiteY54" fmla="*/ 1062302 h 1357700"/>
              <a:gd name="connsiteX55" fmla="*/ 7090998 w 10678681"/>
              <a:gd name="connsiteY55" fmla="*/ 1064540 h 1357700"/>
              <a:gd name="connsiteX56" fmla="*/ 7039634 w 10678681"/>
              <a:gd name="connsiteY56" fmla="*/ 1059971 h 1357700"/>
              <a:gd name="connsiteX57" fmla="*/ 7033445 w 10678681"/>
              <a:gd name="connsiteY57" fmla="*/ 1063314 h 1357700"/>
              <a:gd name="connsiteX58" fmla="*/ 6999157 w 10678681"/>
              <a:gd name="connsiteY58" fmla="*/ 1055282 h 1357700"/>
              <a:gd name="connsiteX59" fmla="*/ 6981874 w 10678681"/>
              <a:gd name="connsiteY59" fmla="*/ 1053827 h 1357700"/>
              <a:gd name="connsiteX60" fmla="*/ 6976102 w 10678681"/>
              <a:gd name="connsiteY60" fmla="*/ 1047854 h 1357700"/>
              <a:gd name="connsiteX61" fmla="*/ 6951040 w 10678681"/>
              <a:gd name="connsiteY61" fmla="*/ 1048531 h 1357700"/>
              <a:gd name="connsiteX62" fmla="*/ 6948497 w 10678681"/>
              <a:gd name="connsiteY62" fmla="*/ 1050706 h 1357700"/>
              <a:gd name="connsiteX63" fmla="*/ 6926582 w 10678681"/>
              <a:gd name="connsiteY63" fmla="*/ 1043462 h 1357700"/>
              <a:gd name="connsiteX64" fmla="*/ 6833743 w 10678681"/>
              <a:gd name="connsiteY64" fmla="*/ 1027960 h 1357700"/>
              <a:gd name="connsiteX65" fmla="*/ 6698313 w 10678681"/>
              <a:gd name="connsiteY65" fmla="*/ 1063249 h 1357700"/>
              <a:gd name="connsiteX66" fmla="*/ 6550218 w 10678681"/>
              <a:gd name="connsiteY66" fmla="*/ 1026825 h 1357700"/>
              <a:gd name="connsiteX67" fmla="*/ 6437450 w 10678681"/>
              <a:gd name="connsiteY67" fmla="*/ 1101075 h 1357700"/>
              <a:gd name="connsiteX68" fmla="*/ 6327795 w 10678681"/>
              <a:gd name="connsiteY68" fmla="*/ 1088142 h 1357700"/>
              <a:gd name="connsiteX69" fmla="*/ 6136549 w 10678681"/>
              <a:gd name="connsiteY69" fmla="*/ 1100268 h 1357700"/>
              <a:gd name="connsiteX70" fmla="*/ 6004655 w 10678681"/>
              <a:gd name="connsiteY70" fmla="*/ 1114946 h 1357700"/>
              <a:gd name="connsiteX71" fmla="*/ 5936643 w 10678681"/>
              <a:gd name="connsiteY71" fmla="*/ 1095428 h 1357700"/>
              <a:gd name="connsiteX72" fmla="*/ 5912484 w 10678681"/>
              <a:gd name="connsiteY72" fmla="*/ 1112624 h 1357700"/>
              <a:gd name="connsiteX73" fmla="*/ 5908387 w 10678681"/>
              <a:gd name="connsiteY73" fmla="*/ 1116018 h 1357700"/>
              <a:gd name="connsiteX74" fmla="*/ 5890495 w 10678681"/>
              <a:gd name="connsiteY74" fmla="*/ 1120268 h 1357700"/>
              <a:gd name="connsiteX75" fmla="*/ 5887318 w 10678681"/>
              <a:gd name="connsiteY75" fmla="*/ 1133134 h 1357700"/>
              <a:gd name="connsiteX76" fmla="*/ 5861726 w 10678681"/>
              <a:gd name="connsiteY76" fmla="*/ 1147891 h 1357700"/>
              <a:gd name="connsiteX77" fmla="*/ 5805823 w 10678681"/>
              <a:gd name="connsiteY77" fmla="*/ 1152457 h 1357700"/>
              <a:gd name="connsiteX78" fmla="*/ 5689841 w 10678681"/>
              <a:gd name="connsiteY78" fmla="*/ 1176232 h 1357700"/>
              <a:gd name="connsiteX79" fmla="*/ 5605119 w 10678681"/>
              <a:gd name="connsiteY79" fmla="*/ 1190202 h 1357700"/>
              <a:gd name="connsiteX80" fmla="*/ 5488513 w 10678681"/>
              <a:gd name="connsiteY80" fmla="*/ 1205367 h 1357700"/>
              <a:gd name="connsiteX81" fmla="*/ 5402905 w 10678681"/>
              <a:gd name="connsiteY81" fmla="*/ 1241191 h 1357700"/>
              <a:gd name="connsiteX82" fmla="*/ 5285593 w 10678681"/>
              <a:gd name="connsiteY82" fmla="*/ 1273569 h 1357700"/>
              <a:gd name="connsiteX83" fmla="*/ 5192893 w 10678681"/>
              <a:gd name="connsiteY83" fmla="*/ 1247188 h 1357700"/>
              <a:gd name="connsiteX84" fmla="*/ 5186475 w 10678681"/>
              <a:gd name="connsiteY84" fmla="*/ 1257028 h 1357700"/>
              <a:gd name="connsiteX85" fmla="*/ 5126038 w 10678681"/>
              <a:gd name="connsiteY85" fmla="*/ 1263189 h 1357700"/>
              <a:gd name="connsiteX86" fmla="*/ 4894688 w 10678681"/>
              <a:gd name="connsiteY86" fmla="*/ 1247184 h 1357700"/>
              <a:gd name="connsiteX87" fmla="*/ 4788036 w 10678681"/>
              <a:gd name="connsiteY87" fmla="*/ 1238182 h 1357700"/>
              <a:gd name="connsiteX88" fmla="*/ 4747555 w 10678681"/>
              <a:gd name="connsiteY88" fmla="*/ 1252768 h 1357700"/>
              <a:gd name="connsiteX89" fmla="*/ 4679644 w 10678681"/>
              <a:gd name="connsiteY89" fmla="*/ 1276603 h 1357700"/>
              <a:gd name="connsiteX90" fmla="*/ 4632222 w 10678681"/>
              <a:gd name="connsiteY90" fmla="*/ 1318360 h 1357700"/>
              <a:gd name="connsiteX91" fmla="*/ 4617358 w 10678681"/>
              <a:gd name="connsiteY91" fmla="*/ 1327690 h 1357700"/>
              <a:gd name="connsiteX92" fmla="*/ 4589102 w 10678681"/>
              <a:gd name="connsiteY92" fmla="*/ 1321223 h 1357700"/>
              <a:gd name="connsiteX93" fmla="*/ 4578184 w 10678681"/>
              <a:gd name="connsiteY93" fmla="*/ 1326745 h 1357700"/>
              <a:gd name="connsiteX94" fmla="*/ 4574270 w 10678681"/>
              <a:gd name="connsiteY94" fmla="*/ 1325878 h 1357700"/>
              <a:gd name="connsiteX95" fmla="*/ 4564919 w 10678681"/>
              <a:gd name="connsiteY95" fmla="*/ 1325507 h 1357700"/>
              <a:gd name="connsiteX96" fmla="*/ 4566586 w 10678681"/>
              <a:gd name="connsiteY96" fmla="*/ 1316963 h 1357700"/>
              <a:gd name="connsiteX97" fmla="*/ 4556303 w 10678681"/>
              <a:gd name="connsiteY97" fmla="*/ 1300262 h 1357700"/>
              <a:gd name="connsiteX98" fmla="*/ 4502358 w 10678681"/>
              <a:gd name="connsiteY98" fmla="*/ 1302558 h 1357700"/>
              <a:gd name="connsiteX99" fmla="*/ 4498919 w 10678681"/>
              <a:gd name="connsiteY99" fmla="*/ 1312115 h 1357700"/>
              <a:gd name="connsiteX100" fmla="*/ 4492075 w 10678681"/>
              <a:gd name="connsiteY100" fmla="*/ 1313357 h 1357700"/>
              <a:gd name="connsiteX101" fmla="*/ 4487466 w 10678681"/>
              <a:gd name="connsiteY101" fmla="*/ 1304102 h 1357700"/>
              <a:gd name="connsiteX102" fmla="*/ 4398292 w 10678681"/>
              <a:gd name="connsiteY102" fmla="*/ 1278410 h 1357700"/>
              <a:gd name="connsiteX103" fmla="*/ 4306088 w 10678681"/>
              <a:gd name="connsiteY103" fmla="*/ 1282512 h 1357700"/>
              <a:gd name="connsiteX104" fmla="*/ 4188995 w 10678681"/>
              <a:gd name="connsiteY104" fmla="*/ 1296718 h 1357700"/>
              <a:gd name="connsiteX105" fmla="*/ 4181483 w 10678681"/>
              <a:gd name="connsiteY105" fmla="*/ 1287686 h 1357700"/>
              <a:gd name="connsiteX106" fmla="*/ 4064614 w 10678681"/>
              <a:gd name="connsiteY106" fmla="*/ 1296118 h 1357700"/>
              <a:gd name="connsiteX107" fmla="*/ 3906561 w 10678681"/>
              <a:gd name="connsiteY107" fmla="*/ 1352435 h 1357700"/>
              <a:gd name="connsiteX108" fmla="*/ 3787890 w 10678681"/>
              <a:gd name="connsiteY108" fmla="*/ 1352442 h 1357700"/>
              <a:gd name="connsiteX109" fmla="*/ 3745993 w 10678681"/>
              <a:gd name="connsiteY109" fmla="*/ 1342630 h 1357700"/>
              <a:gd name="connsiteX110" fmla="*/ 3675785 w 10678681"/>
              <a:gd name="connsiteY110" fmla="*/ 1326802 h 1357700"/>
              <a:gd name="connsiteX111" fmla="*/ 3623856 w 10678681"/>
              <a:gd name="connsiteY111" fmla="*/ 1290804 h 1357700"/>
              <a:gd name="connsiteX112" fmla="*/ 3564933 w 10678681"/>
              <a:gd name="connsiteY112" fmla="*/ 1287147 h 1357700"/>
              <a:gd name="connsiteX113" fmla="*/ 3550537 w 10678681"/>
              <a:gd name="connsiteY113" fmla="*/ 1317552 h 1357700"/>
              <a:gd name="connsiteX114" fmla="*/ 3487736 w 10678681"/>
              <a:gd name="connsiteY114" fmla="*/ 1303493 h 1357700"/>
              <a:gd name="connsiteX115" fmla="*/ 3392548 w 10678681"/>
              <a:gd name="connsiteY115" fmla="*/ 1278741 h 1357700"/>
              <a:gd name="connsiteX116" fmla="*/ 3337466 w 10678681"/>
              <a:gd name="connsiteY116" fmla="*/ 1272537 h 1357700"/>
              <a:gd name="connsiteX117" fmla="*/ 3187206 w 10678681"/>
              <a:gd name="connsiteY117" fmla="*/ 1246821 h 1357700"/>
              <a:gd name="connsiteX118" fmla="*/ 3036856 w 10678681"/>
              <a:gd name="connsiteY118" fmla="*/ 1214383 h 1357700"/>
              <a:gd name="connsiteX119" fmla="*/ 2948654 w 10678681"/>
              <a:gd name="connsiteY119" fmla="*/ 1157455 h 1357700"/>
              <a:gd name="connsiteX120" fmla="*/ 2824973 w 10678681"/>
              <a:gd name="connsiteY120" fmla="*/ 1134864 h 1357700"/>
              <a:gd name="connsiteX121" fmla="*/ 2804398 w 10678681"/>
              <a:gd name="connsiteY121" fmla="*/ 1125556 h 1357700"/>
              <a:gd name="connsiteX122" fmla="*/ 2775396 w 10678681"/>
              <a:gd name="connsiteY122" fmla="*/ 1130148 h 1357700"/>
              <a:gd name="connsiteX123" fmla="*/ 2659096 w 10678681"/>
              <a:gd name="connsiteY123" fmla="*/ 1150294 h 1357700"/>
              <a:gd name="connsiteX124" fmla="*/ 2567088 w 10678681"/>
              <a:gd name="connsiteY124" fmla="*/ 1181781 h 1357700"/>
              <a:gd name="connsiteX125" fmla="*/ 2454501 w 10678681"/>
              <a:gd name="connsiteY125" fmla="*/ 1155455 h 1357700"/>
              <a:gd name="connsiteX126" fmla="*/ 2385161 w 10678681"/>
              <a:gd name="connsiteY126" fmla="*/ 1161312 h 1357700"/>
              <a:gd name="connsiteX127" fmla="*/ 2270528 w 10678681"/>
              <a:gd name="connsiteY127" fmla="*/ 1204338 h 1357700"/>
              <a:gd name="connsiteX128" fmla="*/ 2121820 w 10678681"/>
              <a:gd name="connsiteY128" fmla="*/ 1187078 h 1357700"/>
              <a:gd name="connsiteX129" fmla="*/ 2092716 w 10678681"/>
              <a:gd name="connsiteY129" fmla="*/ 1139224 h 1357700"/>
              <a:gd name="connsiteX130" fmla="*/ 2052449 w 10678681"/>
              <a:gd name="connsiteY130" fmla="*/ 1109687 h 1357700"/>
              <a:gd name="connsiteX131" fmla="*/ 2032607 w 10678681"/>
              <a:gd name="connsiteY131" fmla="*/ 1175477 h 1357700"/>
              <a:gd name="connsiteX132" fmla="*/ 1901837 w 10678681"/>
              <a:gd name="connsiteY132" fmla="*/ 1221762 h 1357700"/>
              <a:gd name="connsiteX133" fmla="*/ 1836762 w 10678681"/>
              <a:gd name="connsiteY133" fmla="*/ 1237387 h 1357700"/>
              <a:gd name="connsiteX134" fmla="*/ 1735877 w 10678681"/>
              <a:gd name="connsiteY134" fmla="*/ 1246527 h 1357700"/>
              <a:gd name="connsiteX135" fmla="*/ 1705069 w 10678681"/>
              <a:gd name="connsiteY135" fmla="*/ 1251989 h 1357700"/>
              <a:gd name="connsiteX136" fmla="*/ 1397689 w 10678681"/>
              <a:gd name="connsiteY136" fmla="*/ 1336144 h 1357700"/>
              <a:gd name="connsiteX137" fmla="*/ 1220734 w 10678681"/>
              <a:gd name="connsiteY137" fmla="*/ 1257811 h 1357700"/>
              <a:gd name="connsiteX138" fmla="*/ 1021737 w 10678681"/>
              <a:gd name="connsiteY138" fmla="*/ 1238739 h 1357700"/>
              <a:gd name="connsiteX139" fmla="*/ 959820 w 10678681"/>
              <a:gd name="connsiteY139" fmla="*/ 1275863 h 1357700"/>
              <a:gd name="connsiteX140" fmla="*/ 929137 w 10678681"/>
              <a:gd name="connsiteY140" fmla="*/ 1273957 h 1357700"/>
              <a:gd name="connsiteX141" fmla="*/ 878849 w 10678681"/>
              <a:gd name="connsiteY141" fmla="*/ 1266740 h 1357700"/>
              <a:gd name="connsiteX142" fmla="*/ 800667 w 10678681"/>
              <a:gd name="connsiteY142" fmla="*/ 1282041 h 1357700"/>
              <a:gd name="connsiteX143" fmla="*/ 644906 w 10678681"/>
              <a:gd name="connsiteY143" fmla="*/ 1273685 h 1357700"/>
              <a:gd name="connsiteX144" fmla="*/ 379869 w 10678681"/>
              <a:gd name="connsiteY144" fmla="*/ 1339165 h 1357700"/>
              <a:gd name="connsiteX145" fmla="*/ 137696 w 10678681"/>
              <a:gd name="connsiteY145" fmla="*/ 1319217 h 1357700"/>
              <a:gd name="connsiteX146" fmla="*/ 54250 w 10678681"/>
              <a:gd name="connsiteY146" fmla="*/ 1315838 h 1357700"/>
              <a:gd name="connsiteX147" fmla="*/ 28042 w 10678681"/>
              <a:gd name="connsiteY147" fmla="*/ 1297822 h 1357700"/>
              <a:gd name="connsiteX148" fmla="*/ 0 w 10678681"/>
              <a:gd name="connsiteY148" fmla="*/ 1294612 h 1357700"/>
              <a:gd name="connsiteX149" fmla="*/ 0 w 10678681"/>
              <a:gd name="connsiteY149" fmla="*/ 0 h 1357700"/>
              <a:gd name="connsiteX0" fmla="*/ 0 w 10678681"/>
              <a:gd name="connsiteY0" fmla="*/ 0 h 1357700"/>
              <a:gd name="connsiteX1" fmla="*/ 10678681 w 10678681"/>
              <a:gd name="connsiteY1" fmla="*/ 0 h 1357700"/>
              <a:gd name="connsiteX2" fmla="*/ 10666019 w 10678681"/>
              <a:gd name="connsiteY2" fmla="*/ 7876 h 1357700"/>
              <a:gd name="connsiteX3" fmla="*/ 10632825 w 10678681"/>
              <a:gd name="connsiteY3" fmla="*/ 32153 h 1357700"/>
              <a:gd name="connsiteX4" fmla="*/ 10510605 w 10678681"/>
              <a:gd name="connsiteY4" fmla="*/ 30449 h 1357700"/>
              <a:gd name="connsiteX5" fmla="*/ 10456989 w 10678681"/>
              <a:gd name="connsiteY5" fmla="*/ 979 h 1357700"/>
              <a:gd name="connsiteX6" fmla="*/ 10438642 w 10678681"/>
              <a:gd name="connsiteY6" fmla="*/ 1524 h 1357700"/>
              <a:gd name="connsiteX7" fmla="*/ 10407146 w 10678681"/>
              <a:gd name="connsiteY7" fmla="*/ 43659 h 1357700"/>
              <a:gd name="connsiteX8" fmla="*/ 10357996 w 10678681"/>
              <a:gd name="connsiteY8" fmla="*/ 50836 h 1357700"/>
              <a:gd name="connsiteX9" fmla="*/ 10306667 w 10678681"/>
              <a:gd name="connsiteY9" fmla="*/ 109739 h 1357700"/>
              <a:gd name="connsiteX10" fmla="*/ 10115334 w 10678681"/>
              <a:gd name="connsiteY10" fmla="*/ 155658 h 1357700"/>
              <a:gd name="connsiteX11" fmla="*/ 10068157 w 10678681"/>
              <a:gd name="connsiteY11" fmla="*/ 215673 h 1357700"/>
              <a:gd name="connsiteX12" fmla="*/ 10045431 w 10678681"/>
              <a:gd name="connsiteY12" fmla="*/ 229568 h 1357700"/>
              <a:gd name="connsiteX13" fmla="*/ 10013265 w 10678681"/>
              <a:gd name="connsiteY13" fmla="*/ 284757 h 1357700"/>
              <a:gd name="connsiteX14" fmla="*/ 9862496 w 10678681"/>
              <a:gd name="connsiteY14" fmla="*/ 223033 h 1357700"/>
              <a:gd name="connsiteX15" fmla="*/ 9679638 w 10678681"/>
              <a:gd name="connsiteY15" fmla="*/ 277462 h 1357700"/>
              <a:gd name="connsiteX16" fmla="*/ 9498347 w 10678681"/>
              <a:gd name="connsiteY16" fmla="*/ 244723 h 1357700"/>
              <a:gd name="connsiteX17" fmla="*/ 9399702 w 10678681"/>
              <a:gd name="connsiteY17" fmla="*/ 276316 h 1357700"/>
              <a:gd name="connsiteX18" fmla="*/ 9378439 w 10678681"/>
              <a:gd name="connsiteY18" fmla="*/ 326244 h 1357700"/>
              <a:gd name="connsiteX19" fmla="*/ 9121744 w 10678681"/>
              <a:gd name="connsiteY19" fmla="*/ 365177 h 1357700"/>
              <a:gd name="connsiteX20" fmla="*/ 9061654 w 10678681"/>
              <a:gd name="connsiteY20" fmla="*/ 393730 h 1357700"/>
              <a:gd name="connsiteX21" fmla="*/ 8997577 w 10678681"/>
              <a:gd name="connsiteY21" fmla="*/ 380865 h 1357700"/>
              <a:gd name="connsiteX22" fmla="*/ 8907968 w 10678681"/>
              <a:gd name="connsiteY22" fmla="*/ 447345 h 1357700"/>
              <a:gd name="connsiteX23" fmla="*/ 8764163 w 10678681"/>
              <a:gd name="connsiteY23" fmla="*/ 471000 h 1357700"/>
              <a:gd name="connsiteX24" fmla="*/ 8680155 w 10678681"/>
              <a:gd name="connsiteY24" fmla="*/ 492404 h 1357700"/>
              <a:gd name="connsiteX25" fmla="*/ 8651436 w 10678681"/>
              <a:gd name="connsiteY25" fmla="*/ 511923 h 1357700"/>
              <a:gd name="connsiteX26" fmla="*/ 8609185 w 10678681"/>
              <a:gd name="connsiteY26" fmla="*/ 531525 h 1357700"/>
              <a:gd name="connsiteX27" fmla="*/ 8537091 w 10678681"/>
              <a:gd name="connsiteY27" fmla="*/ 574933 h 1357700"/>
              <a:gd name="connsiteX28" fmla="*/ 8435931 w 10678681"/>
              <a:gd name="connsiteY28" fmla="*/ 617926 h 1357700"/>
              <a:gd name="connsiteX29" fmla="*/ 8348623 w 10678681"/>
              <a:gd name="connsiteY29" fmla="*/ 600607 h 1357700"/>
              <a:gd name="connsiteX30" fmla="*/ 8344233 w 10678681"/>
              <a:gd name="connsiteY30" fmla="*/ 610922 h 1357700"/>
              <a:gd name="connsiteX31" fmla="*/ 8290622 w 10678681"/>
              <a:gd name="connsiteY31" fmla="*/ 622687 h 1357700"/>
              <a:gd name="connsiteX32" fmla="*/ 8086698 w 10678681"/>
              <a:gd name="connsiteY32" fmla="*/ 605185 h 1357700"/>
              <a:gd name="connsiteX33" fmla="*/ 7982378 w 10678681"/>
              <a:gd name="connsiteY33" fmla="*/ 629799 h 1357700"/>
              <a:gd name="connsiteX34" fmla="*/ 7947952 w 10678681"/>
              <a:gd name="connsiteY34" fmla="*/ 648003 h 1357700"/>
              <a:gd name="connsiteX35" fmla="*/ 7890112 w 10678681"/>
              <a:gd name="connsiteY35" fmla="*/ 677915 h 1357700"/>
              <a:gd name="connsiteX36" fmla="*/ 7853284 w 10678681"/>
              <a:gd name="connsiteY36" fmla="*/ 723588 h 1357700"/>
              <a:gd name="connsiteX37" fmla="*/ 7802383 w 10678681"/>
              <a:gd name="connsiteY37" fmla="*/ 739359 h 1357700"/>
              <a:gd name="connsiteX38" fmla="*/ 7782280 w 10678681"/>
              <a:gd name="connsiteY38" fmla="*/ 712868 h 1357700"/>
              <a:gd name="connsiteX39" fmla="*/ 7730518 w 10678681"/>
              <a:gd name="connsiteY39" fmla="*/ 739526 h 1357700"/>
              <a:gd name="connsiteX40" fmla="*/ 7652907 w 10678681"/>
              <a:gd name="connsiteY40" fmla="*/ 783273 h 1357700"/>
              <a:gd name="connsiteX41" fmla="*/ 7606008 w 10678681"/>
              <a:gd name="connsiteY41" fmla="*/ 800717 h 1357700"/>
              <a:gd name="connsiteX42" fmla="*/ 7480223 w 10678681"/>
              <a:gd name="connsiteY42" fmla="*/ 856821 h 1357700"/>
              <a:gd name="connsiteX43" fmla="*/ 7356005 w 10678681"/>
              <a:gd name="connsiteY43" fmla="*/ 919462 h 1357700"/>
              <a:gd name="connsiteX44" fmla="*/ 7305396 w 10678681"/>
              <a:gd name="connsiteY44" fmla="*/ 986228 h 1357700"/>
              <a:gd name="connsiteX45" fmla="*/ 7298314 w 10678681"/>
              <a:gd name="connsiteY45" fmla="*/ 989899 h 1357700"/>
              <a:gd name="connsiteX46" fmla="*/ 7277477 w 10678681"/>
              <a:gd name="connsiteY46" fmla="*/ 990571 h 1357700"/>
              <a:gd name="connsiteX47" fmla="*/ 7269396 w 10678681"/>
              <a:gd name="connsiteY47" fmla="*/ 989282 h 1357700"/>
              <a:gd name="connsiteX48" fmla="*/ 7258094 w 10678681"/>
              <a:gd name="connsiteY48" fmla="*/ 990679 h 1357700"/>
              <a:gd name="connsiteX49" fmla="*/ 7257893 w 10678681"/>
              <a:gd name="connsiteY49" fmla="*/ 991204 h 1357700"/>
              <a:gd name="connsiteX50" fmla="*/ 7247153 w 10678681"/>
              <a:gd name="connsiteY50" fmla="*/ 991550 h 1357700"/>
              <a:gd name="connsiteX51" fmla="*/ 7193612 w 10678681"/>
              <a:gd name="connsiteY51" fmla="*/ 987042 h 1357700"/>
              <a:gd name="connsiteX52" fmla="*/ 7132632 w 10678681"/>
              <a:gd name="connsiteY52" fmla="*/ 1042036 h 1357700"/>
              <a:gd name="connsiteX53" fmla="*/ 7105610 w 10678681"/>
              <a:gd name="connsiteY53" fmla="*/ 1053537 h 1357700"/>
              <a:gd name="connsiteX54" fmla="*/ 7091599 w 10678681"/>
              <a:gd name="connsiteY54" fmla="*/ 1062302 h 1357700"/>
              <a:gd name="connsiteX55" fmla="*/ 7090998 w 10678681"/>
              <a:gd name="connsiteY55" fmla="*/ 1064540 h 1357700"/>
              <a:gd name="connsiteX56" fmla="*/ 7039634 w 10678681"/>
              <a:gd name="connsiteY56" fmla="*/ 1059971 h 1357700"/>
              <a:gd name="connsiteX57" fmla="*/ 7033445 w 10678681"/>
              <a:gd name="connsiteY57" fmla="*/ 1063314 h 1357700"/>
              <a:gd name="connsiteX58" fmla="*/ 6999157 w 10678681"/>
              <a:gd name="connsiteY58" fmla="*/ 1055282 h 1357700"/>
              <a:gd name="connsiteX59" fmla="*/ 6981874 w 10678681"/>
              <a:gd name="connsiteY59" fmla="*/ 1053827 h 1357700"/>
              <a:gd name="connsiteX60" fmla="*/ 6976102 w 10678681"/>
              <a:gd name="connsiteY60" fmla="*/ 1047854 h 1357700"/>
              <a:gd name="connsiteX61" fmla="*/ 6951040 w 10678681"/>
              <a:gd name="connsiteY61" fmla="*/ 1048531 h 1357700"/>
              <a:gd name="connsiteX62" fmla="*/ 6948497 w 10678681"/>
              <a:gd name="connsiteY62" fmla="*/ 1050706 h 1357700"/>
              <a:gd name="connsiteX63" fmla="*/ 6926582 w 10678681"/>
              <a:gd name="connsiteY63" fmla="*/ 1043462 h 1357700"/>
              <a:gd name="connsiteX64" fmla="*/ 6833743 w 10678681"/>
              <a:gd name="connsiteY64" fmla="*/ 1027960 h 1357700"/>
              <a:gd name="connsiteX65" fmla="*/ 6698313 w 10678681"/>
              <a:gd name="connsiteY65" fmla="*/ 1063249 h 1357700"/>
              <a:gd name="connsiteX66" fmla="*/ 6550218 w 10678681"/>
              <a:gd name="connsiteY66" fmla="*/ 1026825 h 1357700"/>
              <a:gd name="connsiteX67" fmla="*/ 6437450 w 10678681"/>
              <a:gd name="connsiteY67" fmla="*/ 1101075 h 1357700"/>
              <a:gd name="connsiteX68" fmla="*/ 6327795 w 10678681"/>
              <a:gd name="connsiteY68" fmla="*/ 1088142 h 1357700"/>
              <a:gd name="connsiteX69" fmla="*/ 6136549 w 10678681"/>
              <a:gd name="connsiteY69" fmla="*/ 1100268 h 1357700"/>
              <a:gd name="connsiteX70" fmla="*/ 6004655 w 10678681"/>
              <a:gd name="connsiteY70" fmla="*/ 1114946 h 1357700"/>
              <a:gd name="connsiteX71" fmla="*/ 5936643 w 10678681"/>
              <a:gd name="connsiteY71" fmla="*/ 1095428 h 1357700"/>
              <a:gd name="connsiteX72" fmla="*/ 5912484 w 10678681"/>
              <a:gd name="connsiteY72" fmla="*/ 1112624 h 1357700"/>
              <a:gd name="connsiteX73" fmla="*/ 5908387 w 10678681"/>
              <a:gd name="connsiteY73" fmla="*/ 1116018 h 1357700"/>
              <a:gd name="connsiteX74" fmla="*/ 5890495 w 10678681"/>
              <a:gd name="connsiteY74" fmla="*/ 1120268 h 1357700"/>
              <a:gd name="connsiteX75" fmla="*/ 5887318 w 10678681"/>
              <a:gd name="connsiteY75" fmla="*/ 1133134 h 1357700"/>
              <a:gd name="connsiteX76" fmla="*/ 5861726 w 10678681"/>
              <a:gd name="connsiteY76" fmla="*/ 1147891 h 1357700"/>
              <a:gd name="connsiteX77" fmla="*/ 5805823 w 10678681"/>
              <a:gd name="connsiteY77" fmla="*/ 1152457 h 1357700"/>
              <a:gd name="connsiteX78" fmla="*/ 5689841 w 10678681"/>
              <a:gd name="connsiteY78" fmla="*/ 1176232 h 1357700"/>
              <a:gd name="connsiteX79" fmla="*/ 5605119 w 10678681"/>
              <a:gd name="connsiteY79" fmla="*/ 1190202 h 1357700"/>
              <a:gd name="connsiteX80" fmla="*/ 5488513 w 10678681"/>
              <a:gd name="connsiteY80" fmla="*/ 1205367 h 1357700"/>
              <a:gd name="connsiteX81" fmla="*/ 5402905 w 10678681"/>
              <a:gd name="connsiteY81" fmla="*/ 1241191 h 1357700"/>
              <a:gd name="connsiteX82" fmla="*/ 5285593 w 10678681"/>
              <a:gd name="connsiteY82" fmla="*/ 1273569 h 1357700"/>
              <a:gd name="connsiteX83" fmla="*/ 5192893 w 10678681"/>
              <a:gd name="connsiteY83" fmla="*/ 1247188 h 1357700"/>
              <a:gd name="connsiteX84" fmla="*/ 5186475 w 10678681"/>
              <a:gd name="connsiteY84" fmla="*/ 1257028 h 1357700"/>
              <a:gd name="connsiteX85" fmla="*/ 5126038 w 10678681"/>
              <a:gd name="connsiteY85" fmla="*/ 1263189 h 1357700"/>
              <a:gd name="connsiteX86" fmla="*/ 4894688 w 10678681"/>
              <a:gd name="connsiteY86" fmla="*/ 1247184 h 1357700"/>
              <a:gd name="connsiteX87" fmla="*/ 4788036 w 10678681"/>
              <a:gd name="connsiteY87" fmla="*/ 1238182 h 1357700"/>
              <a:gd name="connsiteX88" fmla="*/ 4747555 w 10678681"/>
              <a:gd name="connsiteY88" fmla="*/ 1252768 h 1357700"/>
              <a:gd name="connsiteX89" fmla="*/ 4679644 w 10678681"/>
              <a:gd name="connsiteY89" fmla="*/ 1276603 h 1357700"/>
              <a:gd name="connsiteX90" fmla="*/ 4632222 w 10678681"/>
              <a:gd name="connsiteY90" fmla="*/ 1318360 h 1357700"/>
              <a:gd name="connsiteX91" fmla="*/ 4617358 w 10678681"/>
              <a:gd name="connsiteY91" fmla="*/ 1327690 h 1357700"/>
              <a:gd name="connsiteX92" fmla="*/ 4589102 w 10678681"/>
              <a:gd name="connsiteY92" fmla="*/ 1321223 h 1357700"/>
              <a:gd name="connsiteX93" fmla="*/ 4578184 w 10678681"/>
              <a:gd name="connsiteY93" fmla="*/ 1326745 h 1357700"/>
              <a:gd name="connsiteX94" fmla="*/ 4574270 w 10678681"/>
              <a:gd name="connsiteY94" fmla="*/ 1325878 h 1357700"/>
              <a:gd name="connsiteX95" fmla="*/ 4564919 w 10678681"/>
              <a:gd name="connsiteY95" fmla="*/ 1325507 h 1357700"/>
              <a:gd name="connsiteX96" fmla="*/ 4566586 w 10678681"/>
              <a:gd name="connsiteY96" fmla="*/ 1316963 h 1357700"/>
              <a:gd name="connsiteX97" fmla="*/ 4556303 w 10678681"/>
              <a:gd name="connsiteY97" fmla="*/ 1300262 h 1357700"/>
              <a:gd name="connsiteX98" fmla="*/ 4502358 w 10678681"/>
              <a:gd name="connsiteY98" fmla="*/ 1302558 h 1357700"/>
              <a:gd name="connsiteX99" fmla="*/ 4498919 w 10678681"/>
              <a:gd name="connsiteY99" fmla="*/ 1312115 h 1357700"/>
              <a:gd name="connsiteX100" fmla="*/ 4492075 w 10678681"/>
              <a:gd name="connsiteY100" fmla="*/ 1313357 h 1357700"/>
              <a:gd name="connsiteX101" fmla="*/ 4487466 w 10678681"/>
              <a:gd name="connsiteY101" fmla="*/ 1304102 h 1357700"/>
              <a:gd name="connsiteX102" fmla="*/ 4398292 w 10678681"/>
              <a:gd name="connsiteY102" fmla="*/ 1278410 h 1357700"/>
              <a:gd name="connsiteX103" fmla="*/ 4306088 w 10678681"/>
              <a:gd name="connsiteY103" fmla="*/ 1282512 h 1357700"/>
              <a:gd name="connsiteX104" fmla="*/ 4188995 w 10678681"/>
              <a:gd name="connsiteY104" fmla="*/ 1296718 h 1357700"/>
              <a:gd name="connsiteX105" fmla="*/ 4136582 w 10678681"/>
              <a:gd name="connsiteY105" fmla="*/ 1287687 h 1357700"/>
              <a:gd name="connsiteX106" fmla="*/ 4064614 w 10678681"/>
              <a:gd name="connsiteY106" fmla="*/ 1296118 h 1357700"/>
              <a:gd name="connsiteX107" fmla="*/ 3906561 w 10678681"/>
              <a:gd name="connsiteY107" fmla="*/ 1352435 h 1357700"/>
              <a:gd name="connsiteX108" fmla="*/ 3787890 w 10678681"/>
              <a:gd name="connsiteY108" fmla="*/ 1352442 h 1357700"/>
              <a:gd name="connsiteX109" fmla="*/ 3745993 w 10678681"/>
              <a:gd name="connsiteY109" fmla="*/ 1342630 h 1357700"/>
              <a:gd name="connsiteX110" fmla="*/ 3675785 w 10678681"/>
              <a:gd name="connsiteY110" fmla="*/ 1326802 h 1357700"/>
              <a:gd name="connsiteX111" fmla="*/ 3623856 w 10678681"/>
              <a:gd name="connsiteY111" fmla="*/ 1290804 h 1357700"/>
              <a:gd name="connsiteX112" fmla="*/ 3564933 w 10678681"/>
              <a:gd name="connsiteY112" fmla="*/ 1287147 h 1357700"/>
              <a:gd name="connsiteX113" fmla="*/ 3550537 w 10678681"/>
              <a:gd name="connsiteY113" fmla="*/ 1317552 h 1357700"/>
              <a:gd name="connsiteX114" fmla="*/ 3487736 w 10678681"/>
              <a:gd name="connsiteY114" fmla="*/ 1303493 h 1357700"/>
              <a:gd name="connsiteX115" fmla="*/ 3392548 w 10678681"/>
              <a:gd name="connsiteY115" fmla="*/ 1278741 h 1357700"/>
              <a:gd name="connsiteX116" fmla="*/ 3337466 w 10678681"/>
              <a:gd name="connsiteY116" fmla="*/ 1272537 h 1357700"/>
              <a:gd name="connsiteX117" fmla="*/ 3187206 w 10678681"/>
              <a:gd name="connsiteY117" fmla="*/ 1246821 h 1357700"/>
              <a:gd name="connsiteX118" fmla="*/ 3036856 w 10678681"/>
              <a:gd name="connsiteY118" fmla="*/ 1214383 h 1357700"/>
              <a:gd name="connsiteX119" fmla="*/ 2948654 w 10678681"/>
              <a:gd name="connsiteY119" fmla="*/ 1157455 h 1357700"/>
              <a:gd name="connsiteX120" fmla="*/ 2824973 w 10678681"/>
              <a:gd name="connsiteY120" fmla="*/ 1134864 h 1357700"/>
              <a:gd name="connsiteX121" fmla="*/ 2804398 w 10678681"/>
              <a:gd name="connsiteY121" fmla="*/ 1125556 h 1357700"/>
              <a:gd name="connsiteX122" fmla="*/ 2775396 w 10678681"/>
              <a:gd name="connsiteY122" fmla="*/ 1130148 h 1357700"/>
              <a:gd name="connsiteX123" fmla="*/ 2659096 w 10678681"/>
              <a:gd name="connsiteY123" fmla="*/ 1150294 h 1357700"/>
              <a:gd name="connsiteX124" fmla="*/ 2567088 w 10678681"/>
              <a:gd name="connsiteY124" fmla="*/ 1181781 h 1357700"/>
              <a:gd name="connsiteX125" fmla="*/ 2454501 w 10678681"/>
              <a:gd name="connsiteY125" fmla="*/ 1155455 h 1357700"/>
              <a:gd name="connsiteX126" fmla="*/ 2385161 w 10678681"/>
              <a:gd name="connsiteY126" fmla="*/ 1161312 h 1357700"/>
              <a:gd name="connsiteX127" fmla="*/ 2270528 w 10678681"/>
              <a:gd name="connsiteY127" fmla="*/ 1204338 h 1357700"/>
              <a:gd name="connsiteX128" fmla="*/ 2121820 w 10678681"/>
              <a:gd name="connsiteY128" fmla="*/ 1187078 h 1357700"/>
              <a:gd name="connsiteX129" fmla="*/ 2092716 w 10678681"/>
              <a:gd name="connsiteY129" fmla="*/ 1139224 h 1357700"/>
              <a:gd name="connsiteX130" fmla="*/ 2052449 w 10678681"/>
              <a:gd name="connsiteY130" fmla="*/ 1109687 h 1357700"/>
              <a:gd name="connsiteX131" fmla="*/ 2032607 w 10678681"/>
              <a:gd name="connsiteY131" fmla="*/ 1175477 h 1357700"/>
              <a:gd name="connsiteX132" fmla="*/ 1901837 w 10678681"/>
              <a:gd name="connsiteY132" fmla="*/ 1221762 h 1357700"/>
              <a:gd name="connsiteX133" fmla="*/ 1836762 w 10678681"/>
              <a:gd name="connsiteY133" fmla="*/ 1237387 h 1357700"/>
              <a:gd name="connsiteX134" fmla="*/ 1735877 w 10678681"/>
              <a:gd name="connsiteY134" fmla="*/ 1246527 h 1357700"/>
              <a:gd name="connsiteX135" fmla="*/ 1705069 w 10678681"/>
              <a:gd name="connsiteY135" fmla="*/ 1251989 h 1357700"/>
              <a:gd name="connsiteX136" fmla="*/ 1397689 w 10678681"/>
              <a:gd name="connsiteY136" fmla="*/ 1336144 h 1357700"/>
              <a:gd name="connsiteX137" fmla="*/ 1220734 w 10678681"/>
              <a:gd name="connsiteY137" fmla="*/ 1257811 h 1357700"/>
              <a:gd name="connsiteX138" fmla="*/ 1021737 w 10678681"/>
              <a:gd name="connsiteY138" fmla="*/ 1238739 h 1357700"/>
              <a:gd name="connsiteX139" fmla="*/ 959820 w 10678681"/>
              <a:gd name="connsiteY139" fmla="*/ 1275863 h 1357700"/>
              <a:gd name="connsiteX140" fmla="*/ 929137 w 10678681"/>
              <a:gd name="connsiteY140" fmla="*/ 1273957 h 1357700"/>
              <a:gd name="connsiteX141" fmla="*/ 878849 w 10678681"/>
              <a:gd name="connsiteY141" fmla="*/ 1266740 h 1357700"/>
              <a:gd name="connsiteX142" fmla="*/ 800667 w 10678681"/>
              <a:gd name="connsiteY142" fmla="*/ 1282041 h 1357700"/>
              <a:gd name="connsiteX143" fmla="*/ 644906 w 10678681"/>
              <a:gd name="connsiteY143" fmla="*/ 1273685 h 1357700"/>
              <a:gd name="connsiteX144" fmla="*/ 379869 w 10678681"/>
              <a:gd name="connsiteY144" fmla="*/ 1339165 h 1357700"/>
              <a:gd name="connsiteX145" fmla="*/ 137696 w 10678681"/>
              <a:gd name="connsiteY145" fmla="*/ 1319217 h 1357700"/>
              <a:gd name="connsiteX146" fmla="*/ 54250 w 10678681"/>
              <a:gd name="connsiteY146" fmla="*/ 1315838 h 1357700"/>
              <a:gd name="connsiteX147" fmla="*/ 28042 w 10678681"/>
              <a:gd name="connsiteY147" fmla="*/ 1297822 h 1357700"/>
              <a:gd name="connsiteX148" fmla="*/ 0 w 10678681"/>
              <a:gd name="connsiteY148" fmla="*/ 1294612 h 1357700"/>
              <a:gd name="connsiteX149" fmla="*/ 0 w 10678681"/>
              <a:gd name="connsiteY149" fmla="*/ 0 h 1357700"/>
              <a:gd name="connsiteX0" fmla="*/ 0 w 10678681"/>
              <a:gd name="connsiteY0" fmla="*/ 0 h 1357700"/>
              <a:gd name="connsiteX1" fmla="*/ 10678681 w 10678681"/>
              <a:gd name="connsiteY1" fmla="*/ 0 h 1357700"/>
              <a:gd name="connsiteX2" fmla="*/ 10666019 w 10678681"/>
              <a:gd name="connsiteY2" fmla="*/ 7876 h 1357700"/>
              <a:gd name="connsiteX3" fmla="*/ 10632825 w 10678681"/>
              <a:gd name="connsiteY3" fmla="*/ 32153 h 1357700"/>
              <a:gd name="connsiteX4" fmla="*/ 10510605 w 10678681"/>
              <a:gd name="connsiteY4" fmla="*/ 30449 h 1357700"/>
              <a:gd name="connsiteX5" fmla="*/ 10456989 w 10678681"/>
              <a:gd name="connsiteY5" fmla="*/ 979 h 1357700"/>
              <a:gd name="connsiteX6" fmla="*/ 10438642 w 10678681"/>
              <a:gd name="connsiteY6" fmla="*/ 1524 h 1357700"/>
              <a:gd name="connsiteX7" fmla="*/ 10407146 w 10678681"/>
              <a:gd name="connsiteY7" fmla="*/ 43659 h 1357700"/>
              <a:gd name="connsiteX8" fmla="*/ 10357996 w 10678681"/>
              <a:gd name="connsiteY8" fmla="*/ 50836 h 1357700"/>
              <a:gd name="connsiteX9" fmla="*/ 10306667 w 10678681"/>
              <a:gd name="connsiteY9" fmla="*/ 109739 h 1357700"/>
              <a:gd name="connsiteX10" fmla="*/ 10115334 w 10678681"/>
              <a:gd name="connsiteY10" fmla="*/ 155658 h 1357700"/>
              <a:gd name="connsiteX11" fmla="*/ 10068157 w 10678681"/>
              <a:gd name="connsiteY11" fmla="*/ 215673 h 1357700"/>
              <a:gd name="connsiteX12" fmla="*/ 10045431 w 10678681"/>
              <a:gd name="connsiteY12" fmla="*/ 229568 h 1357700"/>
              <a:gd name="connsiteX13" fmla="*/ 10013265 w 10678681"/>
              <a:gd name="connsiteY13" fmla="*/ 284757 h 1357700"/>
              <a:gd name="connsiteX14" fmla="*/ 9862496 w 10678681"/>
              <a:gd name="connsiteY14" fmla="*/ 223033 h 1357700"/>
              <a:gd name="connsiteX15" fmla="*/ 9679638 w 10678681"/>
              <a:gd name="connsiteY15" fmla="*/ 277462 h 1357700"/>
              <a:gd name="connsiteX16" fmla="*/ 9498347 w 10678681"/>
              <a:gd name="connsiteY16" fmla="*/ 244723 h 1357700"/>
              <a:gd name="connsiteX17" fmla="*/ 9399702 w 10678681"/>
              <a:gd name="connsiteY17" fmla="*/ 276316 h 1357700"/>
              <a:gd name="connsiteX18" fmla="*/ 9378439 w 10678681"/>
              <a:gd name="connsiteY18" fmla="*/ 326244 h 1357700"/>
              <a:gd name="connsiteX19" fmla="*/ 9121744 w 10678681"/>
              <a:gd name="connsiteY19" fmla="*/ 365177 h 1357700"/>
              <a:gd name="connsiteX20" fmla="*/ 9061654 w 10678681"/>
              <a:gd name="connsiteY20" fmla="*/ 393730 h 1357700"/>
              <a:gd name="connsiteX21" fmla="*/ 8997577 w 10678681"/>
              <a:gd name="connsiteY21" fmla="*/ 380865 h 1357700"/>
              <a:gd name="connsiteX22" fmla="*/ 8907968 w 10678681"/>
              <a:gd name="connsiteY22" fmla="*/ 447345 h 1357700"/>
              <a:gd name="connsiteX23" fmla="*/ 8764163 w 10678681"/>
              <a:gd name="connsiteY23" fmla="*/ 471000 h 1357700"/>
              <a:gd name="connsiteX24" fmla="*/ 8680155 w 10678681"/>
              <a:gd name="connsiteY24" fmla="*/ 492404 h 1357700"/>
              <a:gd name="connsiteX25" fmla="*/ 8651436 w 10678681"/>
              <a:gd name="connsiteY25" fmla="*/ 511923 h 1357700"/>
              <a:gd name="connsiteX26" fmla="*/ 8609185 w 10678681"/>
              <a:gd name="connsiteY26" fmla="*/ 531525 h 1357700"/>
              <a:gd name="connsiteX27" fmla="*/ 8537091 w 10678681"/>
              <a:gd name="connsiteY27" fmla="*/ 574933 h 1357700"/>
              <a:gd name="connsiteX28" fmla="*/ 8435931 w 10678681"/>
              <a:gd name="connsiteY28" fmla="*/ 617926 h 1357700"/>
              <a:gd name="connsiteX29" fmla="*/ 8348623 w 10678681"/>
              <a:gd name="connsiteY29" fmla="*/ 600607 h 1357700"/>
              <a:gd name="connsiteX30" fmla="*/ 8344233 w 10678681"/>
              <a:gd name="connsiteY30" fmla="*/ 610922 h 1357700"/>
              <a:gd name="connsiteX31" fmla="*/ 8290622 w 10678681"/>
              <a:gd name="connsiteY31" fmla="*/ 622687 h 1357700"/>
              <a:gd name="connsiteX32" fmla="*/ 8086698 w 10678681"/>
              <a:gd name="connsiteY32" fmla="*/ 605185 h 1357700"/>
              <a:gd name="connsiteX33" fmla="*/ 7982378 w 10678681"/>
              <a:gd name="connsiteY33" fmla="*/ 629799 h 1357700"/>
              <a:gd name="connsiteX34" fmla="*/ 7947952 w 10678681"/>
              <a:gd name="connsiteY34" fmla="*/ 648003 h 1357700"/>
              <a:gd name="connsiteX35" fmla="*/ 7890112 w 10678681"/>
              <a:gd name="connsiteY35" fmla="*/ 677915 h 1357700"/>
              <a:gd name="connsiteX36" fmla="*/ 7853284 w 10678681"/>
              <a:gd name="connsiteY36" fmla="*/ 723588 h 1357700"/>
              <a:gd name="connsiteX37" fmla="*/ 7802383 w 10678681"/>
              <a:gd name="connsiteY37" fmla="*/ 739359 h 1357700"/>
              <a:gd name="connsiteX38" fmla="*/ 7782280 w 10678681"/>
              <a:gd name="connsiteY38" fmla="*/ 712868 h 1357700"/>
              <a:gd name="connsiteX39" fmla="*/ 7730518 w 10678681"/>
              <a:gd name="connsiteY39" fmla="*/ 739526 h 1357700"/>
              <a:gd name="connsiteX40" fmla="*/ 7652907 w 10678681"/>
              <a:gd name="connsiteY40" fmla="*/ 783273 h 1357700"/>
              <a:gd name="connsiteX41" fmla="*/ 7606008 w 10678681"/>
              <a:gd name="connsiteY41" fmla="*/ 800717 h 1357700"/>
              <a:gd name="connsiteX42" fmla="*/ 7480223 w 10678681"/>
              <a:gd name="connsiteY42" fmla="*/ 856821 h 1357700"/>
              <a:gd name="connsiteX43" fmla="*/ 7356005 w 10678681"/>
              <a:gd name="connsiteY43" fmla="*/ 919462 h 1357700"/>
              <a:gd name="connsiteX44" fmla="*/ 7305396 w 10678681"/>
              <a:gd name="connsiteY44" fmla="*/ 986228 h 1357700"/>
              <a:gd name="connsiteX45" fmla="*/ 7298314 w 10678681"/>
              <a:gd name="connsiteY45" fmla="*/ 989899 h 1357700"/>
              <a:gd name="connsiteX46" fmla="*/ 7277477 w 10678681"/>
              <a:gd name="connsiteY46" fmla="*/ 990571 h 1357700"/>
              <a:gd name="connsiteX47" fmla="*/ 7269396 w 10678681"/>
              <a:gd name="connsiteY47" fmla="*/ 989282 h 1357700"/>
              <a:gd name="connsiteX48" fmla="*/ 7258094 w 10678681"/>
              <a:gd name="connsiteY48" fmla="*/ 990679 h 1357700"/>
              <a:gd name="connsiteX49" fmla="*/ 7257893 w 10678681"/>
              <a:gd name="connsiteY49" fmla="*/ 991204 h 1357700"/>
              <a:gd name="connsiteX50" fmla="*/ 7247153 w 10678681"/>
              <a:gd name="connsiteY50" fmla="*/ 991550 h 1357700"/>
              <a:gd name="connsiteX51" fmla="*/ 7193612 w 10678681"/>
              <a:gd name="connsiteY51" fmla="*/ 987042 h 1357700"/>
              <a:gd name="connsiteX52" fmla="*/ 7132632 w 10678681"/>
              <a:gd name="connsiteY52" fmla="*/ 1042036 h 1357700"/>
              <a:gd name="connsiteX53" fmla="*/ 7105610 w 10678681"/>
              <a:gd name="connsiteY53" fmla="*/ 1053537 h 1357700"/>
              <a:gd name="connsiteX54" fmla="*/ 7091599 w 10678681"/>
              <a:gd name="connsiteY54" fmla="*/ 1062302 h 1357700"/>
              <a:gd name="connsiteX55" fmla="*/ 7090998 w 10678681"/>
              <a:gd name="connsiteY55" fmla="*/ 1064540 h 1357700"/>
              <a:gd name="connsiteX56" fmla="*/ 7039634 w 10678681"/>
              <a:gd name="connsiteY56" fmla="*/ 1059971 h 1357700"/>
              <a:gd name="connsiteX57" fmla="*/ 7033445 w 10678681"/>
              <a:gd name="connsiteY57" fmla="*/ 1063314 h 1357700"/>
              <a:gd name="connsiteX58" fmla="*/ 6999157 w 10678681"/>
              <a:gd name="connsiteY58" fmla="*/ 1055282 h 1357700"/>
              <a:gd name="connsiteX59" fmla="*/ 6981874 w 10678681"/>
              <a:gd name="connsiteY59" fmla="*/ 1053827 h 1357700"/>
              <a:gd name="connsiteX60" fmla="*/ 6976102 w 10678681"/>
              <a:gd name="connsiteY60" fmla="*/ 1047854 h 1357700"/>
              <a:gd name="connsiteX61" fmla="*/ 6951040 w 10678681"/>
              <a:gd name="connsiteY61" fmla="*/ 1048531 h 1357700"/>
              <a:gd name="connsiteX62" fmla="*/ 6948497 w 10678681"/>
              <a:gd name="connsiteY62" fmla="*/ 1050706 h 1357700"/>
              <a:gd name="connsiteX63" fmla="*/ 6926582 w 10678681"/>
              <a:gd name="connsiteY63" fmla="*/ 1043462 h 1357700"/>
              <a:gd name="connsiteX64" fmla="*/ 6833743 w 10678681"/>
              <a:gd name="connsiteY64" fmla="*/ 1027960 h 1357700"/>
              <a:gd name="connsiteX65" fmla="*/ 6698313 w 10678681"/>
              <a:gd name="connsiteY65" fmla="*/ 1063249 h 1357700"/>
              <a:gd name="connsiteX66" fmla="*/ 6437450 w 10678681"/>
              <a:gd name="connsiteY66" fmla="*/ 1101075 h 1357700"/>
              <a:gd name="connsiteX67" fmla="*/ 6327795 w 10678681"/>
              <a:gd name="connsiteY67" fmla="*/ 1088142 h 1357700"/>
              <a:gd name="connsiteX68" fmla="*/ 6136549 w 10678681"/>
              <a:gd name="connsiteY68" fmla="*/ 1100268 h 1357700"/>
              <a:gd name="connsiteX69" fmla="*/ 6004655 w 10678681"/>
              <a:gd name="connsiteY69" fmla="*/ 1114946 h 1357700"/>
              <a:gd name="connsiteX70" fmla="*/ 5936643 w 10678681"/>
              <a:gd name="connsiteY70" fmla="*/ 1095428 h 1357700"/>
              <a:gd name="connsiteX71" fmla="*/ 5912484 w 10678681"/>
              <a:gd name="connsiteY71" fmla="*/ 1112624 h 1357700"/>
              <a:gd name="connsiteX72" fmla="*/ 5908387 w 10678681"/>
              <a:gd name="connsiteY72" fmla="*/ 1116018 h 1357700"/>
              <a:gd name="connsiteX73" fmla="*/ 5890495 w 10678681"/>
              <a:gd name="connsiteY73" fmla="*/ 1120268 h 1357700"/>
              <a:gd name="connsiteX74" fmla="*/ 5887318 w 10678681"/>
              <a:gd name="connsiteY74" fmla="*/ 1133134 h 1357700"/>
              <a:gd name="connsiteX75" fmla="*/ 5861726 w 10678681"/>
              <a:gd name="connsiteY75" fmla="*/ 1147891 h 1357700"/>
              <a:gd name="connsiteX76" fmla="*/ 5805823 w 10678681"/>
              <a:gd name="connsiteY76" fmla="*/ 1152457 h 1357700"/>
              <a:gd name="connsiteX77" fmla="*/ 5689841 w 10678681"/>
              <a:gd name="connsiteY77" fmla="*/ 1176232 h 1357700"/>
              <a:gd name="connsiteX78" fmla="*/ 5605119 w 10678681"/>
              <a:gd name="connsiteY78" fmla="*/ 1190202 h 1357700"/>
              <a:gd name="connsiteX79" fmla="*/ 5488513 w 10678681"/>
              <a:gd name="connsiteY79" fmla="*/ 1205367 h 1357700"/>
              <a:gd name="connsiteX80" fmla="*/ 5402905 w 10678681"/>
              <a:gd name="connsiteY80" fmla="*/ 1241191 h 1357700"/>
              <a:gd name="connsiteX81" fmla="*/ 5285593 w 10678681"/>
              <a:gd name="connsiteY81" fmla="*/ 1273569 h 1357700"/>
              <a:gd name="connsiteX82" fmla="*/ 5192893 w 10678681"/>
              <a:gd name="connsiteY82" fmla="*/ 1247188 h 1357700"/>
              <a:gd name="connsiteX83" fmla="*/ 5186475 w 10678681"/>
              <a:gd name="connsiteY83" fmla="*/ 1257028 h 1357700"/>
              <a:gd name="connsiteX84" fmla="*/ 5126038 w 10678681"/>
              <a:gd name="connsiteY84" fmla="*/ 1263189 h 1357700"/>
              <a:gd name="connsiteX85" fmla="*/ 4894688 w 10678681"/>
              <a:gd name="connsiteY85" fmla="*/ 1247184 h 1357700"/>
              <a:gd name="connsiteX86" fmla="*/ 4788036 w 10678681"/>
              <a:gd name="connsiteY86" fmla="*/ 1238182 h 1357700"/>
              <a:gd name="connsiteX87" fmla="*/ 4747555 w 10678681"/>
              <a:gd name="connsiteY87" fmla="*/ 1252768 h 1357700"/>
              <a:gd name="connsiteX88" fmla="*/ 4679644 w 10678681"/>
              <a:gd name="connsiteY88" fmla="*/ 1276603 h 1357700"/>
              <a:gd name="connsiteX89" fmla="*/ 4632222 w 10678681"/>
              <a:gd name="connsiteY89" fmla="*/ 1318360 h 1357700"/>
              <a:gd name="connsiteX90" fmla="*/ 4617358 w 10678681"/>
              <a:gd name="connsiteY90" fmla="*/ 1327690 h 1357700"/>
              <a:gd name="connsiteX91" fmla="*/ 4589102 w 10678681"/>
              <a:gd name="connsiteY91" fmla="*/ 1321223 h 1357700"/>
              <a:gd name="connsiteX92" fmla="*/ 4578184 w 10678681"/>
              <a:gd name="connsiteY92" fmla="*/ 1326745 h 1357700"/>
              <a:gd name="connsiteX93" fmla="*/ 4574270 w 10678681"/>
              <a:gd name="connsiteY93" fmla="*/ 1325878 h 1357700"/>
              <a:gd name="connsiteX94" fmla="*/ 4564919 w 10678681"/>
              <a:gd name="connsiteY94" fmla="*/ 1325507 h 1357700"/>
              <a:gd name="connsiteX95" fmla="*/ 4566586 w 10678681"/>
              <a:gd name="connsiteY95" fmla="*/ 1316963 h 1357700"/>
              <a:gd name="connsiteX96" fmla="*/ 4556303 w 10678681"/>
              <a:gd name="connsiteY96" fmla="*/ 1300262 h 1357700"/>
              <a:gd name="connsiteX97" fmla="*/ 4502358 w 10678681"/>
              <a:gd name="connsiteY97" fmla="*/ 1302558 h 1357700"/>
              <a:gd name="connsiteX98" fmla="*/ 4498919 w 10678681"/>
              <a:gd name="connsiteY98" fmla="*/ 1312115 h 1357700"/>
              <a:gd name="connsiteX99" fmla="*/ 4492075 w 10678681"/>
              <a:gd name="connsiteY99" fmla="*/ 1313357 h 1357700"/>
              <a:gd name="connsiteX100" fmla="*/ 4487466 w 10678681"/>
              <a:gd name="connsiteY100" fmla="*/ 1304102 h 1357700"/>
              <a:gd name="connsiteX101" fmla="*/ 4398292 w 10678681"/>
              <a:gd name="connsiteY101" fmla="*/ 1278410 h 1357700"/>
              <a:gd name="connsiteX102" fmla="*/ 4306088 w 10678681"/>
              <a:gd name="connsiteY102" fmla="*/ 1282512 h 1357700"/>
              <a:gd name="connsiteX103" fmla="*/ 4188995 w 10678681"/>
              <a:gd name="connsiteY103" fmla="*/ 1296718 h 1357700"/>
              <a:gd name="connsiteX104" fmla="*/ 4136582 w 10678681"/>
              <a:gd name="connsiteY104" fmla="*/ 1287687 h 1357700"/>
              <a:gd name="connsiteX105" fmla="*/ 4064614 w 10678681"/>
              <a:gd name="connsiteY105" fmla="*/ 1296118 h 1357700"/>
              <a:gd name="connsiteX106" fmla="*/ 3906561 w 10678681"/>
              <a:gd name="connsiteY106" fmla="*/ 1352435 h 1357700"/>
              <a:gd name="connsiteX107" fmla="*/ 3787890 w 10678681"/>
              <a:gd name="connsiteY107" fmla="*/ 1352442 h 1357700"/>
              <a:gd name="connsiteX108" fmla="*/ 3745993 w 10678681"/>
              <a:gd name="connsiteY108" fmla="*/ 1342630 h 1357700"/>
              <a:gd name="connsiteX109" fmla="*/ 3675785 w 10678681"/>
              <a:gd name="connsiteY109" fmla="*/ 1326802 h 1357700"/>
              <a:gd name="connsiteX110" fmla="*/ 3623856 w 10678681"/>
              <a:gd name="connsiteY110" fmla="*/ 1290804 h 1357700"/>
              <a:gd name="connsiteX111" fmla="*/ 3564933 w 10678681"/>
              <a:gd name="connsiteY111" fmla="*/ 1287147 h 1357700"/>
              <a:gd name="connsiteX112" fmla="*/ 3550537 w 10678681"/>
              <a:gd name="connsiteY112" fmla="*/ 1317552 h 1357700"/>
              <a:gd name="connsiteX113" fmla="*/ 3487736 w 10678681"/>
              <a:gd name="connsiteY113" fmla="*/ 1303493 h 1357700"/>
              <a:gd name="connsiteX114" fmla="*/ 3392548 w 10678681"/>
              <a:gd name="connsiteY114" fmla="*/ 1278741 h 1357700"/>
              <a:gd name="connsiteX115" fmla="*/ 3337466 w 10678681"/>
              <a:gd name="connsiteY115" fmla="*/ 1272537 h 1357700"/>
              <a:gd name="connsiteX116" fmla="*/ 3187206 w 10678681"/>
              <a:gd name="connsiteY116" fmla="*/ 1246821 h 1357700"/>
              <a:gd name="connsiteX117" fmla="*/ 3036856 w 10678681"/>
              <a:gd name="connsiteY117" fmla="*/ 1214383 h 1357700"/>
              <a:gd name="connsiteX118" fmla="*/ 2948654 w 10678681"/>
              <a:gd name="connsiteY118" fmla="*/ 1157455 h 1357700"/>
              <a:gd name="connsiteX119" fmla="*/ 2824973 w 10678681"/>
              <a:gd name="connsiteY119" fmla="*/ 1134864 h 1357700"/>
              <a:gd name="connsiteX120" fmla="*/ 2804398 w 10678681"/>
              <a:gd name="connsiteY120" fmla="*/ 1125556 h 1357700"/>
              <a:gd name="connsiteX121" fmla="*/ 2775396 w 10678681"/>
              <a:gd name="connsiteY121" fmla="*/ 1130148 h 1357700"/>
              <a:gd name="connsiteX122" fmla="*/ 2659096 w 10678681"/>
              <a:gd name="connsiteY122" fmla="*/ 1150294 h 1357700"/>
              <a:gd name="connsiteX123" fmla="*/ 2567088 w 10678681"/>
              <a:gd name="connsiteY123" fmla="*/ 1181781 h 1357700"/>
              <a:gd name="connsiteX124" fmla="*/ 2454501 w 10678681"/>
              <a:gd name="connsiteY124" fmla="*/ 1155455 h 1357700"/>
              <a:gd name="connsiteX125" fmla="*/ 2385161 w 10678681"/>
              <a:gd name="connsiteY125" fmla="*/ 1161312 h 1357700"/>
              <a:gd name="connsiteX126" fmla="*/ 2270528 w 10678681"/>
              <a:gd name="connsiteY126" fmla="*/ 1204338 h 1357700"/>
              <a:gd name="connsiteX127" fmla="*/ 2121820 w 10678681"/>
              <a:gd name="connsiteY127" fmla="*/ 1187078 h 1357700"/>
              <a:gd name="connsiteX128" fmla="*/ 2092716 w 10678681"/>
              <a:gd name="connsiteY128" fmla="*/ 1139224 h 1357700"/>
              <a:gd name="connsiteX129" fmla="*/ 2052449 w 10678681"/>
              <a:gd name="connsiteY129" fmla="*/ 1109687 h 1357700"/>
              <a:gd name="connsiteX130" fmla="*/ 2032607 w 10678681"/>
              <a:gd name="connsiteY130" fmla="*/ 1175477 h 1357700"/>
              <a:gd name="connsiteX131" fmla="*/ 1901837 w 10678681"/>
              <a:gd name="connsiteY131" fmla="*/ 1221762 h 1357700"/>
              <a:gd name="connsiteX132" fmla="*/ 1836762 w 10678681"/>
              <a:gd name="connsiteY132" fmla="*/ 1237387 h 1357700"/>
              <a:gd name="connsiteX133" fmla="*/ 1735877 w 10678681"/>
              <a:gd name="connsiteY133" fmla="*/ 1246527 h 1357700"/>
              <a:gd name="connsiteX134" fmla="*/ 1705069 w 10678681"/>
              <a:gd name="connsiteY134" fmla="*/ 1251989 h 1357700"/>
              <a:gd name="connsiteX135" fmla="*/ 1397689 w 10678681"/>
              <a:gd name="connsiteY135" fmla="*/ 1336144 h 1357700"/>
              <a:gd name="connsiteX136" fmla="*/ 1220734 w 10678681"/>
              <a:gd name="connsiteY136" fmla="*/ 1257811 h 1357700"/>
              <a:gd name="connsiteX137" fmla="*/ 1021737 w 10678681"/>
              <a:gd name="connsiteY137" fmla="*/ 1238739 h 1357700"/>
              <a:gd name="connsiteX138" fmla="*/ 959820 w 10678681"/>
              <a:gd name="connsiteY138" fmla="*/ 1275863 h 1357700"/>
              <a:gd name="connsiteX139" fmla="*/ 929137 w 10678681"/>
              <a:gd name="connsiteY139" fmla="*/ 1273957 h 1357700"/>
              <a:gd name="connsiteX140" fmla="*/ 878849 w 10678681"/>
              <a:gd name="connsiteY140" fmla="*/ 1266740 h 1357700"/>
              <a:gd name="connsiteX141" fmla="*/ 800667 w 10678681"/>
              <a:gd name="connsiteY141" fmla="*/ 1282041 h 1357700"/>
              <a:gd name="connsiteX142" fmla="*/ 644906 w 10678681"/>
              <a:gd name="connsiteY142" fmla="*/ 1273685 h 1357700"/>
              <a:gd name="connsiteX143" fmla="*/ 379869 w 10678681"/>
              <a:gd name="connsiteY143" fmla="*/ 1339165 h 1357700"/>
              <a:gd name="connsiteX144" fmla="*/ 137696 w 10678681"/>
              <a:gd name="connsiteY144" fmla="*/ 1319217 h 1357700"/>
              <a:gd name="connsiteX145" fmla="*/ 54250 w 10678681"/>
              <a:gd name="connsiteY145" fmla="*/ 1315838 h 1357700"/>
              <a:gd name="connsiteX146" fmla="*/ 28042 w 10678681"/>
              <a:gd name="connsiteY146" fmla="*/ 1297822 h 1357700"/>
              <a:gd name="connsiteX147" fmla="*/ 0 w 10678681"/>
              <a:gd name="connsiteY147" fmla="*/ 1294612 h 1357700"/>
              <a:gd name="connsiteX148" fmla="*/ 0 w 10678681"/>
              <a:gd name="connsiteY148" fmla="*/ 0 h 1357700"/>
              <a:gd name="connsiteX0" fmla="*/ 0 w 10678681"/>
              <a:gd name="connsiteY0" fmla="*/ 0 h 1357700"/>
              <a:gd name="connsiteX1" fmla="*/ 10678681 w 10678681"/>
              <a:gd name="connsiteY1" fmla="*/ 0 h 1357700"/>
              <a:gd name="connsiteX2" fmla="*/ 10666019 w 10678681"/>
              <a:gd name="connsiteY2" fmla="*/ 7876 h 1357700"/>
              <a:gd name="connsiteX3" fmla="*/ 10632825 w 10678681"/>
              <a:gd name="connsiteY3" fmla="*/ 32153 h 1357700"/>
              <a:gd name="connsiteX4" fmla="*/ 10510605 w 10678681"/>
              <a:gd name="connsiteY4" fmla="*/ 30449 h 1357700"/>
              <a:gd name="connsiteX5" fmla="*/ 10456989 w 10678681"/>
              <a:gd name="connsiteY5" fmla="*/ 979 h 1357700"/>
              <a:gd name="connsiteX6" fmla="*/ 10438642 w 10678681"/>
              <a:gd name="connsiteY6" fmla="*/ 1524 h 1357700"/>
              <a:gd name="connsiteX7" fmla="*/ 10407146 w 10678681"/>
              <a:gd name="connsiteY7" fmla="*/ 43659 h 1357700"/>
              <a:gd name="connsiteX8" fmla="*/ 10357996 w 10678681"/>
              <a:gd name="connsiteY8" fmla="*/ 50836 h 1357700"/>
              <a:gd name="connsiteX9" fmla="*/ 10306667 w 10678681"/>
              <a:gd name="connsiteY9" fmla="*/ 109739 h 1357700"/>
              <a:gd name="connsiteX10" fmla="*/ 10115334 w 10678681"/>
              <a:gd name="connsiteY10" fmla="*/ 155658 h 1357700"/>
              <a:gd name="connsiteX11" fmla="*/ 10068157 w 10678681"/>
              <a:gd name="connsiteY11" fmla="*/ 215673 h 1357700"/>
              <a:gd name="connsiteX12" fmla="*/ 10045431 w 10678681"/>
              <a:gd name="connsiteY12" fmla="*/ 229568 h 1357700"/>
              <a:gd name="connsiteX13" fmla="*/ 10013265 w 10678681"/>
              <a:gd name="connsiteY13" fmla="*/ 284757 h 1357700"/>
              <a:gd name="connsiteX14" fmla="*/ 9862496 w 10678681"/>
              <a:gd name="connsiteY14" fmla="*/ 223033 h 1357700"/>
              <a:gd name="connsiteX15" fmla="*/ 9679638 w 10678681"/>
              <a:gd name="connsiteY15" fmla="*/ 277462 h 1357700"/>
              <a:gd name="connsiteX16" fmla="*/ 9498347 w 10678681"/>
              <a:gd name="connsiteY16" fmla="*/ 244723 h 1357700"/>
              <a:gd name="connsiteX17" fmla="*/ 9399702 w 10678681"/>
              <a:gd name="connsiteY17" fmla="*/ 276316 h 1357700"/>
              <a:gd name="connsiteX18" fmla="*/ 9378439 w 10678681"/>
              <a:gd name="connsiteY18" fmla="*/ 326244 h 1357700"/>
              <a:gd name="connsiteX19" fmla="*/ 9121744 w 10678681"/>
              <a:gd name="connsiteY19" fmla="*/ 365177 h 1357700"/>
              <a:gd name="connsiteX20" fmla="*/ 9061654 w 10678681"/>
              <a:gd name="connsiteY20" fmla="*/ 393730 h 1357700"/>
              <a:gd name="connsiteX21" fmla="*/ 8997577 w 10678681"/>
              <a:gd name="connsiteY21" fmla="*/ 380865 h 1357700"/>
              <a:gd name="connsiteX22" fmla="*/ 8907968 w 10678681"/>
              <a:gd name="connsiteY22" fmla="*/ 447345 h 1357700"/>
              <a:gd name="connsiteX23" fmla="*/ 8764163 w 10678681"/>
              <a:gd name="connsiteY23" fmla="*/ 471000 h 1357700"/>
              <a:gd name="connsiteX24" fmla="*/ 8680155 w 10678681"/>
              <a:gd name="connsiteY24" fmla="*/ 492404 h 1357700"/>
              <a:gd name="connsiteX25" fmla="*/ 8651436 w 10678681"/>
              <a:gd name="connsiteY25" fmla="*/ 511923 h 1357700"/>
              <a:gd name="connsiteX26" fmla="*/ 8609185 w 10678681"/>
              <a:gd name="connsiteY26" fmla="*/ 531525 h 1357700"/>
              <a:gd name="connsiteX27" fmla="*/ 8537091 w 10678681"/>
              <a:gd name="connsiteY27" fmla="*/ 574933 h 1357700"/>
              <a:gd name="connsiteX28" fmla="*/ 8435931 w 10678681"/>
              <a:gd name="connsiteY28" fmla="*/ 617926 h 1357700"/>
              <a:gd name="connsiteX29" fmla="*/ 8348623 w 10678681"/>
              <a:gd name="connsiteY29" fmla="*/ 600607 h 1357700"/>
              <a:gd name="connsiteX30" fmla="*/ 8344233 w 10678681"/>
              <a:gd name="connsiteY30" fmla="*/ 610922 h 1357700"/>
              <a:gd name="connsiteX31" fmla="*/ 8290622 w 10678681"/>
              <a:gd name="connsiteY31" fmla="*/ 622687 h 1357700"/>
              <a:gd name="connsiteX32" fmla="*/ 8086698 w 10678681"/>
              <a:gd name="connsiteY32" fmla="*/ 605185 h 1357700"/>
              <a:gd name="connsiteX33" fmla="*/ 7982378 w 10678681"/>
              <a:gd name="connsiteY33" fmla="*/ 629799 h 1357700"/>
              <a:gd name="connsiteX34" fmla="*/ 7947952 w 10678681"/>
              <a:gd name="connsiteY34" fmla="*/ 648003 h 1357700"/>
              <a:gd name="connsiteX35" fmla="*/ 7890112 w 10678681"/>
              <a:gd name="connsiteY35" fmla="*/ 677915 h 1357700"/>
              <a:gd name="connsiteX36" fmla="*/ 7853284 w 10678681"/>
              <a:gd name="connsiteY36" fmla="*/ 723588 h 1357700"/>
              <a:gd name="connsiteX37" fmla="*/ 7802383 w 10678681"/>
              <a:gd name="connsiteY37" fmla="*/ 739359 h 1357700"/>
              <a:gd name="connsiteX38" fmla="*/ 7782280 w 10678681"/>
              <a:gd name="connsiteY38" fmla="*/ 712868 h 1357700"/>
              <a:gd name="connsiteX39" fmla="*/ 7730518 w 10678681"/>
              <a:gd name="connsiteY39" fmla="*/ 739526 h 1357700"/>
              <a:gd name="connsiteX40" fmla="*/ 7652907 w 10678681"/>
              <a:gd name="connsiteY40" fmla="*/ 783273 h 1357700"/>
              <a:gd name="connsiteX41" fmla="*/ 7606008 w 10678681"/>
              <a:gd name="connsiteY41" fmla="*/ 800717 h 1357700"/>
              <a:gd name="connsiteX42" fmla="*/ 7480223 w 10678681"/>
              <a:gd name="connsiteY42" fmla="*/ 856821 h 1357700"/>
              <a:gd name="connsiteX43" fmla="*/ 7356005 w 10678681"/>
              <a:gd name="connsiteY43" fmla="*/ 919462 h 1357700"/>
              <a:gd name="connsiteX44" fmla="*/ 7305396 w 10678681"/>
              <a:gd name="connsiteY44" fmla="*/ 986228 h 1357700"/>
              <a:gd name="connsiteX45" fmla="*/ 7298314 w 10678681"/>
              <a:gd name="connsiteY45" fmla="*/ 989899 h 1357700"/>
              <a:gd name="connsiteX46" fmla="*/ 7277477 w 10678681"/>
              <a:gd name="connsiteY46" fmla="*/ 990571 h 1357700"/>
              <a:gd name="connsiteX47" fmla="*/ 7269396 w 10678681"/>
              <a:gd name="connsiteY47" fmla="*/ 989282 h 1357700"/>
              <a:gd name="connsiteX48" fmla="*/ 7258094 w 10678681"/>
              <a:gd name="connsiteY48" fmla="*/ 990679 h 1357700"/>
              <a:gd name="connsiteX49" fmla="*/ 7257893 w 10678681"/>
              <a:gd name="connsiteY49" fmla="*/ 991204 h 1357700"/>
              <a:gd name="connsiteX50" fmla="*/ 7247153 w 10678681"/>
              <a:gd name="connsiteY50" fmla="*/ 991550 h 1357700"/>
              <a:gd name="connsiteX51" fmla="*/ 7193612 w 10678681"/>
              <a:gd name="connsiteY51" fmla="*/ 987042 h 1357700"/>
              <a:gd name="connsiteX52" fmla="*/ 7132632 w 10678681"/>
              <a:gd name="connsiteY52" fmla="*/ 1042036 h 1357700"/>
              <a:gd name="connsiteX53" fmla="*/ 7105610 w 10678681"/>
              <a:gd name="connsiteY53" fmla="*/ 1053537 h 1357700"/>
              <a:gd name="connsiteX54" fmla="*/ 7091599 w 10678681"/>
              <a:gd name="connsiteY54" fmla="*/ 1062302 h 1357700"/>
              <a:gd name="connsiteX55" fmla="*/ 7090998 w 10678681"/>
              <a:gd name="connsiteY55" fmla="*/ 1064540 h 1357700"/>
              <a:gd name="connsiteX56" fmla="*/ 7039634 w 10678681"/>
              <a:gd name="connsiteY56" fmla="*/ 1059971 h 1357700"/>
              <a:gd name="connsiteX57" fmla="*/ 7033445 w 10678681"/>
              <a:gd name="connsiteY57" fmla="*/ 1063314 h 1357700"/>
              <a:gd name="connsiteX58" fmla="*/ 6999157 w 10678681"/>
              <a:gd name="connsiteY58" fmla="*/ 1055282 h 1357700"/>
              <a:gd name="connsiteX59" fmla="*/ 6981874 w 10678681"/>
              <a:gd name="connsiteY59" fmla="*/ 1053827 h 1357700"/>
              <a:gd name="connsiteX60" fmla="*/ 6976102 w 10678681"/>
              <a:gd name="connsiteY60" fmla="*/ 1047854 h 1357700"/>
              <a:gd name="connsiteX61" fmla="*/ 6951040 w 10678681"/>
              <a:gd name="connsiteY61" fmla="*/ 1048531 h 1357700"/>
              <a:gd name="connsiteX62" fmla="*/ 6948497 w 10678681"/>
              <a:gd name="connsiteY62" fmla="*/ 1050706 h 1357700"/>
              <a:gd name="connsiteX63" fmla="*/ 6926582 w 10678681"/>
              <a:gd name="connsiteY63" fmla="*/ 1043462 h 1357700"/>
              <a:gd name="connsiteX64" fmla="*/ 6833743 w 10678681"/>
              <a:gd name="connsiteY64" fmla="*/ 1027960 h 1357700"/>
              <a:gd name="connsiteX65" fmla="*/ 6664639 w 10678681"/>
              <a:gd name="connsiteY65" fmla="*/ 1017831 h 1357700"/>
              <a:gd name="connsiteX66" fmla="*/ 6437450 w 10678681"/>
              <a:gd name="connsiteY66" fmla="*/ 1101075 h 1357700"/>
              <a:gd name="connsiteX67" fmla="*/ 6327795 w 10678681"/>
              <a:gd name="connsiteY67" fmla="*/ 1088142 h 1357700"/>
              <a:gd name="connsiteX68" fmla="*/ 6136549 w 10678681"/>
              <a:gd name="connsiteY68" fmla="*/ 1100268 h 1357700"/>
              <a:gd name="connsiteX69" fmla="*/ 6004655 w 10678681"/>
              <a:gd name="connsiteY69" fmla="*/ 1114946 h 1357700"/>
              <a:gd name="connsiteX70" fmla="*/ 5936643 w 10678681"/>
              <a:gd name="connsiteY70" fmla="*/ 1095428 h 1357700"/>
              <a:gd name="connsiteX71" fmla="*/ 5912484 w 10678681"/>
              <a:gd name="connsiteY71" fmla="*/ 1112624 h 1357700"/>
              <a:gd name="connsiteX72" fmla="*/ 5908387 w 10678681"/>
              <a:gd name="connsiteY72" fmla="*/ 1116018 h 1357700"/>
              <a:gd name="connsiteX73" fmla="*/ 5890495 w 10678681"/>
              <a:gd name="connsiteY73" fmla="*/ 1120268 h 1357700"/>
              <a:gd name="connsiteX74" fmla="*/ 5887318 w 10678681"/>
              <a:gd name="connsiteY74" fmla="*/ 1133134 h 1357700"/>
              <a:gd name="connsiteX75" fmla="*/ 5861726 w 10678681"/>
              <a:gd name="connsiteY75" fmla="*/ 1147891 h 1357700"/>
              <a:gd name="connsiteX76" fmla="*/ 5805823 w 10678681"/>
              <a:gd name="connsiteY76" fmla="*/ 1152457 h 1357700"/>
              <a:gd name="connsiteX77" fmla="*/ 5689841 w 10678681"/>
              <a:gd name="connsiteY77" fmla="*/ 1176232 h 1357700"/>
              <a:gd name="connsiteX78" fmla="*/ 5605119 w 10678681"/>
              <a:gd name="connsiteY78" fmla="*/ 1190202 h 1357700"/>
              <a:gd name="connsiteX79" fmla="*/ 5488513 w 10678681"/>
              <a:gd name="connsiteY79" fmla="*/ 1205367 h 1357700"/>
              <a:gd name="connsiteX80" fmla="*/ 5402905 w 10678681"/>
              <a:gd name="connsiteY80" fmla="*/ 1241191 h 1357700"/>
              <a:gd name="connsiteX81" fmla="*/ 5285593 w 10678681"/>
              <a:gd name="connsiteY81" fmla="*/ 1273569 h 1357700"/>
              <a:gd name="connsiteX82" fmla="*/ 5192893 w 10678681"/>
              <a:gd name="connsiteY82" fmla="*/ 1247188 h 1357700"/>
              <a:gd name="connsiteX83" fmla="*/ 5186475 w 10678681"/>
              <a:gd name="connsiteY83" fmla="*/ 1257028 h 1357700"/>
              <a:gd name="connsiteX84" fmla="*/ 5126038 w 10678681"/>
              <a:gd name="connsiteY84" fmla="*/ 1263189 h 1357700"/>
              <a:gd name="connsiteX85" fmla="*/ 4894688 w 10678681"/>
              <a:gd name="connsiteY85" fmla="*/ 1247184 h 1357700"/>
              <a:gd name="connsiteX86" fmla="*/ 4788036 w 10678681"/>
              <a:gd name="connsiteY86" fmla="*/ 1238182 h 1357700"/>
              <a:gd name="connsiteX87" fmla="*/ 4747555 w 10678681"/>
              <a:gd name="connsiteY87" fmla="*/ 1252768 h 1357700"/>
              <a:gd name="connsiteX88" fmla="*/ 4679644 w 10678681"/>
              <a:gd name="connsiteY88" fmla="*/ 1276603 h 1357700"/>
              <a:gd name="connsiteX89" fmla="*/ 4632222 w 10678681"/>
              <a:gd name="connsiteY89" fmla="*/ 1318360 h 1357700"/>
              <a:gd name="connsiteX90" fmla="*/ 4617358 w 10678681"/>
              <a:gd name="connsiteY90" fmla="*/ 1327690 h 1357700"/>
              <a:gd name="connsiteX91" fmla="*/ 4589102 w 10678681"/>
              <a:gd name="connsiteY91" fmla="*/ 1321223 h 1357700"/>
              <a:gd name="connsiteX92" fmla="*/ 4578184 w 10678681"/>
              <a:gd name="connsiteY92" fmla="*/ 1326745 h 1357700"/>
              <a:gd name="connsiteX93" fmla="*/ 4574270 w 10678681"/>
              <a:gd name="connsiteY93" fmla="*/ 1325878 h 1357700"/>
              <a:gd name="connsiteX94" fmla="*/ 4564919 w 10678681"/>
              <a:gd name="connsiteY94" fmla="*/ 1325507 h 1357700"/>
              <a:gd name="connsiteX95" fmla="*/ 4566586 w 10678681"/>
              <a:gd name="connsiteY95" fmla="*/ 1316963 h 1357700"/>
              <a:gd name="connsiteX96" fmla="*/ 4556303 w 10678681"/>
              <a:gd name="connsiteY96" fmla="*/ 1300262 h 1357700"/>
              <a:gd name="connsiteX97" fmla="*/ 4502358 w 10678681"/>
              <a:gd name="connsiteY97" fmla="*/ 1302558 h 1357700"/>
              <a:gd name="connsiteX98" fmla="*/ 4498919 w 10678681"/>
              <a:gd name="connsiteY98" fmla="*/ 1312115 h 1357700"/>
              <a:gd name="connsiteX99" fmla="*/ 4492075 w 10678681"/>
              <a:gd name="connsiteY99" fmla="*/ 1313357 h 1357700"/>
              <a:gd name="connsiteX100" fmla="*/ 4487466 w 10678681"/>
              <a:gd name="connsiteY100" fmla="*/ 1304102 h 1357700"/>
              <a:gd name="connsiteX101" fmla="*/ 4398292 w 10678681"/>
              <a:gd name="connsiteY101" fmla="*/ 1278410 h 1357700"/>
              <a:gd name="connsiteX102" fmla="*/ 4306088 w 10678681"/>
              <a:gd name="connsiteY102" fmla="*/ 1282512 h 1357700"/>
              <a:gd name="connsiteX103" fmla="*/ 4188995 w 10678681"/>
              <a:gd name="connsiteY103" fmla="*/ 1296718 h 1357700"/>
              <a:gd name="connsiteX104" fmla="*/ 4136582 w 10678681"/>
              <a:gd name="connsiteY104" fmla="*/ 1287687 h 1357700"/>
              <a:gd name="connsiteX105" fmla="*/ 4064614 w 10678681"/>
              <a:gd name="connsiteY105" fmla="*/ 1296118 h 1357700"/>
              <a:gd name="connsiteX106" fmla="*/ 3906561 w 10678681"/>
              <a:gd name="connsiteY106" fmla="*/ 1352435 h 1357700"/>
              <a:gd name="connsiteX107" fmla="*/ 3787890 w 10678681"/>
              <a:gd name="connsiteY107" fmla="*/ 1352442 h 1357700"/>
              <a:gd name="connsiteX108" fmla="*/ 3745993 w 10678681"/>
              <a:gd name="connsiteY108" fmla="*/ 1342630 h 1357700"/>
              <a:gd name="connsiteX109" fmla="*/ 3675785 w 10678681"/>
              <a:gd name="connsiteY109" fmla="*/ 1326802 h 1357700"/>
              <a:gd name="connsiteX110" fmla="*/ 3623856 w 10678681"/>
              <a:gd name="connsiteY110" fmla="*/ 1290804 h 1357700"/>
              <a:gd name="connsiteX111" fmla="*/ 3564933 w 10678681"/>
              <a:gd name="connsiteY111" fmla="*/ 1287147 h 1357700"/>
              <a:gd name="connsiteX112" fmla="*/ 3550537 w 10678681"/>
              <a:gd name="connsiteY112" fmla="*/ 1317552 h 1357700"/>
              <a:gd name="connsiteX113" fmla="*/ 3487736 w 10678681"/>
              <a:gd name="connsiteY113" fmla="*/ 1303493 h 1357700"/>
              <a:gd name="connsiteX114" fmla="*/ 3392548 w 10678681"/>
              <a:gd name="connsiteY114" fmla="*/ 1278741 h 1357700"/>
              <a:gd name="connsiteX115" fmla="*/ 3337466 w 10678681"/>
              <a:gd name="connsiteY115" fmla="*/ 1272537 h 1357700"/>
              <a:gd name="connsiteX116" fmla="*/ 3187206 w 10678681"/>
              <a:gd name="connsiteY116" fmla="*/ 1246821 h 1357700"/>
              <a:gd name="connsiteX117" fmla="*/ 3036856 w 10678681"/>
              <a:gd name="connsiteY117" fmla="*/ 1214383 h 1357700"/>
              <a:gd name="connsiteX118" fmla="*/ 2948654 w 10678681"/>
              <a:gd name="connsiteY118" fmla="*/ 1157455 h 1357700"/>
              <a:gd name="connsiteX119" fmla="*/ 2824973 w 10678681"/>
              <a:gd name="connsiteY119" fmla="*/ 1134864 h 1357700"/>
              <a:gd name="connsiteX120" fmla="*/ 2804398 w 10678681"/>
              <a:gd name="connsiteY120" fmla="*/ 1125556 h 1357700"/>
              <a:gd name="connsiteX121" fmla="*/ 2775396 w 10678681"/>
              <a:gd name="connsiteY121" fmla="*/ 1130148 h 1357700"/>
              <a:gd name="connsiteX122" fmla="*/ 2659096 w 10678681"/>
              <a:gd name="connsiteY122" fmla="*/ 1150294 h 1357700"/>
              <a:gd name="connsiteX123" fmla="*/ 2567088 w 10678681"/>
              <a:gd name="connsiteY123" fmla="*/ 1181781 h 1357700"/>
              <a:gd name="connsiteX124" fmla="*/ 2454501 w 10678681"/>
              <a:gd name="connsiteY124" fmla="*/ 1155455 h 1357700"/>
              <a:gd name="connsiteX125" fmla="*/ 2385161 w 10678681"/>
              <a:gd name="connsiteY125" fmla="*/ 1161312 h 1357700"/>
              <a:gd name="connsiteX126" fmla="*/ 2270528 w 10678681"/>
              <a:gd name="connsiteY126" fmla="*/ 1204338 h 1357700"/>
              <a:gd name="connsiteX127" fmla="*/ 2121820 w 10678681"/>
              <a:gd name="connsiteY127" fmla="*/ 1187078 h 1357700"/>
              <a:gd name="connsiteX128" fmla="*/ 2092716 w 10678681"/>
              <a:gd name="connsiteY128" fmla="*/ 1139224 h 1357700"/>
              <a:gd name="connsiteX129" fmla="*/ 2052449 w 10678681"/>
              <a:gd name="connsiteY129" fmla="*/ 1109687 h 1357700"/>
              <a:gd name="connsiteX130" fmla="*/ 2032607 w 10678681"/>
              <a:gd name="connsiteY130" fmla="*/ 1175477 h 1357700"/>
              <a:gd name="connsiteX131" fmla="*/ 1901837 w 10678681"/>
              <a:gd name="connsiteY131" fmla="*/ 1221762 h 1357700"/>
              <a:gd name="connsiteX132" fmla="*/ 1836762 w 10678681"/>
              <a:gd name="connsiteY132" fmla="*/ 1237387 h 1357700"/>
              <a:gd name="connsiteX133" fmla="*/ 1735877 w 10678681"/>
              <a:gd name="connsiteY133" fmla="*/ 1246527 h 1357700"/>
              <a:gd name="connsiteX134" fmla="*/ 1705069 w 10678681"/>
              <a:gd name="connsiteY134" fmla="*/ 1251989 h 1357700"/>
              <a:gd name="connsiteX135" fmla="*/ 1397689 w 10678681"/>
              <a:gd name="connsiteY135" fmla="*/ 1336144 h 1357700"/>
              <a:gd name="connsiteX136" fmla="*/ 1220734 w 10678681"/>
              <a:gd name="connsiteY136" fmla="*/ 1257811 h 1357700"/>
              <a:gd name="connsiteX137" fmla="*/ 1021737 w 10678681"/>
              <a:gd name="connsiteY137" fmla="*/ 1238739 h 1357700"/>
              <a:gd name="connsiteX138" fmla="*/ 959820 w 10678681"/>
              <a:gd name="connsiteY138" fmla="*/ 1275863 h 1357700"/>
              <a:gd name="connsiteX139" fmla="*/ 929137 w 10678681"/>
              <a:gd name="connsiteY139" fmla="*/ 1273957 h 1357700"/>
              <a:gd name="connsiteX140" fmla="*/ 878849 w 10678681"/>
              <a:gd name="connsiteY140" fmla="*/ 1266740 h 1357700"/>
              <a:gd name="connsiteX141" fmla="*/ 800667 w 10678681"/>
              <a:gd name="connsiteY141" fmla="*/ 1282041 h 1357700"/>
              <a:gd name="connsiteX142" fmla="*/ 644906 w 10678681"/>
              <a:gd name="connsiteY142" fmla="*/ 1273685 h 1357700"/>
              <a:gd name="connsiteX143" fmla="*/ 379869 w 10678681"/>
              <a:gd name="connsiteY143" fmla="*/ 1339165 h 1357700"/>
              <a:gd name="connsiteX144" fmla="*/ 137696 w 10678681"/>
              <a:gd name="connsiteY144" fmla="*/ 1319217 h 1357700"/>
              <a:gd name="connsiteX145" fmla="*/ 54250 w 10678681"/>
              <a:gd name="connsiteY145" fmla="*/ 1315838 h 1357700"/>
              <a:gd name="connsiteX146" fmla="*/ 28042 w 10678681"/>
              <a:gd name="connsiteY146" fmla="*/ 1297822 h 1357700"/>
              <a:gd name="connsiteX147" fmla="*/ 0 w 10678681"/>
              <a:gd name="connsiteY147" fmla="*/ 1294612 h 1357700"/>
              <a:gd name="connsiteX148" fmla="*/ 0 w 10678681"/>
              <a:gd name="connsiteY148" fmla="*/ 0 h 1357700"/>
              <a:gd name="connsiteX0" fmla="*/ 0 w 10678681"/>
              <a:gd name="connsiteY0" fmla="*/ 0 h 1357700"/>
              <a:gd name="connsiteX1" fmla="*/ 10678681 w 10678681"/>
              <a:gd name="connsiteY1" fmla="*/ 0 h 1357700"/>
              <a:gd name="connsiteX2" fmla="*/ 10666019 w 10678681"/>
              <a:gd name="connsiteY2" fmla="*/ 7876 h 1357700"/>
              <a:gd name="connsiteX3" fmla="*/ 10632825 w 10678681"/>
              <a:gd name="connsiteY3" fmla="*/ 32153 h 1357700"/>
              <a:gd name="connsiteX4" fmla="*/ 10510605 w 10678681"/>
              <a:gd name="connsiteY4" fmla="*/ 30449 h 1357700"/>
              <a:gd name="connsiteX5" fmla="*/ 10456989 w 10678681"/>
              <a:gd name="connsiteY5" fmla="*/ 979 h 1357700"/>
              <a:gd name="connsiteX6" fmla="*/ 10438642 w 10678681"/>
              <a:gd name="connsiteY6" fmla="*/ 1524 h 1357700"/>
              <a:gd name="connsiteX7" fmla="*/ 10407146 w 10678681"/>
              <a:gd name="connsiteY7" fmla="*/ 43659 h 1357700"/>
              <a:gd name="connsiteX8" fmla="*/ 10357996 w 10678681"/>
              <a:gd name="connsiteY8" fmla="*/ 50836 h 1357700"/>
              <a:gd name="connsiteX9" fmla="*/ 10306667 w 10678681"/>
              <a:gd name="connsiteY9" fmla="*/ 109739 h 1357700"/>
              <a:gd name="connsiteX10" fmla="*/ 10115334 w 10678681"/>
              <a:gd name="connsiteY10" fmla="*/ 155658 h 1357700"/>
              <a:gd name="connsiteX11" fmla="*/ 10068157 w 10678681"/>
              <a:gd name="connsiteY11" fmla="*/ 215673 h 1357700"/>
              <a:gd name="connsiteX12" fmla="*/ 10045431 w 10678681"/>
              <a:gd name="connsiteY12" fmla="*/ 229568 h 1357700"/>
              <a:gd name="connsiteX13" fmla="*/ 10013265 w 10678681"/>
              <a:gd name="connsiteY13" fmla="*/ 284757 h 1357700"/>
              <a:gd name="connsiteX14" fmla="*/ 9862496 w 10678681"/>
              <a:gd name="connsiteY14" fmla="*/ 223033 h 1357700"/>
              <a:gd name="connsiteX15" fmla="*/ 9679638 w 10678681"/>
              <a:gd name="connsiteY15" fmla="*/ 277462 h 1357700"/>
              <a:gd name="connsiteX16" fmla="*/ 9498347 w 10678681"/>
              <a:gd name="connsiteY16" fmla="*/ 244723 h 1357700"/>
              <a:gd name="connsiteX17" fmla="*/ 9399702 w 10678681"/>
              <a:gd name="connsiteY17" fmla="*/ 276316 h 1357700"/>
              <a:gd name="connsiteX18" fmla="*/ 9378439 w 10678681"/>
              <a:gd name="connsiteY18" fmla="*/ 326244 h 1357700"/>
              <a:gd name="connsiteX19" fmla="*/ 9121744 w 10678681"/>
              <a:gd name="connsiteY19" fmla="*/ 365177 h 1357700"/>
              <a:gd name="connsiteX20" fmla="*/ 9061654 w 10678681"/>
              <a:gd name="connsiteY20" fmla="*/ 393730 h 1357700"/>
              <a:gd name="connsiteX21" fmla="*/ 8997577 w 10678681"/>
              <a:gd name="connsiteY21" fmla="*/ 380865 h 1357700"/>
              <a:gd name="connsiteX22" fmla="*/ 8907968 w 10678681"/>
              <a:gd name="connsiteY22" fmla="*/ 447345 h 1357700"/>
              <a:gd name="connsiteX23" fmla="*/ 8764163 w 10678681"/>
              <a:gd name="connsiteY23" fmla="*/ 471000 h 1357700"/>
              <a:gd name="connsiteX24" fmla="*/ 8680155 w 10678681"/>
              <a:gd name="connsiteY24" fmla="*/ 492404 h 1357700"/>
              <a:gd name="connsiteX25" fmla="*/ 8651436 w 10678681"/>
              <a:gd name="connsiteY25" fmla="*/ 511923 h 1357700"/>
              <a:gd name="connsiteX26" fmla="*/ 8609185 w 10678681"/>
              <a:gd name="connsiteY26" fmla="*/ 531525 h 1357700"/>
              <a:gd name="connsiteX27" fmla="*/ 8537091 w 10678681"/>
              <a:gd name="connsiteY27" fmla="*/ 574933 h 1357700"/>
              <a:gd name="connsiteX28" fmla="*/ 8435931 w 10678681"/>
              <a:gd name="connsiteY28" fmla="*/ 617926 h 1357700"/>
              <a:gd name="connsiteX29" fmla="*/ 8348623 w 10678681"/>
              <a:gd name="connsiteY29" fmla="*/ 600607 h 1357700"/>
              <a:gd name="connsiteX30" fmla="*/ 8344233 w 10678681"/>
              <a:gd name="connsiteY30" fmla="*/ 610922 h 1357700"/>
              <a:gd name="connsiteX31" fmla="*/ 8290622 w 10678681"/>
              <a:gd name="connsiteY31" fmla="*/ 622687 h 1357700"/>
              <a:gd name="connsiteX32" fmla="*/ 8086698 w 10678681"/>
              <a:gd name="connsiteY32" fmla="*/ 605185 h 1357700"/>
              <a:gd name="connsiteX33" fmla="*/ 7982378 w 10678681"/>
              <a:gd name="connsiteY33" fmla="*/ 629799 h 1357700"/>
              <a:gd name="connsiteX34" fmla="*/ 7947952 w 10678681"/>
              <a:gd name="connsiteY34" fmla="*/ 648003 h 1357700"/>
              <a:gd name="connsiteX35" fmla="*/ 7890112 w 10678681"/>
              <a:gd name="connsiteY35" fmla="*/ 677915 h 1357700"/>
              <a:gd name="connsiteX36" fmla="*/ 7853284 w 10678681"/>
              <a:gd name="connsiteY36" fmla="*/ 723588 h 1357700"/>
              <a:gd name="connsiteX37" fmla="*/ 7802383 w 10678681"/>
              <a:gd name="connsiteY37" fmla="*/ 739359 h 1357700"/>
              <a:gd name="connsiteX38" fmla="*/ 7782280 w 10678681"/>
              <a:gd name="connsiteY38" fmla="*/ 712868 h 1357700"/>
              <a:gd name="connsiteX39" fmla="*/ 7730518 w 10678681"/>
              <a:gd name="connsiteY39" fmla="*/ 739526 h 1357700"/>
              <a:gd name="connsiteX40" fmla="*/ 7652907 w 10678681"/>
              <a:gd name="connsiteY40" fmla="*/ 783273 h 1357700"/>
              <a:gd name="connsiteX41" fmla="*/ 7606008 w 10678681"/>
              <a:gd name="connsiteY41" fmla="*/ 800717 h 1357700"/>
              <a:gd name="connsiteX42" fmla="*/ 7480223 w 10678681"/>
              <a:gd name="connsiteY42" fmla="*/ 856821 h 1357700"/>
              <a:gd name="connsiteX43" fmla="*/ 7356005 w 10678681"/>
              <a:gd name="connsiteY43" fmla="*/ 919462 h 1357700"/>
              <a:gd name="connsiteX44" fmla="*/ 7305396 w 10678681"/>
              <a:gd name="connsiteY44" fmla="*/ 986228 h 1357700"/>
              <a:gd name="connsiteX45" fmla="*/ 7298314 w 10678681"/>
              <a:gd name="connsiteY45" fmla="*/ 989899 h 1357700"/>
              <a:gd name="connsiteX46" fmla="*/ 7277477 w 10678681"/>
              <a:gd name="connsiteY46" fmla="*/ 990571 h 1357700"/>
              <a:gd name="connsiteX47" fmla="*/ 7269396 w 10678681"/>
              <a:gd name="connsiteY47" fmla="*/ 989282 h 1357700"/>
              <a:gd name="connsiteX48" fmla="*/ 7258094 w 10678681"/>
              <a:gd name="connsiteY48" fmla="*/ 990679 h 1357700"/>
              <a:gd name="connsiteX49" fmla="*/ 7257893 w 10678681"/>
              <a:gd name="connsiteY49" fmla="*/ 991204 h 1357700"/>
              <a:gd name="connsiteX50" fmla="*/ 7247153 w 10678681"/>
              <a:gd name="connsiteY50" fmla="*/ 991550 h 1357700"/>
              <a:gd name="connsiteX51" fmla="*/ 7193612 w 10678681"/>
              <a:gd name="connsiteY51" fmla="*/ 987042 h 1357700"/>
              <a:gd name="connsiteX52" fmla="*/ 7132632 w 10678681"/>
              <a:gd name="connsiteY52" fmla="*/ 1042036 h 1357700"/>
              <a:gd name="connsiteX53" fmla="*/ 7105610 w 10678681"/>
              <a:gd name="connsiteY53" fmla="*/ 1053537 h 1357700"/>
              <a:gd name="connsiteX54" fmla="*/ 7091599 w 10678681"/>
              <a:gd name="connsiteY54" fmla="*/ 1062302 h 1357700"/>
              <a:gd name="connsiteX55" fmla="*/ 7090998 w 10678681"/>
              <a:gd name="connsiteY55" fmla="*/ 1064540 h 1357700"/>
              <a:gd name="connsiteX56" fmla="*/ 7039634 w 10678681"/>
              <a:gd name="connsiteY56" fmla="*/ 1059971 h 1357700"/>
              <a:gd name="connsiteX57" fmla="*/ 7033445 w 10678681"/>
              <a:gd name="connsiteY57" fmla="*/ 1063314 h 1357700"/>
              <a:gd name="connsiteX58" fmla="*/ 6999157 w 10678681"/>
              <a:gd name="connsiteY58" fmla="*/ 1055282 h 1357700"/>
              <a:gd name="connsiteX59" fmla="*/ 6981874 w 10678681"/>
              <a:gd name="connsiteY59" fmla="*/ 1053827 h 1357700"/>
              <a:gd name="connsiteX60" fmla="*/ 6976102 w 10678681"/>
              <a:gd name="connsiteY60" fmla="*/ 1047854 h 1357700"/>
              <a:gd name="connsiteX61" fmla="*/ 6951040 w 10678681"/>
              <a:gd name="connsiteY61" fmla="*/ 1048531 h 1357700"/>
              <a:gd name="connsiteX62" fmla="*/ 6948497 w 10678681"/>
              <a:gd name="connsiteY62" fmla="*/ 1050706 h 1357700"/>
              <a:gd name="connsiteX63" fmla="*/ 6926582 w 10678681"/>
              <a:gd name="connsiteY63" fmla="*/ 1043462 h 1357700"/>
              <a:gd name="connsiteX64" fmla="*/ 6833743 w 10678681"/>
              <a:gd name="connsiteY64" fmla="*/ 1027960 h 1357700"/>
              <a:gd name="connsiteX65" fmla="*/ 6664639 w 10678681"/>
              <a:gd name="connsiteY65" fmla="*/ 1017831 h 1357700"/>
              <a:gd name="connsiteX66" fmla="*/ 6437450 w 10678681"/>
              <a:gd name="connsiteY66" fmla="*/ 1101075 h 1357700"/>
              <a:gd name="connsiteX67" fmla="*/ 6327795 w 10678681"/>
              <a:gd name="connsiteY67" fmla="*/ 1088142 h 1357700"/>
              <a:gd name="connsiteX68" fmla="*/ 6136549 w 10678681"/>
              <a:gd name="connsiteY68" fmla="*/ 1100268 h 1357700"/>
              <a:gd name="connsiteX69" fmla="*/ 6004655 w 10678681"/>
              <a:gd name="connsiteY69" fmla="*/ 1114946 h 1357700"/>
              <a:gd name="connsiteX70" fmla="*/ 5936643 w 10678681"/>
              <a:gd name="connsiteY70" fmla="*/ 1095428 h 1357700"/>
              <a:gd name="connsiteX71" fmla="*/ 5912484 w 10678681"/>
              <a:gd name="connsiteY71" fmla="*/ 1112624 h 1357700"/>
              <a:gd name="connsiteX72" fmla="*/ 5908387 w 10678681"/>
              <a:gd name="connsiteY72" fmla="*/ 1116018 h 1357700"/>
              <a:gd name="connsiteX73" fmla="*/ 5890495 w 10678681"/>
              <a:gd name="connsiteY73" fmla="*/ 1120268 h 1357700"/>
              <a:gd name="connsiteX74" fmla="*/ 5887318 w 10678681"/>
              <a:gd name="connsiteY74" fmla="*/ 1133134 h 1357700"/>
              <a:gd name="connsiteX75" fmla="*/ 5861726 w 10678681"/>
              <a:gd name="connsiteY75" fmla="*/ 1147891 h 1357700"/>
              <a:gd name="connsiteX76" fmla="*/ 5805823 w 10678681"/>
              <a:gd name="connsiteY76" fmla="*/ 1152457 h 1357700"/>
              <a:gd name="connsiteX77" fmla="*/ 5689841 w 10678681"/>
              <a:gd name="connsiteY77" fmla="*/ 1176232 h 1357700"/>
              <a:gd name="connsiteX78" fmla="*/ 5605119 w 10678681"/>
              <a:gd name="connsiteY78" fmla="*/ 1190202 h 1357700"/>
              <a:gd name="connsiteX79" fmla="*/ 5488513 w 10678681"/>
              <a:gd name="connsiteY79" fmla="*/ 1205367 h 1357700"/>
              <a:gd name="connsiteX80" fmla="*/ 5402905 w 10678681"/>
              <a:gd name="connsiteY80" fmla="*/ 1241191 h 1357700"/>
              <a:gd name="connsiteX81" fmla="*/ 5285593 w 10678681"/>
              <a:gd name="connsiteY81" fmla="*/ 1273569 h 1357700"/>
              <a:gd name="connsiteX82" fmla="*/ 5192893 w 10678681"/>
              <a:gd name="connsiteY82" fmla="*/ 1247188 h 1357700"/>
              <a:gd name="connsiteX83" fmla="*/ 5186475 w 10678681"/>
              <a:gd name="connsiteY83" fmla="*/ 1257028 h 1357700"/>
              <a:gd name="connsiteX84" fmla="*/ 5126038 w 10678681"/>
              <a:gd name="connsiteY84" fmla="*/ 1263189 h 1357700"/>
              <a:gd name="connsiteX85" fmla="*/ 4894688 w 10678681"/>
              <a:gd name="connsiteY85" fmla="*/ 1247184 h 1357700"/>
              <a:gd name="connsiteX86" fmla="*/ 4788036 w 10678681"/>
              <a:gd name="connsiteY86" fmla="*/ 1238182 h 1357700"/>
              <a:gd name="connsiteX87" fmla="*/ 4747555 w 10678681"/>
              <a:gd name="connsiteY87" fmla="*/ 1252768 h 1357700"/>
              <a:gd name="connsiteX88" fmla="*/ 4679644 w 10678681"/>
              <a:gd name="connsiteY88" fmla="*/ 1276603 h 1357700"/>
              <a:gd name="connsiteX89" fmla="*/ 4632222 w 10678681"/>
              <a:gd name="connsiteY89" fmla="*/ 1318360 h 1357700"/>
              <a:gd name="connsiteX90" fmla="*/ 4617358 w 10678681"/>
              <a:gd name="connsiteY90" fmla="*/ 1327690 h 1357700"/>
              <a:gd name="connsiteX91" fmla="*/ 4589102 w 10678681"/>
              <a:gd name="connsiteY91" fmla="*/ 1321223 h 1357700"/>
              <a:gd name="connsiteX92" fmla="*/ 4578184 w 10678681"/>
              <a:gd name="connsiteY92" fmla="*/ 1326745 h 1357700"/>
              <a:gd name="connsiteX93" fmla="*/ 4574270 w 10678681"/>
              <a:gd name="connsiteY93" fmla="*/ 1325878 h 1357700"/>
              <a:gd name="connsiteX94" fmla="*/ 4564919 w 10678681"/>
              <a:gd name="connsiteY94" fmla="*/ 1325507 h 1357700"/>
              <a:gd name="connsiteX95" fmla="*/ 4566586 w 10678681"/>
              <a:gd name="connsiteY95" fmla="*/ 1316963 h 1357700"/>
              <a:gd name="connsiteX96" fmla="*/ 4556303 w 10678681"/>
              <a:gd name="connsiteY96" fmla="*/ 1300262 h 1357700"/>
              <a:gd name="connsiteX97" fmla="*/ 4502358 w 10678681"/>
              <a:gd name="connsiteY97" fmla="*/ 1302558 h 1357700"/>
              <a:gd name="connsiteX98" fmla="*/ 4498919 w 10678681"/>
              <a:gd name="connsiteY98" fmla="*/ 1312115 h 1357700"/>
              <a:gd name="connsiteX99" fmla="*/ 4492075 w 10678681"/>
              <a:gd name="connsiteY99" fmla="*/ 1313357 h 1357700"/>
              <a:gd name="connsiteX100" fmla="*/ 4487466 w 10678681"/>
              <a:gd name="connsiteY100" fmla="*/ 1304102 h 1357700"/>
              <a:gd name="connsiteX101" fmla="*/ 4398292 w 10678681"/>
              <a:gd name="connsiteY101" fmla="*/ 1278410 h 1357700"/>
              <a:gd name="connsiteX102" fmla="*/ 4306088 w 10678681"/>
              <a:gd name="connsiteY102" fmla="*/ 1282512 h 1357700"/>
              <a:gd name="connsiteX103" fmla="*/ 4188995 w 10678681"/>
              <a:gd name="connsiteY103" fmla="*/ 1296718 h 1357700"/>
              <a:gd name="connsiteX104" fmla="*/ 4136582 w 10678681"/>
              <a:gd name="connsiteY104" fmla="*/ 1287687 h 1357700"/>
              <a:gd name="connsiteX105" fmla="*/ 4064614 w 10678681"/>
              <a:gd name="connsiteY105" fmla="*/ 1296118 h 1357700"/>
              <a:gd name="connsiteX106" fmla="*/ 3906561 w 10678681"/>
              <a:gd name="connsiteY106" fmla="*/ 1352435 h 1357700"/>
              <a:gd name="connsiteX107" fmla="*/ 3787890 w 10678681"/>
              <a:gd name="connsiteY107" fmla="*/ 1352442 h 1357700"/>
              <a:gd name="connsiteX108" fmla="*/ 3745993 w 10678681"/>
              <a:gd name="connsiteY108" fmla="*/ 1342630 h 1357700"/>
              <a:gd name="connsiteX109" fmla="*/ 3675785 w 10678681"/>
              <a:gd name="connsiteY109" fmla="*/ 1326802 h 1357700"/>
              <a:gd name="connsiteX110" fmla="*/ 3623856 w 10678681"/>
              <a:gd name="connsiteY110" fmla="*/ 1290804 h 1357700"/>
              <a:gd name="connsiteX111" fmla="*/ 3564933 w 10678681"/>
              <a:gd name="connsiteY111" fmla="*/ 1287147 h 1357700"/>
              <a:gd name="connsiteX112" fmla="*/ 3550537 w 10678681"/>
              <a:gd name="connsiteY112" fmla="*/ 1317552 h 1357700"/>
              <a:gd name="connsiteX113" fmla="*/ 3487736 w 10678681"/>
              <a:gd name="connsiteY113" fmla="*/ 1303493 h 1357700"/>
              <a:gd name="connsiteX114" fmla="*/ 3392548 w 10678681"/>
              <a:gd name="connsiteY114" fmla="*/ 1278741 h 1357700"/>
              <a:gd name="connsiteX115" fmla="*/ 3337466 w 10678681"/>
              <a:gd name="connsiteY115" fmla="*/ 1272537 h 1357700"/>
              <a:gd name="connsiteX116" fmla="*/ 3187206 w 10678681"/>
              <a:gd name="connsiteY116" fmla="*/ 1246821 h 1357700"/>
              <a:gd name="connsiteX117" fmla="*/ 3036856 w 10678681"/>
              <a:gd name="connsiteY117" fmla="*/ 1214383 h 1357700"/>
              <a:gd name="connsiteX118" fmla="*/ 2948654 w 10678681"/>
              <a:gd name="connsiteY118" fmla="*/ 1157455 h 1357700"/>
              <a:gd name="connsiteX119" fmla="*/ 2824973 w 10678681"/>
              <a:gd name="connsiteY119" fmla="*/ 1134864 h 1357700"/>
              <a:gd name="connsiteX120" fmla="*/ 2804398 w 10678681"/>
              <a:gd name="connsiteY120" fmla="*/ 1125556 h 1357700"/>
              <a:gd name="connsiteX121" fmla="*/ 2775396 w 10678681"/>
              <a:gd name="connsiteY121" fmla="*/ 1130148 h 1357700"/>
              <a:gd name="connsiteX122" fmla="*/ 2659096 w 10678681"/>
              <a:gd name="connsiteY122" fmla="*/ 1150294 h 1357700"/>
              <a:gd name="connsiteX123" fmla="*/ 2567088 w 10678681"/>
              <a:gd name="connsiteY123" fmla="*/ 1181781 h 1357700"/>
              <a:gd name="connsiteX124" fmla="*/ 2454501 w 10678681"/>
              <a:gd name="connsiteY124" fmla="*/ 1155455 h 1357700"/>
              <a:gd name="connsiteX125" fmla="*/ 2385161 w 10678681"/>
              <a:gd name="connsiteY125" fmla="*/ 1161312 h 1357700"/>
              <a:gd name="connsiteX126" fmla="*/ 2270528 w 10678681"/>
              <a:gd name="connsiteY126" fmla="*/ 1204338 h 1357700"/>
              <a:gd name="connsiteX127" fmla="*/ 2121820 w 10678681"/>
              <a:gd name="connsiteY127" fmla="*/ 1187078 h 1357700"/>
              <a:gd name="connsiteX128" fmla="*/ 2092716 w 10678681"/>
              <a:gd name="connsiteY128" fmla="*/ 1139224 h 1357700"/>
              <a:gd name="connsiteX129" fmla="*/ 2052449 w 10678681"/>
              <a:gd name="connsiteY129" fmla="*/ 1109687 h 1357700"/>
              <a:gd name="connsiteX130" fmla="*/ 2032607 w 10678681"/>
              <a:gd name="connsiteY130" fmla="*/ 1175477 h 1357700"/>
              <a:gd name="connsiteX131" fmla="*/ 1901837 w 10678681"/>
              <a:gd name="connsiteY131" fmla="*/ 1221762 h 1357700"/>
              <a:gd name="connsiteX132" fmla="*/ 1836762 w 10678681"/>
              <a:gd name="connsiteY132" fmla="*/ 1237387 h 1357700"/>
              <a:gd name="connsiteX133" fmla="*/ 1735877 w 10678681"/>
              <a:gd name="connsiteY133" fmla="*/ 1246527 h 1357700"/>
              <a:gd name="connsiteX134" fmla="*/ 1705069 w 10678681"/>
              <a:gd name="connsiteY134" fmla="*/ 1251989 h 1357700"/>
              <a:gd name="connsiteX135" fmla="*/ 1397689 w 10678681"/>
              <a:gd name="connsiteY135" fmla="*/ 1336144 h 1357700"/>
              <a:gd name="connsiteX136" fmla="*/ 1220734 w 10678681"/>
              <a:gd name="connsiteY136" fmla="*/ 1257811 h 1357700"/>
              <a:gd name="connsiteX137" fmla="*/ 1021737 w 10678681"/>
              <a:gd name="connsiteY137" fmla="*/ 1238739 h 1357700"/>
              <a:gd name="connsiteX138" fmla="*/ 959820 w 10678681"/>
              <a:gd name="connsiteY138" fmla="*/ 1275863 h 1357700"/>
              <a:gd name="connsiteX139" fmla="*/ 929137 w 10678681"/>
              <a:gd name="connsiteY139" fmla="*/ 1273957 h 1357700"/>
              <a:gd name="connsiteX140" fmla="*/ 878849 w 10678681"/>
              <a:gd name="connsiteY140" fmla="*/ 1266740 h 1357700"/>
              <a:gd name="connsiteX141" fmla="*/ 800667 w 10678681"/>
              <a:gd name="connsiteY141" fmla="*/ 1282041 h 1357700"/>
              <a:gd name="connsiteX142" fmla="*/ 644906 w 10678681"/>
              <a:gd name="connsiteY142" fmla="*/ 1273685 h 1357700"/>
              <a:gd name="connsiteX143" fmla="*/ 379869 w 10678681"/>
              <a:gd name="connsiteY143" fmla="*/ 1339165 h 1357700"/>
              <a:gd name="connsiteX144" fmla="*/ 137696 w 10678681"/>
              <a:gd name="connsiteY144" fmla="*/ 1319217 h 1357700"/>
              <a:gd name="connsiteX145" fmla="*/ 54250 w 10678681"/>
              <a:gd name="connsiteY145" fmla="*/ 1315838 h 1357700"/>
              <a:gd name="connsiteX146" fmla="*/ 28042 w 10678681"/>
              <a:gd name="connsiteY146" fmla="*/ 1297822 h 1357700"/>
              <a:gd name="connsiteX147" fmla="*/ 0 w 10678681"/>
              <a:gd name="connsiteY147" fmla="*/ 1294612 h 1357700"/>
              <a:gd name="connsiteX148" fmla="*/ 0 w 10678681"/>
              <a:gd name="connsiteY148" fmla="*/ 0 h 1357700"/>
              <a:gd name="connsiteX0" fmla="*/ 0 w 10678681"/>
              <a:gd name="connsiteY0" fmla="*/ 0 h 1357700"/>
              <a:gd name="connsiteX1" fmla="*/ 10678681 w 10678681"/>
              <a:gd name="connsiteY1" fmla="*/ 0 h 1357700"/>
              <a:gd name="connsiteX2" fmla="*/ 10666019 w 10678681"/>
              <a:gd name="connsiteY2" fmla="*/ 7876 h 1357700"/>
              <a:gd name="connsiteX3" fmla="*/ 10632825 w 10678681"/>
              <a:gd name="connsiteY3" fmla="*/ 32153 h 1357700"/>
              <a:gd name="connsiteX4" fmla="*/ 10510605 w 10678681"/>
              <a:gd name="connsiteY4" fmla="*/ 30449 h 1357700"/>
              <a:gd name="connsiteX5" fmla="*/ 10456989 w 10678681"/>
              <a:gd name="connsiteY5" fmla="*/ 979 h 1357700"/>
              <a:gd name="connsiteX6" fmla="*/ 10438642 w 10678681"/>
              <a:gd name="connsiteY6" fmla="*/ 1524 h 1357700"/>
              <a:gd name="connsiteX7" fmla="*/ 10407146 w 10678681"/>
              <a:gd name="connsiteY7" fmla="*/ 43659 h 1357700"/>
              <a:gd name="connsiteX8" fmla="*/ 10357996 w 10678681"/>
              <a:gd name="connsiteY8" fmla="*/ 50836 h 1357700"/>
              <a:gd name="connsiteX9" fmla="*/ 10306667 w 10678681"/>
              <a:gd name="connsiteY9" fmla="*/ 109739 h 1357700"/>
              <a:gd name="connsiteX10" fmla="*/ 10115334 w 10678681"/>
              <a:gd name="connsiteY10" fmla="*/ 155658 h 1357700"/>
              <a:gd name="connsiteX11" fmla="*/ 10068157 w 10678681"/>
              <a:gd name="connsiteY11" fmla="*/ 215673 h 1357700"/>
              <a:gd name="connsiteX12" fmla="*/ 10045431 w 10678681"/>
              <a:gd name="connsiteY12" fmla="*/ 229568 h 1357700"/>
              <a:gd name="connsiteX13" fmla="*/ 10013265 w 10678681"/>
              <a:gd name="connsiteY13" fmla="*/ 284757 h 1357700"/>
              <a:gd name="connsiteX14" fmla="*/ 9862496 w 10678681"/>
              <a:gd name="connsiteY14" fmla="*/ 223033 h 1357700"/>
              <a:gd name="connsiteX15" fmla="*/ 9679638 w 10678681"/>
              <a:gd name="connsiteY15" fmla="*/ 277462 h 1357700"/>
              <a:gd name="connsiteX16" fmla="*/ 9498347 w 10678681"/>
              <a:gd name="connsiteY16" fmla="*/ 244723 h 1357700"/>
              <a:gd name="connsiteX17" fmla="*/ 9399702 w 10678681"/>
              <a:gd name="connsiteY17" fmla="*/ 276316 h 1357700"/>
              <a:gd name="connsiteX18" fmla="*/ 9378439 w 10678681"/>
              <a:gd name="connsiteY18" fmla="*/ 326244 h 1357700"/>
              <a:gd name="connsiteX19" fmla="*/ 9121744 w 10678681"/>
              <a:gd name="connsiteY19" fmla="*/ 365177 h 1357700"/>
              <a:gd name="connsiteX20" fmla="*/ 9061654 w 10678681"/>
              <a:gd name="connsiteY20" fmla="*/ 393730 h 1357700"/>
              <a:gd name="connsiteX21" fmla="*/ 8997577 w 10678681"/>
              <a:gd name="connsiteY21" fmla="*/ 380865 h 1357700"/>
              <a:gd name="connsiteX22" fmla="*/ 8907968 w 10678681"/>
              <a:gd name="connsiteY22" fmla="*/ 447345 h 1357700"/>
              <a:gd name="connsiteX23" fmla="*/ 8764163 w 10678681"/>
              <a:gd name="connsiteY23" fmla="*/ 471000 h 1357700"/>
              <a:gd name="connsiteX24" fmla="*/ 8680155 w 10678681"/>
              <a:gd name="connsiteY24" fmla="*/ 492404 h 1357700"/>
              <a:gd name="connsiteX25" fmla="*/ 8651436 w 10678681"/>
              <a:gd name="connsiteY25" fmla="*/ 511923 h 1357700"/>
              <a:gd name="connsiteX26" fmla="*/ 8609185 w 10678681"/>
              <a:gd name="connsiteY26" fmla="*/ 531525 h 1357700"/>
              <a:gd name="connsiteX27" fmla="*/ 8537091 w 10678681"/>
              <a:gd name="connsiteY27" fmla="*/ 574933 h 1357700"/>
              <a:gd name="connsiteX28" fmla="*/ 8435931 w 10678681"/>
              <a:gd name="connsiteY28" fmla="*/ 617926 h 1357700"/>
              <a:gd name="connsiteX29" fmla="*/ 8348623 w 10678681"/>
              <a:gd name="connsiteY29" fmla="*/ 600607 h 1357700"/>
              <a:gd name="connsiteX30" fmla="*/ 8344233 w 10678681"/>
              <a:gd name="connsiteY30" fmla="*/ 610922 h 1357700"/>
              <a:gd name="connsiteX31" fmla="*/ 8290622 w 10678681"/>
              <a:gd name="connsiteY31" fmla="*/ 622687 h 1357700"/>
              <a:gd name="connsiteX32" fmla="*/ 8086698 w 10678681"/>
              <a:gd name="connsiteY32" fmla="*/ 605185 h 1357700"/>
              <a:gd name="connsiteX33" fmla="*/ 7982378 w 10678681"/>
              <a:gd name="connsiteY33" fmla="*/ 629799 h 1357700"/>
              <a:gd name="connsiteX34" fmla="*/ 7947952 w 10678681"/>
              <a:gd name="connsiteY34" fmla="*/ 648003 h 1357700"/>
              <a:gd name="connsiteX35" fmla="*/ 7890112 w 10678681"/>
              <a:gd name="connsiteY35" fmla="*/ 677915 h 1357700"/>
              <a:gd name="connsiteX36" fmla="*/ 7853284 w 10678681"/>
              <a:gd name="connsiteY36" fmla="*/ 723588 h 1357700"/>
              <a:gd name="connsiteX37" fmla="*/ 7802383 w 10678681"/>
              <a:gd name="connsiteY37" fmla="*/ 739359 h 1357700"/>
              <a:gd name="connsiteX38" fmla="*/ 7782280 w 10678681"/>
              <a:gd name="connsiteY38" fmla="*/ 712868 h 1357700"/>
              <a:gd name="connsiteX39" fmla="*/ 7730518 w 10678681"/>
              <a:gd name="connsiteY39" fmla="*/ 739526 h 1357700"/>
              <a:gd name="connsiteX40" fmla="*/ 7652907 w 10678681"/>
              <a:gd name="connsiteY40" fmla="*/ 783273 h 1357700"/>
              <a:gd name="connsiteX41" fmla="*/ 7606008 w 10678681"/>
              <a:gd name="connsiteY41" fmla="*/ 800717 h 1357700"/>
              <a:gd name="connsiteX42" fmla="*/ 7480223 w 10678681"/>
              <a:gd name="connsiteY42" fmla="*/ 856821 h 1357700"/>
              <a:gd name="connsiteX43" fmla="*/ 7356005 w 10678681"/>
              <a:gd name="connsiteY43" fmla="*/ 919462 h 1357700"/>
              <a:gd name="connsiteX44" fmla="*/ 7305396 w 10678681"/>
              <a:gd name="connsiteY44" fmla="*/ 986228 h 1357700"/>
              <a:gd name="connsiteX45" fmla="*/ 7298314 w 10678681"/>
              <a:gd name="connsiteY45" fmla="*/ 989899 h 1357700"/>
              <a:gd name="connsiteX46" fmla="*/ 7277477 w 10678681"/>
              <a:gd name="connsiteY46" fmla="*/ 990571 h 1357700"/>
              <a:gd name="connsiteX47" fmla="*/ 7269396 w 10678681"/>
              <a:gd name="connsiteY47" fmla="*/ 989282 h 1357700"/>
              <a:gd name="connsiteX48" fmla="*/ 7258094 w 10678681"/>
              <a:gd name="connsiteY48" fmla="*/ 990679 h 1357700"/>
              <a:gd name="connsiteX49" fmla="*/ 7257893 w 10678681"/>
              <a:gd name="connsiteY49" fmla="*/ 991204 h 1357700"/>
              <a:gd name="connsiteX50" fmla="*/ 7247153 w 10678681"/>
              <a:gd name="connsiteY50" fmla="*/ 991550 h 1357700"/>
              <a:gd name="connsiteX51" fmla="*/ 7193612 w 10678681"/>
              <a:gd name="connsiteY51" fmla="*/ 987042 h 1357700"/>
              <a:gd name="connsiteX52" fmla="*/ 7132632 w 10678681"/>
              <a:gd name="connsiteY52" fmla="*/ 1042036 h 1357700"/>
              <a:gd name="connsiteX53" fmla="*/ 7105610 w 10678681"/>
              <a:gd name="connsiteY53" fmla="*/ 1053537 h 1357700"/>
              <a:gd name="connsiteX54" fmla="*/ 7091599 w 10678681"/>
              <a:gd name="connsiteY54" fmla="*/ 1062302 h 1357700"/>
              <a:gd name="connsiteX55" fmla="*/ 7090998 w 10678681"/>
              <a:gd name="connsiteY55" fmla="*/ 1064540 h 1357700"/>
              <a:gd name="connsiteX56" fmla="*/ 7039634 w 10678681"/>
              <a:gd name="connsiteY56" fmla="*/ 1059971 h 1357700"/>
              <a:gd name="connsiteX57" fmla="*/ 7033445 w 10678681"/>
              <a:gd name="connsiteY57" fmla="*/ 1063314 h 1357700"/>
              <a:gd name="connsiteX58" fmla="*/ 6999157 w 10678681"/>
              <a:gd name="connsiteY58" fmla="*/ 1055282 h 1357700"/>
              <a:gd name="connsiteX59" fmla="*/ 6981874 w 10678681"/>
              <a:gd name="connsiteY59" fmla="*/ 1053827 h 1357700"/>
              <a:gd name="connsiteX60" fmla="*/ 6976102 w 10678681"/>
              <a:gd name="connsiteY60" fmla="*/ 1047854 h 1357700"/>
              <a:gd name="connsiteX61" fmla="*/ 6951040 w 10678681"/>
              <a:gd name="connsiteY61" fmla="*/ 1048531 h 1357700"/>
              <a:gd name="connsiteX62" fmla="*/ 6948497 w 10678681"/>
              <a:gd name="connsiteY62" fmla="*/ 1050706 h 1357700"/>
              <a:gd name="connsiteX63" fmla="*/ 6926582 w 10678681"/>
              <a:gd name="connsiteY63" fmla="*/ 1043462 h 1357700"/>
              <a:gd name="connsiteX64" fmla="*/ 6833743 w 10678681"/>
              <a:gd name="connsiteY64" fmla="*/ 1027960 h 1357700"/>
              <a:gd name="connsiteX65" fmla="*/ 6687090 w 10678681"/>
              <a:gd name="connsiteY65" fmla="*/ 1063250 h 1357700"/>
              <a:gd name="connsiteX66" fmla="*/ 6437450 w 10678681"/>
              <a:gd name="connsiteY66" fmla="*/ 1101075 h 1357700"/>
              <a:gd name="connsiteX67" fmla="*/ 6327795 w 10678681"/>
              <a:gd name="connsiteY67" fmla="*/ 1088142 h 1357700"/>
              <a:gd name="connsiteX68" fmla="*/ 6136549 w 10678681"/>
              <a:gd name="connsiteY68" fmla="*/ 1100268 h 1357700"/>
              <a:gd name="connsiteX69" fmla="*/ 6004655 w 10678681"/>
              <a:gd name="connsiteY69" fmla="*/ 1114946 h 1357700"/>
              <a:gd name="connsiteX70" fmla="*/ 5936643 w 10678681"/>
              <a:gd name="connsiteY70" fmla="*/ 1095428 h 1357700"/>
              <a:gd name="connsiteX71" fmla="*/ 5912484 w 10678681"/>
              <a:gd name="connsiteY71" fmla="*/ 1112624 h 1357700"/>
              <a:gd name="connsiteX72" fmla="*/ 5908387 w 10678681"/>
              <a:gd name="connsiteY72" fmla="*/ 1116018 h 1357700"/>
              <a:gd name="connsiteX73" fmla="*/ 5890495 w 10678681"/>
              <a:gd name="connsiteY73" fmla="*/ 1120268 h 1357700"/>
              <a:gd name="connsiteX74" fmla="*/ 5887318 w 10678681"/>
              <a:gd name="connsiteY74" fmla="*/ 1133134 h 1357700"/>
              <a:gd name="connsiteX75" fmla="*/ 5861726 w 10678681"/>
              <a:gd name="connsiteY75" fmla="*/ 1147891 h 1357700"/>
              <a:gd name="connsiteX76" fmla="*/ 5805823 w 10678681"/>
              <a:gd name="connsiteY76" fmla="*/ 1152457 h 1357700"/>
              <a:gd name="connsiteX77" fmla="*/ 5689841 w 10678681"/>
              <a:gd name="connsiteY77" fmla="*/ 1176232 h 1357700"/>
              <a:gd name="connsiteX78" fmla="*/ 5605119 w 10678681"/>
              <a:gd name="connsiteY78" fmla="*/ 1190202 h 1357700"/>
              <a:gd name="connsiteX79" fmla="*/ 5488513 w 10678681"/>
              <a:gd name="connsiteY79" fmla="*/ 1205367 h 1357700"/>
              <a:gd name="connsiteX80" fmla="*/ 5402905 w 10678681"/>
              <a:gd name="connsiteY80" fmla="*/ 1241191 h 1357700"/>
              <a:gd name="connsiteX81" fmla="*/ 5285593 w 10678681"/>
              <a:gd name="connsiteY81" fmla="*/ 1273569 h 1357700"/>
              <a:gd name="connsiteX82" fmla="*/ 5192893 w 10678681"/>
              <a:gd name="connsiteY82" fmla="*/ 1247188 h 1357700"/>
              <a:gd name="connsiteX83" fmla="*/ 5186475 w 10678681"/>
              <a:gd name="connsiteY83" fmla="*/ 1257028 h 1357700"/>
              <a:gd name="connsiteX84" fmla="*/ 5126038 w 10678681"/>
              <a:gd name="connsiteY84" fmla="*/ 1263189 h 1357700"/>
              <a:gd name="connsiteX85" fmla="*/ 4894688 w 10678681"/>
              <a:gd name="connsiteY85" fmla="*/ 1247184 h 1357700"/>
              <a:gd name="connsiteX86" fmla="*/ 4788036 w 10678681"/>
              <a:gd name="connsiteY86" fmla="*/ 1238182 h 1357700"/>
              <a:gd name="connsiteX87" fmla="*/ 4747555 w 10678681"/>
              <a:gd name="connsiteY87" fmla="*/ 1252768 h 1357700"/>
              <a:gd name="connsiteX88" fmla="*/ 4679644 w 10678681"/>
              <a:gd name="connsiteY88" fmla="*/ 1276603 h 1357700"/>
              <a:gd name="connsiteX89" fmla="*/ 4632222 w 10678681"/>
              <a:gd name="connsiteY89" fmla="*/ 1318360 h 1357700"/>
              <a:gd name="connsiteX90" fmla="*/ 4617358 w 10678681"/>
              <a:gd name="connsiteY90" fmla="*/ 1327690 h 1357700"/>
              <a:gd name="connsiteX91" fmla="*/ 4589102 w 10678681"/>
              <a:gd name="connsiteY91" fmla="*/ 1321223 h 1357700"/>
              <a:gd name="connsiteX92" fmla="*/ 4578184 w 10678681"/>
              <a:gd name="connsiteY92" fmla="*/ 1326745 h 1357700"/>
              <a:gd name="connsiteX93" fmla="*/ 4574270 w 10678681"/>
              <a:gd name="connsiteY93" fmla="*/ 1325878 h 1357700"/>
              <a:gd name="connsiteX94" fmla="*/ 4564919 w 10678681"/>
              <a:gd name="connsiteY94" fmla="*/ 1325507 h 1357700"/>
              <a:gd name="connsiteX95" fmla="*/ 4566586 w 10678681"/>
              <a:gd name="connsiteY95" fmla="*/ 1316963 h 1357700"/>
              <a:gd name="connsiteX96" fmla="*/ 4556303 w 10678681"/>
              <a:gd name="connsiteY96" fmla="*/ 1300262 h 1357700"/>
              <a:gd name="connsiteX97" fmla="*/ 4502358 w 10678681"/>
              <a:gd name="connsiteY97" fmla="*/ 1302558 h 1357700"/>
              <a:gd name="connsiteX98" fmla="*/ 4498919 w 10678681"/>
              <a:gd name="connsiteY98" fmla="*/ 1312115 h 1357700"/>
              <a:gd name="connsiteX99" fmla="*/ 4492075 w 10678681"/>
              <a:gd name="connsiteY99" fmla="*/ 1313357 h 1357700"/>
              <a:gd name="connsiteX100" fmla="*/ 4487466 w 10678681"/>
              <a:gd name="connsiteY100" fmla="*/ 1304102 h 1357700"/>
              <a:gd name="connsiteX101" fmla="*/ 4398292 w 10678681"/>
              <a:gd name="connsiteY101" fmla="*/ 1278410 h 1357700"/>
              <a:gd name="connsiteX102" fmla="*/ 4306088 w 10678681"/>
              <a:gd name="connsiteY102" fmla="*/ 1282512 h 1357700"/>
              <a:gd name="connsiteX103" fmla="*/ 4188995 w 10678681"/>
              <a:gd name="connsiteY103" fmla="*/ 1296718 h 1357700"/>
              <a:gd name="connsiteX104" fmla="*/ 4136582 w 10678681"/>
              <a:gd name="connsiteY104" fmla="*/ 1287687 h 1357700"/>
              <a:gd name="connsiteX105" fmla="*/ 4064614 w 10678681"/>
              <a:gd name="connsiteY105" fmla="*/ 1296118 h 1357700"/>
              <a:gd name="connsiteX106" fmla="*/ 3906561 w 10678681"/>
              <a:gd name="connsiteY106" fmla="*/ 1352435 h 1357700"/>
              <a:gd name="connsiteX107" fmla="*/ 3787890 w 10678681"/>
              <a:gd name="connsiteY107" fmla="*/ 1352442 h 1357700"/>
              <a:gd name="connsiteX108" fmla="*/ 3745993 w 10678681"/>
              <a:gd name="connsiteY108" fmla="*/ 1342630 h 1357700"/>
              <a:gd name="connsiteX109" fmla="*/ 3675785 w 10678681"/>
              <a:gd name="connsiteY109" fmla="*/ 1326802 h 1357700"/>
              <a:gd name="connsiteX110" fmla="*/ 3623856 w 10678681"/>
              <a:gd name="connsiteY110" fmla="*/ 1290804 h 1357700"/>
              <a:gd name="connsiteX111" fmla="*/ 3564933 w 10678681"/>
              <a:gd name="connsiteY111" fmla="*/ 1287147 h 1357700"/>
              <a:gd name="connsiteX112" fmla="*/ 3550537 w 10678681"/>
              <a:gd name="connsiteY112" fmla="*/ 1317552 h 1357700"/>
              <a:gd name="connsiteX113" fmla="*/ 3487736 w 10678681"/>
              <a:gd name="connsiteY113" fmla="*/ 1303493 h 1357700"/>
              <a:gd name="connsiteX114" fmla="*/ 3392548 w 10678681"/>
              <a:gd name="connsiteY114" fmla="*/ 1278741 h 1357700"/>
              <a:gd name="connsiteX115" fmla="*/ 3337466 w 10678681"/>
              <a:gd name="connsiteY115" fmla="*/ 1272537 h 1357700"/>
              <a:gd name="connsiteX116" fmla="*/ 3187206 w 10678681"/>
              <a:gd name="connsiteY116" fmla="*/ 1246821 h 1357700"/>
              <a:gd name="connsiteX117" fmla="*/ 3036856 w 10678681"/>
              <a:gd name="connsiteY117" fmla="*/ 1214383 h 1357700"/>
              <a:gd name="connsiteX118" fmla="*/ 2948654 w 10678681"/>
              <a:gd name="connsiteY118" fmla="*/ 1157455 h 1357700"/>
              <a:gd name="connsiteX119" fmla="*/ 2824973 w 10678681"/>
              <a:gd name="connsiteY119" fmla="*/ 1134864 h 1357700"/>
              <a:gd name="connsiteX120" fmla="*/ 2804398 w 10678681"/>
              <a:gd name="connsiteY120" fmla="*/ 1125556 h 1357700"/>
              <a:gd name="connsiteX121" fmla="*/ 2775396 w 10678681"/>
              <a:gd name="connsiteY121" fmla="*/ 1130148 h 1357700"/>
              <a:gd name="connsiteX122" fmla="*/ 2659096 w 10678681"/>
              <a:gd name="connsiteY122" fmla="*/ 1150294 h 1357700"/>
              <a:gd name="connsiteX123" fmla="*/ 2567088 w 10678681"/>
              <a:gd name="connsiteY123" fmla="*/ 1181781 h 1357700"/>
              <a:gd name="connsiteX124" fmla="*/ 2454501 w 10678681"/>
              <a:gd name="connsiteY124" fmla="*/ 1155455 h 1357700"/>
              <a:gd name="connsiteX125" fmla="*/ 2385161 w 10678681"/>
              <a:gd name="connsiteY125" fmla="*/ 1161312 h 1357700"/>
              <a:gd name="connsiteX126" fmla="*/ 2270528 w 10678681"/>
              <a:gd name="connsiteY126" fmla="*/ 1204338 h 1357700"/>
              <a:gd name="connsiteX127" fmla="*/ 2121820 w 10678681"/>
              <a:gd name="connsiteY127" fmla="*/ 1187078 h 1357700"/>
              <a:gd name="connsiteX128" fmla="*/ 2092716 w 10678681"/>
              <a:gd name="connsiteY128" fmla="*/ 1139224 h 1357700"/>
              <a:gd name="connsiteX129" fmla="*/ 2052449 w 10678681"/>
              <a:gd name="connsiteY129" fmla="*/ 1109687 h 1357700"/>
              <a:gd name="connsiteX130" fmla="*/ 2032607 w 10678681"/>
              <a:gd name="connsiteY130" fmla="*/ 1175477 h 1357700"/>
              <a:gd name="connsiteX131" fmla="*/ 1901837 w 10678681"/>
              <a:gd name="connsiteY131" fmla="*/ 1221762 h 1357700"/>
              <a:gd name="connsiteX132" fmla="*/ 1836762 w 10678681"/>
              <a:gd name="connsiteY132" fmla="*/ 1237387 h 1357700"/>
              <a:gd name="connsiteX133" fmla="*/ 1735877 w 10678681"/>
              <a:gd name="connsiteY133" fmla="*/ 1246527 h 1357700"/>
              <a:gd name="connsiteX134" fmla="*/ 1705069 w 10678681"/>
              <a:gd name="connsiteY134" fmla="*/ 1251989 h 1357700"/>
              <a:gd name="connsiteX135" fmla="*/ 1397689 w 10678681"/>
              <a:gd name="connsiteY135" fmla="*/ 1336144 h 1357700"/>
              <a:gd name="connsiteX136" fmla="*/ 1220734 w 10678681"/>
              <a:gd name="connsiteY136" fmla="*/ 1257811 h 1357700"/>
              <a:gd name="connsiteX137" fmla="*/ 1021737 w 10678681"/>
              <a:gd name="connsiteY137" fmla="*/ 1238739 h 1357700"/>
              <a:gd name="connsiteX138" fmla="*/ 959820 w 10678681"/>
              <a:gd name="connsiteY138" fmla="*/ 1275863 h 1357700"/>
              <a:gd name="connsiteX139" fmla="*/ 929137 w 10678681"/>
              <a:gd name="connsiteY139" fmla="*/ 1273957 h 1357700"/>
              <a:gd name="connsiteX140" fmla="*/ 878849 w 10678681"/>
              <a:gd name="connsiteY140" fmla="*/ 1266740 h 1357700"/>
              <a:gd name="connsiteX141" fmla="*/ 800667 w 10678681"/>
              <a:gd name="connsiteY141" fmla="*/ 1282041 h 1357700"/>
              <a:gd name="connsiteX142" fmla="*/ 644906 w 10678681"/>
              <a:gd name="connsiteY142" fmla="*/ 1273685 h 1357700"/>
              <a:gd name="connsiteX143" fmla="*/ 379869 w 10678681"/>
              <a:gd name="connsiteY143" fmla="*/ 1339165 h 1357700"/>
              <a:gd name="connsiteX144" fmla="*/ 137696 w 10678681"/>
              <a:gd name="connsiteY144" fmla="*/ 1319217 h 1357700"/>
              <a:gd name="connsiteX145" fmla="*/ 54250 w 10678681"/>
              <a:gd name="connsiteY145" fmla="*/ 1315838 h 1357700"/>
              <a:gd name="connsiteX146" fmla="*/ 28042 w 10678681"/>
              <a:gd name="connsiteY146" fmla="*/ 1297822 h 1357700"/>
              <a:gd name="connsiteX147" fmla="*/ 0 w 10678681"/>
              <a:gd name="connsiteY147" fmla="*/ 1294612 h 1357700"/>
              <a:gd name="connsiteX148" fmla="*/ 0 w 10678681"/>
              <a:gd name="connsiteY148" fmla="*/ 0 h 1357700"/>
              <a:gd name="connsiteX0" fmla="*/ 0 w 10678681"/>
              <a:gd name="connsiteY0" fmla="*/ 0 h 1357700"/>
              <a:gd name="connsiteX1" fmla="*/ 10678681 w 10678681"/>
              <a:gd name="connsiteY1" fmla="*/ 0 h 1357700"/>
              <a:gd name="connsiteX2" fmla="*/ 10666019 w 10678681"/>
              <a:gd name="connsiteY2" fmla="*/ 7876 h 1357700"/>
              <a:gd name="connsiteX3" fmla="*/ 10632825 w 10678681"/>
              <a:gd name="connsiteY3" fmla="*/ 32153 h 1357700"/>
              <a:gd name="connsiteX4" fmla="*/ 10510605 w 10678681"/>
              <a:gd name="connsiteY4" fmla="*/ 30449 h 1357700"/>
              <a:gd name="connsiteX5" fmla="*/ 10456989 w 10678681"/>
              <a:gd name="connsiteY5" fmla="*/ 979 h 1357700"/>
              <a:gd name="connsiteX6" fmla="*/ 10438642 w 10678681"/>
              <a:gd name="connsiteY6" fmla="*/ 1524 h 1357700"/>
              <a:gd name="connsiteX7" fmla="*/ 10407146 w 10678681"/>
              <a:gd name="connsiteY7" fmla="*/ 43659 h 1357700"/>
              <a:gd name="connsiteX8" fmla="*/ 10357996 w 10678681"/>
              <a:gd name="connsiteY8" fmla="*/ 50836 h 1357700"/>
              <a:gd name="connsiteX9" fmla="*/ 10306667 w 10678681"/>
              <a:gd name="connsiteY9" fmla="*/ 109739 h 1357700"/>
              <a:gd name="connsiteX10" fmla="*/ 10115334 w 10678681"/>
              <a:gd name="connsiteY10" fmla="*/ 155658 h 1357700"/>
              <a:gd name="connsiteX11" fmla="*/ 10068157 w 10678681"/>
              <a:gd name="connsiteY11" fmla="*/ 215673 h 1357700"/>
              <a:gd name="connsiteX12" fmla="*/ 10045431 w 10678681"/>
              <a:gd name="connsiteY12" fmla="*/ 229568 h 1357700"/>
              <a:gd name="connsiteX13" fmla="*/ 10013265 w 10678681"/>
              <a:gd name="connsiteY13" fmla="*/ 284757 h 1357700"/>
              <a:gd name="connsiteX14" fmla="*/ 9862496 w 10678681"/>
              <a:gd name="connsiteY14" fmla="*/ 223033 h 1357700"/>
              <a:gd name="connsiteX15" fmla="*/ 9679638 w 10678681"/>
              <a:gd name="connsiteY15" fmla="*/ 277462 h 1357700"/>
              <a:gd name="connsiteX16" fmla="*/ 9498347 w 10678681"/>
              <a:gd name="connsiteY16" fmla="*/ 244723 h 1357700"/>
              <a:gd name="connsiteX17" fmla="*/ 9399702 w 10678681"/>
              <a:gd name="connsiteY17" fmla="*/ 276316 h 1357700"/>
              <a:gd name="connsiteX18" fmla="*/ 9378439 w 10678681"/>
              <a:gd name="connsiteY18" fmla="*/ 326244 h 1357700"/>
              <a:gd name="connsiteX19" fmla="*/ 9121744 w 10678681"/>
              <a:gd name="connsiteY19" fmla="*/ 365177 h 1357700"/>
              <a:gd name="connsiteX20" fmla="*/ 9061654 w 10678681"/>
              <a:gd name="connsiteY20" fmla="*/ 393730 h 1357700"/>
              <a:gd name="connsiteX21" fmla="*/ 8997577 w 10678681"/>
              <a:gd name="connsiteY21" fmla="*/ 380865 h 1357700"/>
              <a:gd name="connsiteX22" fmla="*/ 8907968 w 10678681"/>
              <a:gd name="connsiteY22" fmla="*/ 447345 h 1357700"/>
              <a:gd name="connsiteX23" fmla="*/ 8764163 w 10678681"/>
              <a:gd name="connsiteY23" fmla="*/ 471000 h 1357700"/>
              <a:gd name="connsiteX24" fmla="*/ 8680155 w 10678681"/>
              <a:gd name="connsiteY24" fmla="*/ 492404 h 1357700"/>
              <a:gd name="connsiteX25" fmla="*/ 8651436 w 10678681"/>
              <a:gd name="connsiteY25" fmla="*/ 511923 h 1357700"/>
              <a:gd name="connsiteX26" fmla="*/ 8609185 w 10678681"/>
              <a:gd name="connsiteY26" fmla="*/ 531525 h 1357700"/>
              <a:gd name="connsiteX27" fmla="*/ 8537091 w 10678681"/>
              <a:gd name="connsiteY27" fmla="*/ 574933 h 1357700"/>
              <a:gd name="connsiteX28" fmla="*/ 8435931 w 10678681"/>
              <a:gd name="connsiteY28" fmla="*/ 617926 h 1357700"/>
              <a:gd name="connsiteX29" fmla="*/ 8348623 w 10678681"/>
              <a:gd name="connsiteY29" fmla="*/ 600607 h 1357700"/>
              <a:gd name="connsiteX30" fmla="*/ 8344233 w 10678681"/>
              <a:gd name="connsiteY30" fmla="*/ 610922 h 1357700"/>
              <a:gd name="connsiteX31" fmla="*/ 8290622 w 10678681"/>
              <a:gd name="connsiteY31" fmla="*/ 622687 h 1357700"/>
              <a:gd name="connsiteX32" fmla="*/ 8086698 w 10678681"/>
              <a:gd name="connsiteY32" fmla="*/ 605185 h 1357700"/>
              <a:gd name="connsiteX33" fmla="*/ 7982378 w 10678681"/>
              <a:gd name="connsiteY33" fmla="*/ 629799 h 1357700"/>
              <a:gd name="connsiteX34" fmla="*/ 7947952 w 10678681"/>
              <a:gd name="connsiteY34" fmla="*/ 648003 h 1357700"/>
              <a:gd name="connsiteX35" fmla="*/ 7890112 w 10678681"/>
              <a:gd name="connsiteY35" fmla="*/ 677915 h 1357700"/>
              <a:gd name="connsiteX36" fmla="*/ 7853284 w 10678681"/>
              <a:gd name="connsiteY36" fmla="*/ 723588 h 1357700"/>
              <a:gd name="connsiteX37" fmla="*/ 7802383 w 10678681"/>
              <a:gd name="connsiteY37" fmla="*/ 739359 h 1357700"/>
              <a:gd name="connsiteX38" fmla="*/ 7730518 w 10678681"/>
              <a:gd name="connsiteY38" fmla="*/ 739526 h 1357700"/>
              <a:gd name="connsiteX39" fmla="*/ 7652907 w 10678681"/>
              <a:gd name="connsiteY39" fmla="*/ 783273 h 1357700"/>
              <a:gd name="connsiteX40" fmla="*/ 7606008 w 10678681"/>
              <a:gd name="connsiteY40" fmla="*/ 800717 h 1357700"/>
              <a:gd name="connsiteX41" fmla="*/ 7480223 w 10678681"/>
              <a:gd name="connsiteY41" fmla="*/ 856821 h 1357700"/>
              <a:gd name="connsiteX42" fmla="*/ 7356005 w 10678681"/>
              <a:gd name="connsiteY42" fmla="*/ 919462 h 1357700"/>
              <a:gd name="connsiteX43" fmla="*/ 7305396 w 10678681"/>
              <a:gd name="connsiteY43" fmla="*/ 986228 h 1357700"/>
              <a:gd name="connsiteX44" fmla="*/ 7298314 w 10678681"/>
              <a:gd name="connsiteY44" fmla="*/ 989899 h 1357700"/>
              <a:gd name="connsiteX45" fmla="*/ 7277477 w 10678681"/>
              <a:gd name="connsiteY45" fmla="*/ 990571 h 1357700"/>
              <a:gd name="connsiteX46" fmla="*/ 7269396 w 10678681"/>
              <a:gd name="connsiteY46" fmla="*/ 989282 h 1357700"/>
              <a:gd name="connsiteX47" fmla="*/ 7258094 w 10678681"/>
              <a:gd name="connsiteY47" fmla="*/ 990679 h 1357700"/>
              <a:gd name="connsiteX48" fmla="*/ 7257893 w 10678681"/>
              <a:gd name="connsiteY48" fmla="*/ 991204 h 1357700"/>
              <a:gd name="connsiteX49" fmla="*/ 7247153 w 10678681"/>
              <a:gd name="connsiteY49" fmla="*/ 991550 h 1357700"/>
              <a:gd name="connsiteX50" fmla="*/ 7193612 w 10678681"/>
              <a:gd name="connsiteY50" fmla="*/ 987042 h 1357700"/>
              <a:gd name="connsiteX51" fmla="*/ 7132632 w 10678681"/>
              <a:gd name="connsiteY51" fmla="*/ 1042036 h 1357700"/>
              <a:gd name="connsiteX52" fmla="*/ 7105610 w 10678681"/>
              <a:gd name="connsiteY52" fmla="*/ 1053537 h 1357700"/>
              <a:gd name="connsiteX53" fmla="*/ 7091599 w 10678681"/>
              <a:gd name="connsiteY53" fmla="*/ 1062302 h 1357700"/>
              <a:gd name="connsiteX54" fmla="*/ 7090998 w 10678681"/>
              <a:gd name="connsiteY54" fmla="*/ 1064540 h 1357700"/>
              <a:gd name="connsiteX55" fmla="*/ 7039634 w 10678681"/>
              <a:gd name="connsiteY55" fmla="*/ 1059971 h 1357700"/>
              <a:gd name="connsiteX56" fmla="*/ 7033445 w 10678681"/>
              <a:gd name="connsiteY56" fmla="*/ 1063314 h 1357700"/>
              <a:gd name="connsiteX57" fmla="*/ 6999157 w 10678681"/>
              <a:gd name="connsiteY57" fmla="*/ 1055282 h 1357700"/>
              <a:gd name="connsiteX58" fmla="*/ 6981874 w 10678681"/>
              <a:gd name="connsiteY58" fmla="*/ 1053827 h 1357700"/>
              <a:gd name="connsiteX59" fmla="*/ 6976102 w 10678681"/>
              <a:gd name="connsiteY59" fmla="*/ 1047854 h 1357700"/>
              <a:gd name="connsiteX60" fmla="*/ 6951040 w 10678681"/>
              <a:gd name="connsiteY60" fmla="*/ 1048531 h 1357700"/>
              <a:gd name="connsiteX61" fmla="*/ 6948497 w 10678681"/>
              <a:gd name="connsiteY61" fmla="*/ 1050706 h 1357700"/>
              <a:gd name="connsiteX62" fmla="*/ 6926582 w 10678681"/>
              <a:gd name="connsiteY62" fmla="*/ 1043462 h 1357700"/>
              <a:gd name="connsiteX63" fmla="*/ 6833743 w 10678681"/>
              <a:gd name="connsiteY63" fmla="*/ 1027960 h 1357700"/>
              <a:gd name="connsiteX64" fmla="*/ 6687090 w 10678681"/>
              <a:gd name="connsiteY64" fmla="*/ 1063250 h 1357700"/>
              <a:gd name="connsiteX65" fmla="*/ 6437450 w 10678681"/>
              <a:gd name="connsiteY65" fmla="*/ 1101075 h 1357700"/>
              <a:gd name="connsiteX66" fmla="*/ 6327795 w 10678681"/>
              <a:gd name="connsiteY66" fmla="*/ 1088142 h 1357700"/>
              <a:gd name="connsiteX67" fmla="*/ 6136549 w 10678681"/>
              <a:gd name="connsiteY67" fmla="*/ 1100268 h 1357700"/>
              <a:gd name="connsiteX68" fmla="*/ 6004655 w 10678681"/>
              <a:gd name="connsiteY68" fmla="*/ 1114946 h 1357700"/>
              <a:gd name="connsiteX69" fmla="*/ 5936643 w 10678681"/>
              <a:gd name="connsiteY69" fmla="*/ 1095428 h 1357700"/>
              <a:gd name="connsiteX70" fmla="*/ 5912484 w 10678681"/>
              <a:gd name="connsiteY70" fmla="*/ 1112624 h 1357700"/>
              <a:gd name="connsiteX71" fmla="*/ 5908387 w 10678681"/>
              <a:gd name="connsiteY71" fmla="*/ 1116018 h 1357700"/>
              <a:gd name="connsiteX72" fmla="*/ 5890495 w 10678681"/>
              <a:gd name="connsiteY72" fmla="*/ 1120268 h 1357700"/>
              <a:gd name="connsiteX73" fmla="*/ 5887318 w 10678681"/>
              <a:gd name="connsiteY73" fmla="*/ 1133134 h 1357700"/>
              <a:gd name="connsiteX74" fmla="*/ 5861726 w 10678681"/>
              <a:gd name="connsiteY74" fmla="*/ 1147891 h 1357700"/>
              <a:gd name="connsiteX75" fmla="*/ 5805823 w 10678681"/>
              <a:gd name="connsiteY75" fmla="*/ 1152457 h 1357700"/>
              <a:gd name="connsiteX76" fmla="*/ 5689841 w 10678681"/>
              <a:gd name="connsiteY76" fmla="*/ 1176232 h 1357700"/>
              <a:gd name="connsiteX77" fmla="*/ 5605119 w 10678681"/>
              <a:gd name="connsiteY77" fmla="*/ 1190202 h 1357700"/>
              <a:gd name="connsiteX78" fmla="*/ 5488513 w 10678681"/>
              <a:gd name="connsiteY78" fmla="*/ 1205367 h 1357700"/>
              <a:gd name="connsiteX79" fmla="*/ 5402905 w 10678681"/>
              <a:gd name="connsiteY79" fmla="*/ 1241191 h 1357700"/>
              <a:gd name="connsiteX80" fmla="*/ 5285593 w 10678681"/>
              <a:gd name="connsiteY80" fmla="*/ 1273569 h 1357700"/>
              <a:gd name="connsiteX81" fmla="*/ 5192893 w 10678681"/>
              <a:gd name="connsiteY81" fmla="*/ 1247188 h 1357700"/>
              <a:gd name="connsiteX82" fmla="*/ 5186475 w 10678681"/>
              <a:gd name="connsiteY82" fmla="*/ 1257028 h 1357700"/>
              <a:gd name="connsiteX83" fmla="*/ 5126038 w 10678681"/>
              <a:gd name="connsiteY83" fmla="*/ 1263189 h 1357700"/>
              <a:gd name="connsiteX84" fmla="*/ 4894688 w 10678681"/>
              <a:gd name="connsiteY84" fmla="*/ 1247184 h 1357700"/>
              <a:gd name="connsiteX85" fmla="*/ 4788036 w 10678681"/>
              <a:gd name="connsiteY85" fmla="*/ 1238182 h 1357700"/>
              <a:gd name="connsiteX86" fmla="*/ 4747555 w 10678681"/>
              <a:gd name="connsiteY86" fmla="*/ 1252768 h 1357700"/>
              <a:gd name="connsiteX87" fmla="*/ 4679644 w 10678681"/>
              <a:gd name="connsiteY87" fmla="*/ 1276603 h 1357700"/>
              <a:gd name="connsiteX88" fmla="*/ 4632222 w 10678681"/>
              <a:gd name="connsiteY88" fmla="*/ 1318360 h 1357700"/>
              <a:gd name="connsiteX89" fmla="*/ 4617358 w 10678681"/>
              <a:gd name="connsiteY89" fmla="*/ 1327690 h 1357700"/>
              <a:gd name="connsiteX90" fmla="*/ 4589102 w 10678681"/>
              <a:gd name="connsiteY90" fmla="*/ 1321223 h 1357700"/>
              <a:gd name="connsiteX91" fmla="*/ 4578184 w 10678681"/>
              <a:gd name="connsiteY91" fmla="*/ 1326745 h 1357700"/>
              <a:gd name="connsiteX92" fmla="*/ 4574270 w 10678681"/>
              <a:gd name="connsiteY92" fmla="*/ 1325878 h 1357700"/>
              <a:gd name="connsiteX93" fmla="*/ 4564919 w 10678681"/>
              <a:gd name="connsiteY93" fmla="*/ 1325507 h 1357700"/>
              <a:gd name="connsiteX94" fmla="*/ 4566586 w 10678681"/>
              <a:gd name="connsiteY94" fmla="*/ 1316963 h 1357700"/>
              <a:gd name="connsiteX95" fmla="*/ 4556303 w 10678681"/>
              <a:gd name="connsiteY95" fmla="*/ 1300262 h 1357700"/>
              <a:gd name="connsiteX96" fmla="*/ 4502358 w 10678681"/>
              <a:gd name="connsiteY96" fmla="*/ 1302558 h 1357700"/>
              <a:gd name="connsiteX97" fmla="*/ 4498919 w 10678681"/>
              <a:gd name="connsiteY97" fmla="*/ 1312115 h 1357700"/>
              <a:gd name="connsiteX98" fmla="*/ 4492075 w 10678681"/>
              <a:gd name="connsiteY98" fmla="*/ 1313357 h 1357700"/>
              <a:gd name="connsiteX99" fmla="*/ 4487466 w 10678681"/>
              <a:gd name="connsiteY99" fmla="*/ 1304102 h 1357700"/>
              <a:gd name="connsiteX100" fmla="*/ 4398292 w 10678681"/>
              <a:gd name="connsiteY100" fmla="*/ 1278410 h 1357700"/>
              <a:gd name="connsiteX101" fmla="*/ 4306088 w 10678681"/>
              <a:gd name="connsiteY101" fmla="*/ 1282512 h 1357700"/>
              <a:gd name="connsiteX102" fmla="*/ 4188995 w 10678681"/>
              <a:gd name="connsiteY102" fmla="*/ 1296718 h 1357700"/>
              <a:gd name="connsiteX103" fmla="*/ 4136582 w 10678681"/>
              <a:gd name="connsiteY103" fmla="*/ 1287687 h 1357700"/>
              <a:gd name="connsiteX104" fmla="*/ 4064614 w 10678681"/>
              <a:gd name="connsiteY104" fmla="*/ 1296118 h 1357700"/>
              <a:gd name="connsiteX105" fmla="*/ 3906561 w 10678681"/>
              <a:gd name="connsiteY105" fmla="*/ 1352435 h 1357700"/>
              <a:gd name="connsiteX106" fmla="*/ 3787890 w 10678681"/>
              <a:gd name="connsiteY106" fmla="*/ 1352442 h 1357700"/>
              <a:gd name="connsiteX107" fmla="*/ 3745993 w 10678681"/>
              <a:gd name="connsiteY107" fmla="*/ 1342630 h 1357700"/>
              <a:gd name="connsiteX108" fmla="*/ 3675785 w 10678681"/>
              <a:gd name="connsiteY108" fmla="*/ 1326802 h 1357700"/>
              <a:gd name="connsiteX109" fmla="*/ 3623856 w 10678681"/>
              <a:gd name="connsiteY109" fmla="*/ 1290804 h 1357700"/>
              <a:gd name="connsiteX110" fmla="*/ 3564933 w 10678681"/>
              <a:gd name="connsiteY110" fmla="*/ 1287147 h 1357700"/>
              <a:gd name="connsiteX111" fmla="*/ 3550537 w 10678681"/>
              <a:gd name="connsiteY111" fmla="*/ 1317552 h 1357700"/>
              <a:gd name="connsiteX112" fmla="*/ 3487736 w 10678681"/>
              <a:gd name="connsiteY112" fmla="*/ 1303493 h 1357700"/>
              <a:gd name="connsiteX113" fmla="*/ 3392548 w 10678681"/>
              <a:gd name="connsiteY113" fmla="*/ 1278741 h 1357700"/>
              <a:gd name="connsiteX114" fmla="*/ 3337466 w 10678681"/>
              <a:gd name="connsiteY114" fmla="*/ 1272537 h 1357700"/>
              <a:gd name="connsiteX115" fmla="*/ 3187206 w 10678681"/>
              <a:gd name="connsiteY115" fmla="*/ 1246821 h 1357700"/>
              <a:gd name="connsiteX116" fmla="*/ 3036856 w 10678681"/>
              <a:gd name="connsiteY116" fmla="*/ 1214383 h 1357700"/>
              <a:gd name="connsiteX117" fmla="*/ 2948654 w 10678681"/>
              <a:gd name="connsiteY117" fmla="*/ 1157455 h 1357700"/>
              <a:gd name="connsiteX118" fmla="*/ 2824973 w 10678681"/>
              <a:gd name="connsiteY118" fmla="*/ 1134864 h 1357700"/>
              <a:gd name="connsiteX119" fmla="*/ 2804398 w 10678681"/>
              <a:gd name="connsiteY119" fmla="*/ 1125556 h 1357700"/>
              <a:gd name="connsiteX120" fmla="*/ 2775396 w 10678681"/>
              <a:gd name="connsiteY120" fmla="*/ 1130148 h 1357700"/>
              <a:gd name="connsiteX121" fmla="*/ 2659096 w 10678681"/>
              <a:gd name="connsiteY121" fmla="*/ 1150294 h 1357700"/>
              <a:gd name="connsiteX122" fmla="*/ 2567088 w 10678681"/>
              <a:gd name="connsiteY122" fmla="*/ 1181781 h 1357700"/>
              <a:gd name="connsiteX123" fmla="*/ 2454501 w 10678681"/>
              <a:gd name="connsiteY123" fmla="*/ 1155455 h 1357700"/>
              <a:gd name="connsiteX124" fmla="*/ 2385161 w 10678681"/>
              <a:gd name="connsiteY124" fmla="*/ 1161312 h 1357700"/>
              <a:gd name="connsiteX125" fmla="*/ 2270528 w 10678681"/>
              <a:gd name="connsiteY125" fmla="*/ 1204338 h 1357700"/>
              <a:gd name="connsiteX126" fmla="*/ 2121820 w 10678681"/>
              <a:gd name="connsiteY126" fmla="*/ 1187078 h 1357700"/>
              <a:gd name="connsiteX127" fmla="*/ 2092716 w 10678681"/>
              <a:gd name="connsiteY127" fmla="*/ 1139224 h 1357700"/>
              <a:gd name="connsiteX128" fmla="*/ 2052449 w 10678681"/>
              <a:gd name="connsiteY128" fmla="*/ 1109687 h 1357700"/>
              <a:gd name="connsiteX129" fmla="*/ 2032607 w 10678681"/>
              <a:gd name="connsiteY129" fmla="*/ 1175477 h 1357700"/>
              <a:gd name="connsiteX130" fmla="*/ 1901837 w 10678681"/>
              <a:gd name="connsiteY130" fmla="*/ 1221762 h 1357700"/>
              <a:gd name="connsiteX131" fmla="*/ 1836762 w 10678681"/>
              <a:gd name="connsiteY131" fmla="*/ 1237387 h 1357700"/>
              <a:gd name="connsiteX132" fmla="*/ 1735877 w 10678681"/>
              <a:gd name="connsiteY132" fmla="*/ 1246527 h 1357700"/>
              <a:gd name="connsiteX133" fmla="*/ 1705069 w 10678681"/>
              <a:gd name="connsiteY133" fmla="*/ 1251989 h 1357700"/>
              <a:gd name="connsiteX134" fmla="*/ 1397689 w 10678681"/>
              <a:gd name="connsiteY134" fmla="*/ 1336144 h 1357700"/>
              <a:gd name="connsiteX135" fmla="*/ 1220734 w 10678681"/>
              <a:gd name="connsiteY135" fmla="*/ 1257811 h 1357700"/>
              <a:gd name="connsiteX136" fmla="*/ 1021737 w 10678681"/>
              <a:gd name="connsiteY136" fmla="*/ 1238739 h 1357700"/>
              <a:gd name="connsiteX137" fmla="*/ 959820 w 10678681"/>
              <a:gd name="connsiteY137" fmla="*/ 1275863 h 1357700"/>
              <a:gd name="connsiteX138" fmla="*/ 929137 w 10678681"/>
              <a:gd name="connsiteY138" fmla="*/ 1273957 h 1357700"/>
              <a:gd name="connsiteX139" fmla="*/ 878849 w 10678681"/>
              <a:gd name="connsiteY139" fmla="*/ 1266740 h 1357700"/>
              <a:gd name="connsiteX140" fmla="*/ 800667 w 10678681"/>
              <a:gd name="connsiteY140" fmla="*/ 1282041 h 1357700"/>
              <a:gd name="connsiteX141" fmla="*/ 644906 w 10678681"/>
              <a:gd name="connsiteY141" fmla="*/ 1273685 h 1357700"/>
              <a:gd name="connsiteX142" fmla="*/ 379869 w 10678681"/>
              <a:gd name="connsiteY142" fmla="*/ 1339165 h 1357700"/>
              <a:gd name="connsiteX143" fmla="*/ 137696 w 10678681"/>
              <a:gd name="connsiteY143" fmla="*/ 1319217 h 1357700"/>
              <a:gd name="connsiteX144" fmla="*/ 54250 w 10678681"/>
              <a:gd name="connsiteY144" fmla="*/ 1315838 h 1357700"/>
              <a:gd name="connsiteX145" fmla="*/ 28042 w 10678681"/>
              <a:gd name="connsiteY145" fmla="*/ 1297822 h 1357700"/>
              <a:gd name="connsiteX146" fmla="*/ 0 w 10678681"/>
              <a:gd name="connsiteY146" fmla="*/ 1294612 h 1357700"/>
              <a:gd name="connsiteX147" fmla="*/ 0 w 10678681"/>
              <a:gd name="connsiteY147" fmla="*/ 0 h 1357700"/>
              <a:gd name="connsiteX0" fmla="*/ 0 w 10678681"/>
              <a:gd name="connsiteY0" fmla="*/ 0 h 1357700"/>
              <a:gd name="connsiteX1" fmla="*/ 10678681 w 10678681"/>
              <a:gd name="connsiteY1" fmla="*/ 0 h 1357700"/>
              <a:gd name="connsiteX2" fmla="*/ 10666019 w 10678681"/>
              <a:gd name="connsiteY2" fmla="*/ 7876 h 1357700"/>
              <a:gd name="connsiteX3" fmla="*/ 10632825 w 10678681"/>
              <a:gd name="connsiteY3" fmla="*/ 32153 h 1357700"/>
              <a:gd name="connsiteX4" fmla="*/ 10510605 w 10678681"/>
              <a:gd name="connsiteY4" fmla="*/ 30449 h 1357700"/>
              <a:gd name="connsiteX5" fmla="*/ 10456989 w 10678681"/>
              <a:gd name="connsiteY5" fmla="*/ 979 h 1357700"/>
              <a:gd name="connsiteX6" fmla="*/ 10438642 w 10678681"/>
              <a:gd name="connsiteY6" fmla="*/ 1524 h 1357700"/>
              <a:gd name="connsiteX7" fmla="*/ 10407146 w 10678681"/>
              <a:gd name="connsiteY7" fmla="*/ 43659 h 1357700"/>
              <a:gd name="connsiteX8" fmla="*/ 10357996 w 10678681"/>
              <a:gd name="connsiteY8" fmla="*/ 50836 h 1357700"/>
              <a:gd name="connsiteX9" fmla="*/ 10306667 w 10678681"/>
              <a:gd name="connsiteY9" fmla="*/ 109739 h 1357700"/>
              <a:gd name="connsiteX10" fmla="*/ 10115334 w 10678681"/>
              <a:gd name="connsiteY10" fmla="*/ 155658 h 1357700"/>
              <a:gd name="connsiteX11" fmla="*/ 10068157 w 10678681"/>
              <a:gd name="connsiteY11" fmla="*/ 215673 h 1357700"/>
              <a:gd name="connsiteX12" fmla="*/ 10045431 w 10678681"/>
              <a:gd name="connsiteY12" fmla="*/ 229568 h 1357700"/>
              <a:gd name="connsiteX13" fmla="*/ 10013265 w 10678681"/>
              <a:gd name="connsiteY13" fmla="*/ 284757 h 1357700"/>
              <a:gd name="connsiteX14" fmla="*/ 9862496 w 10678681"/>
              <a:gd name="connsiteY14" fmla="*/ 223033 h 1357700"/>
              <a:gd name="connsiteX15" fmla="*/ 9679638 w 10678681"/>
              <a:gd name="connsiteY15" fmla="*/ 277462 h 1357700"/>
              <a:gd name="connsiteX16" fmla="*/ 9498347 w 10678681"/>
              <a:gd name="connsiteY16" fmla="*/ 244723 h 1357700"/>
              <a:gd name="connsiteX17" fmla="*/ 9399702 w 10678681"/>
              <a:gd name="connsiteY17" fmla="*/ 276316 h 1357700"/>
              <a:gd name="connsiteX18" fmla="*/ 9378439 w 10678681"/>
              <a:gd name="connsiteY18" fmla="*/ 326244 h 1357700"/>
              <a:gd name="connsiteX19" fmla="*/ 9121744 w 10678681"/>
              <a:gd name="connsiteY19" fmla="*/ 365177 h 1357700"/>
              <a:gd name="connsiteX20" fmla="*/ 9061654 w 10678681"/>
              <a:gd name="connsiteY20" fmla="*/ 393730 h 1357700"/>
              <a:gd name="connsiteX21" fmla="*/ 8997577 w 10678681"/>
              <a:gd name="connsiteY21" fmla="*/ 380865 h 1357700"/>
              <a:gd name="connsiteX22" fmla="*/ 8907968 w 10678681"/>
              <a:gd name="connsiteY22" fmla="*/ 447345 h 1357700"/>
              <a:gd name="connsiteX23" fmla="*/ 8764163 w 10678681"/>
              <a:gd name="connsiteY23" fmla="*/ 471000 h 1357700"/>
              <a:gd name="connsiteX24" fmla="*/ 8680155 w 10678681"/>
              <a:gd name="connsiteY24" fmla="*/ 492404 h 1357700"/>
              <a:gd name="connsiteX25" fmla="*/ 8651436 w 10678681"/>
              <a:gd name="connsiteY25" fmla="*/ 511923 h 1357700"/>
              <a:gd name="connsiteX26" fmla="*/ 8609185 w 10678681"/>
              <a:gd name="connsiteY26" fmla="*/ 531525 h 1357700"/>
              <a:gd name="connsiteX27" fmla="*/ 8537091 w 10678681"/>
              <a:gd name="connsiteY27" fmla="*/ 574933 h 1357700"/>
              <a:gd name="connsiteX28" fmla="*/ 8435931 w 10678681"/>
              <a:gd name="connsiteY28" fmla="*/ 617926 h 1357700"/>
              <a:gd name="connsiteX29" fmla="*/ 8348623 w 10678681"/>
              <a:gd name="connsiteY29" fmla="*/ 600607 h 1357700"/>
              <a:gd name="connsiteX30" fmla="*/ 8344233 w 10678681"/>
              <a:gd name="connsiteY30" fmla="*/ 610922 h 1357700"/>
              <a:gd name="connsiteX31" fmla="*/ 8290622 w 10678681"/>
              <a:gd name="connsiteY31" fmla="*/ 622687 h 1357700"/>
              <a:gd name="connsiteX32" fmla="*/ 8086698 w 10678681"/>
              <a:gd name="connsiteY32" fmla="*/ 605185 h 1357700"/>
              <a:gd name="connsiteX33" fmla="*/ 7982378 w 10678681"/>
              <a:gd name="connsiteY33" fmla="*/ 629799 h 1357700"/>
              <a:gd name="connsiteX34" fmla="*/ 7947952 w 10678681"/>
              <a:gd name="connsiteY34" fmla="*/ 648003 h 1357700"/>
              <a:gd name="connsiteX35" fmla="*/ 7890112 w 10678681"/>
              <a:gd name="connsiteY35" fmla="*/ 677915 h 1357700"/>
              <a:gd name="connsiteX36" fmla="*/ 7853284 w 10678681"/>
              <a:gd name="connsiteY36" fmla="*/ 723588 h 1357700"/>
              <a:gd name="connsiteX37" fmla="*/ 7802383 w 10678681"/>
              <a:gd name="connsiteY37" fmla="*/ 739359 h 1357700"/>
              <a:gd name="connsiteX38" fmla="*/ 7730518 w 10678681"/>
              <a:gd name="connsiteY38" fmla="*/ 739526 h 1357700"/>
              <a:gd name="connsiteX39" fmla="*/ 7652907 w 10678681"/>
              <a:gd name="connsiteY39" fmla="*/ 783273 h 1357700"/>
              <a:gd name="connsiteX40" fmla="*/ 7606008 w 10678681"/>
              <a:gd name="connsiteY40" fmla="*/ 800717 h 1357700"/>
              <a:gd name="connsiteX41" fmla="*/ 7480223 w 10678681"/>
              <a:gd name="connsiteY41" fmla="*/ 856821 h 1357700"/>
              <a:gd name="connsiteX42" fmla="*/ 7356005 w 10678681"/>
              <a:gd name="connsiteY42" fmla="*/ 919462 h 1357700"/>
              <a:gd name="connsiteX43" fmla="*/ 7305396 w 10678681"/>
              <a:gd name="connsiteY43" fmla="*/ 986228 h 1357700"/>
              <a:gd name="connsiteX44" fmla="*/ 7277477 w 10678681"/>
              <a:gd name="connsiteY44" fmla="*/ 990571 h 1357700"/>
              <a:gd name="connsiteX45" fmla="*/ 7269396 w 10678681"/>
              <a:gd name="connsiteY45" fmla="*/ 989282 h 1357700"/>
              <a:gd name="connsiteX46" fmla="*/ 7258094 w 10678681"/>
              <a:gd name="connsiteY46" fmla="*/ 990679 h 1357700"/>
              <a:gd name="connsiteX47" fmla="*/ 7257893 w 10678681"/>
              <a:gd name="connsiteY47" fmla="*/ 991204 h 1357700"/>
              <a:gd name="connsiteX48" fmla="*/ 7247153 w 10678681"/>
              <a:gd name="connsiteY48" fmla="*/ 991550 h 1357700"/>
              <a:gd name="connsiteX49" fmla="*/ 7193612 w 10678681"/>
              <a:gd name="connsiteY49" fmla="*/ 987042 h 1357700"/>
              <a:gd name="connsiteX50" fmla="*/ 7132632 w 10678681"/>
              <a:gd name="connsiteY50" fmla="*/ 1042036 h 1357700"/>
              <a:gd name="connsiteX51" fmla="*/ 7105610 w 10678681"/>
              <a:gd name="connsiteY51" fmla="*/ 1053537 h 1357700"/>
              <a:gd name="connsiteX52" fmla="*/ 7091599 w 10678681"/>
              <a:gd name="connsiteY52" fmla="*/ 1062302 h 1357700"/>
              <a:gd name="connsiteX53" fmla="*/ 7090998 w 10678681"/>
              <a:gd name="connsiteY53" fmla="*/ 1064540 h 1357700"/>
              <a:gd name="connsiteX54" fmla="*/ 7039634 w 10678681"/>
              <a:gd name="connsiteY54" fmla="*/ 1059971 h 1357700"/>
              <a:gd name="connsiteX55" fmla="*/ 7033445 w 10678681"/>
              <a:gd name="connsiteY55" fmla="*/ 1063314 h 1357700"/>
              <a:gd name="connsiteX56" fmla="*/ 6999157 w 10678681"/>
              <a:gd name="connsiteY56" fmla="*/ 1055282 h 1357700"/>
              <a:gd name="connsiteX57" fmla="*/ 6981874 w 10678681"/>
              <a:gd name="connsiteY57" fmla="*/ 1053827 h 1357700"/>
              <a:gd name="connsiteX58" fmla="*/ 6976102 w 10678681"/>
              <a:gd name="connsiteY58" fmla="*/ 1047854 h 1357700"/>
              <a:gd name="connsiteX59" fmla="*/ 6951040 w 10678681"/>
              <a:gd name="connsiteY59" fmla="*/ 1048531 h 1357700"/>
              <a:gd name="connsiteX60" fmla="*/ 6948497 w 10678681"/>
              <a:gd name="connsiteY60" fmla="*/ 1050706 h 1357700"/>
              <a:gd name="connsiteX61" fmla="*/ 6926582 w 10678681"/>
              <a:gd name="connsiteY61" fmla="*/ 1043462 h 1357700"/>
              <a:gd name="connsiteX62" fmla="*/ 6833743 w 10678681"/>
              <a:gd name="connsiteY62" fmla="*/ 1027960 h 1357700"/>
              <a:gd name="connsiteX63" fmla="*/ 6687090 w 10678681"/>
              <a:gd name="connsiteY63" fmla="*/ 1063250 h 1357700"/>
              <a:gd name="connsiteX64" fmla="*/ 6437450 w 10678681"/>
              <a:gd name="connsiteY64" fmla="*/ 1101075 h 1357700"/>
              <a:gd name="connsiteX65" fmla="*/ 6327795 w 10678681"/>
              <a:gd name="connsiteY65" fmla="*/ 1088142 h 1357700"/>
              <a:gd name="connsiteX66" fmla="*/ 6136549 w 10678681"/>
              <a:gd name="connsiteY66" fmla="*/ 1100268 h 1357700"/>
              <a:gd name="connsiteX67" fmla="*/ 6004655 w 10678681"/>
              <a:gd name="connsiteY67" fmla="*/ 1114946 h 1357700"/>
              <a:gd name="connsiteX68" fmla="*/ 5936643 w 10678681"/>
              <a:gd name="connsiteY68" fmla="*/ 1095428 h 1357700"/>
              <a:gd name="connsiteX69" fmla="*/ 5912484 w 10678681"/>
              <a:gd name="connsiteY69" fmla="*/ 1112624 h 1357700"/>
              <a:gd name="connsiteX70" fmla="*/ 5908387 w 10678681"/>
              <a:gd name="connsiteY70" fmla="*/ 1116018 h 1357700"/>
              <a:gd name="connsiteX71" fmla="*/ 5890495 w 10678681"/>
              <a:gd name="connsiteY71" fmla="*/ 1120268 h 1357700"/>
              <a:gd name="connsiteX72" fmla="*/ 5887318 w 10678681"/>
              <a:gd name="connsiteY72" fmla="*/ 1133134 h 1357700"/>
              <a:gd name="connsiteX73" fmla="*/ 5861726 w 10678681"/>
              <a:gd name="connsiteY73" fmla="*/ 1147891 h 1357700"/>
              <a:gd name="connsiteX74" fmla="*/ 5805823 w 10678681"/>
              <a:gd name="connsiteY74" fmla="*/ 1152457 h 1357700"/>
              <a:gd name="connsiteX75" fmla="*/ 5689841 w 10678681"/>
              <a:gd name="connsiteY75" fmla="*/ 1176232 h 1357700"/>
              <a:gd name="connsiteX76" fmla="*/ 5605119 w 10678681"/>
              <a:gd name="connsiteY76" fmla="*/ 1190202 h 1357700"/>
              <a:gd name="connsiteX77" fmla="*/ 5488513 w 10678681"/>
              <a:gd name="connsiteY77" fmla="*/ 1205367 h 1357700"/>
              <a:gd name="connsiteX78" fmla="*/ 5402905 w 10678681"/>
              <a:gd name="connsiteY78" fmla="*/ 1241191 h 1357700"/>
              <a:gd name="connsiteX79" fmla="*/ 5285593 w 10678681"/>
              <a:gd name="connsiteY79" fmla="*/ 1273569 h 1357700"/>
              <a:gd name="connsiteX80" fmla="*/ 5192893 w 10678681"/>
              <a:gd name="connsiteY80" fmla="*/ 1247188 h 1357700"/>
              <a:gd name="connsiteX81" fmla="*/ 5186475 w 10678681"/>
              <a:gd name="connsiteY81" fmla="*/ 1257028 h 1357700"/>
              <a:gd name="connsiteX82" fmla="*/ 5126038 w 10678681"/>
              <a:gd name="connsiteY82" fmla="*/ 1263189 h 1357700"/>
              <a:gd name="connsiteX83" fmla="*/ 4894688 w 10678681"/>
              <a:gd name="connsiteY83" fmla="*/ 1247184 h 1357700"/>
              <a:gd name="connsiteX84" fmla="*/ 4788036 w 10678681"/>
              <a:gd name="connsiteY84" fmla="*/ 1238182 h 1357700"/>
              <a:gd name="connsiteX85" fmla="*/ 4747555 w 10678681"/>
              <a:gd name="connsiteY85" fmla="*/ 1252768 h 1357700"/>
              <a:gd name="connsiteX86" fmla="*/ 4679644 w 10678681"/>
              <a:gd name="connsiteY86" fmla="*/ 1276603 h 1357700"/>
              <a:gd name="connsiteX87" fmla="*/ 4632222 w 10678681"/>
              <a:gd name="connsiteY87" fmla="*/ 1318360 h 1357700"/>
              <a:gd name="connsiteX88" fmla="*/ 4617358 w 10678681"/>
              <a:gd name="connsiteY88" fmla="*/ 1327690 h 1357700"/>
              <a:gd name="connsiteX89" fmla="*/ 4589102 w 10678681"/>
              <a:gd name="connsiteY89" fmla="*/ 1321223 h 1357700"/>
              <a:gd name="connsiteX90" fmla="*/ 4578184 w 10678681"/>
              <a:gd name="connsiteY90" fmla="*/ 1326745 h 1357700"/>
              <a:gd name="connsiteX91" fmla="*/ 4574270 w 10678681"/>
              <a:gd name="connsiteY91" fmla="*/ 1325878 h 1357700"/>
              <a:gd name="connsiteX92" fmla="*/ 4564919 w 10678681"/>
              <a:gd name="connsiteY92" fmla="*/ 1325507 h 1357700"/>
              <a:gd name="connsiteX93" fmla="*/ 4566586 w 10678681"/>
              <a:gd name="connsiteY93" fmla="*/ 1316963 h 1357700"/>
              <a:gd name="connsiteX94" fmla="*/ 4556303 w 10678681"/>
              <a:gd name="connsiteY94" fmla="*/ 1300262 h 1357700"/>
              <a:gd name="connsiteX95" fmla="*/ 4502358 w 10678681"/>
              <a:gd name="connsiteY95" fmla="*/ 1302558 h 1357700"/>
              <a:gd name="connsiteX96" fmla="*/ 4498919 w 10678681"/>
              <a:gd name="connsiteY96" fmla="*/ 1312115 h 1357700"/>
              <a:gd name="connsiteX97" fmla="*/ 4492075 w 10678681"/>
              <a:gd name="connsiteY97" fmla="*/ 1313357 h 1357700"/>
              <a:gd name="connsiteX98" fmla="*/ 4487466 w 10678681"/>
              <a:gd name="connsiteY98" fmla="*/ 1304102 h 1357700"/>
              <a:gd name="connsiteX99" fmla="*/ 4398292 w 10678681"/>
              <a:gd name="connsiteY99" fmla="*/ 1278410 h 1357700"/>
              <a:gd name="connsiteX100" fmla="*/ 4306088 w 10678681"/>
              <a:gd name="connsiteY100" fmla="*/ 1282512 h 1357700"/>
              <a:gd name="connsiteX101" fmla="*/ 4188995 w 10678681"/>
              <a:gd name="connsiteY101" fmla="*/ 1296718 h 1357700"/>
              <a:gd name="connsiteX102" fmla="*/ 4136582 w 10678681"/>
              <a:gd name="connsiteY102" fmla="*/ 1287687 h 1357700"/>
              <a:gd name="connsiteX103" fmla="*/ 4064614 w 10678681"/>
              <a:gd name="connsiteY103" fmla="*/ 1296118 h 1357700"/>
              <a:gd name="connsiteX104" fmla="*/ 3906561 w 10678681"/>
              <a:gd name="connsiteY104" fmla="*/ 1352435 h 1357700"/>
              <a:gd name="connsiteX105" fmla="*/ 3787890 w 10678681"/>
              <a:gd name="connsiteY105" fmla="*/ 1352442 h 1357700"/>
              <a:gd name="connsiteX106" fmla="*/ 3745993 w 10678681"/>
              <a:gd name="connsiteY106" fmla="*/ 1342630 h 1357700"/>
              <a:gd name="connsiteX107" fmla="*/ 3675785 w 10678681"/>
              <a:gd name="connsiteY107" fmla="*/ 1326802 h 1357700"/>
              <a:gd name="connsiteX108" fmla="*/ 3623856 w 10678681"/>
              <a:gd name="connsiteY108" fmla="*/ 1290804 h 1357700"/>
              <a:gd name="connsiteX109" fmla="*/ 3564933 w 10678681"/>
              <a:gd name="connsiteY109" fmla="*/ 1287147 h 1357700"/>
              <a:gd name="connsiteX110" fmla="*/ 3550537 w 10678681"/>
              <a:gd name="connsiteY110" fmla="*/ 1317552 h 1357700"/>
              <a:gd name="connsiteX111" fmla="*/ 3487736 w 10678681"/>
              <a:gd name="connsiteY111" fmla="*/ 1303493 h 1357700"/>
              <a:gd name="connsiteX112" fmla="*/ 3392548 w 10678681"/>
              <a:gd name="connsiteY112" fmla="*/ 1278741 h 1357700"/>
              <a:gd name="connsiteX113" fmla="*/ 3337466 w 10678681"/>
              <a:gd name="connsiteY113" fmla="*/ 1272537 h 1357700"/>
              <a:gd name="connsiteX114" fmla="*/ 3187206 w 10678681"/>
              <a:gd name="connsiteY114" fmla="*/ 1246821 h 1357700"/>
              <a:gd name="connsiteX115" fmla="*/ 3036856 w 10678681"/>
              <a:gd name="connsiteY115" fmla="*/ 1214383 h 1357700"/>
              <a:gd name="connsiteX116" fmla="*/ 2948654 w 10678681"/>
              <a:gd name="connsiteY116" fmla="*/ 1157455 h 1357700"/>
              <a:gd name="connsiteX117" fmla="*/ 2824973 w 10678681"/>
              <a:gd name="connsiteY117" fmla="*/ 1134864 h 1357700"/>
              <a:gd name="connsiteX118" fmla="*/ 2804398 w 10678681"/>
              <a:gd name="connsiteY118" fmla="*/ 1125556 h 1357700"/>
              <a:gd name="connsiteX119" fmla="*/ 2775396 w 10678681"/>
              <a:gd name="connsiteY119" fmla="*/ 1130148 h 1357700"/>
              <a:gd name="connsiteX120" fmla="*/ 2659096 w 10678681"/>
              <a:gd name="connsiteY120" fmla="*/ 1150294 h 1357700"/>
              <a:gd name="connsiteX121" fmla="*/ 2567088 w 10678681"/>
              <a:gd name="connsiteY121" fmla="*/ 1181781 h 1357700"/>
              <a:gd name="connsiteX122" fmla="*/ 2454501 w 10678681"/>
              <a:gd name="connsiteY122" fmla="*/ 1155455 h 1357700"/>
              <a:gd name="connsiteX123" fmla="*/ 2385161 w 10678681"/>
              <a:gd name="connsiteY123" fmla="*/ 1161312 h 1357700"/>
              <a:gd name="connsiteX124" fmla="*/ 2270528 w 10678681"/>
              <a:gd name="connsiteY124" fmla="*/ 1204338 h 1357700"/>
              <a:gd name="connsiteX125" fmla="*/ 2121820 w 10678681"/>
              <a:gd name="connsiteY125" fmla="*/ 1187078 h 1357700"/>
              <a:gd name="connsiteX126" fmla="*/ 2092716 w 10678681"/>
              <a:gd name="connsiteY126" fmla="*/ 1139224 h 1357700"/>
              <a:gd name="connsiteX127" fmla="*/ 2052449 w 10678681"/>
              <a:gd name="connsiteY127" fmla="*/ 1109687 h 1357700"/>
              <a:gd name="connsiteX128" fmla="*/ 2032607 w 10678681"/>
              <a:gd name="connsiteY128" fmla="*/ 1175477 h 1357700"/>
              <a:gd name="connsiteX129" fmla="*/ 1901837 w 10678681"/>
              <a:gd name="connsiteY129" fmla="*/ 1221762 h 1357700"/>
              <a:gd name="connsiteX130" fmla="*/ 1836762 w 10678681"/>
              <a:gd name="connsiteY130" fmla="*/ 1237387 h 1357700"/>
              <a:gd name="connsiteX131" fmla="*/ 1735877 w 10678681"/>
              <a:gd name="connsiteY131" fmla="*/ 1246527 h 1357700"/>
              <a:gd name="connsiteX132" fmla="*/ 1705069 w 10678681"/>
              <a:gd name="connsiteY132" fmla="*/ 1251989 h 1357700"/>
              <a:gd name="connsiteX133" fmla="*/ 1397689 w 10678681"/>
              <a:gd name="connsiteY133" fmla="*/ 1336144 h 1357700"/>
              <a:gd name="connsiteX134" fmla="*/ 1220734 w 10678681"/>
              <a:gd name="connsiteY134" fmla="*/ 1257811 h 1357700"/>
              <a:gd name="connsiteX135" fmla="*/ 1021737 w 10678681"/>
              <a:gd name="connsiteY135" fmla="*/ 1238739 h 1357700"/>
              <a:gd name="connsiteX136" fmla="*/ 959820 w 10678681"/>
              <a:gd name="connsiteY136" fmla="*/ 1275863 h 1357700"/>
              <a:gd name="connsiteX137" fmla="*/ 929137 w 10678681"/>
              <a:gd name="connsiteY137" fmla="*/ 1273957 h 1357700"/>
              <a:gd name="connsiteX138" fmla="*/ 878849 w 10678681"/>
              <a:gd name="connsiteY138" fmla="*/ 1266740 h 1357700"/>
              <a:gd name="connsiteX139" fmla="*/ 800667 w 10678681"/>
              <a:gd name="connsiteY139" fmla="*/ 1282041 h 1357700"/>
              <a:gd name="connsiteX140" fmla="*/ 644906 w 10678681"/>
              <a:gd name="connsiteY140" fmla="*/ 1273685 h 1357700"/>
              <a:gd name="connsiteX141" fmla="*/ 379869 w 10678681"/>
              <a:gd name="connsiteY141" fmla="*/ 1339165 h 1357700"/>
              <a:gd name="connsiteX142" fmla="*/ 137696 w 10678681"/>
              <a:gd name="connsiteY142" fmla="*/ 1319217 h 1357700"/>
              <a:gd name="connsiteX143" fmla="*/ 54250 w 10678681"/>
              <a:gd name="connsiteY143" fmla="*/ 1315838 h 1357700"/>
              <a:gd name="connsiteX144" fmla="*/ 28042 w 10678681"/>
              <a:gd name="connsiteY144" fmla="*/ 1297822 h 1357700"/>
              <a:gd name="connsiteX145" fmla="*/ 0 w 10678681"/>
              <a:gd name="connsiteY145" fmla="*/ 1294612 h 1357700"/>
              <a:gd name="connsiteX146" fmla="*/ 0 w 10678681"/>
              <a:gd name="connsiteY146" fmla="*/ 0 h 1357700"/>
              <a:gd name="connsiteX0" fmla="*/ 0 w 10678681"/>
              <a:gd name="connsiteY0" fmla="*/ 0 h 1357700"/>
              <a:gd name="connsiteX1" fmla="*/ 10678681 w 10678681"/>
              <a:gd name="connsiteY1" fmla="*/ 0 h 1357700"/>
              <a:gd name="connsiteX2" fmla="*/ 10666019 w 10678681"/>
              <a:gd name="connsiteY2" fmla="*/ 7876 h 1357700"/>
              <a:gd name="connsiteX3" fmla="*/ 10632825 w 10678681"/>
              <a:gd name="connsiteY3" fmla="*/ 32153 h 1357700"/>
              <a:gd name="connsiteX4" fmla="*/ 10510605 w 10678681"/>
              <a:gd name="connsiteY4" fmla="*/ 30449 h 1357700"/>
              <a:gd name="connsiteX5" fmla="*/ 10456989 w 10678681"/>
              <a:gd name="connsiteY5" fmla="*/ 979 h 1357700"/>
              <a:gd name="connsiteX6" fmla="*/ 10438642 w 10678681"/>
              <a:gd name="connsiteY6" fmla="*/ 1524 h 1357700"/>
              <a:gd name="connsiteX7" fmla="*/ 10407146 w 10678681"/>
              <a:gd name="connsiteY7" fmla="*/ 43659 h 1357700"/>
              <a:gd name="connsiteX8" fmla="*/ 10357996 w 10678681"/>
              <a:gd name="connsiteY8" fmla="*/ 50836 h 1357700"/>
              <a:gd name="connsiteX9" fmla="*/ 10306667 w 10678681"/>
              <a:gd name="connsiteY9" fmla="*/ 109739 h 1357700"/>
              <a:gd name="connsiteX10" fmla="*/ 10115334 w 10678681"/>
              <a:gd name="connsiteY10" fmla="*/ 155658 h 1357700"/>
              <a:gd name="connsiteX11" fmla="*/ 10068157 w 10678681"/>
              <a:gd name="connsiteY11" fmla="*/ 215673 h 1357700"/>
              <a:gd name="connsiteX12" fmla="*/ 10045431 w 10678681"/>
              <a:gd name="connsiteY12" fmla="*/ 229568 h 1357700"/>
              <a:gd name="connsiteX13" fmla="*/ 10013265 w 10678681"/>
              <a:gd name="connsiteY13" fmla="*/ 284757 h 1357700"/>
              <a:gd name="connsiteX14" fmla="*/ 9862496 w 10678681"/>
              <a:gd name="connsiteY14" fmla="*/ 223033 h 1357700"/>
              <a:gd name="connsiteX15" fmla="*/ 9679638 w 10678681"/>
              <a:gd name="connsiteY15" fmla="*/ 277462 h 1357700"/>
              <a:gd name="connsiteX16" fmla="*/ 9498347 w 10678681"/>
              <a:gd name="connsiteY16" fmla="*/ 244723 h 1357700"/>
              <a:gd name="connsiteX17" fmla="*/ 9399702 w 10678681"/>
              <a:gd name="connsiteY17" fmla="*/ 276316 h 1357700"/>
              <a:gd name="connsiteX18" fmla="*/ 9378439 w 10678681"/>
              <a:gd name="connsiteY18" fmla="*/ 326244 h 1357700"/>
              <a:gd name="connsiteX19" fmla="*/ 9121744 w 10678681"/>
              <a:gd name="connsiteY19" fmla="*/ 365177 h 1357700"/>
              <a:gd name="connsiteX20" fmla="*/ 9061654 w 10678681"/>
              <a:gd name="connsiteY20" fmla="*/ 393730 h 1357700"/>
              <a:gd name="connsiteX21" fmla="*/ 8997577 w 10678681"/>
              <a:gd name="connsiteY21" fmla="*/ 380865 h 1357700"/>
              <a:gd name="connsiteX22" fmla="*/ 8907968 w 10678681"/>
              <a:gd name="connsiteY22" fmla="*/ 447345 h 1357700"/>
              <a:gd name="connsiteX23" fmla="*/ 8764163 w 10678681"/>
              <a:gd name="connsiteY23" fmla="*/ 471000 h 1357700"/>
              <a:gd name="connsiteX24" fmla="*/ 8680155 w 10678681"/>
              <a:gd name="connsiteY24" fmla="*/ 492404 h 1357700"/>
              <a:gd name="connsiteX25" fmla="*/ 8651436 w 10678681"/>
              <a:gd name="connsiteY25" fmla="*/ 511923 h 1357700"/>
              <a:gd name="connsiteX26" fmla="*/ 8609185 w 10678681"/>
              <a:gd name="connsiteY26" fmla="*/ 531525 h 1357700"/>
              <a:gd name="connsiteX27" fmla="*/ 8537091 w 10678681"/>
              <a:gd name="connsiteY27" fmla="*/ 574933 h 1357700"/>
              <a:gd name="connsiteX28" fmla="*/ 8435931 w 10678681"/>
              <a:gd name="connsiteY28" fmla="*/ 617926 h 1357700"/>
              <a:gd name="connsiteX29" fmla="*/ 8348623 w 10678681"/>
              <a:gd name="connsiteY29" fmla="*/ 600607 h 1357700"/>
              <a:gd name="connsiteX30" fmla="*/ 8344233 w 10678681"/>
              <a:gd name="connsiteY30" fmla="*/ 610922 h 1357700"/>
              <a:gd name="connsiteX31" fmla="*/ 8290622 w 10678681"/>
              <a:gd name="connsiteY31" fmla="*/ 622687 h 1357700"/>
              <a:gd name="connsiteX32" fmla="*/ 8086698 w 10678681"/>
              <a:gd name="connsiteY32" fmla="*/ 605185 h 1357700"/>
              <a:gd name="connsiteX33" fmla="*/ 7982378 w 10678681"/>
              <a:gd name="connsiteY33" fmla="*/ 629799 h 1357700"/>
              <a:gd name="connsiteX34" fmla="*/ 7947952 w 10678681"/>
              <a:gd name="connsiteY34" fmla="*/ 648003 h 1357700"/>
              <a:gd name="connsiteX35" fmla="*/ 7890112 w 10678681"/>
              <a:gd name="connsiteY35" fmla="*/ 677915 h 1357700"/>
              <a:gd name="connsiteX36" fmla="*/ 7853284 w 10678681"/>
              <a:gd name="connsiteY36" fmla="*/ 723588 h 1357700"/>
              <a:gd name="connsiteX37" fmla="*/ 7802383 w 10678681"/>
              <a:gd name="connsiteY37" fmla="*/ 739359 h 1357700"/>
              <a:gd name="connsiteX38" fmla="*/ 7730518 w 10678681"/>
              <a:gd name="connsiteY38" fmla="*/ 739526 h 1357700"/>
              <a:gd name="connsiteX39" fmla="*/ 7652907 w 10678681"/>
              <a:gd name="connsiteY39" fmla="*/ 783273 h 1357700"/>
              <a:gd name="connsiteX40" fmla="*/ 7606008 w 10678681"/>
              <a:gd name="connsiteY40" fmla="*/ 800717 h 1357700"/>
              <a:gd name="connsiteX41" fmla="*/ 7480223 w 10678681"/>
              <a:gd name="connsiteY41" fmla="*/ 856821 h 1357700"/>
              <a:gd name="connsiteX42" fmla="*/ 7356005 w 10678681"/>
              <a:gd name="connsiteY42" fmla="*/ 919462 h 1357700"/>
              <a:gd name="connsiteX43" fmla="*/ 7305396 w 10678681"/>
              <a:gd name="connsiteY43" fmla="*/ 986228 h 1357700"/>
              <a:gd name="connsiteX44" fmla="*/ 7277477 w 10678681"/>
              <a:gd name="connsiteY44" fmla="*/ 990571 h 1357700"/>
              <a:gd name="connsiteX45" fmla="*/ 7269396 w 10678681"/>
              <a:gd name="connsiteY45" fmla="*/ 989282 h 1357700"/>
              <a:gd name="connsiteX46" fmla="*/ 7258094 w 10678681"/>
              <a:gd name="connsiteY46" fmla="*/ 990679 h 1357700"/>
              <a:gd name="connsiteX47" fmla="*/ 7257893 w 10678681"/>
              <a:gd name="connsiteY47" fmla="*/ 991204 h 1357700"/>
              <a:gd name="connsiteX48" fmla="*/ 7247153 w 10678681"/>
              <a:gd name="connsiteY48" fmla="*/ 991550 h 1357700"/>
              <a:gd name="connsiteX49" fmla="*/ 7193612 w 10678681"/>
              <a:gd name="connsiteY49" fmla="*/ 987042 h 1357700"/>
              <a:gd name="connsiteX50" fmla="*/ 7132632 w 10678681"/>
              <a:gd name="connsiteY50" fmla="*/ 1042036 h 1357700"/>
              <a:gd name="connsiteX51" fmla="*/ 7105610 w 10678681"/>
              <a:gd name="connsiteY51" fmla="*/ 1053537 h 1357700"/>
              <a:gd name="connsiteX52" fmla="*/ 7091599 w 10678681"/>
              <a:gd name="connsiteY52" fmla="*/ 1062302 h 1357700"/>
              <a:gd name="connsiteX53" fmla="*/ 7039634 w 10678681"/>
              <a:gd name="connsiteY53" fmla="*/ 1059971 h 1357700"/>
              <a:gd name="connsiteX54" fmla="*/ 7033445 w 10678681"/>
              <a:gd name="connsiteY54" fmla="*/ 1063314 h 1357700"/>
              <a:gd name="connsiteX55" fmla="*/ 6999157 w 10678681"/>
              <a:gd name="connsiteY55" fmla="*/ 1055282 h 1357700"/>
              <a:gd name="connsiteX56" fmla="*/ 6981874 w 10678681"/>
              <a:gd name="connsiteY56" fmla="*/ 1053827 h 1357700"/>
              <a:gd name="connsiteX57" fmla="*/ 6976102 w 10678681"/>
              <a:gd name="connsiteY57" fmla="*/ 1047854 h 1357700"/>
              <a:gd name="connsiteX58" fmla="*/ 6951040 w 10678681"/>
              <a:gd name="connsiteY58" fmla="*/ 1048531 h 1357700"/>
              <a:gd name="connsiteX59" fmla="*/ 6948497 w 10678681"/>
              <a:gd name="connsiteY59" fmla="*/ 1050706 h 1357700"/>
              <a:gd name="connsiteX60" fmla="*/ 6926582 w 10678681"/>
              <a:gd name="connsiteY60" fmla="*/ 1043462 h 1357700"/>
              <a:gd name="connsiteX61" fmla="*/ 6833743 w 10678681"/>
              <a:gd name="connsiteY61" fmla="*/ 1027960 h 1357700"/>
              <a:gd name="connsiteX62" fmla="*/ 6687090 w 10678681"/>
              <a:gd name="connsiteY62" fmla="*/ 1063250 h 1357700"/>
              <a:gd name="connsiteX63" fmla="*/ 6437450 w 10678681"/>
              <a:gd name="connsiteY63" fmla="*/ 1101075 h 1357700"/>
              <a:gd name="connsiteX64" fmla="*/ 6327795 w 10678681"/>
              <a:gd name="connsiteY64" fmla="*/ 1088142 h 1357700"/>
              <a:gd name="connsiteX65" fmla="*/ 6136549 w 10678681"/>
              <a:gd name="connsiteY65" fmla="*/ 1100268 h 1357700"/>
              <a:gd name="connsiteX66" fmla="*/ 6004655 w 10678681"/>
              <a:gd name="connsiteY66" fmla="*/ 1114946 h 1357700"/>
              <a:gd name="connsiteX67" fmla="*/ 5936643 w 10678681"/>
              <a:gd name="connsiteY67" fmla="*/ 1095428 h 1357700"/>
              <a:gd name="connsiteX68" fmla="*/ 5912484 w 10678681"/>
              <a:gd name="connsiteY68" fmla="*/ 1112624 h 1357700"/>
              <a:gd name="connsiteX69" fmla="*/ 5908387 w 10678681"/>
              <a:gd name="connsiteY69" fmla="*/ 1116018 h 1357700"/>
              <a:gd name="connsiteX70" fmla="*/ 5890495 w 10678681"/>
              <a:gd name="connsiteY70" fmla="*/ 1120268 h 1357700"/>
              <a:gd name="connsiteX71" fmla="*/ 5887318 w 10678681"/>
              <a:gd name="connsiteY71" fmla="*/ 1133134 h 1357700"/>
              <a:gd name="connsiteX72" fmla="*/ 5861726 w 10678681"/>
              <a:gd name="connsiteY72" fmla="*/ 1147891 h 1357700"/>
              <a:gd name="connsiteX73" fmla="*/ 5805823 w 10678681"/>
              <a:gd name="connsiteY73" fmla="*/ 1152457 h 1357700"/>
              <a:gd name="connsiteX74" fmla="*/ 5689841 w 10678681"/>
              <a:gd name="connsiteY74" fmla="*/ 1176232 h 1357700"/>
              <a:gd name="connsiteX75" fmla="*/ 5605119 w 10678681"/>
              <a:gd name="connsiteY75" fmla="*/ 1190202 h 1357700"/>
              <a:gd name="connsiteX76" fmla="*/ 5488513 w 10678681"/>
              <a:gd name="connsiteY76" fmla="*/ 1205367 h 1357700"/>
              <a:gd name="connsiteX77" fmla="*/ 5402905 w 10678681"/>
              <a:gd name="connsiteY77" fmla="*/ 1241191 h 1357700"/>
              <a:gd name="connsiteX78" fmla="*/ 5285593 w 10678681"/>
              <a:gd name="connsiteY78" fmla="*/ 1273569 h 1357700"/>
              <a:gd name="connsiteX79" fmla="*/ 5192893 w 10678681"/>
              <a:gd name="connsiteY79" fmla="*/ 1247188 h 1357700"/>
              <a:gd name="connsiteX80" fmla="*/ 5186475 w 10678681"/>
              <a:gd name="connsiteY80" fmla="*/ 1257028 h 1357700"/>
              <a:gd name="connsiteX81" fmla="*/ 5126038 w 10678681"/>
              <a:gd name="connsiteY81" fmla="*/ 1263189 h 1357700"/>
              <a:gd name="connsiteX82" fmla="*/ 4894688 w 10678681"/>
              <a:gd name="connsiteY82" fmla="*/ 1247184 h 1357700"/>
              <a:gd name="connsiteX83" fmla="*/ 4788036 w 10678681"/>
              <a:gd name="connsiteY83" fmla="*/ 1238182 h 1357700"/>
              <a:gd name="connsiteX84" fmla="*/ 4747555 w 10678681"/>
              <a:gd name="connsiteY84" fmla="*/ 1252768 h 1357700"/>
              <a:gd name="connsiteX85" fmla="*/ 4679644 w 10678681"/>
              <a:gd name="connsiteY85" fmla="*/ 1276603 h 1357700"/>
              <a:gd name="connsiteX86" fmla="*/ 4632222 w 10678681"/>
              <a:gd name="connsiteY86" fmla="*/ 1318360 h 1357700"/>
              <a:gd name="connsiteX87" fmla="*/ 4617358 w 10678681"/>
              <a:gd name="connsiteY87" fmla="*/ 1327690 h 1357700"/>
              <a:gd name="connsiteX88" fmla="*/ 4589102 w 10678681"/>
              <a:gd name="connsiteY88" fmla="*/ 1321223 h 1357700"/>
              <a:gd name="connsiteX89" fmla="*/ 4578184 w 10678681"/>
              <a:gd name="connsiteY89" fmla="*/ 1326745 h 1357700"/>
              <a:gd name="connsiteX90" fmla="*/ 4574270 w 10678681"/>
              <a:gd name="connsiteY90" fmla="*/ 1325878 h 1357700"/>
              <a:gd name="connsiteX91" fmla="*/ 4564919 w 10678681"/>
              <a:gd name="connsiteY91" fmla="*/ 1325507 h 1357700"/>
              <a:gd name="connsiteX92" fmla="*/ 4566586 w 10678681"/>
              <a:gd name="connsiteY92" fmla="*/ 1316963 h 1357700"/>
              <a:gd name="connsiteX93" fmla="*/ 4556303 w 10678681"/>
              <a:gd name="connsiteY93" fmla="*/ 1300262 h 1357700"/>
              <a:gd name="connsiteX94" fmla="*/ 4502358 w 10678681"/>
              <a:gd name="connsiteY94" fmla="*/ 1302558 h 1357700"/>
              <a:gd name="connsiteX95" fmla="*/ 4498919 w 10678681"/>
              <a:gd name="connsiteY95" fmla="*/ 1312115 h 1357700"/>
              <a:gd name="connsiteX96" fmla="*/ 4492075 w 10678681"/>
              <a:gd name="connsiteY96" fmla="*/ 1313357 h 1357700"/>
              <a:gd name="connsiteX97" fmla="*/ 4487466 w 10678681"/>
              <a:gd name="connsiteY97" fmla="*/ 1304102 h 1357700"/>
              <a:gd name="connsiteX98" fmla="*/ 4398292 w 10678681"/>
              <a:gd name="connsiteY98" fmla="*/ 1278410 h 1357700"/>
              <a:gd name="connsiteX99" fmla="*/ 4306088 w 10678681"/>
              <a:gd name="connsiteY99" fmla="*/ 1282512 h 1357700"/>
              <a:gd name="connsiteX100" fmla="*/ 4188995 w 10678681"/>
              <a:gd name="connsiteY100" fmla="*/ 1296718 h 1357700"/>
              <a:gd name="connsiteX101" fmla="*/ 4136582 w 10678681"/>
              <a:gd name="connsiteY101" fmla="*/ 1287687 h 1357700"/>
              <a:gd name="connsiteX102" fmla="*/ 4064614 w 10678681"/>
              <a:gd name="connsiteY102" fmla="*/ 1296118 h 1357700"/>
              <a:gd name="connsiteX103" fmla="*/ 3906561 w 10678681"/>
              <a:gd name="connsiteY103" fmla="*/ 1352435 h 1357700"/>
              <a:gd name="connsiteX104" fmla="*/ 3787890 w 10678681"/>
              <a:gd name="connsiteY104" fmla="*/ 1352442 h 1357700"/>
              <a:gd name="connsiteX105" fmla="*/ 3745993 w 10678681"/>
              <a:gd name="connsiteY105" fmla="*/ 1342630 h 1357700"/>
              <a:gd name="connsiteX106" fmla="*/ 3675785 w 10678681"/>
              <a:gd name="connsiteY106" fmla="*/ 1326802 h 1357700"/>
              <a:gd name="connsiteX107" fmla="*/ 3623856 w 10678681"/>
              <a:gd name="connsiteY107" fmla="*/ 1290804 h 1357700"/>
              <a:gd name="connsiteX108" fmla="*/ 3564933 w 10678681"/>
              <a:gd name="connsiteY108" fmla="*/ 1287147 h 1357700"/>
              <a:gd name="connsiteX109" fmla="*/ 3550537 w 10678681"/>
              <a:gd name="connsiteY109" fmla="*/ 1317552 h 1357700"/>
              <a:gd name="connsiteX110" fmla="*/ 3487736 w 10678681"/>
              <a:gd name="connsiteY110" fmla="*/ 1303493 h 1357700"/>
              <a:gd name="connsiteX111" fmla="*/ 3392548 w 10678681"/>
              <a:gd name="connsiteY111" fmla="*/ 1278741 h 1357700"/>
              <a:gd name="connsiteX112" fmla="*/ 3337466 w 10678681"/>
              <a:gd name="connsiteY112" fmla="*/ 1272537 h 1357700"/>
              <a:gd name="connsiteX113" fmla="*/ 3187206 w 10678681"/>
              <a:gd name="connsiteY113" fmla="*/ 1246821 h 1357700"/>
              <a:gd name="connsiteX114" fmla="*/ 3036856 w 10678681"/>
              <a:gd name="connsiteY114" fmla="*/ 1214383 h 1357700"/>
              <a:gd name="connsiteX115" fmla="*/ 2948654 w 10678681"/>
              <a:gd name="connsiteY115" fmla="*/ 1157455 h 1357700"/>
              <a:gd name="connsiteX116" fmla="*/ 2824973 w 10678681"/>
              <a:gd name="connsiteY116" fmla="*/ 1134864 h 1357700"/>
              <a:gd name="connsiteX117" fmla="*/ 2804398 w 10678681"/>
              <a:gd name="connsiteY117" fmla="*/ 1125556 h 1357700"/>
              <a:gd name="connsiteX118" fmla="*/ 2775396 w 10678681"/>
              <a:gd name="connsiteY118" fmla="*/ 1130148 h 1357700"/>
              <a:gd name="connsiteX119" fmla="*/ 2659096 w 10678681"/>
              <a:gd name="connsiteY119" fmla="*/ 1150294 h 1357700"/>
              <a:gd name="connsiteX120" fmla="*/ 2567088 w 10678681"/>
              <a:gd name="connsiteY120" fmla="*/ 1181781 h 1357700"/>
              <a:gd name="connsiteX121" fmla="*/ 2454501 w 10678681"/>
              <a:gd name="connsiteY121" fmla="*/ 1155455 h 1357700"/>
              <a:gd name="connsiteX122" fmla="*/ 2385161 w 10678681"/>
              <a:gd name="connsiteY122" fmla="*/ 1161312 h 1357700"/>
              <a:gd name="connsiteX123" fmla="*/ 2270528 w 10678681"/>
              <a:gd name="connsiteY123" fmla="*/ 1204338 h 1357700"/>
              <a:gd name="connsiteX124" fmla="*/ 2121820 w 10678681"/>
              <a:gd name="connsiteY124" fmla="*/ 1187078 h 1357700"/>
              <a:gd name="connsiteX125" fmla="*/ 2092716 w 10678681"/>
              <a:gd name="connsiteY125" fmla="*/ 1139224 h 1357700"/>
              <a:gd name="connsiteX126" fmla="*/ 2052449 w 10678681"/>
              <a:gd name="connsiteY126" fmla="*/ 1109687 h 1357700"/>
              <a:gd name="connsiteX127" fmla="*/ 2032607 w 10678681"/>
              <a:gd name="connsiteY127" fmla="*/ 1175477 h 1357700"/>
              <a:gd name="connsiteX128" fmla="*/ 1901837 w 10678681"/>
              <a:gd name="connsiteY128" fmla="*/ 1221762 h 1357700"/>
              <a:gd name="connsiteX129" fmla="*/ 1836762 w 10678681"/>
              <a:gd name="connsiteY129" fmla="*/ 1237387 h 1357700"/>
              <a:gd name="connsiteX130" fmla="*/ 1735877 w 10678681"/>
              <a:gd name="connsiteY130" fmla="*/ 1246527 h 1357700"/>
              <a:gd name="connsiteX131" fmla="*/ 1705069 w 10678681"/>
              <a:gd name="connsiteY131" fmla="*/ 1251989 h 1357700"/>
              <a:gd name="connsiteX132" fmla="*/ 1397689 w 10678681"/>
              <a:gd name="connsiteY132" fmla="*/ 1336144 h 1357700"/>
              <a:gd name="connsiteX133" fmla="*/ 1220734 w 10678681"/>
              <a:gd name="connsiteY133" fmla="*/ 1257811 h 1357700"/>
              <a:gd name="connsiteX134" fmla="*/ 1021737 w 10678681"/>
              <a:gd name="connsiteY134" fmla="*/ 1238739 h 1357700"/>
              <a:gd name="connsiteX135" fmla="*/ 959820 w 10678681"/>
              <a:gd name="connsiteY135" fmla="*/ 1275863 h 1357700"/>
              <a:gd name="connsiteX136" fmla="*/ 929137 w 10678681"/>
              <a:gd name="connsiteY136" fmla="*/ 1273957 h 1357700"/>
              <a:gd name="connsiteX137" fmla="*/ 878849 w 10678681"/>
              <a:gd name="connsiteY137" fmla="*/ 1266740 h 1357700"/>
              <a:gd name="connsiteX138" fmla="*/ 800667 w 10678681"/>
              <a:gd name="connsiteY138" fmla="*/ 1282041 h 1357700"/>
              <a:gd name="connsiteX139" fmla="*/ 644906 w 10678681"/>
              <a:gd name="connsiteY139" fmla="*/ 1273685 h 1357700"/>
              <a:gd name="connsiteX140" fmla="*/ 379869 w 10678681"/>
              <a:gd name="connsiteY140" fmla="*/ 1339165 h 1357700"/>
              <a:gd name="connsiteX141" fmla="*/ 137696 w 10678681"/>
              <a:gd name="connsiteY141" fmla="*/ 1319217 h 1357700"/>
              <a:gd name="connsiteX142" fmla="*/ 54250 w 10678681"/>
              <a:gd name="connsiteY142" fmla="*/ 1315838 h 1357700"/>
              <a:gd name="connsiteX143" fmla="*/ 28042 w 10678681"/>
              <a:gd name="connsiteY143" fmla="*/ 1297822 h 1357700"/>
              <a:gd name="connsiteX144" fmla="*/ 0 w 10678681"/>
              <a:gd name="connsiteY144" fmla="*/ 1294612 h 1357700"/>
              <a:gd name="connsiteX145" fmla="*/ 0 w 10678681"/>
              <a:gd name="connsiteY145" fmla="*/ 0 h 1357700"/>
              <a:gd name="connsiteX0" fmla="*/ 0 w 10678681"/>
              <a:gd name="connsiteY0" fmla="*/ 0 h 1357700"/>
              <a:gd name="connsiteX1" fmla="*/ 10678681 w 10678681"/>
              <a:gd name="connsiteY1" fmla="*/ 0 h 1357700"/>
              <a:gd name="connsiteX2" fmla="*/ 10666019 w 10678681"/>
              <a:gd name="connsiteY2" fmla="*/ 7876 h 1357700"/>
              <a:gd name="connsiteX3" fmla="*/ 10632825 w 10678681"/>
              <a:gd name="connsiteY3" fmla="*/ 32153 h 1357700"/>
              <a:gd name="connsiteX4" fmla="*/ 10510605 w 10678681"/>
              <a:gd name="connsiteY4" fmla="*/ 30449 h 1357700"/>
              <a:gd name="connsiteX5" fmla="*/ 10456989 w 10678681"/>
              <a:gd name="connsiteY5" fmla="*/ 979 h 1357700"/>
              <a:gd name="connsiteX6" fmla="*/ 10438642 w 10678681"/>
              <a:gd name="connsiteY6" fmla="*/ 1524 h 1357700"/>
              <a:gd name="connsiteX7" fmla="*/ 10407146 w 10678681"/>
              <a:gd name="connsiteY7" fmla="*/ 43659 h 1357700"/>
              <a:gd name="connsiteX8" fmla="*/ 10357996 w 10678681"/>
              <a:gd name="connsiteY8" fmla="*/ 50836 h 1357700"/>
              <a:gd name="connsiteX9" fmla="*/ 10306667 w 10678681"/>
              <a:gd name="connsiteY9" fmla="*/ 109739 h 1357700"/>
              <a:gd name="connsiteX10" fmla="*/ 10115334 w 10678681"/>
              <a:gd name="connsiteY10" fmla="*/ 155658 h 1357700"/>
              <a:gd name="connsiteX11" fmla="*/ 10068157 w 10678681"/>
              <a:gd name="connsiteY11" fmla="*/ 215673 h 1357700"/>
              <a:gd name="connsiteX12" fmla="*/ 10045431 w 10678681"/>
              <a:gd name="connsiteY12" fmla="*/ 229568 h 1357700"/>
              <a:gd name="connsiteX13" fmla="*/ 10013265 w 10678681"/>
              <a:gd name="connsiteY13" fmla="*/ 284757 h 1357700"/>
              <a:gd name="connsiteX14" fmla="*/ 9862496 w 10678681"/>
              <a:gd name="connsiteY14" fmla="*/ 223033 h 1357700"/>
              <a:gd name="connsiteX15" fmla="*/ 9679638 w 10678681"/>
              <a:gd name="connsiteY15" fmla="*/ 277462 h 1357700"/>
              <a:gd name="connsiteX16" fmla="*/ 9498347 w 10678681"/>
              <a:gd name="connsiteY16" fmla="*/ 244723 h 1357700"/>
              <a:gd name="connsiteX17" fmla="*/ 9399702 w 10678681"/>
              <a:gd name="connsiteY17" fmla="*/ 276316 h 1357700"/>
              <a:gd name="connsiteX18" fmla="*/ 9378439 w 10678681"/>
              <a:gd name="connsiteY18" fmla="*/ 326244 h 1357700"/>
              <a:gd name="connsiteX19" fmla="*/ 9121744 w 10678681"/>
              <a:gd name="connsiteY19" fmla="*/ 365177 h 1357700"/>
              <a:gd name="connsiteX20" fmla="*/ 9061654 w 10678681"/>
              <a:gd name="connsiteY20" fmla="*/ 393730 h 1357700"/>
              <a:gd name="connsiteX21" fmla="*/ 8997577 w 10678681"/>
              <a:gd name="connsiteY21" fmla="*/ 380865 h 1357700"/>
              <a:gd name="connsiteX22" fmla="*/ 8907968 w 10678681"/>
              <a:gd name="connsiteY22" fmla="*/ 447345 h 1357700"/>
              <a:gd name="connsiteX23" fmla="*/ 8764163 w 10678681"/>
              <a:gd name="connsiteY23" fmla="*/ 471000 h 1357700"/>
              <a:gd name="connsiteX24" fmla="*/ 8680155 w 10678681"/>
              <a:gd name="connsiteY24" fmla="*/ 492404 h 1357700"/>
              <a:gd name="connsiteX25" fmla="*/ 8651436 w 10678681"/>
              <a:gd name="connsiteY25" fmla="*/ 511923 h 1357700"/>
              <a:gd name="connsiteX26" fmla="*/ 8609185 w 10678681"/>
              <a:gd name="connsiteY26" fmla="*/ 531525 h 1357700"/>
              <a:gd name="connsiteX27" fmla="*/ 8537091 w 10678681"/>
              <a:gd name="connsiteY27" fmla="*/ 574933 h 1357700"/>
              <a:gd name="connsiteX28" fmla="*/ 8435931 w 10678681"/>
              <a:gd name="connsiteY28" fmla="*/ 617926 h 1357700"/>
              <a:gd name="connsiteX29" fmla="*/ 8348623 w 10678681"/>
              <a:gd name="connsiteY29" fmla="*/ 600607 h 1357700"/>
              <a:gd name="connsiteX30" fmla="*/ 8344233 w 10678681"/>
              <a:gd name="connsiteY30" fmla="*/ 610922 h 1357700"/>
              <a:gd name="connsiteX31" fmla="*/ 8290622 w 10678681"/>
              <a:gd name="connsiteY31" fmla="*/ 622687 h 1357700"/>
              <a:gd name="connsiteX32" fmla="*/ 8086698 w 10678681"/>
              <a:gd name="connsiteY32" fmla="*/ 605185 h 1357700"/>
              <a:gd name="connsiteX33" fmla="*/ 7982378 w 10678681"/>
              <a:gd name="connsiteY33" fmla="*/ 629799 h 1357700"/>
              <a:gd name="connsiteX34" fmla="*/ 7947952 w 10678681"/>
              <a:gd name="connsiteY34" fmla="*/ 648003 h 1357700"/>
              <a:gd name="connsiteX35" fmla="*/ 7890112 w 10678681"/>
              <a:gd name="connsiteY35" fmla="*/ 677915 h 1357700"/>
              <a:gd name="connsiteX36" fmla="*/ 7853284 w 10678681"/>
              <a:gd name="connsiteY36" fmla="*/ 723588 h 1357700"/>
              <a:gd name="connsiteX37" fmla="*/ 7802383 w 10678681"/>
              <a:gd name="connsiteY37" fmla="*/ 739359 h 1357700"/>
              <a:gd name="connsiteX38" fmla="*/ 7730518 w 10678681"/>
              <a:gd name="connsiteY38" fmla="*/ 739526 h 1357700"/>
              <a:gd name="connsiteX39" fmla="*/ 7652907 w 10678681"/>
              <a:gd name="connsiteY39" fmla="*/ 783273 h 1357700"/>
              <a:gd name="connsiteX40" fmla="*/ 7606008 w 10678681"/>
              <a:gd name="connsiteY40" fmla="*/ 800717 h 1357700"/>
              <a:gd name="connsiteX41" fmla="*/ 7480223 w 10678681"/>
              <a:gd name="connsiteY41" fmla="*/ 856821 h 1357700"/>
              <a:gd name="connsiteX42" fmla="*/ 7356005 w 10678681"/>
              <a:gd name="connsiteY42" fmla="*/ 919462 h 1357700"/>
              <a:gd name="connsiteX43" fmla="*/ 7305396 w 10678681"/>
              <a:gd name="connsiteY43" fmla="*/ 986228 h 1357700"/>
              <a:gd name="connsiteX44" fmla="*/ 7277477 w 10678681"/>
              <a:gd name="connsiteY44" fmla="*/ 990571 h 1357700"/>
              <a:gd name="connsiteX45" fmla="*/ 7269396 w 10678681"/>
              <a:gd name="connsiteY45" fmla="*/ 989282 h 1357700"/>
              <a:gd name="connsiteX46" fmla="*/ 7258094 w 10678681"/>
              <a:gd name="connsiteY46" fmla="*/ 990679 h 1357700"/>
              <a:gd name="connsiteX47" fmla="*/ 7257893 w 10678681"/>
              <a:gd name="connsiteY47" fmla="*/ 991204 h 1357700"/>
              <a:gd name="connsiteX48" fmla="*/ 7247153 w 10678681"/>
              <a:gd name="connsiteY48" fmla="*/ 991550 h 1357700"/>
              <a:gd name="connsiteX49" fmla="*/ 7193612 w 10678681"/>
              <a:gd name="connsiteY49" fmla="*/ 987042 h 1357700"/>
              <a:gd name="connsiteX50" fmla="*/ 7132632 w 10678681"/>
              <a:gd name="connsiteY50" fmla="*/ 1042036 h 1357700"/>
              <a:gd name="connsiteX51" fmla="*/ 7105610 w 10678681"/>
              <a:gd name="connsiteY51" fmla="*/ 1053537 h 1357700"/>
              <a:gd name="connsiteX52" fmla="*/ 7069148 w 10678681"/>
              <a:gd name="connsiteY52" fmla="*/ 1047163 h 1357700"/>
              <a:gd name="connsiteX53" fmla="*/ 7039634 w 10678681"/>
              <a:gd name="connsiteY53" fmla="*/ 1059971 h 1357700"/>
              <a:gd name="connsiteX54" fmla="*/ 7033445 w 10678681"/>
              <a:gd name="connsiteY54" fmla="*/ 1063314 h 1357700"/>
              <a:gd name="connsiteX55" fmla="*/ 6999157 w 10678681"/>
              <a:gd name="connsiteY55" fmla="*/ 1055282 h 1357700"/>
              <a:gd name="connsiteX56" fmla="*/ 6981874 w 10678681"/>
              <a:gd name="connsiteY56" fmla="*/ 1053827 h 1357700"/>
              <a:gd name="connsiteX57" fmla="*/ 6976102 w 10678681"/>
              <a:gd name="connsiteY57" fmla="*/ 1047854 h 1357700"/>
              <a:gd name="connsiteX58" fmla="*/ 6951040 w 10678681"/>
              <a:gd name="connsiteY58" fmla="*/ 1048531 h 1357700"/>
              <a:gd name="connsiteX59" fmla="*/ 6948497 w 10678681"/>
              <a:gd name="connsiteY59" fmla="*/ 1050706 h 1357700"/>
              <a:gd name="connsiteX60" fmla="*/ 6926582 w 10678681"/>
              <a:gd name="connsiteY60" fmla="*/ 1043462 h 1357700"/>
              <a:gd name="connsiteX61" fmla="*/ 6833743 w 10678681"/>
              <a:gd name="connsiteY61" fmla="*/ 1027960 h 1357700"/>
              <a:gd name="connsiteX62" fmla="*/ 6687090 w 10678681"/>
              <a:gd name="connsiteY62" fmla="*/ 1063250 h 1357700"/>
              <a:gd name="connsiteX63" fmla="*/ 6437450 w 10678681"/>
              <a:gd name="connsiteY63" fmla="*/ 1101075 h 1357700"/>
              <a:gd name="connsiteX64" fmla="*/ 6327795 w 10678681"/>
              <a:gd name="connsiteY64" fmla="*/ 1088142 h 1357700"/>
              <a:gd name="connsiteX65" fmla="*/ 6136549 w 10678681"/>
              <a:gd name="connsiteY65" fmla="*/ 1100268 h 1357700"/>
              <a:gd name="connsiteX66" fmla="*/ 6004655 w 10678681"/>
              <a:gd name="connsiteY66" fmla="*/ 1114946 h 1357700"/>
              <a:gd name="connsiteX67" fmla="*/ 5936643 w 10678681"/>
              <a:gd name="connsiteY67" fmla="*/ 1095428 h 1357700"/>
              <a:gd name="connsiteX68" fmla="*/ 5912484 w 10678681"/>
              <a:gd name="connsiteY68" fmla="*/ 1112624 h 1357700"/>
              <a:gd name="connsiteX69" fmla="*/ 5908387 w 10678681"/>
              <a:gd name="connsiteY69" fmla="*/ 1116018 h 1357700"/>
              <a:gd name="connsiteX70" fmla="*/ 5890495 w 10678681"/>
              <a:gd name="connsiteY70" fmla="*/ 1120268 h 1357700"/>
              <a:gd name="connsiteX71" fmla="*/ 5887318 w 10678681"/>
              <a:gd name="connsiteY71" fmla="*/ 1133134 h 1357700"/>
              <a:gd name="connsiteX72" fmla="*/ 5861726 w 10678681"/>
              <a:gd name="connsiteY72" fmla="*/ 1147891 h 1357700"/>
              <a:gd name="connsiteX73" fmla="*/ 5805823 w 10678681"/>
              <a:gd name="connsiteY73" fmla="*/ 1152457 h 1357700"/>
              <a:gd name="connsiteX74" fmla="*/ 5689841 w 10678681"/>
              <a:gd name="connsiteY74" fmla="*/ 1176232 h 1357700"/>
              <a:gd name="connsiteX75" fmla="*/ 5605119 w 10678681"/>
              <a:gd name="connsiteY75" fmla="*/ 1190202 h 1357700"/>
              <a:gd name="connsiteX76" fmla="*/ 5488513 w 10678681"/>
              <a:gd name="connsiteY76" fmla="*/ 1205367 h 1357700"/>
              <a:gd name="connsiteX77" fmla="*/ 5402905 w 10678681"/>
              <a:gd name="connsiteY77" fmla="*/ 1241191 h 1357700"/>
              <a:gd name="connsiteX78" fmla="*/ 5285593 w 10678681"/>
              <a:gd name="connsiteY78" fmla="*/ 1273569 h 1357700"/>
              <a:gd name="connsiteX79" fmla="*/ 5192893 w 10678681"/>
              <a:gd name="connsiteY79" fmla="*/ 1247188 h 1357700"/>
              <a:gd name="connsiteX80" fmla="*/ 5186475 w 10678681"/>
              <a:gd name="connsiteY80" fmla="*/ 1257028 h 1357700"/>
              <a:gd name="connsiteX81" fmla="*/ 5126038 w 10678681"/>
              <a:gd name="connsiteY81" fmla="*/ 1263189 h 1357700"/>
              <a:gd name="connsiteX82" fmla="*/ 4894688 w 10678681"/>
              <a:gd name="connsiteY82" fmla="*/ 1247184 h 1357700"/>
              <a:gd name="connsiteX83" fmla="*/ 4788036 w 10678681"/>
              <a:gd name="connsiteY83" fmla="*/ 1238182 h 1357700"/>
              <a:gd name="connsiteX84" fmla="*/ 4747555 w 10678681"/>
              <a:gd name="connsiteY84" fmla="*/ 1252768 h 1357700"/>
              <a:gd name="connsiteX85" fmla="*/ 4679644 w 10678681"/>
              <a:gd name="connsiteY85" fmla="*/ 1276603 h 1357700"/>
              <a:gd name="connsiteX86" fmla="*/ 4632222 w 10678681"/>
              <a:gd name="connsiteY86" fmla="*/ 1318360 h 1357700"/>
              <a:gd name="connsiteX87" fmla="*/ 4617358 w 10678681"/>
              <a:gd name="connsiteY87" fmla="*/ 1327690 h 1357700"/>
              <a:gd name="connsiteX88" fmla="*/ 4589102 w 10678681"/>
              <a:gd name="connsiteY88" fmla="*/ 1321223 h 1357700"/>
              <a:gd name="connsiteX89" fmla="*/ 4578184 w 10678681"/>
              <a:gd name="connsiteY89" fmla="*/ 1326745 h 1357700"/>
              <a:gd name="connsiteX90" fmla="*/ 4574270 w 10678681"/>
              <a:gd name="connsiteY90" fmla="*/ 1325878 h 1357700"/>
              <a:gd name="connsiteX91" fmla="*/ 4564919 w 10678681"/>
              <a:gd name="connsiteY91" fmla="*/ 1325507 h 1357700"/>
              <a:gd name="connsiteX92" fmla="*/ 4566586 w 10678681"/>
              <a:gd name="connsiteY92" fmla="*/ 1316963 h 1357700"/>
              <a:gd name="connsiteX93" fmla="*/ 4556303 w 10678681"/>
              <a:gd name="connsiteY93" fmla="*/ 1300262 h 1357700"/>
              <a:gd name="connsiteX94" fmla="*/ 4502358 w 10678681"/>
              <a:gd name="connsiteY94" fmla="*/ 1302558 h 1357700"/>
              <a:gd name="connsiteX95" fmla="*/ 4498919 w 10678681"/>
              <a:gd name="connsiteY95" fmla="*/ 1312115 h 1357700"/>
              <a:gd name="connsiteX96" fmla="*/ 4492075 w 10678681"/>
              <a:gd name="connsiteY96" fmla="*/ 1313357 h 1357700"/>
              <a:gd name="connsiteX97" fmla="*/ 4487466 w 10678681"/>
              <a:gd name="connsiteY97" fmla="*/ 1304102 h 1357700"/>
              <a:gd name="connsiteX98" fmla="*/ 4398292 w 10678681"/>
              <a:gd name="connsiteY98" fmla="*/ 1278410 h 1357700"/>
              <a:gd name="connsiteX99" fmla="*/ 4306088 w 10678681"/>
              <a:gd name="connsiteY99" fmla="*/ 1282512 h 1357700"/>
              <a:gd name="connsiteX100" fmla="*/ 4188995 w 10678681"/>
              <a:gd name="connsiteY100" fmla="*/ 1296718 h 1357700"/>
              <a:gd name="connsiteX101" fmla="*/ 4136582 w 10678681"/>
              <a:gd name="connsiteY101" fmla="*/ 1287687 h 1357700"/>
              <a:gd name="connsiteX102" fmla="*/ 4064614 w 10678681"/>
              <a:gd name="connsiteY102" fmla="*/ 1296118 h 1357700"/>
              <a:gd name="connsiteX103" fmla="*/ 3906561 w 10678681"/>
              <a:gd name="connsiteY103" fmla="*/ 1352435 h 1357700"/>
              <a:gd name="connsiteX104" fmla="*/ 3787890 w 10678681"/>
              <a:gd name="connsiteY104" fmla="*/ 1352442 h 1357700"/>
              <a:gd name="connsiteX105" fmla="*/ 3745993 w 10678681"/>
              <a:gd name="connsiteY105" fmla="*/ 1342630 h 1357700"/>
              <a:gd name="connsiteX106" fmla="*/ 3675785 w 10678681"/>
              <a:gd name="connsiteY106" fmla="*/ 1326802 h 1357700"/>
              <a:gd name="connsiteX107" fmla="*/ 3623856 w 10678681"/>
              <a:gd name="connsiteY107" fmla="*/ 1290804 h 1357700"/>
              <a:gd name="connsiteX108" fmla="*/ 3564933 w 10678681"/>
              <a:gd name="connsiteY108" fmla="*/ 1287147 h 1357700"/>
              <a:gd name="connsiteX109" fmla="*/ 3550537 w 10678681"/>
              <a:gd name="connsiteY109" fmla="*/ 1317552 h 1357700"/>
              <a:gd name="connsiteX110" fmla="*/ 3487736 w 10678681"/>
              <a:gd name="connsiteY110" fmla="*/ 1303493 h 1357700"/>
              <a:gd name="connsiteX111" fmla="*/ 3392548 w 10678681"/>
              <a:gd name="connsiteY111" fmla="*/ 1278741 h 1357700"/>
              <a:gd name="connsiteX112" fmla="*/ 3337466 w 10678681"/>
              <a:gd name="connsiteY112" fmla="*/ 1272537 h 1357700"/>
              <a:gd name="connsiteX113" fmla="*/ 3187206 w 10678681"/>
              <a:gd name="connsiteY113" fmla="*/ 1246821 h 1357700"/>
              <a:gd name="connsiteX114" fmla="*/ 3036856 w 10678681"/>
              <a:gd name="connsiteY114" fmla="*/ 1214383 h 1357700"/>
              <a:gd name="connsiteX115" fmla="*/ 2948654 w 10678681"/>
              <a:gd name="connsiteY115" fmla="*/ 1157455 h 1357700"/>
              <a:gd name="connsiteX116" fmla="*/ 2824973 w 10678681"/>
              <a:gd name="connsiteY116" fmla="*/ 1134864 h 1357700"/>
              <a:gd name="connsiteX117" fmla="*/ 2804398 w 10678681"/>
              <a:gd name="connsiteY117" fmla="*/ 1125556 h 1357700"/>
              <a:gd name="connsiteX118" fmla="*/ 2775396 w 10678681"/>
              <a:gd name="connsiteY118" fmla="*/ 1130148 h 1357700"/>
              <a:gd name="connsiteX119" fmla="*/ 2659096 w 10678681"/>
              <a:gd name="connsiteY119" fmla="*/ 1150294 h 1357700"/>
              <a:gd name="connsiteX120" fmla="*/ 2567088 w 10678681"/>
              <a:gd name="connsiteY120" fmla="*/ 1181781 h 1357700"/>
              <a:gd name="connsiteX121" fmla="*/ 2454501 w 10678681"/>
              <a:gd name="connsiteY121" fmla="*/ 1155455 h 1357700"/>
              <a:gd name="connsiteX122" fmla="*/ 2385161 w 10678681"/>
              <a:gd name="connsiteY122" fmla="*/ 1161312 h 1357700"/>
              <a:gd name="connsiteX123" fmla="*/ 2270528 w 10678681"/>
              <a:gd name="connsiteY123" fmla="*/ 1204338 h 1357700"/>
              <a:gd name="connsiteX124" fmla="*/ 2121820 w 10678681"/>
              <a:gd name="connsiteY124" fmla="*/ 1187078 h 1357700"/>
              <a:gd name="connsiteX125" fmla="*/ 2092716 w 10678681"/>
              <a:gd name="connsiteY125" fmla="*/ 1139224 h 1357700"/>
              <a:gd name="connsiteX126" fmla="*/ 2052449 w 10678681"/>
              <a:gd name="connsiteY126" fmla="*/ 1109687 h 1357700"/>
              <a:gd name="connsiteX127" fmla="*/ 2032607 w 10678681"/>
              <a:gd name="connsiteY127" fmla="*/ 1175477 h 1357700"/>
              <a:gd name="connsiteX128" fmla="*/ 1901837 w 10678681"/>
              <a:gd name="connsiteY128" fmla="*/ 1221762 h 1357700"/>
              <a:gd name="connsiteX129" fmla="*/ 1836762 w 10678681"/>
              <a:gd name="connsiteY129" fmla="*/ 1237387 h 1357700"/>
              <a:gd name="connsiteX130" fmla="*/ 1735877 w 10678681"/>
              <a:gd name="connsiteY130" fmla="*/ 1246527 h 1357700"/>
              <a:gd name="connsiteX131" fmla="*/ 1705069 w 10678681"/>
              <a:gd name="connsiteY131" fmla="*/ 1251989 h 1357700"/>
              <a:gd name="connsiteX132" fmla="*/ 1397689 w 10678681"/>
              <a:gd name="connsiteY132" fmla="*/ 1336144 h 1357700"/>
              <a:gd name="connsiteX133" fmla="*/ 1220734 w 10678681"/>
              <a:gd name="connsiteY133" fmla="*/ 1257811 h 1357700"/>
              <a:gd name="connsiteX134" fmla="*/ 1021737 w 10678681"/>
              <a:gd name="connsiteY134" fmla="*/ 1238739 h 1357700"/>
              <a:gd name="connsiteX135" fmla="*/ 959820 w 10678681"/>
              <a:gd name="connsiteY135" fmla="*/ 1275863 h 1357700"/>
              <a:gd name="connsiteX136" fmla="*/ 929137 w 10678681"/>
              <a:gd name="connsiteY136" fmla="*/ 1273957 h 1357700"/>
              <a:gd name="connsiteX137" fmla="*/ 878849 w 10678681"/>
              <a:gd name="connsiteY137" fmla="*/ 1266740 h 1357700"/>
              <a:gd name="connsiteX138" fmla="*/ 800667 w 10678681"/>
              <a:gd name="connsiteY138" fmla="*/ 1282041 h 1357700"/>
              <a:gd name="connsiteX139" fmla="*/ 644906 w 10678681"/>
              <a:gd name="connsiteY139" fmla="*/ 1273685 h 1357700"/>
              <a:gd name="connsiteX140" fmla="*/ 379869 w 10678681"/>
              <a:gd name="connsiteY140" fmla="*/ 1339165 h 1357700"/>
              <a:gd name="connsiteX141" fmla="*/ 137696 w 10678681"/>
              <a:gd name="connsiteY141" fmla="*/ 1319217 h 1357700"/>
              <a:gd name="connsiteX142" fmla="*/ 54250 w 10678681"/>
              <a:gd name="connsiteY142" fmla="*/ 1315838 h 1357700"/>
              <a:gd name="connsiteX143" fmla="*/ 28042 w 10678681"/>
              <a:gd name="connsiteY143" fmla="*/ 1297822 h 1357700"/>
              <a:gd name="connsiteX144" fmla="*/ 0 w 10678681"/>
              <a:gd name="connsiteY144" fmla="*/ 1294612 h 1357700"/>
              <a:gd name="connsiteX145" fmla="*/ 0 w 10678681"/>
              <a:gd name="connsiteY145" fmla="*/ 0 h 1357700"/>
              <a:gd name="connsiteX0" fmla="*/ 0 w 10678681"/>
              <a:gd name="connsiteY0" fmla="*/ 0 h 1357700"/>
              <a:gd name="connsiteX1" fmla="*/ 10678681 w 10678681"/>
              <a:gd name="connsiteY1" fmla="*/ 0 h 1357700"/>
              <a:gd name="connsiteX2" fmla="*/ 10666019 w 10678681"/>
              <a:gd name="connsiteY2" fmla="*/ 7876 h 1357700"/>
              <a:gd name="connsiteX3" fmla="*/ 10632825 w 10678681"/>
              <a:gd name="connsiteY3" fmla="*/ 32153 h 1357700"/>
              <a:gd name="connsiteX4" fmla="*/ 10510605 w 10678681"/>
              <a:gd name="connsiteY4" fmla="*/ 30449 h 1357700"/>
              <a:gd name="connsiteX5" fmla="*/ 10456989 w 10678681"/>
              <a:gd name="connsiteY5" fmla="*/ 979 h 1357700"/>
              <a:gd name="connsiteX6" fmla="*/ 10438642 w 10678681"/>
              <a:gd name="connsiteY6" fmla="*/ 1524 h 1357700"/>
              <a:gd name="connsiteX7" fmla="*/ 10407146 w 10678681"/>
              <a:gd name="connsiteY7" fmla="*/ 43659 h 1357700"/>
              <a:gd name="connsiteX8" fmla="*/ 10357996 w 10678681"/>
              <a:gd name="connsiteY8" fmla="*/ 50836 h 1357700"/>
              <a:gd name="connsiteX9" fmla="*/ 10306667 w 10678681"/>
              <a:gd name="connsiteY9" fmla="*/ 109739 h 1357700"/>
              <a:gd name="connsiteX10" fmla="*/ 10115334 w 10678681"/>
              <a:gd name="connsiteY10" fmla="*/ 155658 h 1357700"/>
              <a:gd name="connsiteX11" fmla="*/ 10068157 w 10678681"/>
              <a:gd name="connsiteY11" fmla="*/ 215673 h 1357700"/>
              <a:gd name="connsiteX12" fmla="*/ 10045431 w 10678681"/>
              <a:gd name="connsiteY12" fmla="*/ 229568 h 1357700"/>
              <a:gd name="connsiteX13" fmla="*/ 10013265 w 10678681"/>
              <a:gd name="connsiteY13" fmla="*/ 284757 h 1357700"/>
              <a:gd name="connsiteX14" fmla="*/ 9862496 w 10678681"/>
              <a:gd name="connsiteY14" fmla="*/ 223033 h 1357700"/>
              <a:gd name="connsiteX15" fmla="*/ 9679638 w 10678681"/>
              <a:gd name="connsiteY15" fmla="*/ 277462 h 1357700"/>
              <a:gd name="connsiteX16" fmla="*/ 9498347 w 10678681"/>
              <a:gd name="connsiteY16" fmla="*/ 244723 h 1357700"/>
              <a:gd name="connsiteX17" fmla="*/ 9399702 w 10678681"/>
              <a:gd name="connsiteY17" fmla="*/ 276316 h 1357700"/>
              <a:gd name="connsiteX18" fmla="*/ 9378439 w 10678681"/>
              <a:gd name="connsiteY18" fmla="*/ 326244 h 1357700"/>
              <a:gd name="connsiteX19" fmla="*/ 9121744 w 10678681"/>
              <a:gd name="connsiteY19" fmla="*/ 365177 h 1357700"/>
              <a:gd name="connsiteX20" fmla="*/ 9061654 w 10678681"/>
              <a:gd name="connsiteY20" fmla="*/ 393730 h 1357700"/>
              <a:gd name="connsiteX21" fmla="*/ 8997577 w 10678681"/>
              <a:gd name="connsiteY21" fmla="*/ 380865 h 1357700"/>
              <a:gd name="connsiteX22" fmla="*/ 8907968 w 10678681"/>
              <a:gd name="connsiteY22" fmla="*/ 447345 h 1357700"/>
              <a:gd name="connsiteX23" fmla="*/ 8764163 w 10678681"/>
              <a:gd name="connsiteY23" fmla="*/ 471000 h 1357700"/>
              <a:gd name="connsiteX24" fmla="*/ 8680155 w 10678681"/>
              <a:gd name="connsiteY24" fmla="*/ 492404 h 1357700"/>
              <a:gd name="connsiteX25" fmla="*/ 8651436 w 10678681"/>
              <a:gd name="connsiteY25" fmla="*/ 511923 h 1357700"/>
              <a:gd name="connsiteX26" fmla="*/ 8609185 w 10678681"/>
              <a:gd name="connsiteY26" fmla="*/ 531525 h 1357700"/>
              <a:gd name="connsiteX27" fmla="*/ 8537091 w 10678681"/>
              <a:gd name="connsiteY27" fmla="*/ 574933 h 1357700"/>
              <a:gd name="connsiteX28" fmla="*/ 8435931 w 10678681"/>
              <a:gd name="connsiteY28" fmla="*/ 617926 h 1357700"/>
              <a:gd name="connsiteX29" fmla="*/ 8348623 w 10678681"/>
              <a:gd name="connsiteY29" fmla="*/ 600607 h 1357700"/>
              <a:gd name="connsiteX30" fmla="*/ 8344233 w 10678681"/>
              <a:gd name="connsiteY30" fmla="*/ 610922 h 1357700"/>
              <a:gd name="connsiteX31" fmla="*/ 8290622 w 10678681"/>
              <a:gd name="connsiteY31" fmla="*/ 622687 h 1357700"/>
              <a:gd name="connsiteX32" fmla="*/ 8086698 w 10678681"/>
              <a:gd name="connsiteY32" fmla="*/ 605185 h 1357700"/>
              <a:gd name="connsiteX33" fmla="*/ 7982378 w 10678681"/>
              <a:gd name="connsiteY33" fmla="*/ 629799 h 1357700"/>
              <a:gd name="connsiteX34" fmla="*/ 7947952 w 10678681"/>
              <a:gd name="connsiteY34" fmla="*/ 648003 h 1357700"/>
              <a:gd name="connsiteX35" fmla="*/ 7890112 w 10678681"/>
              <a:gd name="connsiteY35" fmla="*/ 677915 h 1357700"/>
              <a:gd name="connsiteX36" fmla="*/ 7853284 w 10678681"/>
              <a:gd name="connsiteY36" fmla="*/ 723588 h 1357700"/>
              <a:gd name="connsiteX37" fmla="*/ 7802383 w 10678681"/>
              <a:gd name="connsiteY37" fmla="*/ 739359 h 1357700"/>
              <a:gd name="connsiteX38" fmla="*/ 7730518 w 10678681"/>
              <a:gd name="connsiteY38" fmla="*/ 739526 h 1357700"/>
              <a:gd name="connsiteX39" fmla="*/ 7652907 w 10678681"/>
              <a:gd name="connsiteY39" fmla="*/ 783273 h 1357700"/>
              <a:gd name="connsiteX40" fmla="*/ 7606008 w 10678681"/>
              <a:gd name="connsiteY40" fmla="*/ 800717 h 1357700"/>
              <a:gd name="connsiteX41" fmla="*/ 7480223 w 10678681"/>
              <a:gd name="connsiteY41" fmla="*/ 856821 h 1357700"/>
              <a:gd name="connsiteX42" fmla="*/ 7356005 w 10678681"/>
              <a:gd name="connsiteY42" fmla="*/ 919462 h 1357700"/>
              <a:gd name="connsiteX43" fmla="*/ 7305396 w 10678681"/>
              <a:gd name="connsiteY43" fmla="*/ 986228 h 1357700"/>
              <a:gd name="connsiteX44" fmla="*/ 7266251 w 10678681"/>
              <a:gd name="connsiteY44" fmla="*/ 967864 h 1357700"/>
              <a:gd name="connsiteX45" fmla="*/ 7269396 w 10678681"/>
              <a:gd name="connsiteY45" fmla="*/ 989282 h 1357700"/>
              <a:gd name="connsiteX46" fmla="*/ 7258094 w 10678681"/>
              <a:gd name="connsiteY46" fmla="*/ 990679 h 1357700"/>
              <a:gd name="connsiteX47" fmla="*/ 7257893 w 10678681"/>
              <a:gd name="connsiteY47" fmla="*/ 991204 h 1357700"/>
              <a:gd name="connsiteX48" fmla="*/ 7247153 w 10678681"/>
              <a:gd name="connsiteY48" fmla="*/ 991550 h 1357700"/>
              <a:gd name="connsiteX49" fmla="*/ 7193612 w 10678681"/>
              <a:gd name="connsiteY49" fmla="*/ 987042 h 1357700"/>
              <a:gd name="connsiteX50" fmla="*/ 7132632 w 10678681"/>
              <a:gd name="connsiteY50" fmla="*/ 1042036 h 1357700"/>
              <a:gd name="connsiteX51" fmla="*/ 7105610 w 10678681"/>
              <a:gd name="connsiteY51" fmla="*/ 1053537 h 1357700"/>
              <a:gd name="connsiteX52" fmla="*/ 7069148 w 10678681"/>
              <a:gd name="connsiteY52" fmla="*/ 1047163 h 1357700"/>
              <a:gd name="connsiteX53" fmla="*/ 7039634 w 10678681"/>
              <a:gd name="connsiteY53" fmla="*/ 1059971 h 1357700"/>
              <a:gd name="connsiteX54" fmla="*/ 7033445 w 10678681"/>
              <a:gd name="connsiteY54" fmla="*/ 1063314 h 1357700"/>
              <a:gd name="connsiteX55" fmla="*/ 6999157 w 10678681"/>
              <a:gd name="connsiteY55" fmla="*/ 1055282 h 1357700"/>
              <a:gd name="connsiteX56" fmla="*/ 6981874 w 10678681"/>
              <a:gd name="connsiteY56" fmla="*/ 1053827 h 1357700"/>
              <a:gd name="connsiteX57" fmla="*/ 6976102 w 10678681"/>
              <a:gd name="connsiteY57" fmla="*/ 1047854 h 1357700"/>
              <a:gd name="connsiteX58" fmla="*/ 6951040 w 10678681"/>
              <a:gd name="connsiteY58" fmla="*/ 1048531 h 1357700"/>
              <a:gd name="connsiteX59" fmla="*/ 6948497 w 10678681"/>
              <a:gd name="connsiteY59" fmla="*/ 1050706 h 1357700"/>
              <a:gd name="connsiteX60" fmla="*/ 6926582 w 10678681"/>
              <a:gd name="connsiteY60" fmla="*/ 1043462 h 1357700"/>
              <a:gd name="connsiteX61" fmla="*/ 6833743 w 10678681"/>
              <a:gd name="connsiteY61" fmla="*/ 1027960 h 1357700"/>
              <a:gd name="connsiteX62" fmla="*/ 6687090 w 10678681"/>
              <a:gd name="connsiteY62" fmla="*/ 1063250 h 1357700"/>
              <a:gd name="connsiteX63" fmla="*/ 6437450 w 10678681"/>
              <a:gd name="connsiteY63" fmla="*/ 1101075 h 1357700"/>
              <a:gd name="connsiteX64" fmla="*/ 6327795 w 10678681"/>
              <a:gd name="connsiteY64" fmla="*/ 1088142 h 1357700"/>
              <a:gd name="connsiteX65" fmla="*/ 6136549 w 10678681"/>
              <a:gd name="connsiteY65" fmla="*/ 1100268 h 1357700"/>
              <a:gd name="connsiteX66" fmla="*/ 6004655 w 10678681"/>
              <a:gd name="connsiteY66" fmla="*/ 1114946 h 1357700"/>
              <a:gd name="connsiteX67" fmla="*/ 5936643 w 10678681"/>
              <a:gd name="connsiteY67" fmla="*/ 1095428 h 1357700"/>
              <a:gd name="connsiteX68" fmla="*/ 5912484 w 10678681"/>
              <a:gd name="connsiteY68" fmla="*/ 1112624 h 1357700"/>
              <a:gd name="connsiteX69" fmla="*/ 5908387 w 10678681"/>
              <a:gd name="connsiteY69" fmla="*/ 1116018 h 1357700"/>
              <a:gd name="connsiteX70" fmla="*/ 5890495 w 10678681"/>
              <a:gd name="connsiteY70" fmla="*/ 1120268 h 1357700"/>
              <a:gd name="connsiteX71" fmla="*/ 5887318 w 10678681"/>
              <a:gd name="connsiteY71" fmla="*/ 1133134 h 1357700"/>
              <a:gd name="connsiteX72" fmla="*/ 5861726 w 10678681"/>
              <a:gd name="connsiteY72" fmla="*/ 1147891 h 1357700"/>
              <a:gd name="connsiteX73" fmla="*/ 5805823 w 10678681"/>
              <a:gd name="connsiteY73" fmla="*/ 1152457 h 1357700"/>
              <a:gd name="connsiteX74" fmla="*/ 5689841 w 10678681"/>
              <a:gd name="connsiteY74" fmla="*/ 1176232 h 1357700"/>
              <a:gd name="connsiteX75" fmla="*/ 5605119 w 10678681"/>
              <a:gd name="connsiteY75" fmla="*/ 1190202 h 1357700"/>
              <a:gd name="connsiteX76" fmla="*/ 5488513 w 10678681"/>
              <a:gd name="connsiteY76" fmla="*/ 1205367 h 1357700"/>
              <a:gd name="connsiteX77" fmla="*/ 5402905 w 10678681"/>
              <a:gd name="connsiteY77" fmla="*/ 1241191 h 1357700"/>
              <a:gd name="connsiteX78" fmla="*/ 5285593 w 10678681"/>
              <a:gd name="connsiteY78" fmla="*/ 1273569 h 1357700"/>
              <a:gd name="connsiteX79" fmla="*/ 5192893 w 10678681"/>
              <a:gd name="connsiteY79" fmla="*/ 1247188 h 1357700"/>
              <a:gd name="connsiteX80" fmla="*/ 5186475 w 10678681"/>
              <a:gd name="connsiteY80" fmla="*/ 1257028 h 1357700"/>
              <a:gd name="connsiteX81" fmla="*/ 5126038 w 10678681"/>
              <a:gd name="connsiteY81" fmla="*/ 1263189 h 1357700"/>
              <a:gd name="connsiteX82" fmla="*/ 4894688 w 10678681"/>
              <a:gd name="connsiteY82" fmla="*/ 1247184 h 1357700"/>
              <a:gd name="connsiteX83" fmla="*/ 4788036 w 10678681"/>
              <a:gd name="connsiteY83" fmla="*/ 1238182 h 1357700"/>
              <a:gd name="connsiteX84" fmla="*/ 4747555 w 10678681"/>
              <a:gd name="connsiteY84" fmla="*/ 1252768 h 1357700"/>
              <a:gd name="connsiteX85" fmla="*/ 4679644 w 10678681"/>
              <a:gd name="connsiteY85" fmla="*/ 1276603 h 1357700"/>
              <a:gd name="connsiteX86" fmla="*/ 4632222 w 10678681"/>
              <a:gd name="connsiteY86" fmla="*/ 1318360 h 1357700"/>
              <a:gd name="connsiteX87" fmla="*/ 4617358 w 10678681"/>
              <a:gd name="connsiteY87" fmla="*/ 1327690 h 1357700"/>
              <a:gd name="connsiteX88" fmla="*/ 4589102 w 10678681"/>
              <a:gd name="connsiteY88" fmla="*/ 1321223 h 1357700"/>
              <a:gd name="connsiteX89" fmla="*/ 4578184 w 10678681"/>
              <a:gd name="connsiteY89" fmla="*/ 1326745 h 1357700"/>
              <a:gd name="connsiteX90" fmla="*/ 4574270 w 10678681"/>
              <a:gd name="connsiteY90" fmla="*/ 1325878 h 1357700"/>
              <a:gd name="connsiteX91" fmla="*/ 4564919 w 10678681"/>
              <a:gd name="connsiteY91" fmla="*/ 1325507 h 1357700"/>
              <a:gd name="connsiteX92" fmla="*/ 4566586 w 10678681"/>
              <a:gd name="connsiteY92" fmla="*/ 1316963 h 1357700"/>
              <a:gd name="connsiteX93" fmla="*/ 4556303 w 10678681"/>
              <a:gd name="connsiteY93" fmla="*/ 1300262 h 1357700"/>
              <a:gd name="connsiteX94" fmla="*/ 4502358 w 10678681"/>
              <a:gd name="connsiteY94" fmla="*/ 1302558 h 1357700"/>
              <a:gd name="connsiteX95" fmla="*/ 4498919 w 10678681"/>
              <a:gd name="connsiteY95" fmla="*/ 1312115 h 1357700"/>
              <a:gd name="connsiteX96" fmla="*/ 4492075 w 10678681"/>
              <a:gd name="connsiteY96" fmla="*/ 1313357 h 1357700"/>
              <a:gd name="connsiteX97" fmla="*/ 4487466 w 10678681"/>
              <a:gd name="connsiteY97" fmla="*/ 1304102 h 1357700"/>
              <a:gd name="connsiteX98" fmla="*/ 4398292 w 10678681"/>
              <a:gd name="connsiteY98" fmla="*/ 1278410 h 1357700"/>
              <a:gd name="connsiteX99" fmla="*/ 4306088 w 10678681"/>
              <a:gd name="connsiteY99" fmla="*/ 1282512 h 1357700"/>
              <a:gd name="connsiteX100" fmla="*/ 4188995 w 10678681"/>
              <a:gd name="connsiteY100" fmla="*/ 1296718 h 1357700"/>
              <a:gd name="connsiteX101" fmla="*/ 4136582 w 10678681"/>
              <a:gd name="connsiteY101" fmla="*/ 1287687 h 1357700"/>
              <a:gd name="connsiteX102" fmla="*/ 4064614 w 10678681"/>
              <a:gd name="connsiteY102" fmla="*/ 1296118 h 1357700"/>
              <a:gd name="connsiteX103" fmla="*/ 3906561 w 10678681"/>
              <a:gd name="connsiteY103" fmla="*/ 1352435 h 1357700"/>
              <a:gd name="connsiteX104" fmla="*/ 3787890 w 10678681"/>
              <a:gd name="connsiteY104" fmla="*/ 1352442 h 1357700"/>
              <a:gd name="connsiteX105" fmla="*/ 3745993 w 10678681"/>
              <a:gd name="connsiteY105" fmla="*/ 1342630 h 1357700"/>
              <a:gd name="connsiteX106" fmla="*/ 3675785 w 10678681"/>
              <a:gd name="connsiteY106" fmla="*/ 1326802 h 1357700"/>
              <a:gd name="connsiteX107" fmla="*/ 3623856 w 10678681"/>
              <a:gd name="connsiteY107" fmla="*/ 1290804 h 1357700"/>
              <a:gd name="connsiteX108" fmla="*/ 3564933 w 10678681"/>
              <a:gd name="connsiteY108" fmla="*/ 1287147 h 1357700"/>
              <a:gd name="connsiteX109" fmla="*/ 3550537 w 10678681"/>
              <a:gd name="connsiteY109" fmla="*/ 1317552 h 1357700"/>
              <a:gd name="connsiteX110" fmla="*/ 3487736 w 10678681"/>
              <a:gd name="connsiteY110" fmla="*/ 1303493 h 1357700"/>
              <a:gd name="connsiteX111" fmla="*/ 3392548 w 10678681"/>
              <a:gd name="connsiteY111" fmla="*/ 1278741 h 1357700"/>
              <a:gd name="connsiteX112" fmla="*/ 3337466 w 10678681"/>
              <a:gd name="connsiteY112" fmla="*/ 1272537 h 1357700"/>
              <a:gd name="connsiteX113" fmla="*/ 3187206 w 10678681"/>
              <a:gd name="connsiteY113" fmla="*/ 1246821 h 1357700"/>
              <a:gd name="connsiteX114" fmla="*/ 3036856 w 10678681"/>
              <a:gd name="connsiteY114" fmla="*/ 1214383 h 1357700"/>
              <a:gd name="connsiteX115" fmla="*/ 2948654 w 10678681"/>
              <a:gd name="connsiteY115" fmla="*/ 1157455 h 1357700"/>
              <a:gd name="connsiteX116" fmla="*/ 2824973 w 10678681"/>
              <a:gd name="connsiteY116" fmla="*/ 1134864 h 1357700"/>
              <a:gd name="connsiteX117" fmla="*/ 2804398 w 10678681"/>
              <a:gd name="connsiteY117" fmla="*/ 1125556 h 1357700"/>
              <a:gd name="connsiteX118" fmla="*/ 2775396 w 10678681"/>
              <a:gd name="connsiteY118" fmla="*/ 1130148 h 1357700"/>
              <a:gd name="connsiteX119" fmla="*/ 2659096 w 10678681"/>
              <a:gd name="connsiteY119" fmla="*/ 1150294 h 1357700"/>
              <a:gd name="connsiteX120" fmla="*/ 2567088 w 10678681"/>
              <a:gd name="connsiteY120" fmla="*/ 1181781 h 1357700"/>
              <a:gd name="connsiteX121" fmla="*/ 2454501 w 10678681"/>
              <a:gd name="connsiteY121" fmla="*/ 1155455 h 1357700"/>
              <a:gd name="connsiteX122" fmla="*/ 2385161 w 10678681"/>
              <a:gd name="connsiteY122" fmla="*/ 1161312 h 1357700"/>
              <a:gd name="connsiteX123" fmla="*/ 2270528 w 10678681"/>
              <a:gd name="connsiteY123" fmla="*/ 1204338 h 1357700"/>
              <a:gd name="connsiteX124" fmla="*/ 2121820 w 10678681"/>
              <a:gd name="connsiteY124" fmla="*/ 1187078 h 1357700"/>
              <a:gd name="connsiteX125" fmla="*/ 2092716 w 10678681"/>
              <a:gd name="connsiteY125" fmla="*/ 1139224 h 1357700"/>
              <a:gd name="connsiteX126" fmla="*/ 2052449 w 10678681"/>
              <a:gd name="connsiteY126" fmla="*/ 1109687 h 1357700"/>
              <a:gd name="connsiteX127" fmla="*/ 2032607 w 10678681"/>
              <a:gd name="connsiteY127" fmla="*/ 1175477 h 1357700"/>
              <a:gd name="connsiteX128" fmla="*/ 1901837 w 10678681"/>
              <a:gd name="connsiteY128" fmla="*/ 1221762 h 1357700"/>
              <a:gd name="connsiteX129" fmla="*/ 1836762 w 10678681"/>
              <a:gd name="connsiteY129" fmla="*/ 1237387 h 1357700"/>
              <a:gd name="connsiteX130" fmla="*/ 1735877 w 10678681"/>
              <a:gd name="connsiteY130" fmla="*/ 1246527 h 1357700"/>
              <a:gd name="connsiteX131" fmla="*/ 1705069 w 10678681"/>
              <a:gd name="connsiteY131" fmla="*/ 1251989 h 1357700"/>
              <a:gd name="connsiteX132" fmla="*/ 1397689 w 10678681"/>
              <a:gd name="connsiteY132" fmla="*/ 1336144 h 1357700"/>
              <a:gd name="connsiteX133" fmla="*/ 1220734 w 10678681"/>
              <a:gd name="connsiteY133" fmla="*/ 1257811 h 1357700"/>
              <a:gd name="connsiteX134" fmla="*/ 1021737 w 10678681"/>
              <a:gd name="connsiteY134" fmla="*/ 1238739 h 1357700"/>
              <a:gd name="connsiteX135" fmla="*/ 959820 w 10678681"/>
              <a:gd name="connsiteY135" fmla="*/ 1275863 h 1357700"/>
              <a:gd name="connsiteX136" fmla="*/ 929137 w 10678681"/>
              <a:gd name="connsiteY136" fmla="*/ 1273957 h 1357700"/>
              <a:gd name="connsiteX137" fmla="*/ 878849 w 10678681"/>
              <a:gd name="connsiteY137" fmla="*/ 1266740 h 1357700"/>
              <a:gd name="connsiteX138" fmla="*/ 800667 w 10678681"/>
              <a:gd name="connsiteY138" fmla="*/ 1282041 h 1357700"/>
              <a:gd name="connsiteX139" fmla="*/ 644906 w 10678681"/>
              <a:gd name="connsiteY139" fmla="*/ 1273685 h 1357700"/>
              <a:gd name="connsiteX140" fmla="*/ 379869 w 10678681"/>
              <a:gd name="connsiteY140" fmla="*/ 1339165 h 1357700"/>
              <a:gd name="connsiteX141" fmla="*/ 137696 w 10678681"/>
              <a:gd name="connsiteY141" fmla="*/ 1319217 h 1357700"/>
              <a:gd name="connsiteX142" fmla="*/ 54250 w 10678681"/>
              <a:gd name="connsiteY142" fmla="*/ 1315838 h 1357700"/>
              <a:gd name="connsiteX143" fmla="*/ 28042 w 10678681"/>
              <a:gd name="connsiteY143" fmla="*/ 1297822 h 1357700"/>
              <a:gd name="connsiteX144" fmla="*/ 0 w 10678681"/>
              <a:gd name="connsiteY144" fmla="*/ 1294612 h 1357700"/>
              <a:gd name="connsiteX145" fmla="*/ 0 w 10678681"/>
              <a:gd name="connsiteY145" fmla="*/ 0 h 1357700"/>
              <a:gd name="connsiteX0" fmla="*/ 0 w 10678681"/>
              <a:gd name="connsiteY0" fmla="*/ 0 h 1357700"/>
              <a:gd name="connsiteX1" fmla="*/ 10678681 w 10678681"/>
              <a:gd name="connsiteY1" fmla="*/ 0 h 1357700"/>
              <a:gd name="connsiteX2" fmla="*/ 10666019 w 10678681"/>
              <a:gd name="connsiteY2" fmla="*/ 7876 h 1357700"/>
              <a:gd name="connsiteX3" fmla="*/ 10632825 w 10678681"/>
              <a:gd name="connsiteY3" fmla="*/ 32153 h 1357700"/>
              <a:gd name="connsiteX4" fmla="*/ 10510605 w 10678681"/>
              <a:gd name="connsiteY4" fmla="*/ 30449 h 1357700"/>
              <a:gd name="connsiteX5" fmla="*/ 10456989 w 10678681"/>
              <a:gd name="connsiteY5" fmla="*/ 979 h 1357700"/>
              <a:gd name="connsiteX6" fmla="*/ 10438642 w 10678681"/>
              <a:gd name="connsiteY6" fmla="*/ 1524 h 1357700"/>
              <a:gd name="connsiteX7" fmla="*/ 10407146 w 10678681"/>
              <a:gd name="connsiteY7" fmla="*/ 43659 h 1357700"/>
              <a:gd name="connsiteX8" fmla="*/ 10357996 w 10678681"/>
              <a:gd name="connsiteY8" fmla="*/ 50836 h 1357700"/>
              <a:gd name="connsiteX9" fmla="*/ 10306667 w 10678681"/>
              <a:gd name="connsiteY9" fmla="*/ 109739 h 1357700"/>
              <a:gd name="connsiteX10" fmla="*/ 10115334 w 10678681"/>
              <a:gd name="connsiteY10" fmla="*/ 155658 h 1357700"/>
              <a:gd name="connsiteX11" fmla="*/ 10068157 w 10678681"/>
              <a:gd name="connsiteY11" fmla="*/ 215673 h 1357700"/>
              <a:gd name="connsiteX12" fmla="*/ 10045431 w 10678681"/>
              <a:gd name="connsiteY12" fmla="*/ 229568 h 1357700"/>
              <a:gd name="connsiteX13" fmla="*/ 10013265 w 10678681"/>
              <a:gd name="connsiteY13" fmla="*/ 284757 h 1357700"/>
              <a:gd name="connsiteX14" fmla="*/ 9862496 w 10678681"/>
              <a:gd name="connsiteY14" fmla="*/ 223033 h 1357700"/>
              <a:gd name="connsiteX15" fmla="*/ 9679638 w 10678681"/>
              <a:gd name="connsiteY15" fmla="*/ 277462 h 1357700"/>
              <a:gd name="connsiteX16" fmla="*/ 9498347 w 10678681"/>
              <a:gd name="connsiteY16" fmla="*/ 244723 h 1357700"/>
              <a:gd name="connsiteX17" fmla="*/ 9399702 w 10678681"/>
              <a:gd name="connsiteY17" fmla="*/ 276316 h 1357700"/>
              <a:gd name="connsiteX18" fmla="*/ 9378439 w 10678681"/>
              <a:gd name="connsiteY18" fmla="*/ 326244 h 1357700"/>
              <a:gd name="connsiteX19" fmla="*/ 9121744 w 10678681"/>
              <a:gd name="connsiteY19" fmla="*/ 365177 h 1357700"/>
              <a:gd name="connsiteX20" fmla="*/ 9061654 w 10678681"/>
              <a:gd name="connsiteY20" fmla="*/ 393730 h 1357700"/>
              <a:gd name="connsiteX21" fmla="*/ 8997577 w 10678681"/>
              <a:gd name="connsiteY21" fmla="*/ 380865 h 1357700"/>
              <a:gd name="connsiteX22" fmla="*/ 8907968 w 10678681"/>
              <a:gd name="connsiteY22" fmla="*/ 447345 h 1357700"/>
              <a:gd name="connsiteX23" fmla="*/ 8764163 w 10678681"/>
              <a:gd name="connsiteY23" fmla="*/ 471000 h 1357700"/>
              <a:gd name="connsiteX24" fmla="*/ 8680155 w 10678681"/>
              <a:gd name="connsiteY24" fmla="*/ 492404 h 1357700"/>
              <a:gd name="connsiteX25" fmla="*/ 8651436 w 10678681"/>
              <a:gd name="connsiteY25" fmla="*/ 511923 h 1357700"/>
              <a:gd name="connsiteX26" fmla="*/ 8609185 w 10678681"/>
              <a:gd name="connsiteY26" fmla="*/ 531525 h 1357700"/>
              <a:gd name="connsiteX27" fmla="*/ 8537091 w 10678681"/>
              <a:gd name="connsiteY27" fmla="*/ 574933 h 1357700"/>
              <a:gd name="connsiteX28" fmla="*/ 8435931 w 10678681"/>
              <a:gd name="connsiteY28" fmla="*/ 617926 h 1357700"/>
              <a:gd name="connsiteX29" fmla="*/ 8348623 w 10678681"/>
              <a:gd name="connsiteY29" fmla="*/ 600607 h 1357700"/>
              <a:gd name="connsiteX30" fmla="*/ 8344233 w 10678681"/>
              <a:gd name="connsiteY30" fmla="*/ 610922 h 1357700"/>
              <a:gd name="connsiteX31" fmla="*/ 8290622 w 10678681"/>
              <a:gd name="connsiteY31" fmla="*/ 622687 h 1357700"/>
              <a:gd name="connsiteX32" fmla="*/ 8086698 w 10678681"/>
              <a:gd name="connsiteY32" fmla="*/ 605185 h 1357700"/>
              <a:gd name="connsiteX33" fmla="*/ 7982378 w 10678681"/>
              <a:gd name="connsiteY33" fmla="*/ 629799 h 1357700"/>
              <a:gd name="connsiteX34" fmla="*/ 7947952 w 10678681"/>
              <a:gd name="connsiteY34" fmla="*/ 648003 h 1357700"/>
              <a:gd name="connsiteX35" fmla="*/ 7890112 w 10678681"/>
              <a:gd name="connsiteY35" fmla="*/ 677915 h 1357700"/>
              <a:gd name="connsiteX36" fmla="*/ 7853284 w 10678681"/>
              <a:gd name="connsiteY36" fmla="*/ 723588 h 1357700"/>
              <a:gd name="connsiteX37" fmla="*/ 7802383 w 10678681"/>
              <a:gd name="connsiteY37" fmla="*/ 739359 h 1357700"/>
              <a:gd name="connsiteX38" fmla="*/ 7730518 w 10678681"/>
              <a:gd name="connsiteY38" fmla="*/ 739526 h 1357700"/>
              <a:gd name="connsiteX39" fmla="*/ 7652907 w 10678681"/>
              <a:gd name="connsiteY39" fmla="*/ 783273 h 1357700"/>
              <a:gd name="connsiteX40" fmla="*/ 7606008 w 10678681"/>
              <a:gd name="connsiteY40" fmla="*/ 800717 h 1357700"/>
              <a:gd name="connsiteX41" fmla="*/ 7480223 w 10678681"/>
              <a:gd name="connsiteY41" fmla="*/ 856821 h 1357700"/>
              <a:gd name="connsiteX42" fmla="*/ 7356005 w 10678681"/>
              <a:gd name="connsiteY42" fmla="*/ 919462 h 1357700"/>
              <a:gd name="connsiteX43" fmla="*/ 7305396 w 10678681"/>
              <a:gd name="connsiteY43" fmla="*/ 986228 h 1357700"/>
              <a:gd name="connsiteX44" fmla="*/ 7266251 w 10678681"/>
              <a:gd name="connsiteY44" fmla="*/ 967864 h 1357700"/>
              <a:gd name="connsiteX45" fmla="*/ 7269396 w 10678681"/>
              <a:gd name="connsiteY45" fmla="*/ 989282 h 1357700"/>
              <a:gd name="connsiteX46" fmla="*/ 7258094 w 10678681"/>
              <a:gd name="connsiteY46" fmla="*/ 990679 h 1357700"/>
              <a:gd name="connsiteX47" fmla="*/ 7257893 w 10678681"/>
              <a:gd name="connsiteY47" fmla="*/ 991204 h 1357700"/>
              <a:gd name="connsiteX48" fmla="*/ 7247153 w 10678681"/>
              <a:gd name="connsiteY48" fmla="*/ 991550 h 1357700"/>
              <a:gd name="connsiteX49" fmla="*/ 7193612 w 10678681"/>
              <a:gd name="connsiteY49" fmla="*/ 987042 h 1357700"/>
              <a:gd name="connsiteX50" fmla="*/ 7132632 w 10678681"/>
              <a:gd name="connsiteY50" fmla="*/ 1042036 h 1357700"/>
              <a:gd name="connsiteX51" fmla="*/ 7105610 w 10678681"/>
              <a:gd name="connsiteY51" fmla="*/ 1053537 h 1357700"/>
              <a:gd name="connsiteX52" fmla="*/ 7069148 w 10678681"/>
              <a:gd name="connsiteY52" fmla="*/ 1047163 h 1357700"/>
              <a:gd name="connsiteX53" fmla="*/ 7039634 w 10678681"/>
              <a:gd name="connsiteY53" fmla="*/ 1059971 h 1357700"/>
              <a:gd name="connsiteX54" fmla="*/ 7033445 w 10678681"/>
              <a:gd name="connsiteY54" fmla="*/ 1063314 h 1357700"/>
              <a:gd name="connsiteX55" fmla="*/ 6999157 w 10678681"/>
              <a:gd name="connsiteY55" fmla="*/ 1055282 h 1357700"/>
              <a:gd name="connsiteX56" fmla="*/ 6981874 w 10678681"/>
              <a:gd name="connsiteY56" fmla="*/ 1053827 h 1357700"/>
              <a:gd name="connsiteX57" fmla="*/ 6976102 w 10678681"/>
              <a:gd name="connsiteY57" fmla="*/ 1047854 h 1357700"/>
              <a:gd name="connsiteX58" fmla="*/ 6951040 w 10678681"/>
              <a:gd name="connsiteY58" fmla="*/ 1048531 h 1357700"/>
              <a:gd name="connsiteX59" fmla="*/ 6948497 w 10678681"/>
              <a:gd name="connsiteY59" fmla="*/ 1050706 h 1357700"/>
              <a:gd name="connsiteX60" fmla="*/ 6926582 w 10678681"/>
              <a:gd name="connsiteY60" fmla="*/ 1043462 h 1357700"/>
              <a:gd name="connsiteX61" fmla="*/ 6833743 w 10678681"/>
              <a:gd name="connsiteY61" fmla="*/ 1027960 h 1357700"/>
              <a:gd name="connsiteX62" fmla="*/ 6687090 w 10678681"/>
              <a:gd name="connsiteY62" fmla="*/ 1063250 h 1357700"/>
              <a:gd name="connsiteX63" fmla="*/ 6437450 w 10678681"/>
              <a:gd name="connsiteY63" fmla="*/ 1101075 h 1357700"/>
              <a:gd name="connsiteX64" fmla="*/ 6327795 w 10678681"/>
              <a:gd name="connsiteY64" fmla="*/ 1088142 h 1357700"/>
              <a:gd name="connsiteX65" fmla="*/ 6136549 w 10678681"/>
              <a:gd name="connsiteY65" fmla="*/ 1100268 h 1357700"/>
              <a:gd name="connsiteX66" fmla="*/ 6004655 w 10678681"/>
              <a:gd name="connsiteY66" fmla="*/ 1114946 h 1357700"/>
              <a:gd name="connsiteX67" fmla="*/ 5936643 w 10678681"/>
              <a:gd name="connsiteY67" fmla="*/ 1095428 h 1357700"/>
              <a:gd name="connsiteX68" fmla="*/ 5912484 w 10678681"/>
              <a:gd name="connsiteY68" fmla="*/ 1112624 h 1357700"/>
              <a:gd name="connsiteX69" fmla="*/ 5908387 w 10678681"/>
              <a:gd name="connsiteY69" fmla="*/ 1116018 h 1357700"/>
              <a:gd name="connsiteX70" fmla="*/ 5890495 w 10678681"/>
              <a:gd name="connsiteY70" fmla="*/ 1120268 h 1357700"/>
              <a:gd name="connsiteX71" fmla="*/ 5887318 w 10678681"/>
              <a:gd name="connsiteY71" fmla="*/ 1133134 h 1357700"/>
              <a:gd name="connsiteX72" fmla="*/ 5861726 w 10678681"/>
              <a:gd name="connsiteY72" fmla="*/ 1147891 h 1357700"/>
              <a:gd name="connsiteX73" fmla="*/ 5805823 w 10678681"/>
              <a:gd name="connsiteY73" fmla="*/ 1152457 h 1357700"/>
              <a:gd name="connsiteX74" fmla="*/ 5689841 w 10678681"/>
              <a:gd name="connsiteY74" fmla="*/ 1176232 h 1357700"/>
              <a:gd name="connsiteX75" fmla="*/ 5605119 w 10678681"/>
              <a:gd name="connsiteY75" fmla="*/ 1190202 h 1357700"/>
              <a:gd name="connsiteX76" fmla="*/ 5488513 w 10678681"/>
              <a:gd name="connsiteY76" fmla="*/ 1205367 h 1357700"/>
              <a:gd name="connsiteX77" fmla="*/ 5402905 w 10678681"/>
              <a:gd name="connsiteY77" fmla="*/ 1241191 h 1357700"/>
              <a:gd name="connsiteX78" fmla="*/ 5285593 w 10678681"/>
              <a:gd name="connsiteY78" fmla="*/ 1273569 h 1357700"/>
              <a:gd name="connsiteX79" fmla="*/ 5192893 w 10678681"/>
              <a:gd name="connsiteY79" fmla="*/ 1247188 h 1357700"/>
              <a:gd name="connsiteX80" fmla="*/ 5186475 w 10678681"/>
              <a:gd name="connsiteY80" fmla="*/ 1257028 h 1357700"/>
              <a:gd name="connsiteX81" fmla="*/ 5126038 w 10678681"/>
              <a:gd name="connsiteY81" fmla="*/ 1263189 h 1357700"/>
              <a:gd name="connsiteX82" fmla="*/ 4894688 w 10678681"/>
              <a:gd name="connsiteY82" fmla="*/ 1247184 h 1357700"/>
              <a:gd name="connsiteX83" fmla="*/ 4788036 w 10678681"/>
              <a:gd name="connsiteY83" fmla="*/ 1238182 h 1357700"/>
              <a:gd name="connsiteX84" fmla="*/ 4747555 w 10678681"/>
              <a:gd name="connsiteY84" fmla="*/ 1252768 h 1357700"/>
              <a:gd name="connsiteX85" fmla="*/ 4679644 w 10678681"/>
              <a:gd name="connsiteY85" fmla="*/ 1276603 h 1357700"/>
              <a:gd name="connsiteX86" fmla="*/ 4632222 w 10678681"/>
              <a:gd name="connsiteY86" fmla="*/ 1318360 h 1357700"/>
              <a:gd name="connsiteX87" fmla="*/ 4617358 w 10678681"/>
              <a:gd name="connsiteY87" fmla="*/ 1327690 h 1357700"/>
              <a:gd name="connsiteX88" fmla="*/ 4589102 w 10678681"/>
              <a:gd name="connsiteY88" fmla="*/ 1321223 h 1357700"/>
              <a:gd name="connsiteX89" fmla="*/ 4578184 w 10678681"/>
              <a:gd name="connsiteY89" fmla="*/ 1326745 h 1357700"/>
              <a:gd name="connsiteX90" fmla="*/ 4574270 w 10678681"/>
              <a:gd name="connsiteY90" fmla="*/ 1325878 h 1357700"/>
              <a:gd name="connsiteX91" fmla="*/ 4564919 w 10678681"/>
              <a:gd name="connsiteY91" fmla="*/ 1325507 h 1357700"/>
              <a:gd name="connsiteX92" fmla="*/ 4566586 w 10678681"/>
              <a:gd name="connsiteY92" fmla="*/ 1316963 h 1357700"/>
              <a:gd name="connsiteX93" fmla="*/ 4556303 w 10678681"/>
              <a:gd name="connsiteY93" fmla="*/ 1300262 h 1357700"/>
              <a:gd name="connsiteX94" fmla="*/ 4502358 w 10678681"/>
              <a:gd name="connsiteY94" fmla="*/ 1302558 h 1357700"/>
              <a:gd name="connsiteX95" fmla="*/ 4498919 w 10678681"/>
              <a:gd name="connsiteY95" fmla="*/ 1312115 h 1357700"/>
              <a:gd name="connsiteX96" fmla="*/ 4492075 w 10678681"/>
              <a:gd name="connsiteY96" fmla="*/ 1313357 h 1357700"/>
              <a:gd name="connsiteX97" fmla="*/ 4487466 w 10678681"/>
              <a:gd name="connsiteY97" fmla="*/ 1304102 h 1357700"/>
              <a:gd name="connsiteX98" fmla="*/ 4398292 w 10678681"/>
              <a:gd name="connsiteY98" fmla="*/ 1278410 h 1357700"/>
              <a:gd name="connsiteX99" fmla="*/ 4306088 w 10678681"/>
              <a:gd name="connsiteY99" fmla="*/ 1282512 h 1357700"/>
              <a:gd name="connsiteX100" fmla="*/ 4188995 w 10678681"/>
              <a:gd name="connsiteY100" fmla="*/ 1296718 h 1357700"/>
              <a:gd name="connsiteX101" fmla="*/ 4136582 w 10678681"/>
              <a:gd name="connsiteY101" fmla="*/ 1287687 h 1357700"/>
              <a:gd name="connsiteX102" fmla="*/ 4064614 w 10678681"/>
              <a:gd name="connsiteY102" fmla="*/ 1296118 h 1357700"/>
              <a:gd name="connsiteX103" fmla="*/ 3906561 w 10678681"/>
              <a:gd name="connsiteY103" fmla="*/ 1352435 h 1357700"/>
              <a:gd name="connsiteX104" fmla="*/ 3787890 w 10678681"/>
              <a:gd name="connsiteY104" fmla="*/ 1352442 h 1357700"/>
              <a:gd name="connsiteX105" fmla="*/ 3745993 w 10678681"/>
              <a:gd name="connsiteY105" fmla="*/ 1342630 h 1357700"/>
              <a:gd name="connsiteX106" fmla="*/ 3675785 w 10678681"/>
              <a:gd name="connsiteY106" fmla="*/ 1326802 h 1357700"/>
              <a:gd name="connsiteX107" fmla="*/ 3623856 w 10678681"/>
              <a:gd name="connsiteY107" fmla="*/ 1290804 h 1357700"/>
              <a:gd name="connsiteX108" fmla="*/ 3564933 w 10678681"/>
              <a:gd name="connsiteY108" fmla="*/ 1287147 h 1357700"/>
              <a:gd name="connsiteX109" fmla="*/ 3550537 w 10678681"/>
              <a:gd name="connsiteY109" fmla="*/ 1317552 h 1357700"/>
              <a:gd name="connsiteX110" fmla="*/ 3487736 w 10678681"/>
              <a:gd name="connsiteY110" fmla="*/ 1303493 h 1357700"/>
              <a:gd name="connsiteX111" fmla="*/ 3392548 w 10678681"/>
              <a:gd name="connsiteY111" fmla="*/ 1278741 h 1357700"/>
              <a:gd name="connsiteX112" fmla="*/ 3337466 w 10678681"/>
              <a:gd name="connsiteY112" fmla="*/ 1272537 h 1357700"/>
              <a:gd name="connsiteX113" fmla="*/ 3187206 w 10678681"/>
              <a:gd name="connsiteY113" fmla="*/ 1246821 h 1357700"/>
              <a:gd name="connsiteX114" fmla="*/ 3036856 w 10678681"/>
              <a:gd name="connsiteY114" fmla="*/ 1214383 h 1357700"/>
              <a:gd name="connsiteX115" fmla="*/ 2824973 w 10678681"/>
              <a:gd name="connsiteY115" fmla="*/ 1134864 h 1357700"/>
              <a:gd name="connsiteX116" fmla="*/ 2804398 w 10678681"/>
              <a:gd name="connsiteY116" fmla="*/ 1125556 h 1357700"/>
              <a:gd name="connsiteX117" fmla="*/ 2775396 w 10678681"/>
              <a:gd name="connsiteY117" fmla="*/ 1130148 h 1357700"/>
              <a:gd name="connsiteX118" fmla="*/ 2659096 w 10678681"/>
              <a:gd name="connsiteY118" fmla="*/ 1150294 h 1357700"/>
              <a:gd name="connsiteX119" fmla="*/ 2567088 w 10678681"/>
              <a:gd name="connsiteY119" fmla="*/ 1181781 h 1357700"/>
              <a:gd name="connsiteX120" fmla="*/ 2454501 w 10678681"/>
              <a:gd name="connsiteY120" fmla="*/ 1155455 h 1357700"/>
              <a:gd name="connsiteX121" fmla="*/ 2385161 w 10678681"/>
              <a:gd name="connsiteY121" fmla="*/ 1161312 h 1357700"/>
              <a:gd name="connsiteX122" fmla="*/ 2270528 w 10678681"/>
              <a:gd name="connsiteY122" fmla="*/ 1204338 h 1357700"/>
              <a:gd name="connsiteX123" fmla="*/ 2121820 w 10678681"/>
              <a:gd name="connsiteY123" fmla="*/ 1187078 h 1357700"/>
              <a:gd name="connsiteX124" fmla="*/ 2092716 w 10678681"/>
              <a:gd name="connsiteY124" fmla="*/ 1139224 h 1357700"/>
              <a:gd name="connsiteX125" fmla="*/ 2052449 w 10678681"/>
              <a:gd name="connsiteY125" fmla="*/ 1109687 h 1357700"/>
              <a:gd name="connsiteX126" fmla="*/ 2032607 w 10678681"/>
              <a:gd name="connsiteY126" fmla="*/ 1175477 h 1357700"/>
              <a:gd name="connsiteX127" fmla="*/ 1901837 w 10678681"/>
              <a:gd name="connsiteY127" fmla="*/ 1221762 h 1357700"/>
              <a:gd name="connsiteX128" fmla="*/ 1836762 w 10678681"/>
              <a:gd name="connsiteY128" fmla="*/ 1237387 h 1357700"/>
              <a:gd name="connsiteX129" fmla="*/ 1735877 w 10678681"/>
              <a:gd name="connsiteY129" fmla="*/ 1246527 h 1357700"/>
              <a:gd name="connsiteX130" fmla="*/ 1705069 w 10678681"/>
              <a:gd name="connsiteY130" fmla="*/ 1251989 h 1357700"/>
              <a:gd name="connsiteX131" fmla="*/ 1397689 w 10678681"/>
              <a:gd name="connsiteY131" fmla="*/ 1336144 h 1357700"/>
              <a:gd name="connsiteX132" fmla="*/ 1220734 w 10678681"/>
              <a:gd name="connsiteY132" fmla="*/ 1257811 h 1357700"/>
              <a:gd name="connsiteX133" fmla="*/ 1021737 w 10678681"/>
              <a:gd name="connsiteY133" fmla="*/ 1238739 h 1357700"/>
              <a:gd name="connsiteX134" fmla="*/ 959820 w 10678681"/>
              <a:gd name="connsiteY134" fmla="*/ 1275863 h 1357700"/>
              <a:gd name="connsiteX135" fmla="*/ 929137 w 10678681"/>
              <a:gd name="connsiteY135" fmla="*/ 1273957 h 1357700"/>
              <a:gd name="connsiteX136" fmla="*/ 878849 w 10678681"/>
              <a:gd name="connsiteY136" fmla="*/ 1266740 h 1357700"/>
              <a:gd name="connsiteX137" fmla="*/ 800667 w 10678681"/>
              <a:gd name="connsiteY137" fmla="*/ 1282041 h 1357700"/>
              <a:gd name="connsiteX138" fmla="*/ 644906 w 10678681"/>
              <a:gd name="connsiteY138" fmla="*/ 1273685 h 1357700"/>
              <a:gd name="connsiteX139" fmla="*/ 379869 w 10678681"/>
              <a:gd name="connsiteY139" fmla="*/ 1339165 h 1357700"/>
              <a:gd name="connsiteX140" fmla="*/ 137696 w 10678681"/>
              <a:gd name="connsiteY140" fmla="*/ 1319217 h 1357700"/>
              <a:gd name="connsiteX141" fmla="*/ 54250 w 10678681"/>
              <a:gd name="connsiteY141" fmla="*/ 1315838 h 1357700"/>
              <a:gd name="connsiteX142" fmla="*/ 28042 w 10678681"/>
              <a:gd name="connsiteY142" fmla="*/ 1297822 h 1357700"/>
              <a:gd name="connsiteX143" fmla="*/ 0 w 10678681"/>
              <a:gd name="connsiteY143" fmla="*/ 1294612 h 1357700"/>
              <a:gd name="connsiteX144" fmla="*/ 0 w 10678681"/>
              <a:gd name="connsiteY144" fmla="*/ 0 h 1357700"/>
              <a:gd name="connsiteX0" fmla="*/ 0 w 10678681"/>
              <a:gd name="connsiteY0" fmla="*/ 0 h 1357700"/>
              <a:gd name="connsiteX1" fmla="*/ 10678681 w 10678681"/>
              <a:gd name="connsiteY1" fmla="*/ 0 h 1357700"/>
              <a:gd name="connsiteX2" fmla="*/ 10666019 w 10678681"/>
              <a:gd name="connsiteY2" fmla="*/ 7876 h 1357700"/>
              <a:gd name="connsiteX3" fmla="*/ 10632825 w 10678681"/>
              <a:gd name="connsiteY3" fmla="*/ 32153 h 1357700"/>
              <a:gd name="connsiteX4" fmla="*/ 10510605 w 10678681"/>
              <a:gd name="connsiteY4" fmla="*/ 30449 h 1357700"/>
              <a:gd name="connsiteX5" fmla="*/ 10456989 w 10678681"/>
              <a:gd name="connsiteY5" fmla="*/ 979 h 1357700"/>
              <a:gd name="connsiteX6" fmla="*/ 10438642 w 10678681"/>
              <a:gd name="connsiteY6" fmla="*/ 1524 h 1357700"/>
              <a:gd name="connsiteX7" fmla="*/ 10407146 w 10678681"/>
              <a:gd name="connsiteY7" fmla="*/ 43659 h 1357700"/>
              <a:gd name="connsiteX8" fmla="*/ 10357996 w 10678681"/>
              <a:gd name="connsiteY8" fmla="*/ 50836 h 1357700"/>
              <a:gd name="connsiteX9" fmla="*/ 10306667 w 10678681"/>
              <a:gd name="connsiteY9" fmla="*/ 109739 h 1357700"/>
              <a:gd name="connsiteX10" fmla="*/ 10115334 w 10678681"/>
              <a:gd name="connsiteY10" fmla="*/ 155658 h 1357700"/>
              <a:gd name="connsiteX11" fmla="*/ 10068157 w 10678681"/>
              <a:gd name="connsiteY11" fmla="*/ 215673 h 1357700"/>
              <a:gd name="connsiteX12" fmla="*/ 10045431 w 10678681"/>
              <a:gd name="connsiteY12" fmla="*/ 229568 h 1357700"/>
              <a:gd name="connsiteX13" fmla="*/ 10013265 w 10678681"/>
              <a:gd name="connsiteY13" fmla="*/ 284757 h 1357700"/>
              <a:gd name="connsiteX14" fmla="*/ 9862496 w 10678681"/>
              <a:gd name="connsiteY14" fmla="*/ 223033 h 1357700"/>
              <a:gd name="connsiteX15" fmla="*/ 9679638 w 10678681"/>
              <a:gd name="connsiteY15" fmla="*/ 277462 h 1357700"/>
              <a:gd name="connsiteX16" fmla="*/ 9498347 w 10678681"/>
              <a:gd name="connsiteY16" fmla="*/ 244723 h 1357700"/>
              <a:gd name="connsiteX17" fmla="*/ 9399702 w 10678681"/>
              <a:gd name="connsiteY17" fmla="*/ 276316 h 1357700"/>
              <a:gd name="connsiteX18" fmla="*/ 9378439 w 10678681"/>
              <a:gd name="connsiteY18" fmla="*/ 326244 h 1357700"/>
              <a:gd name="connsiteX19" fmla="*/ 9121744 w 10678681"/>
              <a:gd name="connsiteY19" fmla="*/ 365177 h 1357700"/>
              <a:gd name="connsiteX20" fmla="*/ 9061654 w 10678681"/>
              <a:gd name="connsiteY20" fmla="*/ 393730 h 1357700"/>
              <a:gd name="connsiteX21" fmla="*/ 8997577 w 10678681"/>
              <a:gd name="connsiteY21" fmla="*/ 380865 h 1357700"/>
              <a:gd name="connsiteX22" fmla="*/ 8907968 w 10678681"/>
              <a:gd name="connsiteY22" fmla="*/ 447345 h 1357700"/>
              <a:gd name="connsiteX23" fmla="*/ 8764163 w 10678681"/>
              <a:gd name="connsiteY23" fmla="*/ 471000 h 1357700"/>
              <a:gd name="connsiteX24" fmla="*/ 8680155 w 10678681"/>
              <a:gd name="connsiteY24" fmla="*/ 492404 h 1357700"/>
              <a:gd name="connsiteX25" fmla="*/ 8651436 w 10678681"/>
              <a:gd name="connsiteY25" fmla="*/ 511923 h 1357700"/>
              <a:gd name="connsiteX26" fmla="*/ 8609185 w 10678681"/>
              <a:gd name="connsiteY26" fmla="*/ 531525 h 1357700"/>
              <a:gd name="connsiteX27" fmla="*/ 8537091 w 10678681"/>
              <a:gd name="connsiteY27" fmla="*/ 574933 h 1357700"/>
              <a:gd name="connsiteX28" fmla="*/ 8435931 w 10678681"/>
              <a:gd name="connsiteY28" fmla="*/ 617926 h 1357700"/>
              <a:gd name="connsiteX29" fmla="*/ 8348623 w 10678681"/>
              <a:gd name="connsiteY29" fmla="*/ 600607 h 1357700"/>
              <a:gd name="connsiteX30" fmla="*/ 8344233 w 10678681"/>
              <a:gd name="connsiteY30" fmla="*/ 610922 h 1357700"/>
              <a:gd name="connsiteX31" fmla="*/ 8290622 w 10678681"/>
              <a:gd name="connsiteY31" fmla="*/ 622687 h 1357700"/>
              <a:gd name="connsiteX32" fmla="*/ 8086698 w 10678681"/>
              <a:gd name="connsiteY32" fmla="*/ 605185 h 1357700"/>
              <a:gd name="connsiteX33" fmla="*/ 7982378 w 10678681"/>
              <a:gd name="connsiteY33" fmla="*/ 629799 h 1357700"/>
              <a:gd name="connsiteX34" fmla="*/ 7947952 w 10678681"/>
              <a:gd name="connsiteY34" fmla="*/ 648003 h 1357700"/>
              <a:gd name="connsiteX35" fmla="*/ 7890112 w 10678681"/>
              <a:gd name="connsiteY35" fmla="*/ 677915 h 1357700"/>
              <a:gd name="connsiteX36" fmla="*/ 7853284 w 10678681"/>
              <a:gd name="connsiteY36" fmla="*/ 723588 h 1357700"/>
              <a:gd name="connsiteX37" fmla="*/ 7802383 w 10678681"/>
              <a:gd name="connsiteY37" fmla="*/ 739359 h 1357700"/>
              <a:gd name="connsiteX38" fmla="*/ 7730518 w 10678681"/>
              <a:gd name="connsiteY38" fmla="*/ 739526 h 1357700"/>
              <a:gd name="connsiteX39" fmla="*/ 7652907 w 10678681"/>
              <a:gd name="connsiteY39" fmla="*/ 783273 h 1357700"/>
              <a:gd name="connsiteX40" fmla="*/ 7606008 w 10678681"/>
              <a:gd name="connsiteY40" fmla="*/ 800717 h 1357700"/>
              <a:gd name="connsiteX41" fmla="*/ 7480223 w 10678681"/>
              <a:gd name="connsiteY41" fmla="*/ 856821 h 1357700"/>
              <a:gd name="connsiteX42" fmla="*/ 7356005 w 10678681"/>
              <a:gd name="connsiteY42" fmla="*/ 919462 h 1357700"/>
              <a:gd name="connsiteX43" fmla="*/ 7305396 w 10678681"/>
              <a:gd name="connsiteY43" fmla="*/ 986228 h 1357700"/>
              <a:gd name="connsiteX44" fmla="*/ 7266251 w 10678681"/>
              <a:gd name="connsiteY44" fmla="*/ 967864 h 1357700"/>
              <a:gd name="connsiteX45" fmla="*/ 7269396 w 10678681"/>
              <a:gd name="connsiteY45" fmla="*/ 989282 h 1357700"/>
              <a:gd name="connsiteX46" fmla="*/ 7258094 w 10678681"/>
              <a:gd name="connsiteY46" fmla="*/ 990679 h 1357700"/>
              <a:gd name="connsiteX47" fmla="*/ 7257893 w 10678681"/>
              <a:gd name="connsiteY47" fmla="*/ 991204 h 1357700"/>
              <a:gd name="connsiteX48" fmla="*/ 7247153 w 10678681"/>
              <a:gd name="connsiteY48" fmla="*/ 991550 h 1357700"/>
              <a:gd name="connsiteX49" fmla="*/ 7193612 w 10678681"/>
              <a:gd name="connsiteY49" fmla="*/ 987042 h 1357700"/>
              <a:gd name="connsiteX50" fmla="*/ 7132632 w 10678681"/>
              <a:gd name="connsiteY50" fmla="*/ 1042036 h 1357700"/>
              <a:gd name="connsiteX51" fmla="*/ 7105610 w 10678681"/>
              <a:gd name="connsiteY51" fmla="*/ 1053537 h 1357700"/>
              <a:gd name="connsiteX52" fmla="*/ 7069148 w 10678681"/>
              <a:gd name="connsiteY52" fmla="*/ 1047163 h 1357700"/>
              <a:gd name="connsiteX53" fmla="*/ 7039634 w 10678681"/>
              <a:gd name="connsiteY53" fmla="*/ 1059971 h 1357700"/>
              <a:gd name="connsiteX54" fmla="*/ 7033445 w 10678681"/>
              <a:gd name="connsiteY54" fmla="*/ 1063314 h 1357700"/>
              <a:gd name="connsiteX55" fmla="*/ 6999157 w 10678681"/>
              <a:gd name="connsiteY55" fmla="*/ 1055282 h 1357700"/>
              <a:gd name="connsiteX56" fmla="*/ 6981874 w 10678681"/>
              <a:gd name="connsiteY56" fmla="*/ 1053827 h 1357700"/>
              <a:gd name="connsiteX57" fmla="*/ 6976102 w 10678681"/>
              <a:gd name="connsiteY57" fmla="*/ 1047854 h 1357700"/>
              <a:gd name="connsiteX58" fmla="*/ 6951040 w 10678681"/>
              <a:gd name="connsiteY58" fmla="*/ 1048531 h 1357700"/>
              <a:gd name="connsiteX59" fmla="*/ 6948497 w 10678681"/>
              <a:gd name="connsiteY59" fmla="*/ 1050706 h 1357700"/>
              <a:gd name="connsiteX60" fmla="*/ 6926582 w 10678681"/>
              <a:gd name="connsiteY60" fmla="*/ 1043462 h 1357700"/>
              <a:gd name="connsiteX61" fmla="*/ 6833743 w 10678681"/>
              <a:gd name="connsiteY61" fmla="*/ 1027960 h 1357700"/>
              <a:gd name="connsiteX62" fmla="*/ 6687090 w 10678681"/>
              <a:gd name="connsiteY62" fmla="*/ 1063250 h 1357700"/>
              <a:gd name="connsiteX63" fmla="*/ 6437450 w 10678681"/>
              <a:gd name="connsiteY63" fmla="*/ 1101075 h 1357700"/>
              <a:gd name="connsiteX64" fmla="*/ 6327795 w 10678681"/>
              <a:gd name="connsiteY64" fmla="*/ 1088142 h 1357700"/>
              <a:gd name="connsiteX65" fmla="*/ 6136549 w 10678681"/>
              <a:gd name="connsiteY65" fmla="*/ 1100268 h 1357700"/>
              <a:gd name="connsiteX66" fmla="*/ 6004655 w 10678681"/>
              <a:gd name="connsiteY66" fmla="*/ 1114946 h 1357700"/>
              <a:gd name="connsiteX67" fmla="*/ 5936643 w 10678681"/>
              <a:gd name="connsiteY67" fmla="*/ 1095428 h 1357700"/>
              <a:gd name="connsiteX68" fmla="*/ 5912484 w 10678681"/>
              <a:gd name="connsiteY68" fmla="*/ 1112624 h 1357700"/>
              <a:gd name="connsiteX69" fmla="*/ 5908387 w 10678681"/>
              <a:gd name="connsiteY69" fmla="*/ 1116018 h 1357700"/>
              <a:gd name="connsiteX70" fmla="*/ 5890495 w 10678681"/>
              <a:gd name="connsiteY70" fmla="*/ 1120268 h 1357700"/>
              <a:gd name="connsiteX71" fmla="*/ 5887318 w 10678681"/>
              <a:gd name="connsiteY71" fmla="*/ 1133134 h 1357700"/>
              <a:gd name="connsiteX72" fmla="*/ 5861726 w 10678681"/>
              <a:gd name="connsiteY72" fmla="*/ 1147891 h 1357700"/>
              <a:gd name="connsiteX73" fmla="*/ 5805823 w 10678681"/>
              <a:gd name="connsiteY73" fmla="*/ 1152457 h 1357700"/>
              <a:gd name="connsiteX74" fmla="*/ 5689841 w 10678681"/>
              <a:gd name="connsiteY74" fmla="*/ 1176232 h 1357700"/>
              <a:gd name="connsiteX75" fmla="*/ 5605119 w 10678681"/>
              <a:gd name="connsiteY75" fmla="*/ 1190202 h 1357700"/>
              <a:gd name="connsiteX76" fmla="*/ 5488513 w 10678681"/>
              <a:gd name="connsiteY76" fmla="*/ 1205367 h 1357700"/>
              <a:gd name="connsiteX77" fmla="*/ 5402905 w 10678681"/>
              <a:gd name="connsiteY77" fmla="*/ 1241191 h 1357700"/>
              <a:gd name="connsiteX78" fmla="*/ 5285593 w 10678681"/>
              <a:gd name="connsiteY78" fmla="*/ 1273569 h 1357700"/>
              <a:gd name="connsiteX79" fmla="*/ 5192893 w 10678681"/>
              <a:gd name="connsiteY79" fmla="*/ 1247188 h 1357700"/>
              <a:gd name="connsiteX80" fmla="*/ 5186475 w 10678681"/>
              <a:gd name="connsiteY80" fmla="*/ 1257028 h 1357700"/>
              <a:gd name="connsiteX81" fmla="*/ 5126038 w 10678681"/>
              <a:gd name="connsiteY81" fmla="*/ 1263189 h 1357700"/>
              <a:gd name="connsiteX82" fmla="*/ 4894688 w 10678681"/>
              <a:gd name="connsiteY82" fmla="*/ 1247184 h 1357700"/>
              <a:gd name="connsiteX83" fmla="*/ 4788036 w 10678681"/>
              <a:gd name="connsiteY83" fmla="*/ 1238182 h 1357700"/>
              <a:gd name="connsiteX84" fmla="*/ 4747555 w 10678681"/>
              <a:gd name="connsiteY84" fmla="*/ 1252768 h 1357700"/>
              <a:gd name="connsiteX85" fmla="*/ 4679644 w 10678681"/>
              <a:gd name="connsiteY85" fmla="*/ 1276603 h 1357700"/>
              <a:gd name="connsiteX86" fmla="*/ 4632222 w 10678681"/>
              <a:gd name="connsiteY86" fmla="*/ 1318360 h 1357700"/>
              <a:gd name="connsiteX87" fmla="*/ 4617358 w 10678681"/>
              <a:gd name="connsiteY87" fmla="*/ 1327690 h 1357700"/>
              <a:gd name="connsiteX88" fmla="*/ 4589102 w 10678681"/>
              <a:gd name="connsiteY88" fmla="*/ 1321223 h 1357700"/>
              <a:gd name="connsiteX89" fmla="*/ 4578184 w 10678681"/>
              <a:gd name="connsiteY89" fmla="*/ 1326745 h 1357700"/>
              <a:gd name="connsiteX90" fmla="*/ 4574270 w 10678681"/>
              <a:gd name="connsiteY90" fmla="*/ 1325878 h 1357700"/>
              <a:gd name="connsiteX91" fmla="*/ 4564919 w 10678681"/>
              <a:gd name="connsiteY91" fmla="*/ 1325507 h 1357700"/>
              <a:gd name="connsiteX92" fmla="*/ 4566586 w 10678681"/>
              <a:gd name="connsiteY92" fmla="*/ 1316963 h 1357700"/>
              <a:gd name="connsiteX93" fmla="*/ 4556303 w 10678681"/>
              <a:gd name="connsiteY93" fmla="*/ 1300262 h 1357700"/>
              <a:gd name="connsiteX94" fmla="*/ 4502358 w 10678681"/>
              <a:gd name="connsiteY94" fmla="*/ 1302558 h 1357700"/>
              <a:gd name="connsiteX95" fmla="*/ 4498919 w 10678681"/>
              <a:gd name="connsiteY95" fmla="*/ 1312115 h 1357700"/>
              <a:gd name="connsiteX96" fmla="*/ 4492075 w 10678681"/>
              <a:gd name="connsiteY96" fmla="*/ 1313357 h 1357700"/>
              <a:gd name="connsiteX97" fmla="*/ 4487466 w 10678681"/>
              <a:gd name="connsiteY97" fmla="*/ 1304102 h 1357700"/>
              <a:gd name="connsiteX98" fmla="*/ 4398292 w 10678681"/>
              <a:gd name="connsiteY98" fmla="*/ 1278410 h 1357700"/>
              <a:gd name="connsiteX99" fmla="*/ 4306088 w 10678681"/>
              <a:gd name="connsiteY99" fmla="*/ 1282512 h 1357700"/>
              <a:gd name="connsiteX100" fmla="*/ 4188995 w 10678681"/>
              <a:gd name="connsiteY100" fmla="*/ 1296718 h 1357700"/>
              <a:gd name="connsiteX101" fmla="*/ 4136582 w 10678681"/>
              <a:gd name="connsiteY101" fmla="*/ 1287687 h 1357700"/>
              <a:gd name="connsiteX102" fmla="*/ 4064614 w 10678681"/>
              <a:gd name="connsiteY102" fmla="*/ 1296118 h 1357700"/>
              <a:gd name="connsiteX103" fmla="*/ 3906561 w 10678681"/>
              <a:gd name="connsiteY103" fmla="*/ 1352435 h 1357700"/>
              <a:gd name="connsiteX104" fmla="*/ 3787890 w 10678681"/>
              <a:gd name="connsiteY104" fmla="*/ 1352442 h 1357700"/>
              <a:gd name="connsiteX105" fmla="*/ 3745993 w 10678681"/>
              <a:gd name="connsiteY105" fmla="*/ 1342630 h 1357700"/>
              <a:gd name="connsiteX106" fmla="*/ 3675785 w 10678681"/>
              <a:gd name="connsiteY106" fmla="*/ 1326802 h 1357700"/>
              <a:gd name="connsiteX107" fmla="*/ 3623856 w 10678681"/>
              <a:gd name="connsiteY107" fmla="*/ 1290804 h 1357700"/>
              <a:gd name="connsiteX108" fmla="*/ 3564933 w 10678681"/>
              <a:gd name="connsiteY108" fmla="*/ 1287147 h 1357700"/>
              <a:gd name="connsiteX109" fmla="*/ 3550537 w 10678681"/>
              <a:gd name="connsiteY109" fmla="*/ 1317552 h 1357700"/>
              <a:gd name="connsiteX110" fmla="*/ 3487736 w 10678681"/>
              <a:gd name="connsiteY110" fmla="*/ 1303493 h 1357700"/>
              <a:gd name="connsiteX111" fmla="*/ 3392548 w 10678681"/>
              <a:gd name="connsiteY111" fmla="*/ 1278741 h 1357700"/>
              <a:gd name="connsiteX112" fmla="*/ 3337466 w 10678681"/>
              <a:gd name="connsiteY112" fmla="*/ 1272537 h 1357700"/>
              <a:gd name="connsiteX113" fmla="*/ 3187206 w 10678681"/>
              <a:gd name="connsiteY113" fmla="*/ 1246821 h 1357700"/>
              <a:gd name="connsiteX114" fmla="*/ 3036856 w 10678681"/>
              <a:gd name="connsiteY114" fmla="*/ 1214383 h 1357700"/>
              <a:gd name="connsiteX115" fmla="*/ 2824973 w 10678681"/>
              <a:gd name="connsiteY115" fmla="*/ 1134864 h 1357700"/>
              <a:gd name="connsiteX116" fmla="*/ 2804398 w 10678681"/>
              <a:gd name="connsiteY116" fmla="*/ 1125556 h 1357700"/>
              <a:gd name="connsiteX117" fmla="*/ 2775396 w 10678681"/>
              <a:gd name="connsiteY117" fmla="*/ 1130148 h 1357700"/>
              <a:gd name="connsiteX118" fmla="*/ 2659096 w 10678681"/>
              <a:gd name="connsiteY118" fmla="*/ 1150294 h 1357700"/>
              <a:gd name="connsiteX119" fmla="*/ 2567088 w 10678681"/>
              <a:gd name="connsiteY119" fmla="*/ 1181781 h 1357700"/>
              <a:gd name="connsiteX120" fmla="*/ 2454501 w 10678681"/>
              <a:gd name="connsiteY120" fmla="*/ 1155455 h 1357700"/>
              <a:gd name="connsiteX121" fmla="*/ 2385161 w 10678681"/>
              <a:gd name="connsiteY121" fmla="*/ 1161312 h 1357700"/>
              <a:gd name="connsiteX122" fmla="*/ 2121820 w 10678681"/>
              <a:gd name="connsiteY122" fmla="*/ 1187078 h 1357700"/>
              <a:gd name="connsiteX123" fmla="*/ 2092716 w 10678681"/>
              <a:gd name="connsiteY123" fmla="*/ 1139224 h 1357700"/>
              <a:gd name="connsiteX124" fmla="*/ 2052449 w 10678681"/>
              <a:gd name="connsiteY124" fmla="*/ 1109687 h 1357700"/>
              <a:gd name="connsiteX125" fmla="*/ 2032607 w 10678681"/>
              <a:gd name="connsiteY125" fmla="*/ 1175477 h 1357700"/>
              <a:gd name="connsiteX126" fmla="*/ 1901837 w 10678681"/>
              <a:gd name="connsiteY126" fmla="*/ 1221762 h 1357700"/>
              <a:gd name="connsiteX127" fmla="*/ 1836762 w 10678681"/>
              <a:gd name="connsiteY127" fmla="*/ 1237387 h 1357700"/>
              <a:gd name="connsiteX128" fmla="*/ 1735877 w 10678681"/>
              <a:gd name="connsiteY128" fmla="*/ 1246527 h 1357700"/>
              <a:gd name="connsiteX129" fmla="*/ 1705069 w 10678681"/>
              <a:gd name="connsiteY129" fmla="*/ 1251989 h 1357700"/>
              <a:gd name="connsiteX130" fmla="*/ 1397689 w 10678681"/>
              <a:gd name="connsiteY130" fmla="*/ 1336144 h 1357700"/>
              <a:gd name="connsiteX131" fmla="*/ 1220734 w 10678681"/>
              <a:gd name="connsiteY131" fmla="*/ 1257811 h 1357700"/>
              <a:gd name="connsiteX132" fmla="*/ 1021737 w 10678681"/>
              <a:gd name="connsiteY132" fmla="*/ 1238739 h 1357700"/>
              <a:gd name="connsiteX133" fmla="*/ 959820 w 10678681"/>
              <a:gd name="connsiteY133" fmla="*/ 1275863 h 1357700"/>
              <a:gd name="connsiteX134" fmla="*/ 929137 w 10678681"/>
              <a:gd name="connsiteY134" fmla="*/ 1273957 h 1357700"/>
              <a:gd name="connsiteX135" fmla="*/ 878849 w 10678681"/>
              <a:gd name="connsiteY135" fmla="*/ 1266740 h 1357700"/>
              <a:gd name="connsiteX136" fmla="*/ 800667 w 10678681"/>
              <a:gd name="connsiteY136" fmla="*/ 1282041 h 1357700"/>
              <a:gd name="connsiteX137" fmla="*/ 644906 w 10678681"/>
              <a:gd name="connsiteY137" fmla="*/ 1273685 h 1357700"/>
              <a:gd name="connsiteX138" fmla="*/ 379869 w 10678681"/>
              <a:gd name="connsiteY138" fmla="*/ 1339165 h 1357700"/>
              <a:gd name="connsiteX139" fmla="*/ 137696 w 10678681"/>
              <a:gd name="connsiteY139" fmla="*/ 1319217 h 1357700"/>
              <a:gd name="connsiteX140" fmla="*/ 54250 w 10678681"/>
              <a:gd name="connsiteY140" fmla="*/ 1315838 h 1357700"/>
              <a:gd name="connsiteX141" fmla="*/ 28042 w 10678681"/>
              <a:gd name="connsiteY141" fmla="*/ 1297822 h 1357700"/>
              <a:gd name="connsiteX142" fmla="*/ 0 w 10678681"/>
              <a:gd name="connsiteY142" fmla="*/ 1294612 h 1357700"/>
              <a:gd name="connsiteX143" fmla="*/ 0 w 10678681"/>
              <a:gd name="connsiteY143" fmla="*/ 0 h 1357700"/>
              <a:gd name="connsiteX0" fmla="*/ 0 w 10678681"/>
              <a:gd name="connsiteY0" fmla="*/ 0 h 1357700"/>
              <a:gd name="connsiteX1" fmla="*/ 10678681 w 10678681"/>
              <a:gd name="connsiteY1" fmla="*/ 0 h 1357700"/>
              <a:gd name="connsiteX2" fmla="*/ 10666019 w 10678681"/>
              <a:gd name="connsiteY2" fmla="*/ 7876 h 1357700"/>
              <a:gd name="connsiteX3" fmla="*/ 10632825 w 10678681"/>
              <a:gd name="connsiteY3" fmla="*/ 32153 h 1357700"/>
              <a:gd name="connsiteX4" fmla="*/ 10510605 w 10678681"/>
              <a:gd name="connsiteY4" fmla="*/ 30449 h 1357700"/>
              <a:gd name="connsiteX5" fmla="*/ 10456989 w 10678681"/>
              <a:gd name="connsiteY5" fmla="*/ 979 h 1357700"/>
              <a:gd name="connsiteX6" fmla="*/ 10438642 w 10678681"/>
              <a:gd name="connsiteY6" fmla="*/ 1524 h 1357700"/>
              <a:gd name="connsiteX7" fmla="*/ 10407146 w 10678681"/>
              <a:gd name="connsiteY7" fmla="*/ 43659 h 1357700"/>
              <a:gd name="connsiteX8" fmla="*/ 10357996 w 10678681"/>
              <a:gd name="connsiteY8" fmla="*/ 50836 h 1357700"/>
              <a:gd name="connsiteX9" fmla="*/ 10306667 w 10678681"/>
              <a:gd name="connsiteY9" fmla="*/ 109739 h 1357700"/>
              <a:gd name="connsiteX10" fmla="*/ 10115334 w 10678681"/>
              <a:gd name="connsiteY10" fmla="*/ 155658 h 1357700"/>
              <a:gd name="connsiteX11" fmla="*/ 10068157 w 10678681"/>
              <a:gd name="connsiteY11" fmla="*/ 215673 h 1357700"/>
              <a:gd name="connsiteX12" fmla="*/ 10045431 w 10678681"/>
              <a:gd name="connsiteY12" fmla="*/ 229568 h 1357700"/>
              <a:gd name="connsiteX13" fmla="*/ 10013265 w 10678681"/>
              <a:gd name="connsiteY13" fmla="*/ 284757 h 1357700"/>
              <a:gd name="connsiteX14" fmla="*/ 9862496 w 10678681"/>
              <a:gd name="connsiteY14" fmla="*/ 223033 h 1357700"/>
              <a:gd name="connsiteX15" fmla="*/ 9679638 w 10678681"/>
              <a:gd name="connsiteY15" fmla="*/ 277462 h 1357700"/>
              <a:gd name="connsiteX16" fmla="*/ 9498347 w 10678681"/>
              <a:gd name="connsiteY16" fmla="*/ 244723 h 1357700"/>
              <a:gd name="connsiteX17" fmla="*/ 9399702 w 10678681"/>
              <a:gd name="connsiteY17" fmla="*/ 276316 h 1357700"/>
              <a:gd name="connsiteX18" fmla="*/ 9378439 w 10678681"/>
              <a:gd name="connsiteY18" fmla="*/ 326244 h 1357700"/>
              <a:gd name="connsiteX19" fmla="*/ 9121744 w 10678681"/>
              <a:gd name="connsiteY19" fmla="*/ 365177 h 1357700"/>
              <a:gd name="connsiteX20" fmla="*/ 9061654 w 10678681"/>
              <a:gd name="connsiteY20" fmla="*/ 393730 h 1357700"/>
              <a:gd name="connsiteX21" fmla="*/ 8997577 w 10678681"/>
              <a:gd name="connsiteY21" fmla="*/ 380865 h 1357700"/>
              <a:gd name="connsiteX22" fmla="*/ 8907968 w 10678681"/>
              <a:gd name="connsiteY22" fmla="*/ 447345 h 1357700"/>
              <a:gd name="connsiteX23" fmla="*/ 8764163 w 10678681"/>
              <a:gd name="connsiteY23" fmla="*/ 471000 h 1357700"/>
              <a:gd name="connsiteX24" fmla="*/ 8680155 w 10678681"/>
              <a:gd name="connsiteY24" fmla="*/ 492404 h 1357700"/>
              <a:gd name="connsiteX25" fmla="*/ 8651436 w 10678681"/>
              <a:gd name="connsiteY25" fmla="*/ 511923 h 1357700"/>
              <a:gd name="connsiteX26" fmla="*/ 8609185 w 10678681"/>
              <a:gd name="connsiteY26" fmla="*/ 531525 h 1357700"/>
              <a:gd name="connsiteX27" fmla="*/ 8537091 w 10678681"/>
              <a:gd name="connsiteY27" fmla="*/ 574933 h 1357700"/>
              <a:gd name="connsiteX28" fmla="*/ 8435931 w 10678681"/>
              <a:gd name="connsiteY28" fmla="*/ 617926 h 1357700"/>
              <a:gd name="connsiteX29" fmla="*/ 8348623 w 10678681"/>
              <a:gd name="connsiteY29" fmla="*/ 600607 h 1357700"/>
              <a:gd name="connsiteX30" fmla="*/ 8344233 w 10678681"/>
              <a:gd name="connsiteY30" fmla="*/ 610922 h 1357700"/>
              <a:gd name="connsiteX31" fmla="*/ 8290622 w 10678681"/>
              <a:gd name="connsiteY31" fmla="*/ 622687 h 1357700"/>
              <a:gd name="connsiteX32" fmla="*/ 8086698 w 10678681"/>
              <a:gd name="connsiteY32" fmla="*/ 605185 h 1357700"/>
              <a:gd name="connsiteX33" fmla="*/ 7982378 w 10678681"/>
              <a:gd name="connsiteY33" fmla="*/ 629799 h 1357700"/>
              <a:gd name="connsiteX34" fmla="*/ 7947952 w 10678681"/>
              <a:gd name="connsiteY34" fmla="*/ 648003 h 1357700"/>
              <a:gd name="connsiteX35" fmla="*/ 7890112 w 10678681"/>
              <a:gd name="connsiteY35" fmla="*/ 677915 h 1357700"/>
              <a:gd name="connsiteX36" fmla="*/ 7853284 w 10678681"/>
              <a:gd name="connsiteY36" fmla="*/ 723588 h 1357700"/>
              <a:gd name="connsiteX37" fmla="*/ 7802383 w 10678681"/>
              <a:gd name="connsiteY37" fmla="*/ 739359 h 1357700"/>
              <a:gd name="connsiteX38" fmla="*/ 7730518 w 10678681"/>
              <a:gd name="connsiteY38" fmla="*/ 739526 h 1357700"/>
              <a:gd name="connsiteX39" fmla="*/ 7652907 w 10678681"/>
              <a:gd name="connsiteY39" fmla="*/ 783273 h 1357700"/>
              <a:gd name="connsiteX40" fmla="*/ 7606008 w 10678681"/>
              <a:gd name="connsiteY40" fmla="*/ 800717 h 1357700"/>
              <a:gd name="connsiteX41" fmla="*/ 7480223 w 10678681"/>
              <a:gd name="connsiteY41" fmla="*/ 856821 h 1357700"/>
              <a:gd name="connsiteX42" fmla="*/ 7356005 w 10678681"/>
              <a:gd name="connsiteY42" fmla="*/ 919462 h 1357700"/>
              <a:gd name="connsiteX43" fmla="*/ 7305396 w 10678681"/>
              <a:gd name="connsiteY43" fmla="*/ 986228 h 1357700"/>
              <a:gd name="connsiteX44" fmla="*/ 7266251 w 10678681"/>
              <a:gd name="connsiteY44" fmla="*/ 967864 h 1357700"/>
              <a:gd name="connsiteX45" fmla="*/ 7269396 w 10678681"/>
              <a:gd name="connsiteY45" fmla="*/ 989282 h 1357700"/>
              <a:gd name="connsiteX46" fmla="*/ 7258094 w 10678681"/>
              <a:gd name="connsiteY46" fmla="*/ 990679 h 1357700"/>
              <a:gd name="connsiteX47" fmla="*/ 7257893 w 10678681"/>
              <a:gd name="connsiteY47" fmla="*/ 991204 h 1357700"/>
              <a:gd name="connsiteX48" fmla="*/ 7247153 w 10678681"/>
              <a:gd name="connsiteY48" fmla="*/ 991550 h 1357700"/>
              <a:gd name="connsiteX49" fmla="*/ 7193612 w 10678681"/>
              <a:gd name="connsiteY49" fmla="*/ 987042 h 1357700"/>
              <a:gd name="connsiteX50" fmla="*/ 7132632 w 10678681"/>
              <a:gd name="connsiteY50" fmla="*/ 1042036 h 1357700"/>
              <a:gd name="connsiteX51" fmla="*/ 7105610 w 10678681"/>
              <a:gd name="connsiteY51" fmla="*/ 1053537 h 1357700"/>
              <a:gd name="connsiteX52" fmla="*/ 7069148 w 10678681"/>
              <a:gd name="connsiteY52" fmla="*/ 1047163 h 1357700"/>
              <a:gd name="connsiteX53" fmla="*/ 7039634 w 10678681"/>
              <a:gd name="connsiteY53" fmla="*/ 1059971 h 1357700"/>
              <a:gd name="connsiteX54" fmla="*/ 7033445 w 10678681"/>
              <a:gd name="connsiteY54" fmla="*/ 1063314 h 1357700"/>
              <a:gd name="connsiteX55" fmla="*/ 6999157 w 10678681"/>
              <a:gd name="connsiteY55" fmla="*/ 1055282 h 1357700"/>
              <a:gd name="connsiteX56" fmla="*/ 6981874 w 10678681"/>
              <a:gd name="connsiteY56" fmla="*/ 1053827 h 1357700"/>
              <a:gd name="connsiteX57" fmla="*/ 6976102 w 10678681"/>
              <a:gd name="connsiteY57" fmla="*/ 1047854 h 1357700"/>
              <a:gd name="connsiteX58" fmla="*/ 6951040 w 10678681"/>
              <a:gd name="connsiteY58" fmla="*/ 1048531 h 1357700"/>
              <a:gd name="connsiteX59" fmla="*/ 6948497 w 10678681"/>
              <a:gd name="connsiteY59" fmla="*/ 1050706 h 1357700"/>
              <a:gd name="connsiteX60" fmla="*/ 6926582 w 10678681"/>
              <a:gd name="connsiteY60" fmla="*/ 1043462 h 1357700"/>
              <a:gd name="connsiteX61" fmla="*/ 6833743 w 10678681"/>
              <a:gd name="connsiteY61" fmla="*/ 1027960 h 1357700"/>
              <a:gd name="connsiteX62" fmla="*/ 6687090 w 10678681"/>
              <a:gd name="connsiteY62" fmla="*/ 1063250 h 1357700"/>
              <a:gd name="connsiteX63" fmla="*/ 6437450 w 10678681"/>
              <a:gd name="connsiteY63" fmla="*/ 1101075 h 1357700"/>
              <a:gd name="connsiteX64" fmla="*/ 6327795 w 10678681"/>
              <a:gd name="connsiteY64" fmla="*/ 1088142 h 1357700"/>
              <a:gd name="connsiteX65" fmla="*/ 6136549 w 10678681"/>
              <a:gd name="connsiteY65" fmla="*/ 1100268 h 1357700"/>
              <a:gd name="connsiteX66" fmla="*/ 6004655 w 10678681"/>
              <a:gd name="connsiteY66" fmla="*/ 1114946 h 1357700"/>
              <a:gd name="connsiteX67" fmla="*/ 5936643 w 10678681"/>
              <a:gd name="connsiteY67" fmla="*/ 1095428 h 1357700"/>
              <a:gd name="connsiteX68" fmla="*/ 5912484 w 10678681"/>
              <a:gd name="connsiteY68" fmla="*/ 1112624 h 1357700"/>
              <a:gd name="connsiteX69" fmla="*/ 5908387 w 10678681"/>
              <a:gd name="connsiteY69" fmla="*/ 1116018 h 1357700"/>
              <a:gd name="connsiteX70" fmla="*/ 5890495 w 10678681"/>
              <a:gd name="connsiteY70" fmla="*/ 1120268 h 1357700"/>
              <a:gd name="connsiteX71" fmla="*/ 5887318 w 10678681"/>
              <a:gd name="connsiteY71" fmla="*/ 1133134 h 1357700"/>
              <a:gd name="connsiteX72" fmla="*/ 5861726 w 10678681"/>
              <a:gd name="connsiteY72" fmla="*/ 1147891 h 1357700"/>
              <a:gd name="connsiteX73" fmla="*/ 5805823 w 10678681"/>
              <a:gd name="connsiteY73" fmla="*/ 1152457 h 1357700"/>
              <a:gd name="connsiteX74" fmla="*/ 5689841 w 10678681"/>
              <a:gd name="connsiteY74" fmla="*/ 1176232 h 1357700"/>
              <a:gd name="connsiteX75" fmla="*/ 5605119 w 10678681"/>
              <a:gd name="connsiteY75" fmla="*/ 1190202 h 1357700"/>
              <a:gd name="connsiteX76" fmla="*/ 5488513 w 10678681"/>
              <a:gd name="connsiteY76" fmla="*/ 1205367 h 1357700"/>
              <a:gd name="connsiteX77" fmla="*/ 5402905 w 10678681"/>
              <a:gd name="connsiteY77" fmla="*/ 1241191 h 1357700"/>
              <a:gd name="connsiteX78" fmla="*/ 5285593 w 10678681"/>
              <a:gd name="connsiteY78" fmla="*/ 1273569 h 1357700"/>
              <a:gd name="connsiteX79" fmla="*/ 5192893 w 10678681"/>
              <a:gd name="connsiteY79" fmla="*/ 1247188 h 1357700"/>
              <a:gd name="connsiteX80" fmla="*/ 5186475 w 10678681"/>
              <a:gd name="connsiteY80" fmla="*/ 1257028 h 1357700"/>
              <a:gd name="connsiteX81" fmla="*/ 5126038 w 10678681"/>
              <a:gd name="connsiteY81" fmla="*/ 1263189 h 1357700"/>
              <a:gd name="connsiteX82" fmla="*/ 4894688 w 10678681"/>
              <a:gd name="connsiteY82" fmla="*/ 1247184 h 1357700"/>
              <a:gd name="connsiteX83" fmla="*/ 4788036 w 10678681"/>
              <a:gd name="connsiteY83" fmla="*/ 1238182 h 1357700"/>
              <a:gd name="connsiteX84" fmla="*/ 4747555 w 10678681"/>
              <a:gd name="connsiteY84" fmla="*/ 1252768 h 1357700"/>
              <a:gd name="connsiteX85" fmla="*/ 4679644 w 10678681"/>
              <a:gd name="connsiteY85" fmla="*/ 1276603 h 1357700"/>
              <a:gd name="connsiteX86" fmla="*/ 4632222 w 10678681"/>
              <a:gd name="connsiteY86" fmla="*/ 1318360 h 1357700"/>
              <a:gd name="connsiteX87" fmla="*/ 4617358 w 10678681"/>
              <a:gd name="connsiteY87" fmla="*/ 1327690 h 1357700"/>
              <a:gd name="connsiteX88" fmla="*/ 4589102 w 10678681"/>
              <a:gd name="connsiteY88" fmla="*/ 1321223 h 1357700"/>
              <a:gd name="connsiteX89" fmla="*/ 4578184 w 10678681"/>
              <a:gd name="connsiteY89" fmla="*/ 1326745 h 1357700"/>
              <a:gd name="connsiteX90" fmla="*/ 4574270 w 10678681"/>
              <a:gd name="connsiteY90" fmla="*/ 1325878 h 1357700"/>
              <a:gd name="connsiteX91" fmla="*/ 4564919 w 10678681"/>
              <a:gd name="connsiteY91" fmla="*/ 1325507 h 1357700"/>
              <a:gd name="connsiteX92" fmla="*/ 4566586 w 10678681"/>
              <a:gd name="connsiteY92" fmla="*/ 1316963 h 1357700"/>
              <a:gd name="connsiteX93" fmla="*/ 4556303 w 10678681"/>
              <a:gd name="connsiteY93" fmla="*/ 1300262 h 1357700"/>
              <a:gd name="connsiteX94" fmla="*/ 4502358 w 10678681"/>
              <a:gd name="connsiteY94" fmla="*/ 1302558 h 1357700"/>
              <a:gd name="connsiteX95" fmla="*/ 4498919 w 10678681"/>
              <a:gd name="connsiteY95" fmla="*/ 1312115 h 1357700"/>
              <a:gd name="connsiteX96" fmla="*/ 4492075 w 10678681"/>
              <a:gd name="connsiteY96" fmla="*/ 1313357 h 1357700"/>
              <a:gd name="connsiteX97" fmla="*/ 4487466 w 10678681"/>
              <a:gd name="connsiteY97" fmla="*/ 1304102 h 1357700"/>
              <a:gd name="connsiteX98" fmla="*/ 4398292 w 10678681"/>
              <a:gd name="connsiteY98" fmla="*/ 1278410 h 1357700"/>
              <a:gd name="connsiteX99" fmla="*/ 4306088 w 10678681"/>
              <a:gd name="connsiteY99" fmla="*/ 1282512 h 1357700"/>
              <a:gd name="connsiteX100" fmla="*/ 4188995 w 10678681"/>
              <a:gd name="connsiteY100" fmla="*/ 1296718 h 1357700"/>
              <a:gd name="connsiteX101" fmla="*/ 4136582 w 10678681"/>
              <a:gd name="connsiteY101" fmla="*/ 1287687 h 1357700"/>
              <a:gd name="connsiteX102" fmla="*/ 4064614 w 10678681"/>
              <a:gd name="connsiteY102" fmla="*/ 1296118 h 1357700"/>
              <a:gd name="connsiteX103" fmla="*/ 3906561 w 10678681"/>
              <a:gd name="connsiteY103" fmla="*/ 1352435 h 1357700"/>
              <a:gd name="connsiteX104" fmla="*/ 3787890 w 10678681"/>
              <a:gd name="connsiteY104" fmla="*/ 1352442 h 1357700"/>
              <a:gd name="connsiteX105" fmla="*/ 3745993 w 10678681"/>
              <a:gd name="connsiteY105" fmla="*/ 1342630 h 1357700"/>
              <a:gd name="connsiteX106" fmla="*/ 3675785 w 10678681"/>
              <a:gd name="connsiteY106" fmla="*/ 1326802 h 1357700"/>
              <a:gd name="connsiteX107" fmla="*/ 3623856 w 10678681"/>
              <a:gd name="connsiteY107" fmla="*/ 1290804 h 1357700"/>
              <a:gd name="connsiteX108" fmla="*/ 3564933 w 10678681"/>
              <a:gd name="connsiteY108" fmla="*/ 1287147 h 1357700"/>
              <a:gd name="connsiteX109" fmla="*/ 3550537 w 10678681"/>
              <a:gd name="connsiteY109" fmla="*/ 1317552 h 1357700"/>
              <a:gd name="connsiteX110" fmla="*/ 3487736 w 10678681"/>
              <a:gd name="connsiteY110" fmla="*/ 1303493 h 1357700"/>
              <a:gd name="connsiteX111" fmla="*/ 3392548 w 10678681"/>
              <a:gd name="connsiteY111" fmla="*/ 1278741 h 1357700"/>
              <a:gd name="connsiteX112" fmla="*/ 3337466 w 10678681"/>
              <a:gd name="connsiteY112" fmla="*/ 1272537 h 1357700"/>
              <a:gd name="connsiteX113" fmla="*/ 3187206 w 10678681"/>
              <a:gd name="connsiteY113" fmla="*/ 1246821 h 1357700"/>
              <a:gd name="connsiteX114" fmla="*/ 3036856 w 10678681"/>
              <a:gd name="connsiteY114" fmla="*/ 1214383 h 1357700"/>
              <a:gd name="connsiteX115" fmla="*/ 2824973 w 10678681"/>
              <a:gd name="connsiteY115" fmla="*/ 1134864 h 1357700"/>
              <a:gd name="connsiteX116" fmla="*/ 2804398 w 10678681"/>
              <a:gd name="connsiteY116" fmla="*/ 1125556 h 1357700"/>
              <a:gd name="connsiteX117" fmla="*/ 2775396 w 10678681"/>
              <a:gd name="connsiteY117" fmla="*/ 1130148 h 1357700"/>
              <a:gd name="connsiteX118" fmla="*/ 2659096 w 10678681"/>
              <a:gd name="connsiteY118" fmla="*/ 1150294 h 1357700"/>
              <a:gd name="connsiteX119" fmla="*/ 2567088 w 10678681"/>
              <a:gd name="connsiteY119" fmla="*/ 1181781 h 1357700"/>
              <a:gd name="connsiteX120" fmla="*/ 2454501 w 10678681"/>
              <a:gd name="connsiteY120" fmla="*/ 1155455 h 1357700"/>
              <a:gd name="connsiteX121" fmla="*/ 2385161 w 10678681"/>
              <a:gd name="connsiteY121" fmla="*/ 1161312 h 1357700"/>
              <a:gd name="connsiteX122" fmla="*/ 2273361 w 10678681"/>
              <a:gd name="connsiteY122" fmla="*/ 1134090 h 1357700"/>
              <a:gd name="connsiteX123" fmla="*/ 2092716 w 10678681"/>
              <a:gd name="connsiteY123" fmla="*/ 1139224 h 1357700"/>
              <a:gd name="connsiteX124" fmla="*/ 2052449 w 10678681"/>
              <a:gd name="connsiteY124" fmla="*/ 1109687 h 1357700"/>
              <a:gd name="connsiteX125" fmla="*/ 2032607 w 10678681"/>
              <a:gd name="connsiteY125" fmla="*/ 1175477 h 1357700"/>
              <a:gd name="connsiteX126" fmla="*/ 1901837 w 10678681"/>
              <a:gd name="connsiteY126" fmla="*/ 1221762 h 1357700"/>
              <a:gd name="connsiteX127" fmla="*/ 1836762 w 10678681"/>
              <a:gd name="connsiteY127" fmla="*/ 1237387 h 1357700"/>
              <a:gd name="connsiteX128" fmla="*/ 1735877 w 10678681"/>
              <a:gd name="connsiteY128" fmla="*/ 1246527 h 1357700"/>
              <a:gd name="connsiteX129" fmla="*/ 1705069 w 10678681"/>
              <a:gd name="connsiteY129" fmla="*/ 1251989 h 1357700"/>
              <a:gd name="connsiteX130" fmla="*/ 1397689 w 10678681"/>
              <a:gd name="connsiteY130" fmla="*/ 1336144 h 1357700"/>
              <a:gd name="connsiteX131" fmla="*/ 1220734 w 10678681"/>
              <a:gd name="connsiteY131" fmla="*/ 1257811 h 1357700"/>
              <a:gd name="connsiteX132" fmla="*/ 1021737 w 10678681"/>
              <a:gd name="connsiteY132" fmla="*/ 1238739 h 1357700"/>
              <a:gd name="connsiteX133" fmla="*/ 959820 w 10678681"/>
              <a:gd name="connsiteY133" fmla="*/ 1275863 h 1357700"/>
              <a:gd name="connsiteX134" fmla="*/ 929137 w 10678681"/>
              <a:gd name="connsiteY134" fmla="*/ 1273957 h 1357700"/>
              <a:gd name="connsiteX135" fmla="*/ 878849 w 10678681"/>
              <a:gd name="connsiteY135" fmla="*/ 1266740 h 1357700"/>
              <a:gd name="connsiteX136" fmla="*/ 800667 w 10678681"/>
              <a:gd name="connsiteY136" fmla="*/ 1282041 h 1357700"/>
              <a:gd name="connsiteX137" fmla="*/ 644906 w 10678681"/>
              <a:gd name="connsiteY137" fmla="*/ 1273685 h 1357700"/>
              <a:gd name="connsiteX138" fmla="*/ 379869 w 10678681"/>
              <a:gd name="connsiteY138" fmla="*/ 1339165 h 1357700"/>
              <a:gd name="connsiteX139" fmla="*/ 137696 w 10678681"/>
              <a:gd name="connsiteY139" fmla="*/ 1319217 h 1357700"/>
              <a:gd name="connsiteX140" fmla="*/ 54250 w 10678681"/>
              <a:gd name="connsiteY140" fmla="*/ 1315838 h 1357700"/>
              <a:gd name="connsiteX141" fmla="*/ 28042 w 10678681"/>
              <a:gd name="connsiteY141" fmla="*/ 1297822 h 1357700"/>
              <a:gd name="connsiteX142" fmla="*/ 0 w 10678681"/>
              <a:gd name="connsiteY142" fmla="*/ 1294612 h 1357700"/>
              <a:gd name="connsiteX143" fmla="*/ 0 w 10678681"/>
              <a:gd name="connsiteY143" fmla="*/ 0 h 1357700"/>
              <a:gd name="connsiteX0" fmla="*/ 0 w 10678681"/>
              <a:gd name="connsiteY0" fmla="*/ 0 h 1357700"/>
              <a:gd name="connsiteX1" fmla="*/ 10678681 w 10678681"/>
              <a:gd name="connsiteY1" fmla="*/ 0 h 1357700"/>
              <a:gd name="connsiteX2" fmla="*/ 10666019 w 10678681"/>
              <a:gd name="connsiteY2" fmla="*/ 7876 h 1357700"/>
              <a:gd name="connsiteX3" fmla="*/ 10632825 w 10678681"/>
              <a:gd name="connsiteY3" fmla="*/ 32153 h 1357700"/>
              <a:gd name="connsiteX4" fmla="*/ 10510605 w 10678681"/>
              <a:gd name="connsiteY4" fmla="*/ 30449 h 1357700"/>
              <a:gd name="connsiteX5" fmla="*/ 10456989 w 10678681"/>
              <a:gd name="connsiteY5" fmla="*/ 979 h 1357700"/>
              <a:gd name="connsiteX6" fmla="*/ 10438642 w 10678681"/>
              <a:gd name="connsiteY6" fmla="*/ 1524 h 1357700"/>
              <a:gd name="connsiteX7" fmla="*/ 10407146 w 10678681"/>
              <a:gd name="connsiteY7" fmla="*/ 43659 h 1357700"/>
              <a:gd name="connsiteX8" fmla="*/ 10357996 w 10678681"/>
              <a:gd name="connsiteY8" fmla="*/ 50836 h 1357700"/>
              <a:gd name="connsiteX9" fmla="*/ 10306667 w 10678681"/>
              <a:gd name="connsiteY9" fmla="*/ 109739 h 1357700"/>
              <a:gd name="connsiteX10" fmla="*/ 10115334 w 10678681"/>
              <a:gd name="connsiteY10" fmla="*/ 155658 h 1357700"/>
              <a:gd name="connsiteX11" fmla="*/ 10068157 w 10678681"/>
              <a:gd name="connsiteY11" fmla="*/ 215673 h 1357700"/>
              <a:gd name="connsiteX12" fmla="*/ 10045431 w 10678681"/>
              <a:gd name="connsiteY12" fmla="*/ 229568 h 1357700"/>
              <a:gd name="connsiteX13" fmla="*/ 10013265 w 10678681"/>
              <a:gd name="connsiteY13" fmla="*/ 284757 h 1357700"/>
              <a:gd name="connsiteX14" fmla="*/ 9862496 w 10678681"/>
              <a:gd name="connsiteY14" fmla="*/ 223033 h 1357700"/>
              <a:gd name="connsiteX15" fmla="*/ 9679638 w 10678681"/>
              <a:gd name="connsiteY15" fmla="*/ 277462 h 1357700"/>
              <a:gd name="connsiteX16" fmla="*/ 9498347 w 10678681"/>
              <a:gd name="connsiteY16" fmla="*/ 244723 h 1357700"/>
              <a:gd name="connsiteX17" fmla="*/ 9399702 w 10678681"/>
              <a:gd name="connsiteY17" fmla="*/ 276316 h 1357700"/>
              <a:gd name="connsiteX18" fmla="*/ 9378439 w 10678681"/>
              <a:gd name="connsiteY18" fmla="*/ 326244 h 1357700"/>
              <a:gd name="connsiteX19" fmla="*/ 9121744 w 10678681"/>
              <a:gd name="connsiteY19" fmla="*/ 365177 h 1357700"/>
              <a:gd name="connsiteX20" fmla="*/ 9061654 w 10678681"/>
              <a:gd name="connsiteY20" fmla="*/ 393730 h 1357700"/>
              <a:gd name="connsiteX21" fmla="*/ 8997577 w 10678681"/>
              <a:gd name="connsiteY21" fmla="*/ 380865 h 1357700"/>
              <a:gd name="connsiteX22" fmla="*/ 8907968 w 10678681"/>
              <a:gd name="connsiteY22" fmla="*/ 447345 h 1357700"/>
              <a:gd name="connsiteX23" fmla="*/ 8764163 w 10678681"/>
              <a:gd name="connsiteY23" fmla="*/ 471000 h 1357700"/>
              <a:gd name="connsiteX24" fmla="*/ 8680155 w 10678681"/>
              <a:gd name="connsiteY24" fmla="*/ 492404 h 1357700"/>
              <a:gd name="connsiteX25" fmla="*/ 8651436 w 10678681"/>
              <a:gd name="connsiteY25" fmla="*/ 511923 h 1357700"/>
              <a:gd name="connsiteX26" fmla="*/ 8609185 w 10678681"/>
              <a:gd name="connsiteY26" fmla="*/ 531525 h 1357700"/>
              <a:gd name="connsiteX27" fmla="*/ 8537091 w 10678681"/>
              <a:gd name="connsiteY27" fmla="*/ 574933 h 1357700"/>
              <a:gd name="connsiteX28" fmla="*/ 8435931 w 10678681"/>
              <a:gd name="connsiteY28" fmla="*/ 617926 h 1357700"/>
              <a:gd name="connsiteX29" fmla="*/ 8348623 w 10678681"/>
              <a:gd name="connsiteY29" fmla="*/ 600607 h 1357700"/>
              <a:gd name="connsiteX30" fmla="*/ 8344233 w 10678681"/>
              <a:gd name="connsiteY30" fmla="*/ 610922 h 1357700"/>
              <a:gd name="connsiteX31" fmla="*/ 8290622 w 10678681"/>
              <a:gd name="connsiteY31" fmla="*/ 622687 h 1357700"/>
              <a:gd name="connsiteX32" fmla="*/ 8086698 w 10678681"/>
              <a:gd name="connsiteY32" fmla="*/ 605185 h 1357700"/>
              <a:gd name="connsiteX33" fmla="*/ 7982378 w 10678681"/>
              <a:gd name="connsiteY33" fmla="*/ 629799 h 1357700"/>
              <a:gd name="connsiteX34" fmla="*/ 7947952 w 10678681"/>
              <a:gd name="connsiteY34" fmla="*/ 648003 h 1357700"/>
              <a:gd name="connsiteX35" fmla="*/ 7890112 w 10678681"/>
              <a:gd name="connsiteY35" fmla="*/ 677915 h 1357700"/>
              <a:gd name="connsiteX36" fmla="*/ 7853284 w 10678681"/>
              <a:gd name="connsiteY36" fmla="*/ 723588 h 1357700"/>
              <a:gd name="connsiteX37" fmla="*/ 7802383 w 10678681"/>
              <a:gd name="connsiteY37" fmla="*/ 739359 h 1357700"/>
              <a:gd name="connsiteX38" fmla="*/ 7730518 w 10678681"/>
              <a:gd name="connsiteY38" fmla="*/ 739526 h 1357700"/>
              <a:gd name="connsiteX39" fmla="*/ 7652907 w 10678681"/>
              <a:gd name="connsiteY39" fmla="*/ 783273 h 1357700"/>
              <a:gd name="connsiteX40" fmla="*/ 7606008 w 10678681"/>
              <a:gd name="connsiteY40" fmla="*/ 800717 h 1357700"/>
              <a:gd name="connsiteX41" fmla="*/ 7480223 w 10678681"/>
              <a:gd name="connsiteY41" fmla="*/ 856821 h 1357700"/>
              <a:gd name="connsiteX42" fmla="*/ 7356005 w 10678681"/>
              <a:gd name="connsiteY42" fmla="*/ 919462 h 1357700"/>
              <a:gd name="connsiteX43" fmla="*/ 7305396 w 10678681"/>
              <a:gd name="connsiteY43" fmla="*/ 986228 h 1357700"/>
              <a:gd name="connsiteX44" fmla="*/ 7266251 w 10678681"/>
              <a:gd name="connsiteY44" fmla="*/ 967864 h 1357700"/>
              <a:gd name="connsiteX45" fmla="*/ 7269396 w 10678681"/>
              <a:gd name="connsiteY45" fmla="*/ 989282 h 1357700"/>
              <a:gd name="connsiteX46" fmla="*/ 7258094 w 10678681"/>
              <a:gd name="connsiteY46" fmla="*/ 990679 h 1357700"/>
              <a:gd name="connsiteX47" fmla="*/ 7257893 w 10678681"/>
              <a:gd name="connsiteY47" fmla="*/ 991204 h 1357700"/>
              <a:gd name="connsiteX48" fmla="*/ 7247153 w 10678681"/>
              <a:gd name="connsiteY48" fmla="*/ 991550 h 1357700"/>
              <a:gd name="connsiteX49" fmla="*/ 7193612 w 10678681"/>
              <a:gd name="connsiteY49" fmla="*/ 987042 h 1357700"/>
              <a:gd name="connsiteX50" fmla="*/ 7132632 w 10678681"/>
              <a:gd name="connsiteY50" fmla="*/ 1042036 h 1357700"/>
              <a:gd name="connsiteX51" fmla="*/ 7105610 w 10678681"/>
              <a:gd name="connsiteY51" fmla="*/ 1053537 h 1357700"/>
              <a:gd name="connsiteX52" fmla="*/ 7069148 w 10678681"/>
              <a:gd name="connsiteY52" fmla="*/ 1047163 h 1357700"/>
              <a:gd name="connsiteX53" fmla="*/ 7039634 w 10678681"/>
              <a:gd name="connsiteY53" fmla="*/ 1059971 h 1357700"/>
              <a:gd name="connsiteX54" fmla="*/ 7033445 w 10678681"/>
              <a:gd name="connsiteY54" fmla="*/ 1063314 h 1357700"/>
              <a:gd name="connsiteX55" fmla="*/ 6999157 w 10678681"/>
              <a:gd name="connsiteY55" fmla="*/ 1055282 h 1357700"/>
              <a:gd name="connsiteX56" fmla="*/ 6981874 w 10678681"/>
              <a:gd name="connsiteY56" fmla="*/ 1053827 h 1357700"/>
              <a:gd name="connsiteX57" fmla="*/ 6976102 w 10678681"/>
              <a:gd name="connsiteY57" fmla="*/ 1047854 h 1357700"/>
              <a:gd name="connsiteX58" fmla="*/ 6951040 w 10678681"/>
              <a:gd name="connsiteY58" fmla="*/ 1048531 h 1357700"/>
              <a:gd name="connsiteX59" fmla="*/ 6948497 w 10678681"/>
              <a:gd name="connsiteY59" fmla="*/ 1050706 h 1357700"/>
              <a:gd name="connsiteX60" fmla="*/ 6926582 w 10678681"/>
              <a:gd name="connsiteY60" fmla="*/ 1043462 h 1357700"/>
              <a:gd name="connsiteX61" fmla="*/ 6833743 w 10678681"/>
              <a:gd name="connsiteY61" fmla="*/ 1027960 h 1357700"/>
              <a:gd name="connsiteX62" fmla="*/ 6687090 w 10678681"/>
              <a:gd name="connsiteY62" fmla="*/ 1063250 h 1357700"/>
              <a:gd name="connsiteX63" fmla="*/ 6437450 w 10678681"/>
              <a:gd name="connsiteY63" fmla="*/ 1101075 h 1357700"/>
              <a:gd name="connsiteX64" fmla="*/ 6327795 w 10678681"/>
              <a:gd name="connsiteY64" fmla="*/ 1088142 h 1357700"/>
              <a:gd name="connsiteX65" fmla="*/ 6136549 w 10678681"/>
              <a:gd name="connsiteY65" fmla="*/ 1100268 h 1357700"/>
              <a:gd name="connsiteX66" fmla="*/ 6004655 w 10678681"/>
              <a:gd name="connsiteY66" fmla="*/ 1114946 h 1357700"/>
              <a:gd name="connsiteX67" fmla="*/ 5936643 w 10678681"/>
              <a:gd name="connsiteY67" fmla="*/ 1095428 h 1357700"/>
              <a:gd name="connsiteX68" fmla="*/ 5912484 w 10678681"/>
              <a:gd name="connsiteY68" fmla="*/ 1112624 h 1357700"/>
              <a:gd name="connsiteX69" fmla="*/ 5908387 w 10678681"/>
              <a:gd name="connsiteY69" fmla="*/ 1116018 h 1357700"/>
              <a:gd name="connsiteX70" fmla="*/ 5890495 w 10678681"/>
              <a:gd name="connsiteY70" fmla="*/ 1120268 h 1357700"/>
              <a:gd name="connsiteX71" fmla="*/ 5887318 w 10678681"/>
              <a:gd name="connsiteY71" fmla="*/ 1133134 h 1357700"/>
              <a:gd name="connsiteX72" fmla="*/ 5861726 w 10678681"/>
              <a:gd name="connsiteY72" fmla="*/ 1147891 h 1357700"/>
              <a:gd name="connsiteX73" fmla="*/ 5805823 w 10678681"/>
              <a:gd name="connsiteY73" fmla="*/ 1152457 h 1357700"/>
              <a:gd name="connsiteX74" fmla="*/ 5689841 w 10678681"/>
              <a:gd name="connsiteY74" fmla="*/ 1176232 h 1357700"/>
              <a:gd name="connsiteX75" fmla="*/ 5605119 w 10678681"/>
              <a:gd name="connsiteY75" fmla="*/ 1190202 h 1357700"/>
              <a:gd name="connsiteX76" fmla="*/ 5488513 w 10678681"/>
              <a:gd name="connsiteY76" fmla="*/ 1205367 h 1357700"/>
              <a:gd name="connsiteX77" fmla="*/ 5402905 w 10678681"/>
              <a:gd name="connsiteY77" fmla="*/ 1241191 h 1357700"/>
              <a:gd name="connsiteX78" fmla="*/ 5285593 w 10678681"/>
              <a:gd name="connsiteY78" fmla="*/ 1273569 h 1357700"/>
              <a:gd name="connsiteX79" fmla="*/ 5192893 w 10678681"/>
              <a:gd name="connsiteY79" fmla="*/ 1247188 h 1357700"/>
              <a:gd name="connsiteX80" fmla="*/ 5186475 w 10678681"/>
              <a:gd name="connsiteY80" fmla="*/ 1257028 h 1357700"/>
              <a:gd name="connsiteX81" fmla="*/ 5126038 w 10678681"/>
              <a:gd name="connsiteY81" fmla="*/ 1263189 h 1357700"/>
              <a:gd name="connsiteX82" fmla="*/ 4894688 w 10678681"/>
              <a:gd name="connsiteY82" fmla="*/ 1247184 h 1357700"/>
              <a:gd name="connsiteX83" fmla="*/ 4788036 w 10678681"/>
              <a:gd name="connsiteY83" fmla="*/ 1238182 h 1357700"/>
              <a:gd name="connsiteX84" fmla="*/ 4747555 w 10678681"/>
              <a:gd name="connsiteY84" fmla="*/ 1252768 h 1357700"/>
              <a:gd name="connsiteX85" fmla="*/ 4679644 w 10678681"/>
              <a:gd name="connsiteY85" fmla="*/ 1276603 h 1357700"/>
              <a:gd name="connsiteX86" fmla="*/ 4632222 w 10678681"/>
              <a:gd name="connsiteY86" fmla="*/ 1318360 h 1357700"/>
              <a:gd name="connsiteX87" fmla="*/ 4617358 w 10678681"/>
              <a:gd name="connsiteY87" fmla="*/ 1327690 h 1357700"/>
              <a:gd name="connsiteX88" fmla="*/ 4589102 w 10678681"/>
              <a:gd name="connsiteY88" fmla="*/ 1321223 h 1357700"/>
              <a:gd name="connsiteX89" fmla="*/ 4578184 w 10678681"/>
              <a:gd name="connsiteY89" fmla="*/ 1326745 h 1357700"/>
              <a:gd name="connsiteX90" fmla="*/ 4574270 w 10678681"/>
              <a:gd name="connsiteY90" fmla="*/ 1325878 h 1357700"/>
              <a:gd name="connsiteX91" fmla="*/ 4564919 w 10678681"/>
              <a:gd name="connsiteY91" fmla="*/ 1325507 h 1357700"/>
              <a:gd name="connsiteX92" fmla="*/ 4566586 w 10678681"/>
              <a:gd name="connsiteY92" fmla="*/ 1316963 h 1357700"/>
              <a:gd name="connsiteX93" fmla="*/ 4556303 w 10678681"/>
              <a:gd name="connsiteY93" fmla="*/ 1300262 h 1357700"/>
              <a:gd name="connsiteX94" fmla="*/ 4502358 w 10678681"/>
              <a:gd name="connsiteY94" fmla="*/ 1302558 h 1357700"/>
              <a:gd name="connsiteX95" fmla="*/ 4498919 w 10678681"/>
              <a:gd name="connsiteY95" fmla="*/ 1312115 h 1357700"/>
              <a:gd name="connsiteX96" fmla="*/ 4492075 w 10678681"/>
              <a:gd name="connsiteY96" fmla="*/ 1313357 h 1357700"/>
              <a:gd name="connsiteX97" fmla="*/ 4487466 w 10678681"/>
              <a:gd name="connsiteY97" fmla="*/ 1304102 h 1357700"/>
              <a:gd name="connsiteX98" fmla="*/ 4398292 w 10678681"/>
              <a:gd name="connsiteY98" fmla="*/ 1278410 h 1357700"/>
              <a:gd name="connsiteX99" fmla="*/ 4306088 w 10678681"/>
              <a:gd name="connsiteY99" fmla="*/ 1282512 h 1357700"/>
              <a:gd name="connsiteX100" fmla="*/ 4188995 w 10678681"/>
              <a:gd name="connsiteY100" fmla="*/ 1296718 h 1357700"/>
              <a:gd name="connsiteX101" fmla="*/ 4136582 w 10678681"/>
              <a:gd name="connsiteY101" fmla="*/ 1287687 h 1357700"/>
              <a:gd name="connsiteX102" fmla="*/ 4064614 w 10678681"/>
              <a:gd name="connsiteY102" fmla="*/ 1296118 h 1357700"/>
              <a:gd name="connsiteX103" fmla="*/ 3906561 w 10678681"/>
              <a:gd name="connsiteY103" fmla="*/ 1352435 h 1357700"/>
              <a:gd name="connsiteX104" fmla="*/ 3787890 w 10678681"/>
              <a:gd name="connsiteY104" fmla="*/ 1352442 h 1357700"/>
              <a:gd name="connsiteX105" fmla="*/ 3745993 w 10678681"/>
              <a:gd name="connsiteY105" fmla="*/ 1342630 h 1357700"/>
              <a:gd name="connsiteX106" fmla="*/ 3675785 w 10678681"/>
              <a:gd name="connsiteY106" fmla="*/ 1326802 h 1357700"/>
              <a:gd name="connsiteX107" fmla="*/ 3623856 w 10678681"/>
              <a:gd name="connsiteY107" fmla="*/ 1290804 h 1357700"/>
              <a:gd name="connsiteX108" fmla="*/ 3564933 w 10678681"/>
              <a:gd name="connsiteY108" fmla="*/ 1287147 h 1357700"/>
              <a:gd name="connsiteX109" fmla="*/ 3550537 w 10678681"/>
              <a:gd name="connsiteY109" fmla="*/ 1317552 h 1357700"/>
              <a:gd name="connsiteX110" fmla="*/ 3487736 w 10678681"/>
              <a:gd name="connsiteY110" fmla="*/ 1303493 h 1357700"/>
              <a:gd name="connsiteX111" fmla="*/ 3392548 w 10678681"/>
              <a:gd name="connsiteY111" fmla="*/ 1278741 h 1357700"/>
              <a:gd name="connsiteX112" fmla="*/ 3337466 w 10678681"/>
              <a:gd name="connsiteY112" fmla="*/ 1272537 h 1357700"/>
              <a:gd name="connsiteX113" fmla="*/ 3187206 w 10678681"/>
              <a:gd name="connsiteY113" fmla="*/ 1246821 h 1357700"/>
              <a:gd name="connsiteX114" fmla="*/ 3036856 w 10678681"/>
              <a:gd name="connsiteY114" fmla="*/ 1214383 h 1357700"/>
              <a:gd name="connsiteX115" fmla="*/ 2824973 w 10678681"/>
              <a:gd name="connsiteY115" fmla="*/ 1134864 h 1357700"/>
              <a:gd name="connsiteX116" fmla="*/ 2804398 w 10678681"/>
              <a:gd name="connsiteY116" fmla="*/ 1125556 h 1357700"/>
              <a:gd name="connsiteX117" fmla="*/ 2775396 w 10678681"/>
              <a:gd name="connsiteY117" fmla="*/ 1130148 h 1357700"/>
              <a:gd name="connsiteX118" fmla="*/ 2659096 w 10678681"/>
              <a:gd name="connsiteY118" fmla="*/ 1150294 h 1357700"/>
              <a:gd name="connsiteX119" fmla="*/ 2567088 w 10678681"/>
              <a:gd name="connsiteY119" fmla="*/ 1181781 h 1357700"/>
              <a:gd name="connsiteX120" fmla="*/ 2454501 w 10678681"/>
              <a:gd name="connsiteY120" fmla="*/ 1155455 h 1357700"/>
              <a:gd name="connsiteX121" fmla="*/ 2385161 w 10678681"/>
              <a:gd name="connsiteY121" fmla="*/ 1161312 h 1357700"/>
              <a:gd name="connsiteX122" fmla="*/ 2273361 w 10678681"/>
              <a:gd name="connsiteY122" fmla="*/ 1134090 h 1357700"/>
              <a:gd name="connsiteX123" fmla="*/ 2132003 w 10678681"/>
              <a:gd name="connsiteY123" fmla="*/ 1139225 h 1357700"/>
              <a:gd name="connsiteX124" fmla="*/ 2052449 w 10678681"/>
              <a:gd name="connsiteY124" fmla="*/ 1109687 h 1357700"/>
              <a:gd name="connsiteX125" fmla="*/ 2032607 w 10678681"/>
              <a:gd name="connsiteY125" fmla="*/ 1175477 h 1357700"/>
              <a:gd name="connsiteX126" fmla="*/ 1901837 w 10678681"/>
              <a:gd name="connsiteY126" fmla="*/ 1221762 h 1357700"/>
              <a:gd name="connsiteX127" fmla="*/ 1836762 w 10678681"/>
              <a:gd name="connsiteY127" fmla="*/ 1237387 h 1357700"/>
              <a:gd name="connsiteX128" fmla="*/ 1735877 w 10678681"/>
              <a:gd name="connsiteY128" fmla="*/ 1246527 h 1357700"/>
              <a:gd name="connsiteX129" fmla="*/ 1705069 w 10678681"/>
              <a:gd name="connsiteY129" fmla="*/ 1251989 h 1357700"/>
              <a:gd name="connsiteX130" fmla="*/ 1397689 w 10678681"/>
              <a:gd name="connsiteY130" fmla="*/ 1336144 h 1357700"/>
              <a:gd name="connsiteX131" fmla="*/ 1220734 w 10678681"/>
              <a:gd name="connsiteY131" fmla="*/ 1257811 h 1357700"/>
              <a:gd name="connsiteX132" fmla="*/ 1021737 w 10678681"/>
              <a:gd name="connsiteY132" fmla="*/ 1238739 h 1357700"/>
              <a:gd name="connsiteX133" fmla="*/ 959820 w 10678681"/>
              <a:gd name="connsiteY133" fmla="*/ 1275863 h 1357700"/>
              <a:gd name="connsiteX134" fmla="*/ 929137 w 10678681"/>
              <a:gd name="connsiteY134" fmla="*/ 1273957 h 1357700"/>
              <a:gd name="connsiteX135" fmla="*/ 878849 w 10678681"/>
              <a:gd name="connsiteY135" fmla="*/ 1266740 h 1357700"/>
              <a:gd name="connsiteX136" fmla="*/ 800667 w 10678681"/>
              <a:gd name="connsiteY136" fmla="*/ 1282041 h 1357700"/>
              <a:gd name="connsiteX137" fmla="*/ 644906 w 10678681"/>
              <a:gd name="connsiteY137" fmla="*/ 1273685 h 1357700"/>
              <a:gd name="connsiteX138" fmla="*/ 379869 w 10678681"/>
              <a:gd name="connsiteY138" fmla="*/ 1339165 h 1357700"/>
              <a:gd name="connsiteX139" fmla="*/ 137696 w 10678681"/>
              <a:gd name="connsiteY139" fmla="*/ 1319217 h 1357700"/>
              <a:gd name="connsiteX140" fmla="*/ 54250 w 10678681"/>
              <a:gd name="connsiteY140" fmla="*/ 1315838 h 1357700"/>
              <a:gd name="connsiteX141" fmla="*/ 28042 w 10678681"/>
              <a:gd name="connsiteY141" fmla="*/ 1297822 h 1357700"/>
              <a:gd name="connsiteX142" fmla="*/ 0 w 10678681"/>
              <a:gd name="connsiteY142" fmla="*/ 1294612 h 1357700"/>
              <a:gd name="connsiteX143" fmla="*/ 0 w 10678681"/>
              <a:gd name="connsiteY143" fmla="*/ 0 h 1357700"/>
              <a:gd name="connsiteX0" fmla="*/ 0 w 10678681"/>
              <a:gd name="connsiteY0" fmla="*/ 0 h 1357700"/>
              <a:gd name="connsiteX1" fmla="*/ 10678681 w 10678681"/>
              <a:gd name="connsiteY1" fmla="*/ 0 h 1357700"/>
              <a:gd name="connsiteX2" fmla="*/ 10666019 w 10678681"/>
              <a:gd name="connsiteY2" fmla="*/ 7876 h 1357700"/>
              <a:gd name="connsiteX3" fmla="*/ 10632825 w 10678681"/>
              <a:gd name="connsiteY3" fmla="*/ 32153 h 1357700"/>
              <a:gd name="connsiteX4" fmla="*/ 10510605 w 10678681"/>
              <a:gd name="connsiteY4" fmla="*/ 30449 h 1357700"/>
              <a:gd name="connsiteX5" fmla="*/ 10456989 w 10678681"/>
              <a:gd name="connsiteY5" fmla="*/ 979 h 1357700"/>
              <a:gd name="connsiteX6" fmla="*/ 10438642 w 10678681"/>
              <a:gd name="connsiteY6" fmla="*/ 1524 h 1357700"/>
              <a:gd name="connsiteX7" fmla="*/ 10407146 w 10678681"/>
              <a:gd name="connsiteY7" fmla="*/ 43659 h 1357700"/>
              <a:gd name="connsiteX8" fmla="*/ 10357996 w 10678681"/>
              <a:gd name="connsiteY8" fmla="*/ 50836 h 1357700"/>
              <a:gd name="connsiteX9" fmla="*/ 10306667 w 10678681"/>
              <a:gd name="connsiteY9" fmla="*/ 109739 h 1357700"/>
              <a:gd name="connsiteX10" fmla="*/ 10115334 w 10678681"/>
              <a:gd name="connsiteY10" fmla="*/ 155658 h 1357700"/>
              <a:gd name="connsiteX11" fmla="*/ 10068157 w 10678681"/>
              <a:gd name="connsiteY11" fmla="*/ 215673 h 1357700"/>
              <a:gd name="connsiteX12" fmla="*/ 10045431 w 10678681"/>
              <a:gd name="connsiteY12" fmla="*/ 229568 h 1357700"/>
              <a:gd name="connsiteX13" fmla="*/ 10013265 w 10678681"/>
              <a:gd name="connsiteY13" fmla="*/ 284757 h 1357700"/>
              <a:gd name="connsiteX14" fmla="*/ 9862496 w 10678681"/>
              <a:gd name="connsiteY14" fmla="*/ 223033 h 1357700"/>
              <a:gd name="connsiteX15" fmla="*/ 9679638 w 10678681"/>
              <a:gd name="connsiteY15" fmla="*/ 277462 h 1357700"/>
              <a:gd name="connsiteX16" fmla="*/ 9498347 w 10678681"/>
              <a:gd name="connsiteY16" fmla="*/ 244723 h 1357700"/>
              <a:gd name="connsiteX17" fmla="*/ 9399702 w 10678681"/>
              <a:gd name="connsiteY17" fmla="*/ 276316 h 1357700"/>
              <a:gd name="connsiteX18" fmla="*/ 9378439 w 10678681"/>
              <a:gd name="connsiteY18" fmla="*/ 326244 h 1357700"/>
              <a:gd name="connsiteX19" fmla="*/ 9121744 w 10678681"/>
              <a:gd name="connsiteY19" fmla="*/ 365177 h 1357700"/>
              <a:gd name="connsiteX20" fmla="*/ 9061654 w 10678681"/>
              <a:gd name="connsiteY20" fmla="*/ 393730 h 1357700"/>
              <a:gd name="connsiteX21" fmla="*/ 8997577 w 10678681"/>
              <a:gd name="connsiteY21" fmla="*/ 380865 h 1357700"/>
              <a:gd name="connsiteX22" fmla="*/ 8907968 w 10678681"/>
              <a:gd name="connsiteY22" fmla="*/ 447345 h 1357700"/>
              <a:gd name="connsiteX23" fmla="*/ 8764163 w 10678681"/>
              <a:gd name="connsiteY23" fmla="*/ 471000 h 1357700"/>
              <a:gd name="connsiteX24" fmla="*/ 8680155 w 10678681"/>
              <a:gd name="connsiteY24" fmla="*/ 492404 h 1357700"/>
              <a:gd name="connsiteX25" fmla="*/ 8651436 w 10678681"/>
              <a:gd name="connsiteY25" fmla="*/ 511923 h 1357700"/>
              <a:gd name="connsiteX26" fmla="*/ 8609185 w 10678681"/>
              <a:gd name="connsiteY26" fmla="*/ 531525 h 1357700"/>
              <a:gd name="connsiteX27" fmla="*/ 8537091 w 10678681"/>
              <a:gd name="connsiteY27" fmla="*/ 574933 h 1357700"/>
              <a:gd name="connsiteX28" fmla="*/ 8435931 w 10678681"/>
              <a:gd name="connsiteY28" fmla="*/ 617926 h 1357700"/>
              <a:gd name="connsiteX29" fmla="*/ 8348623 w 10678681"/>
              <a:gd name="connsiteY29" fmla="*/ 600607 h 1357700"/>
              <a:gd name="connsiteX30" fmla="*/ 8344233 w 10678681"/>
              <a:gd name="connsiteY30" fmla="*/ 610922 h 1357700"/>
              <a:gd name="connsiteX31" fmla="*/ 8290622 w 10678681"/>
              <a:gd name="connsiteY31" fmla="*/ 622687 h 1357700"/>
              <a:gd name="connsiteX32" fmla="*/ 8086698 w 10678681"/>
              <a:gd name="connsiteY32" fmla="*/ 605185 h 1357700"/>
              <a:gd name="connsiteX33" fmla="*/ 7982378 w 10678681"/>
              <a:gd name="connsiteY33" fmla="*/ 629799 h 1357700"/>
              <a:gd name="connsiteX34" fmla="*/ 7947952 w 10678681"/>
              <a:gd name="connsiteY34" fmla="*/ 648003 h 1357700"/>
              <a:gd name="connsiteX35" fmla="*/ 7890112 w 10678681"/>
              <a:gd name="connsiteY35" fmla="*/ 677915 h 1357700"/>
              <a:gd name="connsiteX36" fmla="*/ 7853284 w 10678681"/>
              <a:gd name="connsiteY36" fmla="*/ 723588 h 1357700"/>
              <a:gd name="connsiteX37" fmla="*/ 7802383 w 10678681"/>
              <a:gd name="connsiteY37" fmla="*/ 739359 h 1357700"/>
              <a:gd name="connsiteX38" fmla="*/ 7730518 w 10678681"/>
              <a:gd name="connsiteY38" fmla="*/ 739526 h 1357700"/>
              <a:gd name="connsiteX39" fmla="*/ 7652907 w 10678681"/>
              <a:gd name="connsiteY39" fmla="*/ 783273 h 1357700"/>
              <a:gd name="connsiteX40" fmla="*/ 7606008 w 10678681"/>
              <a:gd name="connsiteY40" fmla="*/ 800717 h 1357700"/>
              <a:gd name="connsiteX41" fmla="*/ 7480223 w 10678681"/>
              <a:gd name="connsiteY41" fmla="*/ 856821 h 1357700"/>
              <a:gd name="connsiteX42" fmla="*/ 7356005 w 10678681"/>
              <a:gd name="connsiteY42" fmla="*/ 919462 h 1357700"/>
              <a:gd name="connsiteX43" fmla="*/ 7305396 w 10678681"/>
              <a:gd name="connsiteY43" fmla="*/ 986228 h 1357700"/>
              <a:gd name="connsiteX44" fmla="*/ 7266251 w 10678681"/>
              <a:gd name="connsiteY44" fmla="*/ 967864 h 1357700"/>
              <a:gd name="connsiteX45" fmla="*/ 7269396 w 10678681"/>
              <a:gd name="connsiteY45" fmla="*/ 989282 h 1357700"/>
              <a:gd name="connsiteX46" fmla="*/ 7258094 w 10678681"/>
              <a:gd name="connsiteY46" fmla="*/ 990679 h 1357700"/>
              <a:gd name="connsiteX47" fmla="*/ 7257893 w 10678681"/>
              <a:gd name="connsiteY47" fmla="*/ 991204 h 1357700"/>
              <a:gd name="connsiteX48" fmla="*/ 7247153 w 10678681"/>
              <a:gd name="connsiteY48" fmla="*/ 991550 h 1357700"/>
              <a:gd name="connsiteX49" fmla="*/ 7193612 w 10678681"/>
              <a:gd name="connsiteY49" fmla="*/ 987042 h 1357700"/>
              <a:gd name="connsiteX50" fmla="*/ 7132632 w 10678681"/>
              <a:gd name="connsiteY50" fmla="*/ 1042036 h 1357700"/>
              <a:gd name="connsiteX51" fmla="*/ 7105610 w 10678681"/>
              <a:gd name="connsiteY51" fmla="*/ 1053537 h 1357700"/>
              <a:gd name="connsiteX52" fmla="*/ 7069148 w 10678681"/>
              <a:gd name="connsiteY52" fmla="*/ 1047163 h 1357700"/>
              <a:gd name="connsiteX53" fmla="*/ 7039634 w 10678681"/>
              <a:gd name="connsiteY53" fmla="*/ 1059971 h 1357700"/>
              <a:gd name="connsiteX54" fmla="*/ 7033445 w 10678681"/>
              <a:gd name="connsiteY54" fmla="*/ 1063314 h 1357700"/>
              <a:gd name="connsiteX55" fmla="*/ 6999157 w 10678681"/>
              <a:gd name="connsiteY55" fmla="*/ 1055282 h 1357700"/>
              <a:gd name="connsiteX56" fmla="*/ 6981874 w 10678681"/>
              <a:gd name="connsiteY56" fmla="*/ 1053827 h 1357700"/>
              <a:gd name="connsiteX57" fmla="*/ 6976102 w 10678681"/>
              <a:gd name="connsiteY57" fmla="*/ 1047854 h 1357700"/>
              <a:gd name="connsiteX58" fmla="*/ 6951040 w 10678681"/>
              <a:gd name="connsiteY58" fmla="*/ 1048531 h 1357700"/>
              <a:gd name="connsiteX59" fmla="*/ 6948497 w 10678681"/>
              <a:gd name="connsiteY59" fmla="*/ 1050706 h 1357700"/>
              <a:gd name="connsiteX60" fmla="*/ 6926582 w 10678681"/>
              <a:gd name="connsiteY60" fmla="*/ 1043462 h 1357700"/>
              <a:gd name="connsiteX61" fmla="*/ 6833743 w 10678681"/>
              <a:gd name="connsiteY61" fmla="*/ 1027960 h 1357700"/>
              <a:gd name="connsiteX62" fmla="*/ 6687090 w 10678681"/>
              <a:gd name="connsiteY62" fmla="*/ 1063250 h 1357700"/>
              <a:gd name="connsiteX63" fmla="*/ 6437450 w 10678681"/>
              <a:gd name="connsiteY63" fmla="*/ 1101075 h 1357700"/>
              <a:gd name="connsiteX64" fmla="*/ 6327795 w 10678681"/>
              <a:gd name="connsiteY64" fmla="*/ 1088142 h 1357700"/>
              <a:gd name="connsiteX65" fmla="*/ 6136549 w 10678681"/>
              <a:gd name="connsiteY65" fmla="*/ 1100268 h 1357700"/>
              <a:gd name="connsiteX66" fmla="*/ 6004655 w 10678681"/>
              <a:gd name="connsiteY66" fmla="*/ 1114946 h 1357700"/>
              <a:gd name="connsiteX67" fmla="*/ 5936643 w 10678681"/>
              <a:gd name="connsiteY67" fmla="*/ 1095428 h 1357700"/>
              <a:gd name="connsiteX68" fmla="*/ 5912484 w 10678681"/>
              <a:gd name="connsiteY68" fmla="*/ 1112624 h 1357700"/>
              <a:gd name="connsiteX69" fmla="*/ 5908387 w 10678681"/>
              <a:gd name="connsiteY69" fmla="*/ 1116018 h 1357700"/>
              <a:gd name="connsiteX70" fmla="*/ 5890495 w 10678681"/>
              <a:gd name="connsiteY70" fmla="*/ 1120268 h 1357700"/>
              <a:gd name="connsiteX71" fmla="*/ 5887318 w 10678681"/>
              <a:gd name="connsiteY71" fmla="*/ 1133134 h 1357700"/>
              <a:gd name="connsiteX72" fmla="*/ 5861726 w 10678681"/>
              <a:gd name="connsiteY72" fmla="*/ 1147891 h 1357700"/>
              <a:gd name="connsiteX73" fmla="*/ 5805823 w 10678681"/>
              <a:gd name="connsiteY73" fmla="*/ 1152457 h 1357700"/>
              <a:gd name="connsiteX74" fmla="*/ 5689841 w 10678681"/>
              <a:gd name="connsiteY74" fmla="*/ 1176232 h 1357700"/>
              <a:gd name="connsiteX75" fmla="*/ 5605119 w 10678681"/>
              <a:gd name="connsiteY75" fmla="*/ 1190202 h 1357700"/>
              <a:gd name="connsiteX76" fmla="*/ 5488513 w 10678681"/>
              <a:gd name="connsiteY76" fmla="*/ 1205367 h 1357700"/>
              <a:gd name="connsiteX77" fmla="*/ 5402905 w 10678681"/>
              <a:gd name="connsiteY77" fmla="*/ 1241191 h 1357700"/>
              <a:gd name="connsiteX78" fmla="*/ 5285593 w 10678681"/>
              <a:gd name="connsiteY78" fmla="*/ 1273569 h 1357700"/>
              <a:gd name="connsiteX79" fmla="*/ 5192893 w 10678681"/>
              <a:gd name="connsiteY79" fmla="*/ 1247188 h 1357700"/>
              <a:gd name="connsiteX80" fmla="*/ 5186475 w 10678681"/>
              <a:gd name="connsiteY80" fmla="*/ 1257028 h 1357700"/>
              <a:gd name="connsiteX81" fmla="*/ 5126038 w 10678681"/>
              <a:gd name="connsiteY81" fmla="*/ 1263189 h 1357700"/>
              <a:gd name="connsiteX82" fmla="*/ 4894688 w 10678681"/>
              <a:gd name="connsiteY82" fmla="*/ 1247184 h 1357700"/>
              <a:gd name="connsiteX83" fmla="*/ 4788036 w 10678681"/>
              <a:gd name="connsiteY83" fmla="*/ 1238182 h 1357700"/>
              <a:gd name="connsiteX84" fmla="*/ 4747555 w 10678681"/>
              <a:gd name="connsiteY84" fmla="*/ 1252768 h 1357700"/>
              <a:gd name="connsiteX85" fmla="*/ 4679644 w 10678681"/>
              <a:gd name="connsiteY85" fmla="*/ 1276603 h 1357700"/>
              <a:gd name="connsiteX86" fmla="*/ 4632222 w 10678681"/>
              <a:gd name="connsiteY86" fmla="*/ 1318360 h 1357700"/>
              <a:gd name="connsiteX87" fmla="*/ 4617358 w 10678681"/>
              <a:gd name="connsiteY87" fmla="*/ 1327690 h 1357700"/>
              <a:gd name="connsiteX88" fmla="*/ 4589102 w 10678681"/>
              <a:gd name="connsiteY88" fmla="*/ 1321223 h 1357700"/>
              <a:gd name="connsiteX89" fmla="*/ 4578184 w 10678681"/>
              <a:gd name="connsiteY89" fmla="*/ 1326745 h 1357700"/>
              <a:gd name="connsiteX90" fmla="*/ 4574270 w 10678681"/>
              <a:gd name="connsiteY90" fmla="*/ 1325878 h 1357700"/>
              <a:gd name="connsiteX91" fmla="*/ 4564919 w 10678681"/>
              <a:gd name="connsiteY91" fmla="*/ 1325507 h 1357700"/>
              <a:gd name="connsiteX92" fmla="*/ 4566586 w 10678681"/>
              <a:gd name="connsiteY92" fmla="*/ 1316963 h 1357700"/>
              <a:gd name="connsiteX93" fmla="*/ 4556303 w 10678681"/>
              <a:gd name="connsiteY93" fmla="*/ 1300262 h 1357700"/>
              <a:gd name="connsiteX94" fmla="*/ 4502358 w 10678681"/>
              <a:gd name="connsiteY94" fmla="*/ 1302558 h 1357700"/>
              <a:gd name="connsiteX95" fmla="*/ 4498919 w 10678681"/>
              <a:gd name="connsiteY95" fmla="*/ 1312115 h 1357700"/>
              <a:gd name="connsiteX96" fmla="*/ 4492075 w 10678681"/>
              <a:gd name="connsiteY96" fmla="*/ 1313357 h 1357700"/>
              <a:gd name="connsiteX97" fmla="*/ 4487466 w 10678681"/>
              <a:gd name="connsiteY97" fmla="*/ 1304102 h 1357700"/>
              <a:gd name="connsiteX98" fmla="*/ 4398292 w 10678681"/>
              <a:gd name="connsiteY98" fmla="*/ 1278410 h 1357700"/>
              <a:gd name="connsiteX99" fmla="*/ 4306088 w 10678681"/>
              <a:gd name="connsiteY99" fmla="*/ 1282512 h 1357700"/>
              <a:gd name="connsiteX100" fmla="*/ 4188995 w 10678681"/>
              <a:gd name="connsiteY100" fmla="*/ 1296718 h 1357700"/>
              <a:gd name="connsiteX101" fmla="*/ 4136582 w 10678681"/>
              <a:gd name="connsiteY101" fmla="*/ 1287687 h 1357700"/>
              <a:gd name="connsiteX102" fmla="*/ 4064614 w 10678681"/>
              <a:gd name="connsiteY102" fmla="*/ 1296118 h 1357700"/>
              <a:gd name="connsiteX103" fmla="*/ 3906561 w 10678681"/>
              <a:gd name="connsiteY103" fmla="*/ 1352435 h 1357700"/>
              <a:gd name="connsiteX104" fmla="*/ 3787890 w 10678681"/>
              <a:gd name="connsiteY104" fmla="*/ 1352442 h 1357700"/>
              <a:gd name="connsiteX105" fmla="*/ 3745993 w 10678681"/>
              <a:gd name="connsiteY105" fmla="*/ 1342630 h 1357700"/>
              <a:gd name="connsiteX106" fmla="*/ 3675785 w 10678681"/>
              <a:gd name="connsiteY106" fmla="*/ 1326802 h 1357700"/>
              <a:gd name="connsiteX107" fmla="*/ 3623856 w 10678681"/>
              <a:gd name="connsiteY107" fmla="*/ 1290804 h 1357700"/>
              <a:gd name="connsiteX108" fmla="*/ 3564933 w 10678681"/>
              <a:gd name="connsiteY108" fmla="*/ 1287147 h 1357700"/>
              <a:gd name="connsiteX109" fmla="*/ 3550537 w 10678681"/>
              <a:gd name="connsiteY109" fmla="*/ 1317552 h 1357700"/>
              <a:gd name="connsiteX110" fmla="*/ 3487736 w 10678681"/>
              <a:gd name="connsiteY110" fmla="*/ 1303493 h 1357700"/>
              <a:gd name="connsiteX111" fmla="*/ 3392548 w 10678681"/>
              <a:gd name="connsiteY111" fmla="*/ 1278741 h 1357700"/>
              <a:gd name="connsiteX112" fmla="*/ 3337466 w 10678681"/>
              <a:gd name="connsiteY112" fmla="*/ 1272537 h 1357700"/>
              <a:gd name="connsiteX113" fmla="*/ 3187206 w 10678681"/>
              <a:gd name="connsiteY113" fmla="*/ 1246821 h 1357700"/>
              <a:gd name="connsiteX114" fmla="*/ 3036856 w 10678681"/>
              <a:gd name="connsiteY114" fmla="*/ 1214383 h 1357700"/>
              <a:gd name="connsiteX115" fmla="*/ 2824973 w 10678681"/>
              <a:gd name="connsiteY115" fmla="*/ 1134864 h 1357700"/>
              <a:gd name="connsiteX116" fmla="*/ 2804398 w 10678681"/>
              <a:gd name="connsiteY116" fmla="*/ 1125556 h 1357700"/>
              <a:gd name="connsiteX117" fmla="*/ 2775396 w 10678681"/>
              <a:gd name="connsiteY117" fmla="*/ 1130148 h 1357700"/>
              <a:gd name="connsiteX118" fmla="*/ 2659096 w 10678681"/>
              <a:gd name="connsiteY118" fmla="*/ 1150294 h 1357700"/>
              <a:gd name="connsiteX119" fmla="*/ 2567088 w 10678681"/>
              <a:gd name="connsiteY119" fmla="*/ 1181781 h 1357700"/>
              <a:gd name="connsiteX120" fmla="*/ 2454501 w 10678681"/>
              <a:gd name="connsiteY120" fmla="*/ 1155455 h 1357700"/>
              <a:gd name="connsiteX121" fmla="*/ 2385161 w 10678681"/>
              <a:gd name="connsiteY121" fmla="*/ 1161312 h 1357700"/>
              <a:gd name="connsiteX122" fmla="*/ 2273361 w 10678681"/>
              <a:gd name="connsiteY122" fmla="*/ 1134090 h 1357700"/>
              <a:gd name="connsiteX123" fmla="*/ 2132003 w 10678681"/>
              <a:gd name="connsiteY123" fmla="*/ 1139225 h 1357700"/>
              <a:gd name="connsiteX124" fmla="*/ 2052449 w 10678681"/>
              <a:gd name="connsiteY124" fmla="*/ 1109687 h 1357700"/>
              <a:gd name="connsiteX125" fmla="*/ 2010157 w 10678681"/>
              <a:gd name="connsiteY125" fmla="*/ 1152767 h 1357700"/>
              <a:gd name="connsiteX126" fmla="*/ 1901837 w 10678681"/>
              <a:gd name="connsiteY126" fmla="*/ 1221762 h 1357700"/>
              <a:gd name="connsiteX127" fmla="*/ 1836762 w 10678681"/>
              <a:gd name="connsiteY127" fmla="*/ 1237387 h 1357700"/>
              <a:gd name="connsiteX128" fmla="*/ 1735877 w 10678681"/>
              <a:gd name="connsiteY128" fmla="*/ 1246527 h 1357700"/>
              <a:gd name="connsiteX129" fmla="*/ 1705069 w 10678681"/>
              <a:gd name="connsiteY129" fmla="*/ 1251989 h 1357700"/>
              <a:gd name="connsiteX130" fmla="*/ 1397689 w 10678681"/>
              <a:gd name="connsiteY130" fmla="*/ 1336144 h 1357700"/>
              <a:gd name="connsiteX131" fmla="*/ 1220734 w 10678681"/>
              <a:gd name="connsiteY131" fmla="*/ 1257811 h 1357700"/>
              <a:gd name="connsiteX132" fmla="*/ 1021737 w 10678681"/>
              <a:gd name="connsiteY132" fmla="*/ 1238739 h 1357700"/>
              <a:gd name="connsiteX133" fmla="*/ 959820 w 10678681"/>
              <a:gd name="connsiteY133" fmla="*/ 1275863 h 1357700"/>
              <a:gd name="connsiteX134" fmla="*/ 929137 w 10678681"/>
              <a:gd name="connsiteY134" fmla="*/ 1273957 h 1357700"/>
              <a:gd name="connsiteX135" fmla="*/ 878849 w 10678681"/>
              <a:gd name="connsiteY135" fmla="*/ 1266740 h 1357700"/>
              <a:gd name="connsiteX136" fmla="*/ 800667 w 10678681"/>
              <a:gd name="connsiteY136" fmla="*/ 1282041 h 1357700"/>
              <a:gd name="connsiteX137" fmla="*/ 644906 w 10678681"/>
              <a:gd name="connsiteY137" fmla="*/ 1273685 h 1357700"/>
              <a:gd name="connsiteX138" fmla="*/ 379869 w 10678681"/>
              <a:gd name="connsiteY138" fmla="*/ 1339165 h 1357700"/>
              <a:gd name="connsiteX139" fmla="*/ 137696 w 10678681"/>
              <a:gd name="connsiteY139" fmla="*/ 1319217 h 1357700"/>
              <a:gd name="connsiteX140" fmla="*/ 54250 w 10678681"/>
              <a:gd name="connsiteY140" fmla="*/ 1315838 h 1357700"/>
              <a:gd name="connsiteX141" fmla="*/ 28042 w 10678681"/>
              <a:gd name="connsiteY141" fmla="*/ 1297822 h 1357700"/>
              <a:gd name="connsiteX142" fmla="*/ 0 w 10678681"/>
              <a:gd name="connsiteY142" fmla="*/ 1294612 h 1357700"/>
              <a:gd name="connsiteX143" fmla="*/ 0 w 10678681"/>
              <a:gd name="connsiteY143" fmla="*/ 0 h 1357700"/>
              <a:gd name="connsiteX0" fmla="*/ 0 w 10678681"/>
              <a:gd name="connsiteY0" fmla="*/ 0 h 1353297"/>
              <a:gd name="connsiteX1" fmla="*/ 10678681 w 10678681"/>
              <a:gd name="connsiteY1" fmla="*/ 0 h 1353297"/>
              <a:gd name="connsiteX2" fmla="*/ 10666019 w 10678681"/>
              <a:gd name="connsiteY2" fmla="*/ 7876 h 1353297"/>
              <a:gd name="connsiteX3" fmla="*/ 10632825 w 10678681"/>
              <a:gd name="connsiteY3" fmla="*/ 32153 h 1353297"/>
              <a:gd name="connsiteX4" fmla="*/ 10510605 w 10678681"/>
              <a:gd name="connsiteY4" fmla="*/ 30449 h 1353297"/>
              <a:gd name="connsiteX5" fmla="*/ 10456989 w 10678681"/>
              <a:gd name="connsiteY5" fmla="*/ 979 h 1353297"/>
              <a:gd name="connsiteX6" fmla="*/ 10438642 w 10678681"/>
              <a:gd name="connsiteY6" fmla="*/ 1524 h 1353297"/>
              <a:gd name="connsiteX7" fmla="*/ 10407146 w 10678681"/>
              <a:gd name="connsiteY7" fmla="*/ 43659 h 1353297"/>
              <a:gd name="connsiteX8" fmla="*/ 10357996 w 10678681"/>
              <a:gd name="connsiteY8" fmla="*/ 50836 h 1353297"/>
              <a:gd name="connsiteX9" fmla="*/ 10306667 w 10678681"/>
              <a:gd name="connsiteY9" fmla="*/ 109739 h 1353297"/>
              <a:gd name="connsiteX10" fmla="*/ 10115334 w 10678681"/>
              <a:gd name="connsiteY10" fmla="*/ 155658 h 1353297"/>
              <a:gd name="connsiteX11" fmla="*/ 10068157 w 10678681"/>
              <a:gd name="connsiteY11" fmla="*/ 215673 h 1353297"/>
              <a:gd name="connsiteX12" fmla="*/ 10045431 w 10678681"/>
              <a:gd name="connsiteY12" fmla="*/ 229568 h 1353297"/>
              <a:gd name="connsiteX13" fmla="*/ 10013265 w 10678681"/>
              <a:gd name="connsiteY13" fmla="*/ 284757 h 1353297"/>
              <a:gd name="connsiteX14" fmla="*/ 9862496 w 10678681"/>
              <a:gd name="connsiteY14" fmla="*/ 223033 h 1353297"/>
              <a:gd name="connsiteX15" fmla="*/ 9679638 w 10678681"/>
              <a:gd name="connsiteY15" fmla="*/ 277462 h 1353297"/>
              <a:gd name="connsiteX16" fmla="*/ 9498347 w 10678681"/>
              <a:gd name="connsiteY16" fmla="*/ 244723 h 1353297"/>
              <a:gd name="connsiteX17" fmla="*/ 9399702 w 10678681"/>
              <a:gd name="connsiteY17" fmla="*/ 276316 h 1353297"/>
              <a:gd name="connsiteX18" fmla="*/ 9378439 w 10678681"/>
              <a:gd name="connsiteY18" fmla="*/ 326244 h 1353297"/>
              <a:gd name="connsiteX19" fmla="*/ 9121744 w 10678681"/>
              <a:gd name="connsiteY19" fmla="*/ 365177 h 1353297"/>
              <a:gd name="connsiteX20" fmla="*/ 9061654 w 10678681"/>
              <a:gd name="connsiteY20" fmla="*/ 393730 h 1353297"/>
              <a:gd name="connsiteX21" fmla="*/ 8997577 w 10678681"/>
              <a:gd name="connsiteY21" fmla="*/ 380865 h 1353297"/>
              <a:gd name="connsiteX22" fmla="*/ 8907968 w 10678681"/>
              <a:gd name="connsiteY22" fmla="*/ 447345 h 1353297"/>
              <a:gd name="connsiteX23" fmla="*/ 8764163 w 10678681"/>
              <a:gd name="connsiteY23" fmla="*/ 471000 h 1353297"/>
              <a:gd name="connsiteX24" fmla="*/ 8680155 w 10678681"/>
              <a:gd name="connsiteY24" fmla="*/ 492404 h 1353297"/>
              <a:gd name="connsiteX25" fmla="*/ 8651436 w 10678681"/>
              <a:gd name="connsiteY25" fmla="*/ 511923 h 1353297"/>
              <a:gd name="connsiteX26" fmla="*/ 8609185 w 10678681"/>
              <a:gd name="connsiteY26" fmla="*/ 531525 h 1353297"/>
              <a:gd name="connsiteX27" fmla="*/ 8537091 w 10678681"/>
              <a:gd name="connsiteY27" fmla="*/ 574933 h 1353297"/>
              <a:gd name="connsiteX28" fmla="*/ 8435931 w 10678681"/>
              <a:gd name="connsiteY28" fmla="*/ 617926 h 1353297"/>
              <a:gd name="connsiteX29" fmla="*/ 8348623 w 10678681"/>
              <a:gd name="connsiteY29" fmla="*/ 600607 h 1353297"/>
              <a:gd name="connsiteX30" fmla="*/ 8344233 w 10678681"/>
              <a:gd name="connsiteY30" fmla="*/ 610922 h 1353297"/>
              <a:gd name="connsiteX31" fmla="*/ 8290622 w 10678681"/>
              <a:gd name="connsiteY31" fmla="*/ 622687 h 1353297"/>
              <a:gd name="connsiteX32" fmla="*/ 8086698 w 10678681"/>
              <a:gd name="connsiteY32" fmla="*/ 605185 h 1353297"/>
              <a:gd name="connsiteX33" fmla="*/ 7982378 w 10678681"/>
              <a:gd name="connsiteY33" fmla="*/ 629799 h 1353297"/>
              <a:gd name="connsiteX34" fmla="*/ 7947952 w 10678681"/>
              <a:gd name="connsiteY34" fmla="*/ 648003 h 1353297"/>
              <a:gd name="connsiteX35" fmla="*/ 7890112 w 10678681"/>
              <a:gd name="connsiteY35" fmla="*/ 677915 h 1353297"/>
              <a:gd name="connsiteX36" fmla="*/ 7853284 w 10678681"/>
              <a:gd name="connsiteY36" fmla="*/ 723588 h 1353297"/>
              <a:gd name="connsiteX37" fmla="*/ 7802383 w 10678681"/>
              <a:gd name="connsiteY37" fmla="*/ 739359 h 1353297"/>
              <a:gd name="connsiteX38" fmla="*/ 7730518 w 10678681"/>
              <a:gd name="connsiteY38" fmla="*/ 739526 h 1353297"/>
              <a:gd name="connsiteX39" fmla="*/ 7652907 w 10678681"/>
              <a:gd name="connsiteY39" fmla="*/ 783273 h 1353297"/>
              <a:gd name="connsiteX40" fmla="*/ 7606008 w 10678681"/>
              <a:gd name="connsiteY40" fmla="*/ 800717 h 1353297"/>
              <a:gd name="connsiteX41" fmla="*/ 7480223 w 10678681"/>
              <a:gd name="connsiteY41" fmla="*/ 856821 h 1353297"/>
              <a:gd name="connsiteX42" fmla="*/ 7356005 w 10678681"/>
              <a:gd name="connsiteY42" fmla="*/ 919462 h 1353297"/>
              <a:gd name="connsiteX43" fmla="*/ 7305396 w 10678681"/>
              <a:gd name="connsiteY43" fmla="*/ 986228 h 1353297"/>
              <a:gd name="connsiteX44" fmla="*/ 7266251 w 10678681"/>
              <a:gd name="connsiteY44" fmla="*/ 967864 h 1353297"/>
              <a:gd name="connsiteX45" fmla="*/ 7269396 w 10678681"/>
              <a:gd name="connsiteY45" fmla="*/ 989282 h 1353297"/>
              <a:gd name="connsiteX46" fmla="*/ 7258094 w 10678681"/>
              <a:gd name="connsiteY46" fmla="*/ 990679 h 1353297"/>
              <a:gd name="connsiteX47" fmla="*/ 7257893 w 10678681"/>
              <a:gd name="connsiteY47" fmla="*/ 991204 h 1353297"/>
              <a:gd name="connsiteX48" fmla="*/ 7247153 w 10678681"/>
              <a:gd name="connsiteY48" fmla="*/ 991550 h 1353297"/>
              <a:gd name="connsiteX49" fmla="*/ 7193612 w 10678681"/>
              <a:gd name="connsiteY49" fmla="*/ 987042 h 1353297"/>
              <a:gd name="connsiteX50" fmla="*/ 7132632 w 10678681"/>
              <a:gd name="connsiteY50" fmla="*/ 1042036 h 1353297"/>
              <a:gd name="connsiteX51" fmla="*/ 7105610 w 10678681"/>
              <a:gd name="connsiteY51" fmla="*/ 1053537 h 1353297"/>
              <a:gd name="connsiteX52" fmla="*/ 7069148 w 10678681"/>
              <a:gd name="connsiteY52" fmla="*/ 1047163 h 1353297"/>
              <a:gd name="connsiteX53" fmla="*/ 7039634 w 10678681"/>
              <a:gd name="connsiteY53" fmla="*/ 1059971 h 1353297"/>
              <a:gd name="connsiteX54" fmla="*/ 7033445 w 10678681"/>
              <a:gd name="connsiteY54" fmla="*/ 1063314 h 1353297"/>
              <a:gd name="connsiteX55" fmla="*/ 6999157 w 10678681"/>
              <a:gd name="connsiteY55" fmla="*/ 1055282 h 1353297"/>
              <a:gd name="connsiteX56" fmla="*/ 6981874 w 10678681"/>
              <a:gd name="connsiteY56" fmla="*/ 1053827 h 1353297"/>
              <a:gd name="connsiteX57" fmla="*/ 6976102 w 10678681"/>
              <a:gd name="connsiteY57" fmla="*/ 1047854 h 1353297"/>
              <a:gd name="connsiteX58" fmla="*/ 6951040 w 10678681"/>
              <a:gd name="connsiteY58" fmla="*/ 1048531 h 1353297"/>
              <a:gd name="connsiteX59" fmla="*/ 6948497 w 10678681"/>
              <a:gd name="connsiteY59" fmla="*/ 1050706 h 1353297"/>
              <a:gd name="connsiteX60" fmla="*/ 6926582 w 10678681"/>
              <a:gd name="connsiteY60" fmla="*/ 1043462 h 1353297"/>
              <a:gd name="connsiteX61" fmla="*/ 6833743 w 10678681"/>
              <a:gd name="connsiteY61" fmla="*/ 1027960 h 1353297"/>
              <a:gd name="connsiteX62" fmla="*/ 6687090 w 10678681"/>
              <a:gd name="connsiteY62" fmla="*/ 1063250 h 1353297"/>
              <a:gd name="connsiteX63" fmla="*/ 6437450 w 10678681"/>
              <a:gd name="connsiteY63" fmla="*/ 1101075 h 1353297"/>
              <a:gd name="connsiteX64" fmla="*/ 6327795 w 10678681"/>
              <a:gd name="connsiteY64" fmla="*/ 1088142 h 1353297"/>
              <a:gd name="connsiteX65" fmla="*/ 6136549 w 10678681"/>
              <a:gd name="connsiteY65" fmla="*/ 1100268 h 1353297"/>
              <a:gd name="connsiteX66" fmla="*/ 6004655 w 10678681"/>
              <a:gd name="connsiteY66" fmla="*/ 1114946 h 1353297"/>
              <a:gd name="connsiteX67" fmla="*/ 5936643 w 10678681"/>
              <a:gd name="connsiteY67" fmla="*/ 1095428 h 1353297"/>
              <a:gd name="connsiteX68" fmla="*/ 5912484 w 10678681"/>
              <a:gd name="connsiteY68" fmla="*/ 1112624 h 1353297"/>
              <a:gd name="connsiteX69" fmla="*/ 5908387 w 10678681"/>
              <a:gd name="connsiteY69" fmla="*/ 1116018 h 1353297"/>
              <a:gd name="connsiteX70" fmla="*/ 5890495 w 10678681"/>
              <a:gd name="connsiteY70" fmla="*/ 1120268 h 1353297"/>
              <a:gd name="connsiteX71" fmla="*/ 5887318 w 10678681"/>
              <a:gd name="connsiteY71" fmla="*/ 1133134 h 1353297"/>
              <a:gd name="connsiteX72" fmla="*/ 5861726 w 10678681"/>
              <a:gd name="connsiteY72" fmla="*/ 1147891 h 1353297"/>
              <a:gd name="connsiteX73" fmla="*/ 5805823 w 10678681"/>
              <a:gd name="connsiteY73" fmla="*/ 1152457 h 1353297"/>
              <a:gd name="connsiteX74" fmla="*/ 5689841 w 10678681"/>
              <a:gd name="connsiteY74" fmla="*/ 1176232 h 1353297"/>
              <a:gd name="connsiteX75" fmla="*/ 5605119 w 10678681"/>
              <a:gd name="connsiteY75" fmla="*/ 1190202 h 1353297"/>
              <a:gd name="connsiteX76" fmla="*/ 5488513 w 10678681"/>
              <a:gd name="connsiteY76" fmla="*/ 1205367 h 1353297"/>
              <a:gd name="connsiteX77" fmla="*/ 5402905 w 10678681"/>
              <a:gd name="connsiteY77" fmla="*/ 1241191 h 1353297"/>
              <a:gd name="connsiteX78" fmla="*/ 5285593 w 10678681"/>
              <a:gd name="connsiteY78" fmla="*/ 1273569 h 1353297"/>
              <a:gd name="connsiteX79" fmla="*/ 5192893 w 10678681"/>
              <a:gd name="connsiteY79" fmla="*/ 1247188 h 1353297"/>
              <a:gd name="connsiteX80" fmla="*/ 5186475 w 10678681"/>
              <a:gd name="connsiteY80" fmla="*/ 1257028 h 1353297"/>
              <a:gd name="connsiteX81" fmla="*/ 5126038 w 10678681"/>
              <a:gd name="connsiteY81" fmla="*/ 1263189 h 1353297"/>
              <a:gd name="connsiteX82" fmla="*/ 4894688 w 10678681"/>
              <a:gd name="connsiteY82" fmla="*/ 1247184 h 1353297"/>
              <a:gd name="connsiteX83" fmla="*/ 4788036 w 10678681"/>
              <a:gd name="connsiteY83" fmla="*/ 1238182 h 1353297"/>
              <a:gd name="connsiteX84" fmla="*/ 4747555 w 10678681"/>
              <a:gd name="connsiteY84" fmla="*/ 1252768 h 1353297"/>
              <a:gd name="connsiteX85" fmla="*/ 4679644 w 10678681"/>
              <a:gd name="connsiteY85" fmla="*/ 1276603 h 1353297"/>
              <a:gd name="connsiteX86" fmla="*/ 4632222 w 10678681"/>
              <a:gd name="connsiteY86" fmla="*/ 1318360 h 1353297"/>
              <a:gd name="connsiteX87" fmla="*/ 4617358 w 10678681"/>
              <a:gd name="connsiteY87" fmla="*/ 1327690 h 1353297"/>
              <a:gd name="connsiteX88" fmla="*/ 4589102 w 10678681"/>
              <a:gd name="connsiteY88" fmla="*/ 1321223 h 1353297"/>
              <a:gd name="connsiteX89" fmla="*/ 4578184 w 10678681"/>
              <a:gd name="connsiteY89" fmla="*/ 1326745 h 1353297"/>
              <a:gd name="connsiteX90" fmla="*/ 4574270 w 10678681"/>
              <a:gd name="connsiteY90" fmla="*/ 1325878 h 1353297"/>
              <a:gd name="connsiteX91" fmla="*/ 4564919 w 10678681"/>
              <a:gd name="connsiteY91" fmla="*/ 1325507 h 1353297"/>
              <a:gd name="connsiteX92" fmla="*/ 4566586 w 10678681"/>
              <a:gd name="connsiteY92" fmla="*/ 1316963 h 1353297"/>
              <a:gd name="connsiteX93" fmla="*/ 4556303 w 10678681"/>
              <a:gd name="connsiteY93" fmla="*/ 1300262 h 1353297"/>
              <a:gd name="connsiteX94" fmla="*/ 4502358 w 10678681"/>
              <a:gd name="connsiteY94" fmla="*/ 1302558 h 1353297"/>
              <a:gd name="connsiteX95" fmla="*/ 4498919 w 10678681"/>
              <a:gd name="connsiteY95" fmla="*/ 1312115 h 1353297"/>
              <a:gd name="connsiteX96" fmla="*/ 4492075 w 10678681"/>
              <a:gd name="connsiteY96" fmla="*/ 1313357 h 1353297"/>
              <a:gd name="connsiteX97" fmla="*/ 4487466 w 10678681"/>
              <a:gd name="connsiteY97" fmla="*/ 1304102 h 1353297"/>
              <a:gd name="connsiteX98" fmla="*/ 4398292 w 10678681"/>
              <a:gd name="connsiteY98" fmla="*/ 1278410 h 1353297"/>
              <a:gd name="connsiteX99" fmla="*/ 4306088 w 10678681"/>
              <a:gd name="connsiteY99" fmla="*/ 1282512 h 1353297"/>
              <a:gd name="connsiteX100" fmla="*/ 4188995 w 10678681"/>
              <a:gd name="connsiteY100" fmla="*/ 1296718 h 1353297"/>
              <a:gd name="connsiteX101" fmla="*/ 4136582 w 10678681"/>
              <a:gd name="connsiteY101" fmla="*/ 1287687 h 1353297"/>
              <a:gd name="connsiteX102" fmla="*/ 4064614 w 10678681"/>
              <a:gd name="connsiteY102" fmla="*/ 1296118 h 1353297"/>
              <a:gd name="connsiteX103" fmla="*/ 3906561 w 10678681"/>
              <a:gd name="connsiteY103" fmla="*/ 1352435 h 1353297"/>
              <a:gd name="connsiteX104" fmla="*/ 3787890 w 10678681"/>
              <a:gd name="connsiteY104" fmla="*/ 1352442 h 1353297"/>
              <a:gd name="connsiteX105" fmla="*/ 3745993 w 10678681"/>
              <a:gd name="connsiteY105" fmla="*/ 1342630 h 1353297"/>
              <a:gd name="connsiteX106" fmla="*/ 3675785 w 10678681"/>
              <a:gd name="connsiteY106" fmla="*/ 1326802 h 1353297"/>
              <a:gd name="connsiteX107" fmla="*/ 3623856 w 10678681"/>
              <a:gd name="connsiteY107" fmla="*/ 1290804 h 1353297"/>
              <a:gd name="connsiteX108" fmla="*/ 3564933 w 10678681"/>
              <a:gd name="connsiteY108" fmla="*/ 1287147 h 1353297"/>
              <a:gd name="connsiteX109" fmla="*/ 3550537 w 10678681"/>
              <a:gd name="connsiteY109" fmla="*/ 1317552 h 1353297"/>
              <a:gd name="connsiteX110" fmla="*/ 3487736 w 10678681"/>
              <a:gd name="connsiteY110" fmla="*/ 1303493 h 1353297"/>
              <a:gd name="connsiteX111" fmla="*/ 3392548 w 10678681"/>
              <a:gd name="connsiteY111" fmla="*/ 1278741 h 1353297"/>
              <a:gd name="connsiteX112" fmla="*/ 3337466 w 10678681"/>
              <a:gd name="connsiteY112" fmla="*/ 1272537 h 1353297"/>
              <a:gd name="connsiteX113" fmla="*/ 3187206 w 10678681"/>
              <a:gd name="connsiteY113" fmla="*/ 1246821 h 1353297"/>
              <a:gd name="connsiteX114" fmla="*/ 3036856 w 10678681"/>
              <a:gd name="connsiteY114" fmla="*/ 1214383 h 1353297"/>
              <a:gd name="connsiteX115" fmla="*/ 2824973 w 10678681"/>
              <a:gd name="connsiteY115" fmla="*/ 1134864 h 1353297"/>
              <a:gd name="connsiteX116" fmla="*/ 2804398 w 10678681"/>
              <a:gd name="connsiteY116" fmla="*/ 1125556 h 1353297"/>
              <a:gd name="connsiteX117" fmla="*/ 2775396 w 10678681"/>
              <a:gd name="connsiteY117" fmla="*/ 1130148 h 1353297"/>
              <a:gd name="connsiteX118" fmla="*/ 2659096 w 10678681"/>
              <a:gd name="connsiteY118" fmla="*/ 1150294 h 1353297"/>
              <a:gd name="connsiteX119" fmla="*/ 2567088 w 10678681"/>
              <a:gd name="connsiteY119" fmla="*/ 1181781 h 1353297"/>
              <a:gd name="connsiteX120" fmla="*/ 2454501 w 10678681"/>
              <a:gd name="connsiteY120" fmla="*/ 1155455 h 1353297"/>
              <a:gd name="connsiteX121" fmla="*/ 2385161 w 10678681"/>
              <a:gd name="connsiteY121" fmla="*/ 1161312 h 1353297"/>
              <a:gd name="connsiteX122" fmla="*/ 2273361 w 10678681"/>
              <a:gd name="connsiteY122" fmla="*/ 1134090 h 1353297"/>
              <a:gd name="connsiteX123" fmla="*/ 2132003 w 10678681"/>
              <a:gd name="connsiteY123" fmla="*/ 1139225 h 1353297"/>
              <a:gd name="connsiteX124" fmla="*/ 2052449 w 10678681"/>
              <a:gd name="connsiteY124" fmla="*/ 1109687 h 1353297"/>
              <a:gd name="connsiteX125" fmla="*/ 2010157 w 10678681"/>
              <a:gd name="connsiteY125" fmla="*/ 1152767 h 1353297"/>
              <a:gd name="connsiteX126" fmla="*/ 1901837 w 10678681"/>
              <a:gd name="connsiteY126" fmla="*/ 1221762 h 1353297"/>
              <a:gd name="connsiteX127" fmla="*/ 1836762 w 10678681"/>
              <a:gd name="connsiteY127" fmla="*/ 1237387 h 1353297"/>
              <a:gd name="connsiteX128" fmla="*/ 1735877 w 10678681"/>
              <a:gd name="connsiteY128" fmla="*/ 1246527 h 1353297"/>
              <a:gd name="connsiteX129" fmla="*/ 1705069 w 10678681"/>
              <a:gd name="connsiteY129" fmla="*/ 1251989 h 1353297"/>
              <a:gd name="connsiteX130" fmla="*/ 1408915 w 10678681"/>
              <a:gd name="connsiteY130" fmla="*/ 1268017 h 1353297"/>
              <a:gd name="connsiteX131" fmla="*/ 1220734 w 10678681"/>
              <a:gd name="connsiteY131" fmla="*/ 1257811 h 1353297"/>
              <a:gd name="connsiteX132" fmla="*/ 1021737 w 10678681"/>
              <a:gd name="connsiteY132" fmla="*/ 1238739 h 1353297"/>
              <a:gd name="connsiteX133" fmla="*/ 959820 w 10678681"/>
              <a:gd name="connsiteY133" fmla="*/ 1275863 h 1353297"/>
              <a:gd name="connsiteX134" fmla="*/ 929137 w 10678681"/>
              <a:gd name="connsiteY134" fmla="*/ 1273957 h 1353297"/>
              <a:gd name="connsiteX135" fmla="*/ 878849 w 10678681"/>
              <a:gd name="connsiteY135" fmla="*/ 1266740 h 1353297"/>
              <a:gd name="connsiteX136" fmla="*/ 800667 w 10678681"/>
              <a:gd name="connsiteY136" fmla="*/ 1282041 h 1353297"/>
              <a:gd name="connsiteX137" fmla="*/ 644906 w 10678681"/>
              <a:gd name="connsiteY137" fmla="*/ 1273685 h 1353297"/>
              <a:gd name="connsiteX138" fmla="*/ 379869 w 10678681"/>
              <a:gd name="connsiteY138" fmla="*/ 1339165 h 1353297"/>
              <a:gd name="connsiteX139" fmla="*/ 137696 w 10678681"/>
              <a:gd name="connsiteY139" fmla="*/ 1319217 h 1353297"/>
              <a:gd name="connsiteX140" fmla="*/ 54250 w 10678681"/>
              <a:gd name="connsiteY140" fmla="*/ 1315838 h 1353297"/>
              <a:gd name="connsiteX141" fmla="*/ 28042 w 10678681"/>
              <a:gd name="connsiteY141" fmla="*/ 1297822 h 1353297"/>
              <a:gd name="connsiteX142" fmla="*/ 0 w 10678681"/>
              <a:gd name="connsiteY142" fmla="*/ 1294612 h 1353297"/>
              <a:gd name="connsiteX143" fmla="*/ 0 w 10678681"/>
              <a:gd name="connsiteY143" fmla="*/ 0 h 1353297"/>
              <a:gd name="connsiteX0" fmla="*/ 0 w 10678681"/>
              <a:gd name="connsiteY0" fmla="*/ 0 h 1353297"/>
              <a:gd name="connsiteX1" fmla="*/ 10678681 w 10678681"/>
              <a:gd name="connsiteY1" fmla="*/ 0 h 1353297"/>
              <a:gd name="connsiteX2" fmla="*/ 10666019 w 10678681"/>
              <a:gd name="connsiteY2" fmla="*/ 7876 h 1353297"/>
              <a:gd name="connsiteX3" fmla="*/ 10632825 w 10678681"/>
              <a:gd name="connsiteY3" fmla="*/ 32153 h 1353297"/>
              <a:gd name="connsiteX4" fmla="*/ 10510605 w 10678681"/>
              <a:gd name="connsiteY4" fmla="*/ 30449 h 1353297"/>
              <a:gd name="connsiteX5" fmla="*/ 10456989 w 10678681"/>
              <a:gd name="connsiteY5" fmla="*/ 979 h 1353297"/>
              <a:gd name="connsiteX6" fmla="*/ 10438642 w 10678681"/>
              <a:gd name="connsiteY6" fmla="*/ 1524 h 1353297"/>
              <a:gd name="connsiteX7" fmla="*/ 10407146 w 10678681"/>
              <a:gd name="connsiteY7" fmla="*/ 43659 h 1353297"/>
              <a:gd name="connsiteX8" fmla="*/ 10357996 w 10678681"/>
              <a:gd name="connsiteY8" fmla="*/ 50836 h 1353297"/>
              <a:gd name="connsiteX9" fmla="*/ 10306667 w 10678681"/>
              <a:gd name="connsiteY9" fmla="*/ 109739 h 1353297"/>
              <a:gd name="connsiteX10" fmla="*/ 10115334 w 10678681"/>
              <a:gd name="connsiteY10" fmla="*/ 155658 h 1353297"/>
              <a:gd name="connsiteX11" fmla="*/ 10068157 w 10678681"/>
              <a:gd name="connsiteY11" fmla="*/ 215673 h 1353297"/>
              <a:gd name="connsiteX12" fmla="*/ 10045431 w 10678681"/>
              <a:gd name="connsiteY12" fmla="*/ 229568 h 1353297"/>
              <a:gd name="connsiteX13" fmla="*/ 10013265 w 10678681"/>
              <a:gd name="connsiteY13" fmla="*/ 284757 h 1353297"/>
              <a:gd name="connsiteX14" fmla="*/ 9862496 w 10678681"/>
              <a:gd name="connsiteY14" fmla="*/ 223033 h 1353297"/>
              <a:gd name="connsiteX15" fmla="*/ 9679638 w 10678681"/>
              <a:gd name="connsiteY15" fmla="*/ 277462 h 1353297"/>
              <a:gd name="connsiteX16" fmla="*/ 9498347 w 10678681"/>
              <a:gd name="connsiteY16" fmla="*/ 244723 h 1353297"/>
              <a:gd name="connsiteX17" fmla="*/ 9399702 w 10678681"/>
              <a:gd name="connsiteY17" fmla="*/ 276316 h 1353297"/>
              <a:gd name="connsiteX18" fmla="*/ 9378439 w 10678681"/>
              <a:gd name="connsiteY18" fmla="*/ 326244 h 1353297"/>
              <a:gd name="connsiteX19" fmla="*/ 9121744 w 10678681"/>
              <a:gd name="connsiteY19" fmla="*/ 365177 h 1353297"/>
              <a:gd name="connsiteX20" fmla="*/ 9061654 w 10678681"/>
              <a:gd name="connsiteY20" fmla="*/ 393730 h 1353297"/>
              <a:gd name="connsiteX21" fmla="*/ 8997577 w 10678681"/>
              <a:gd name="connsiteY21" fmla="*/ 380865 h 1353297"/>
              <a:gd name="connsiteX22" fmla="*/ 8907968 w 10678681"/>
              <a:gd name="connsiteY22" fmla="*/ 447345 h 1353297"/>
              <a:gd name="connsiteX23" fmla="*/ 8764163 w 10678681"/>
              <a:gd name="connsiteY23" fmla="*/ 471000 h 1353297"/>
              <a:gd name="connsiteX24" fmla="*/ 8680155 w 10678681"/>
              <a:gd name="connsiteY24" fmla="*/ 492404 h 1353297"/>
              <a:gd name="connsiteX25" fmla="*/ 8651436 w 10678681"/>
              <a:gd name="connsiteY25" fmla="*/ 511923 h 1353297"/>
              <a:gd name="connsiteX26" fmla="*/ 8609185 w 10678681"/>
              <a:gd name="connsiteY26" fmla="*/ 531525 h 1353297"/>
              <a:gd name="connsiteX27" fmla="*/ 8537091 w 10678681"/>
              <a:gd name="connsiteY27" fmla="*/ 574933 h 1353297"/>
              <a:gd name="connsiteX28" fmla="*/ 8435931 w 10678681"/>
              <a:gd name="connsiteY28" fmla="*/ 617926 h 1353297"/>
              <a:gd name="connsiteX29" fmla="*/ 8348623 w 10678681"/>
              <a:gd name="connsiteY29" fmla="*/ 600607 h 1353297"/>
              <a:gd name="connsiteX30" fmla="*/ 8344233 w 10678681"/>
              <a:gd name="connsiteY30" fmla="*/ 610922 h 1353297"/>
              <a:gd name="connsiteX31" fmla="*/ 8290622 w 10678681"/>
              <a:gd name="connsiteY31" fmla="*/ 622687 h 1353297"/>
              <a:gd name="connsiteX32" fmla="*/ 8086698 w 10678681"/>
              <a:gd name="connsiteY32" fmla="*/ 605185 h 1353297"/>
              <a:gd name="connsiteX33" fmla="*/ 7982378 w 10678681"/>
              <a:gd name="connsiteY33" fmla="*/ 629799 h 1353297"/>
              <a:gd name="connsiteX34" fmla="*/ 7947952 w 10678681"/>
              <a:gd name="connsiteY34" fmla="*/ 648003 h 1353297"/>
              <a:gd name="connsiteX35" fmla="*/ 7890112 w 10678681"/>
              <a:gd name="connsiteY35" fmla="*/ 677915 h 1353297"/>
              <a:gd name="connsiteX36" fmla="*/ 7853284 w 10678681"/>
              <a:gd name="connsiteY36" fmla="*/ 723588 h 1353297"/>
              <a:gd name="connsiteX37" fmla="*/ 7802383 w 10678681"/>
              <a:gd name="connsiteY37" fmla="*/ 739359 h 1353297"/>
              <a:gd name="connsiteX38" fmla="*/ 7730518 w 10678681"/>
              <a:gd name="connsiteY38" fmla="*/ 739526 h 1353297"/>
              <a:gd name="connsiteX39" fmla="*/ 7652907 w 10678681"/>
              <a:gd name="connsiteY39" fmla="*/ 783273 h 1353297"/>
              <a:gd name="connsiteX40" fmla="*/ 7606008 w 10678681"/>
              <a:gd name="connsiteY40" fmla="*/ 800717 h 1353297"/>
              <a:gd name="connsiteX41" fmla="*/ 7480223 w 10678681"/>
              <a:gd name="connsiteY41" fmla="*/ 856821 h 1353297"/>
              <a:gd name="connsiteX42" fmla="*/ 7356005 w 10678681"/>
              <a:gd name="connsiteY42" fmla="*/ 919462 h 1353297"/>
              <a:gd name="connsiteX43" fmla="*/ 7305396 w 10678681"/>
              <a:gd name="connsiteY43" fmla="*/ 986228 h 1353297"/>
              <a:gd name="connsiteX44" fmla="*/ 7266251 w 10678681"/>
              <a:gd name="connsiteY44" fmla="*/ 967864 h 1353297"/>
              <a:gd name="connsiteX45" fmla="*/ 7269396 w 10678681"/>
              <a:gd name="connsiteY45" fmla="*/ 989282 h 1353297"/>
              <a:gd name="connsiteX46" fmla="*/ 7258094 w 10678681"/>
              <a:gd name="connsiteY46" fmla="*/ 990679 h 1353297"/>
              <a:gd name="connsiteX47" fmla="*/ 7257893 w 10678681"/>
              <a:gd name="connsiteY47" fmla="*/ 991204 h 1353297"/>
              <a:gd name="connsiteX48" fmla="*/ 7247153 w 10678681"/>
              <a:gd name="connsiteY48" fmla="*/ 991550 h 1353297"/>
              <a:gd name="connsiteX49" fmla="*/ 7193612 w 10678681"/>
              <a:gd name="connsiteY49" fmla="*/ 987042 h 1353297"/>
              <a:gd name="connsiteX50" fmla="*/ 7132632 w 10678681"/>
              <a:gd name="connsiteY50" fmla="*/ 1042036 h 1353297"/>
              <a:gd name="connsiteX51" fmla="*/ 7105610 w 10678681"/>
              <a:gd name="connsiteY51" fmla="*/ 1053537 h 1353297"/>
              <a:gd name="connsiteX52" fmla="*/ 7069148 w 10678681"/>
              <a:gd name="connsiteY52" fmla="*/ 1047163 h 1353297"/>
              <a:gd name="connsiteX53" fmla="*/ 7039634 w 10678681"/>
              <a:gd name="connsiteY53" fmla="*/ 1059971 h 1353297"/>
              <a:gd name="connsiteX54" fmla="*/ 7033445 w 10678681"/>
              <a:gd name="connsiteY54" fmla="*/ 1063314 h 1353297"/>
              <a:gd name="connsiteX55" fmla="*/ 6999157 w 10678681"/>
              <a:gd name="connsiteY55" fmla="*/ 1055282 h 1353297"/>
              <a:gd name="connsiteX56" fmla="*/ 6981874 w 10678681"/>
              <a:gd name="connsiteY56" fmla="*/ 1053827 h 1353297"/>
              <a:gd name="connsiteX57" fmla="*/ 6976102 w 10678681"/>
              <a:gd name="connsiteY57" fmla="*/ 1047854 h 1353297"/>
              <a:gd name="connsiteX58" fmla="*/ 6951040 w 10678681"/>
              <a:gd name="connsiteY58" fmla="*/ 1048531 h 1353297"/>
              <a:gd name="connsiteX59" fmla="*/ 6948497 w 10678681"/>
              <a:gd name="connsiteY59" fmla="*/ 1050706 h 1353297"/>
              <a:gd name="connsiteX60" fmla="*/ 6926582 w 10678681"/>
              <a:gd name="connsiteY60" fmla="*/ 1043462 h 1353297"/>
              <a:gd name="connsiteX61" fmla="*/ 6833743 w 10678681"/>
              <a:gd name="connsiteY61" fmla="*/ 1027960 h 1353297"/>
              <a:gd name="connsiteX62" fmla="*/ 6687090 w 10678681"/>
              <a:gd name="connsiteY62" fmla="*/ 1063250 h 1353297"/>
              <a:gd name="connsiteX63" fmla="*/ 6437450 w 10678681"/>
              <a:gd name="connsiteY63" fmla="*/ 1101075 h 1353297"/>
              <a:gd name="connsiteX64" fmla="*/ 6327795 w 10678681"/>
              <a:gd name="connsiteY64" fmla="*/ 1088142 h 1353297"/>
              <a:gd name="connsiteX65" fmla="*/ 6136549 w 10678681"/>
              <a:gd name="connsiteY65" fmla="*/ 1100268 h 1353297"/>
              <a:gd name="connsiteX66" fmla="*/ 6004655 w 10678681"/>
              <a:gd name="connsiteY66" fmla="*/ 1114946 h 1353297"/>
              <a:gd name="connsiteX67" fmla="*/ 5936643 w 10678681"/>
              <a:gd name="connsiteY67" fmla="*/ 1095428 h 1353297"/>
              <a:gd name="connsiteX68" fmla="*/ 5912484 w 10678681"/>
              <a:gd name="connsiteY68" fmla="*/ 1112624 h 1353297"/>
              <a:gd name="connsiteX69" fmla="*/ 5908387 w 10678681"/>
              <a:gd name="connsiteY69" fmla="*/ 1116018 h 1353297"/>
              <a:gd name="connsiteX70" fmla="*/ 5890495 w 10678681"/>
              <a:gd name="connsiteY70" fmla="*/ 1120268 h 1353297"/>
              <a:gd name="connsiteX71" fmla="*/ 5887318 w 10678681"/>
              <a:gd name="connsiteY71" fmla="*/ 1133134 h 1353297"/>
              <a:gd name="connsiteX72" fmla="*/ 5861726 w 10678681"/>
              <a:gd name="connsiteY72" fmla="*/ 1147891 h 1353297"/>
              <a:gd name="connsiteX73" fmla="*/ 5805823 w 10678681"/>
              <a:gd name="connsiteY73" fmla="*/ 1152457 h 1353297"/>
              <a:gd name="connsiteX74" fmla="*/ 5689841 w 10678681"/>
              <a:gd name="connsiteY74" fmla="*/ 1176232 h 1353297"/>
              <a:gd name="connsiteX75" fmla="*/ 5605119 w 10678681"/>
              <a:gd name="connsiteY75" fmla="*/ 1190202 h 1353297"/>
              <a:gd name="connsiteX76" fmla="*/ 5488513 w 10678681"/>
              <a:gd name="connsiteY76" fmla="*/ 1205367 h 1353297"/>
              <a:gd name="connsiteX77" fmla="*/ 5402905 w 10678681"/>
              <a:gd name="connsiteY77" fmla="*/ 1241191 h 1353297"/>
              <a:gd name="connsiteX78" fmla="*/ 5285593 w 10678681"/>
              <a:gd name="connsiteY78" fmla="*/ 1273569 h 1353297"/>
              <a:gd name="connsiteX79" fmla="*/ 5192893 w 10678681"/>
              <a:gd name="connsiteY79" fmla="*/ 1247188 h 1353297"/>
              <a:gd name="connsiteX80" fmla="*/ 5186475 w 10678681"/>
              <a:gd name="connsiteY80" fmla="*/ 1257028 h 1353297"/>
              <a:gd name="connsiteX81" fmla="*/ 5126038 w 10678681"/>
              <a:gd name="connsiteY81" fmla="*/ 1263189 h 1353297"/>
              <a:gd name="connsiteX82" fmla="*/ 4894688 w 10678681"/>
              <a:gd name="connsiteY82" fmla="*/ 1247184 h 1353297"/>
              <a:gd name="connsiteX83" fmla="*/ 4788036 w 10678681"/>
              <a:gd name="connsiteY83" fmla="*/ 1238182 h 1353297"/>
              <a:gd name="connsiteX84" fmla="*/ 4747555 w 10678681"/>
              <a:gd name="connsiteY84" fmla="*/ 1252768 h 1353297"/>
              <a:gd name="connsiteX85" fmla="*/ 4679644 w 10678681"/>
              <a:gd name="connsiteY85" fmla="*/ 1276603 h 1353297"/>
              <a:gd name="connsiteX86" fmla="*/ 4632222 w 10678681"/>
              <a:gd name="connsiteY86" fmla="*/ 1318360 h 1353297"/>
              <a:gd name="connsiteX87" fmla="*/ 4617358 w 10678681"/>
              <a:gd name="connsiteY87" fmla="*/ 1327690 h 1353297"/>
              <a:gd name="connsiteX88" fmla="*/ 4589102 w 10678681"/>
              <a:gd name="connsiteY88" fmla="*/ 1321223 h 1353297"/>
              <a:gd name="connsiteX89" fmla="*/ 4578184 w 10678681"/>
              <a:gd name="connsiteY89" fmla="*/ 1326745 h 1353297"/>
              <a:gd name="connsiteX90" fmla="*/ 4574270 w 10678681"/>
              <a:gd name="connsiteY90" fmla="*/ 1325878 h 1353297"/>
              <a:gd name="connsiteX91" fmla="*/ 4564919 w 10678681"/>
              <a:gd name="connsiteY91" fmla="*/ 1325507 h 1353297"/>
              <a:gd name="connsiteX92" fmla="*/ 4566586 w 10678681"/>
              <a:gd name="connsiteY92" fmla="*/ 1316963 h 1353297"/>
              <a:gd name="connsiteX93" fmla="*/ 4556303 w 10678681"/>
              <a:gd name="connsiteY93" fmla="*/ 1300262 h 1353297"/>
              <a:gd name="connsiteX94" fmla="*/ 4502358 w 10678681"/>
              <a:gd name="connsiteY94" fmla="*/ 1302558 h 1353297"/>
              <a:gd name="connsiteX95" fmla="*/ 4498919 w 10678681"/>
              <a:gd name="connsiteY95" fmla="*/ 1312115 h 1353297"/>
              <a:gd name="connsiteX96" fmla="*/ 4492075 w 10678681"/>
              <a:gd name="connsiteY96" fmla="*/ 1313357 h 1353297"/>
              <a:gd name="connsiteX97" fmla="*/ 4487466 w 10678681"/>
              <a:gd name="connsiteY97" fmla="*/ 1304102 h 1353297"/>
              <a:gd name="connsiteX98" fmla="*/ 4398292 w 10678681"/>
              <a:gd name="connsiteY98" fmla="*/ 1278410 h 1353297"/>
              <a:gd name="connsiteX99" fmla="*/ 4306088 w 10678681"/>
              <a:gd name="connsiteY99" fmla="*/ 1282512 h 1353297"/>
              <a:gd name="connsiteX100" fmla="*/ 4188995 w 10678681"/>
              <a:gd name="connsiteY100" fmla="*/ 1296718 h 1353297"/>
              <a:gd name="connsiteX101" fmla="*/ 4136582 w 10678681"/>
              <a:gd name="connsiteY101" fmla="*/ 1287687 h 1353297"/>
              <a:gd name="connsiteX102" fmla="*/ 4064614 w 10678681"/>
              <a:gd name="connsiteY102" fmla="*/ 1296118 h 1353297"/>
              <a:gd name="connsiteX103" fmla="*/ 3906561 w 10678681"/>
              <a:gd name="connsiteY103" fmla="*/ 1352435 h 1353297"/>
              <a:gd name="connsiteX104" fmla="*/ 3787890 w 10678681"/>
              <a:gd name="connsiteY104" fmla="*/ 1352442 h 1353297"/>
              <a:gd name="connsiteX105" fmla="*/ 3745993 w 10678681"/>
              <a:gd name="connsiteY105" fmla="*/ 1342630 h 1353297"/>
              <a:gd name="connsiteX106" fmla="*/ 3675785 w 10678681"/>
              <a:gd name="connsiteY106" fmla="*/ 1326802 h 1353297"/>
              <a:gd name="connsiteX107" fmla="*/ 3623856 w 10678681"/>
              <a:gd name="connsiteY107" fmla="*/ 1290804 h 1353297"/>
              <a:gd name="connsiteX108" fmla="*/ 3564933 w 10678681"/>
              <a:gd name="connsiteY108" fmla="*/ 1287147 h 1353297"/>
              <a:gd name="connsiteX109" fmla="*/ 3550537 w 10678681"/>
              <a:gd name="connsiteY109" fmla="*/ 1317552 h 1353297"/>
              <a:gd name="connsiteX110" fmla="*/ 3487736 w 10678681"/>
              <a:gd name="connsiteY110" fmla="*/ 1303493 h 1353297"/>
              <a:gd name="connsiteX111" fmla="*/ 3392548 w 10678681"/>
              <a:gd name="connsiteY111" fmla="*/ 1278741 h 1353297"/>
              <a:gd name="connsiteX112" fmla="*/ 3337466 w 10678681"/>
              <a:gd name="connsiteY112" fmla="*/ 1272537 h 1353297"/>
              <a:gd name="connsiteX113" fmla="*/ 3187206 w 10678681"/>
              <a:gd name="connsiteY113" fmla="*/ 1246821 h 1353297"/>
              <a:gd name="connsiteX114" fmla="*/ 3036856 w 10678681"/>
              <a:gd name="connsiteY114" fmla="*/ 1214383 h 1353297"/>
              <a:gd name="connsiteX115" fmla="*/ 2824973 w 10678681"/>
              <a:gd name="connsiteY115" fmla="*/ 1134864 h 1353297"/>
              <a:gd name="connsiteX116" fmla="*/ 2804398 w 10678681"/>
              <a:gd name="connsiteY116" fmla="*/ 1125556 h 1353297"/>
              <a:gd name="connsiteX117" fmla="*/ 2775396 w 10678681"/>
              <a:gd name="connsiteY117" fmla="*/ 1130148 h 1353297"/>
              <a:gd name="connsiteX118" fmla="*/ 2659096 w 10678681"/>
              <a:gd name="connsiteY118" fmla="*/ 1150294 h 1353297"/>
              <a:gd name="connsiteX119" fmla="*/ 2567088 w 10678681"/>
              <a:gd name="connsiteY119" fmla="*/ 1181781 h 1353297"/>
              <a:gd name="connsiteX120" fmla="*/ 2454501 w 10678681"/>
              <a:gd name="connsiteY120" fmla="*/ 1155455 h 1353297"/>
              <a:gd name="connsiteX121" fmla="*/ 2385161 w 10678681"/>
              <a:gd name="connsiteY121" fmla="*/ 1161312 h 1353297"/>
              <a:gd name="connsiteX122" fmla="*/ 2273361 w 10678681"/>
              <a:gd name="connsiteY122" fmla="*/ 1134090 h 1353297"/>
              <a:gd name="connsiteX123" fmla="*/ 2132003 w 10678681"/>
              <a:gd name="connsiteY123" fmla="*/ 1139225 h 1353297"/>
              <a:gd name="connsiteX124" fmla="*/ 2052449 w 10678681"/>
              <a:gd name="connsiteY124" fmla="*/ 1109687 h 1353297"/>
              <a:gd name="connsiteX125" fmla="*/ 2010157 w 10678681"/>
              <a:gd name="connsiteY125" fmla="*/ 1152767 h 1353297"/>
              <a:gd name="connsiteX126" fmla="*/ 1901837 w 10678681"/>
              <a:gd name="connsiteY126" fmla="*/ 1221762 h 1353297"/>
              <a:gd name="connsiteX127" fmla="*/ 1836762 w 10678681"/>
              <a:gd name="connsiteY127" fmla="*/ 1237387 h 1353297"/>
              <a:gd name="connsiteX128" fmla="*/ 1735877 w 10678681"/>
              <a:gd name="connsiteY128" fmla="*/ 1246527 h 1353297"/>
              <a:gd name="connsiteX129" fmla="*/ 1705069 w 10678681"/>
              <a:gd name="connsiteY129" fmla="*/ 1251989 h 1353297"/>
              <a:gd name="connsiteX130" fmla="*/ 1408915 w 10678681"/>
              <a:gd name="connsiteY130" fmla="*/ 1268017 h 1353297"/>
              <a:gd name="connsiteX131" fmla="*/ 1220734 w 10678681"/>
              <a:gd name="connsiteY131" fmla="*/ 1257811 h 1353297"/>
              <a:gd name="connsiteX132" fmla="*/ 1021737 w 10678681"/>
              <a:gd name="connsiteY132" fmla="*/ 1238739 h 1353297"/>
              <a:gd name="connsiteX133" fmla="*/ 959820 w 10678681"/>
              <a:gd name="connsiteY133" fmla="*/ 1275863 h 1353297"/>
              <a:gd name="connsiteX134" fmla="*/ 929137 w 10678681"/>
              <a:gd name="connsiteY134" fmla="*/ 1273957 h 1353297"/>
              <a:gd name="connsiteX135" fmla="*/ 878849 w 10678681"/>
              <a:gd name="connsiteY135" fmla="*/ 1266740 h 1353297"/>
              <a:gd name="connsiteX136" fmla="*/ 800667 w 10678681"/>
              <a:gd name="connsiteY136" fmla="*/ 1282041 h 1353297"/>
              <a:gd name="connsiteX137" fmla="*/ 644906 w 10678681"/>
              <a:gd name="connsiteY137" fmla="*/ 1273685 h 1353297"/>
              <a:gd name="connsiteX138" fmla="*/ 379869 w 10678681"/>
              <a:gd name="connsiteY138" fmla="*/ 1339165 h 1353297"/>
              <a:gd name="connsiteX139" fmla="*/ 137696 w 10678681"/>
              <a:gd name="connsiteY139" fmla="*/ 1319217 h 1353297"/>
              <a:gd name="connsiteX140" fmla="*/ 54250 w 10678681"/>
              <a:gd name="connsiteY140" fmla="*/ 1315838 h 1353297"/>
              <a:gd name="connsiteX141" fmla="*/ 28042 w 10678681"/>
              <a:gd name="connsiteY141" fmla="*/ 1297822 h 1353297"/>
              <a:gd name="connsiteX142" fmla="*/ 0 w 10678681"/>
              <a:gd name="connsiteY142" fmla="*/ 1294612 h 1353297"/>
              <a:gd name="connsiteX143" fmla="*/ 0 w 10678681"/>
              <a:gd name="connsiteY143" fmla="*/ 0 h 1353297"/>
              <a:gd name="connsiteX0" fmla="*/ 0 w 10678681"/>
              <a:gd name="connsiteY0" fmla="*/ 0 h 1353297"/>
              <a:gd name="connsiteX1" fmla="*/ 10678681 w 10678681"/>
              <a:gd name="connsiteY1" fmla="*/ 0 h 1353297"/>
              <a:gd name="connsiteX2" fmla="*/ 10666019 w 10678681"/>
              <a:gd name="connsiteY2" fmla="*/ 7876 h 1353297"/>
              <a:gd name="connsiteX3" fmla="*/ 10632825 w 10678681"/>
              <a:gd name="connsiteY3" fmla="*/ 32153 h 1353297"/>
              <a:gd name="connsiteX4" fmla="*/ 10510605 w 10678681"/>
              <a:gd name="connsiteY4" fmla="*/ 30449 h 1353297"/>
              <a:gd name="connsiteX5" fmla="*/ 10456989 w 10678681"/>
              <a:gd name="connsiteY5" fmla="*/ 979 h 1353297"/>
              <a:gd name="connsiteX6" fmla="*/ 10438642 w 10678681"/>
              <a:gd name="connsiteY6" fmla="*/ 1524 h 1353297"/>
              <a:gd name="connsiteX7" fmla="*/ 10407146 w 10678681"/>
              <a:gd name="connsiteY7" fmla="*/ 43659 h 1353297"/>
              <a:gd name="connsiteX8" fmla="*/ 10357996 w 10678681"/>
              <a:gd name="connsiteY8" fmla="*/ 50836 h 1353297"/>
              <a:gd name="connsiteX9" fmla="*/ 10306667 w 10678681"/>
              <a:gd name="connsiteY9" fmla="*/ 109739 h 1353297"/>
              <a:gd name="connsiteX10" fmla="*/ 10115334 w 10678681"/>
              <a:gd name="connsiteY10" fmla="*/ 155658 h 1353297"/>
              <a:gd name="connsiteX11" fmla="*/ 10068157 w 10678681"/>
              <a:gd name="connsiteY11" fmla="*/ 215673 h 1353297"/>
              <a:gd name="connsiteX12" fmla="*/ 10045431 w 10678681"/>
              <a:gd name="connsiteY12" fmla="*/ 229568 h 1353297"/>
              <a:gd name="connsiteX13" fmla="*/ 10013265 w 10678681"/>
              <a:gd name="connsiteY13" fmla="*/ 284757 h 1353297"/>
              <a:gd name="connsiteX14" fmla="*/ 9862496 w 10678681"/>
              <a:gd name="connsiteY14" fmla="*/ 223033 h 1353297"/>
              <a:gd name="connsiteX15" fmla="*/ 9679638 w 10678681"/>
              <a:gd name="connsiteY15" fmla="*/ 277462 h 1353297"/>
              <a:gd name="connsiteX16" fmla="*/ 9498347 w 10678681"/>
              <a:gd name="connsiteY16" fmla="*/ 244723 h 1353297"/>
              <a:gd name="connsiteX17" fmla="*/ 9399702 w 10678681"/>
              <a:gd name="connsiteY17" fmla="*/ 276316 h 1353297"/>
              <a:gd name="connsiteX18" fmla="*/ 9378439 w 10678681"/>
              <a:gd name="connsiteY18" fmla="*/ 326244 h 1353297"/>
              <a:gd name="connsiteX19" fmla="*/ 9121744 w 10678681"/>
              <a:gd name="connsiteY19" fmla="*/ 365177 h 1353297"/>
              <a:gd name="connsiteX20" fmla="*/ 9061654 w 10678681"/>
              <a:gd name="connsiteY20" fmla="*/ 393730 h 1353297"/>
              <a:gd name="connsiteX21" fmla="*/ 8997577 w 10678681"/>
              <a:gd name="connsiteY21" fmla="*/ 380865 h 1353297"/>
              <a:gd name="connsiteX22" fmla="*/ 8907968 w 10678681"/>
              <a:gd name="connsiteY22" fmla="*/ 447345 h 1353297"/>
              <a:gd name="connsiteX23" fmla="*/ 8764163 w 10678681"/>
              <a:gd name="connsiteY23" fmla="*/ 471000 h 1353297"/>
              <a:gd name="connsiteX24" fmla="*/ 8680155 w 10678681"/>
              <a:gd name="connsiteY24" fmla="*/ 492404 h 1353297"/>
              <a:gd name="connsiteX25" fmla="*/ 8651436 w 10678681"/>
              <a:gd name="connsiteY25" fmla="*/ 511923 h 1353297"/>
              <a:gd name="connsiteX26" fmla="*/ 8609185 w 10678681"/>
              <a:gd name="connsiteY26" fmla="*/ 531525 h 1353297"/>
              <a:gd name="connsiteX27" fmla="*/ 8537091 w 10678681"/>
              <a:gd name="connsiteY27" fmla="*/ 574933 h 1353297"/>
              <a:gd name="connsiteX28" fmla="*/ 8435931 w 10678681"/>
              <a:gd name="connsiteY28" fmla="*/ 617926 h 1353297"/>
              <a:gd name="connsiteX29" fmla="*/ 8348623 w 10678681"/>
              <a:gd name="connsiteY29" fmla="*/ 600607 h 1353297"/>
              <a:gd name="connsiteX30" fmla="*/ 8344233 w 10678681"/>
              <a:gd name="connsiteY30" fmla="*/ 610922 h 1353297"/>
              <a:gd name="connsiteX31" fmla="*/ 8290622 w 10678681"/>
              <a:gd name="connsiteY31" fmla="*/ 622687 h 1353297"/>
              <a:gd name="connsiteX32" fmla="*/ 8086698 w 10678681"/>
              <a:gd name="connsiteY32" fmla="*/ 605185 h 1353297"/>
              <a:gd name="connsiteX33" fmla="*/ 7982378 w 10678681"/>
              <a:gd name="connsiteY33" fmla="*/ 629799 h 1353297"/>
              <a:gd name="connsiteX34" fmla="*/ 7947952 w 10678681"/>
              <a:gd name="connsiteY34" fmla="*/ 648003 h 1353297"/>
              <a:gd name="connsiteX35" fmla="*/ 7890112 w 10678681"/>
              <a:gd name="connsiteY35" fmla="*/ 677915 h 1353297"/>
              <a:gd name="connsiteX36" fmla="*/ 7853284 w 10678681"/>
              <a:gd name="connsiteY36" fmla="*/ 723588 h 1353297"/>
              <a:gd name="connsiteX37" fmla="*/ 7802383 w 10678681"/>
              <a:gd name="connsiteY37" fmla="*/ 739359 h 1353297"/>
              <a:gd name="connsiteX38" fmla="*/ 7730518 w 10678681"/>
              <a:gd name="connsiteY38" fmla="*/ 739526 h 1353297"/>
              <a:gd name="connsiteX39" fmla="*/ 7652907 w 10678681"/>
              <a:gd name="connsiteY39" fmla="*/ 783273 h 1353297"/>
              <a:gd name="connsiteX40" fmla="*/ 7606008 w 10678681"/>
              <a:gd name="connsiteY40" fmla="*/ 800717 h 1353297"/>
              <a:gd name="connsiteX41" fmla="*/ 7480223 w 10678681"/>
              <a:gd name="connsiteY41" fmla="*/ 856821 h 1353297"/>
              <a:gd name="connsiteX42" fmla="*/ 7356005 w 10678681"/>
              <a:gd name="connsiteY42" fmla="*/ 919462 h 1353297"/>
              <a:gd name="connsiteX43" fmla="*/ 7305396 w 10678681"/>
              <a:gd name="connsiteY43" fmla="*/ 986228 h 1353297"/>
              <a:gd name="connsiteX44" fmla="*/ 7266251 w 10678681"/>
              <a:gd name="connsiteY44" fmla="*/ 967864 h 1353297"/>
              <a:gd name="connsiteX45" fmla="*/ 7269396 w 10678681"/>
              <a:gd name="connsiteY45" fmla="*/ 989282 h 1353297"/>
              <a:gd name="connsiteX46" fmla="*/ 7258094 w 10678681"/>
              <a:gd name="connsiteY46" fmla="*/ 990679 h 1353297"/>
              <a:gd name="connsiteX47" fmla="*/ 7257893 w 10678681"/>
              <a:gd name="connsiteY47" fmla="*/ 991204 h 1353297"/>
              <a:gd name="connsiteX48" fmla="*/ 7247153 w 10678681"/>
              <a:gd name="connsiteY48" fmla="*/ 991550 h 1353297"/>
              <a:gd name="connsiteX49" fmla="*/ 7193612 w 10678681"/>
              <a:gd name="connsiteY49" fmla="*/ 987042 h 1353297"/>
              <a:gd name="connsiteX50" fmla="*/ 7132632 w 10678681"/>
              <a:gd name="connsiteY50" fmla="*/ 1042036 h 1353297"/>
              <a:gd name="connsiteX51" fmla="*/ 7105610 w 10678681"/>
              <a:gd name="connsiteY51" fmla="*/ 1053537 h 1353297"/>
              <a:gd name="connsiteX52" fmla="*/ 7069148 w 10678681"/>
              <a:gd name="connsiteY52" fmla="*/ 1047163 h 1353297"/>
              <a:gd name="connsiteX53" fmla="*/ 7039634 w 10678681"/>
              <a:gd name="connsiteY53" fmla="*/ 1059971 h 1353297"/>
              <a:gd name="connsiteX54" fmla="*/ 7033445 w 10678681"/>
              <a:gd name="connsiteY54" fmla="*/ 1063314 h 1353297"/>
              <a:gd name="connsiteX55" fmla="*/ 6999157 w 10678681"/>
              <a:gd name="connsiteY55" fmla="*/ 1055282 h 1353297"/>
              <a:gd name="connsiteX56" fmla="*/ 6981874 w 10678681"/>
              <a:gd name="connsiteY56" fmla="*/ 1053827 h 1353297"/>
              <a:gd name="connsiteX57" fmla="*/ 6976102 w 10678681"/>
              <a:gd name="connsiteY57" fmla="*/ 1047854 h 1353297"/>
              <a:gd name="connsiteX58" fmla="*/ 6951040 w 10678681"/>
              <a:gd name="connsiteY58" fmla="*/ 1048531 h 1353297"/>
              <a:gd name="connsiteX59" fmla="*/ 6948497 w 10678681"/>
              <a:gd name="connsiteY59" fmla="*/ 1050706 h 1353297"/>
              <a:gd name="connsiteX60" fmla="*/ 6926582 w 10678681"/>
              <a:gd name="connsiteY60" fmla="*/ 1043462 h 1353297"/>
              <a:gd name="connsiteX61" fmla="*/ 6833743 w 10678681"/>
              <a:gd name="connsiteY61" fmla="*/ 1027960 h 1353297"/>
              <a:gd name="connsiteX62" fmla="*/ 6687090 w 10678681"/>
              <a:gd name="connsiteY62" fmla="*/ 1063250 h 1353297"/>
              <a:gd name="connsiteX63" fmla="*/ 6437450 w 10678681"/>
              <a:gd name="connsiteY63" fmla="*/ 1101075 h 1353297"/>
              <a:gd name="connsiteX64" fmla="*/ 6327795 w 10678681"/>
              <a:gd name="connsiteY64" fmla="*/ 1088142 h 1353297"/>
              <a:gd name="connsiteX65" fmla="*/ 6136549 w 10678681"/>
              <a:gd name="connsiteY65" fmla="*/ 1100268 h 1353297"/>
              <a:gd name="connsiteX66" fmla="*/ 6004655 w 10678681"/>
              <a:gd name="connsiteY66" fmla="*/ 1114946 h 1353297"/>
              <a:gd name="connsiteX67" fmla="*/ 5936643 w 10678681"/>
              <a:gd name="connsiteY67" fmla="*/ 1095428 h 1353297"/>
              <a:gd name="connsiteX68" fmla="*/ 5912484 w 10678681"/>
              <a:gd name="connsiteY68" fmla="*/ 1112624 h 1353297"/>
              <a:gd name="connsiteX69" fmla="*/ 5908387 w 10678681"/>
              <a:gd name="connsiteY69" fmla="*/ 1116018 h 1353297"/>
              <a:gd name="connsiteX70" fmla="*/ 5890495 w 10678681"/>
              <a:gd name="connsiteY70" fmla="*/ 1120268 h 1353297"/>
              <a:gd name="connsiteX71" fmla="*/ 5887318 w 10678681"/>
              <a:gd name="connsiteY71" fmla="*/ 1133134 h 1353297"/>
              <a:gd name="connsiteX72" fmla="*/ 5861726 w 10678681"/>
              <a:gd name="connsiteY72" fmla="*/ 1147891 h 1353297"/>
              <a:gd name="connsiteX73" fmla="*/ 5805823 w 10678681"/>
              <a:gd name="connsiteY73" fmla="*/ 1152457 h 1353297"/>
              <a:gd name="connsiteX74" fmla="*/ 5689841 w 10678681"/>
              <a:gd name="connsiteY74" fmla="*/ 1176232 h 1353297"/>
              <a:gd name="connsiteX75" fmla="*/ 5605119 w 10678681"/>
              <a:gd name="connsiteY75" fmla="*/ 1190202 h 1353297"/>
              <a:gd name="connsiteX76" fmla="*/ 5488513 w 10678681"/>
              <a:gd name="connsiteY76" fmla="*/ 1205367 h 1353297"/>
              <a:gd name="connsiteX77" fmla="*/ 5402905 w 10678681"/>
              <a:gd name="connsiteY77" fmla="*/ 1241191 h 1353297"/>
              <a:gd name="connsiteX78" fmla="*/ 5285593 w 10678681"/>
              <a:gd name="connsiteY78" fmla="*/ 1273569 h 1353297"/>
              <a:gd name="connsiteX79" fmla="*/ 5192893 w 10678681"/>
              <a:gd name="connsiteY79" fmla="*/ 1247188 h 1353297"/>
              <a:gd name="connsiteX80" fmla="*/ 5186475 w 10678681"/>
              <a:gd name="connsiteY80" fmla="*/ 1257028 h 1353297"/>
              <a:gd name="connsiteX81" fmla="*/ 5126038 w 10678681"/>
              <a:gd name="connsiteY81" fmla="*/ 1263189 h 1353297"/>
              <a:gd name="connsiteX82" fmla="*/ 4894688 w 10678681"/>
              <a:gd name="connsiteY82" fmla="*/ 1247184 h 1353297"/>
              <a:gd name="connsiteX83" fmla="*/ 4788036 w 10678681"/>
              <a:gd name="connsiteY83" fmla="*/ 1238182 h 1353297"/>
              <a:gd name="connsiteX84" fmla="*/ 4747555 w 10678681"/>
              <a:gd name="connsiteY84" fmla="*/ 1252768 h 1353297"/>
              <a:gd name="connsiteX85" fmla="*/ 4679644 w 10678681"/>
              <a:gd name="connsiteY85" fmla="*/ 1276603 h 1353297"/>
              <a:gd name="connsiteX86" fmla="*/ 4632222 w 10678681"/>
              <a:gd name="connsiteY86" fmla="*/ 1318360 h 1353297"/>
              <a:gd name="connsiteX87" fmla="*/ 4617358 w 10678681"/>
              <a:gd name="connsiteY87" fmla="*/ 1327690 h 1353297"/>
              <a:gd name="connsiteX88" fmla="*/ 4589102 w 10678681"/>
              <a:gd name="connsiteY88" fmla="*/ 1321223 h 1353297"/>
              <a:gd name="connsiteX89" fmla="*/ 4578184 w 10678681"/>
              <a:gd name="connsiteY89" fmla="*/ 1326745 h 1353297"/>
              <a:gd name="connsiteX90" fmla="*/ 4574270 w 10678681"/>
              <a:gd name="connsiteY90" fmla="*/ 1325878 h 1353297"/>
              <a:gd name="connsiteX91" fmla="*/ 4564919 w 10678681"/>
              <a:gd name="connsiteY91" fmla="*/ 1325507 h 1353297"/>
              <a:gd name="connsiteX92" fmla="*/ 4566586 w 10678681"/>
              <a:gd name="connsiteY92" fmla="*/ 1316963 h 1353297"/>
              <a:gd name="connsiteX93" fmla="*/ 4556303 w 10678681"/>
              <a:gd name="connsiteY93" fmla="*/ 1300262 h 1353297"/>
              <a:gd name="connsiteX94" fmla="*/ 4502358 w 10678681"/>
              <a:gd name="connsiteY94" fmla="*/ 1302558 h 1353297"/>
              <a:gd name="connsiteX95" fmla="*/ 4498919 w 10678681"/>
              <a:gd name="connsiteY95" fmla="*/ 1312115 h 1353297"/>
              <a:gd name="connsiteX96" fmla="*/ 4492075 w 10678681"/>
              <a:gd name="connsiteY96" fmla="*/ 1313357 h 1353297"/>
              <a:gd name="connsiteX97" fmla="*/ 4487466 w 10678681"/>
              <a:gd name="connsiteY97" fmla="*/ 1304102 h 1353297"/>
              <a:gd name="connsiteX98" fmla="*/ 4398292 w 10678681"/>
              <a:gd name="connsiteY98" fmla="*/ 1278410 h 1353297"/>
              <a:gd name="connsiteX99" fmla="*/ 4306088 w 10678681"/>
              <a:gd name="connsiteY99" fmla="*/ 1282512 h 1353297"/>
              <a:gd name="connsiteX100" fmla="*/ 4188995 w 10678681"/>
              <a:gd name="connsiteY100" fmla="*/ 1296718 h 1353297"/>
              <a:gd name="connsiteX101" fmla="*/ 4136582 w 10678681"/>
              <a:gd name="connsiteY101" fmla="*/ 1287687 h 1353297"/>
              <a:gd name="connsiteX102" fmla="*/ 4064614 w 10678681"/>
              <a:gd name="connsiteY102" fmla="*/ 1296118 h 1353297"/>
              <a:gd name="connsiteX103" fmla="*/ 3906561 w 10678681"/>
              <a:gd name="connsiteY103" fmla="*/ 1352435 h 1353297"/>
              <a:gd name="connsiteX104" fmla="*/ 3787890 w 10678681"/>
              <a:gd name="connsiteY104" fmla="*/ 1352442 h 1353297"/>
              <a:gd name="connsiteX105" fmla="*/ 3745993 w 10678681"/>
              <a:gd name="connsiteY105" fmla="*/ 1342630 h 1353297"/>
              <a:gd name="connsiteX106" fmla="*/ 3675785 w 10678681"/>
              <a:gd name="connsiteY106" fmla="*/ 1326802 h 1353297"/>
              <a:gd name="connsiteX107" fmla="*/ 3623856 w 10678681"/>
              <a:gd name="connsiteY107" fmla="*/ 1290804 h 1353297"/>
              <a:gd name="connsiteX108" fmla="*/ 3564933 w 10678681"/>
              <a:gd name="connsiteY108" fmla="*/ 1287147 h 1353297"/>
              <a:gd name="connsiteX109" fmla="*/ 3550537 w 10678681"/>
              <a:gd name="connsiteY109" fmla="*/ 1317552 h 1353297"/>
              <a:gd name="connsiteX110" fmla="*/ 3487736 w 10678681"/>
              <a:gd name="connsiteY110" fmla="*/ 1303493 h 1353297"/>
              <a:gd name="connsiteX111" fmla="*/ 3392548 w 10678681"/>
              <a:gd name="connsiteY111" fmla="*/ 1278741 h 1353297"/>
              <a:gd name="connsiteX112" fmla="*/ 3337466 w 10678681"/>
              <a:gd name="connsiteY112" fmla="*/ 1272537 h 1353297"/>
              <a:gd name="connsiteX113" fmla="*/ 3187206 w 10678681"/>
              <a:gd name="connsiteY113" fmla="*/ 1246821 h 1353297"/>
              <a:gd name="connsiteX114" fmla="*/ 3036856 w 10678681"/>
              <a:gd name="connsiteY114" fmla="*/ 1214383 h 1353297"/>
              <a:gd name="connsiteX115" fmla="*/ 2824973 w 10678681"/>
              <a:gd name="connsiteY115" fmla="*/ 1134864 h 1353297"/>
              <a:gd name="connsiteX116" fmla="*/ 2804398 w 10678681"/>
              <a:gd name="connsiteY116" fmla="*/ 1125556 h 1353297"/>
              <a:gd name="connsiteX117" fmla="*/ 2775396 w 10678681"/>
              <a:gd name="connsiteY117" fmla="*/ 1130148 h 1353297"/>
              <a:gd name="connsiteX118" fmla="*/ 2659096 w 10678681"/>
              <a:gd name="connsiteY118" fmla="*/ 1150294 h 1353297"/>
              <a:gd name="connsiteX119" fmla="*/ 2567088 w 10678681"/>
              <a:gd name="connsiteY119" fmla="*/ 1181781 h 1353297"/>
              <a:gd name="connsiteX120" fmla="*/ 2454501 w 10678681"/>
              <a:gd name="connsiteY120" fmla="*/ 1155455 h 1353297"/>
              <a:gd name="connsiteX121" fmla="*/ 2385161 w 10678681"/>
              <a:gd name="connsiteY121" fmla="*/ 1161312 h 1353297"/>
              <a:gd name="connsiteX122" fmla="*/ 2273361 w 10678681"/>
              <a:gd name="connsiteY122" fmla="*/ 1134090 h 1353297"/>
              <a:gd name="connsiteX123" fmla="*/ 2132003 w 10678681"/>
              <a:gd name="connsiteY123" fmla="*/ 1139225 h 1353297"/>
              <a:gd name="connsiteX124" fmla="*/ 2052449 w 10678681"/>
              <a:gd name="connsiteY124" fmla="*/ 1109687 h 1353297"/>
              <a:gd name="connsiteX125" fmla="*/ 2010157 w 10678681"/>
              <a:gd name="connsiteY125" fmla="*/ 1152767 h 1353297"/>
              <a:gd name="connsiteX126" fmla="*/ 1901837 w 10678681"/>
              <a:gd name="connsiteY126" fmla="*/ 1221762 h 1353297"/>
              <a:gd name="connsiteX127" fmla="*/ 1836762 w 10678681"/>
              <a:gd name="connsiteY127" fmla="*/ 1237387 h 1353297"/>
              <a:gd name="connsiteX128" fmla="*/ 1735877 w 10678681"/>
              <a:gd name="connsiteY128" fmla="*/ 1246527 h 1353297"/>
              <a:gd name="connsiteX129" fmla="*/ 1705069 w 10678681"/>
              <a:gd name="connsiteY129" fmla="*/ 1251989 h 1353297"/>
              <a:gd name="connsiteX130" fmla="*/ 1307888 w 10678681"/>
              <a:gd name="connsiteY130" fmla="*/ 1283156 h 1353297"/>
              <a:gd name="connsiteX131" fmla="*/ 1220734 w 10678681"/>
              <a:gd name="connsiteY131" fmla="*/ 1257811 h 1353297"/>
              <a:gd name="connsiteX132" fmla="*/ 1021737 w 10678681"/>
              <a:gd name="connsiteY132" fmla="*/ 1238739 h 1353297"/>
              <a:gd name="connsiteX133" fmla="*/ 959820 w 10678681"/>
              <a:gd name="connsiteY133" fmla="*/ 1275863 h 1353297"/>
              <a:gd name="connsiteX134" fmla="*/ 929137 w 10678681"/>
              <a:gd name="connsiteY134" fmla="*/ 1273957 h 1353297"/>
              <a:gd name="connsiteX135" fmla="*/ 878849 w 10678681"/>
              <a:gd name="connsiteY135" fmla="*/ 1266740 h 1353297"/>
              <a:gd name="connsiteX136" fmla="*/ 800667 w 10678681"/>
              <a:gd name="connsiteY136" fmla="*/ 1282041 h 1353297"/>
              <a:gd name="connsiteX137" fmla="*/ 644906 w 10678681"/>
              <a:gd name="connsiteY137" fmla="*/ 1273685 h 1353297"/>
              <a:gd name="connsiteX138" fmla="*/ 379869 w 10678681"/>
              <a:gd name="connsiteY138" fmla="*/ 1339165 h 1353297"/>
              <a:gd name="connsiteX139" fmla="*/ 137696 w 10678681"/>
              <a:gd name="connsiteY139" fmla="*/ 1319217 h 1353297"/>
              <a:gd name="connsiteX140" fmla="*/ 54250 w 10678681"/>
              <a:gd name="connsiteY140" fmla="*/ 1315838 h 1353297"/>
              <a:gd name="connsiteX141" fmla="*/ 28042 w 10678681"/>
              <a:gd name="connsiteY141" fmla="*/ 1297822 h 1353297"/>
              <a:gd name="connsiteX142" fmla="*/ 0 w 10678681"/>
              <a:gd name="connsiteY142" fmla="*/ 1294612 h 1353297"/>
              <a:gd name="connsiteX143" fmla="*/ 0 w 10678681"/>
              <a:gd name="connsiteY143" fmla="*/ 0 h 1353297"/>
              <a:gd name="connsiteX0" fmla="*/ 0 w 10678681"/>
              <a:gd name="connsiteY0" fmla="*/ 0 h 1353297"/>
              <a:gd name="connsiteX1" fmla="*/ 10678681 w 10678681"/>
              <a:gd name="connsiteY1" fmla="*/ 0 h 1353297"/>
              <a:gd name="connsiteX2" fmla="*/ 10666019 w 10678681"/>
              <a:gd name="connsiteY2" fmla="*/ 7876 h 1353297"/>
              <a:gd name="connsiteX3" fmla="*/ 10632825 w 10678681"/>
              <a:gd name="connsiteY3" fmla="*/ 32153 h 1353297"/>
              <a:gd name="connsiteX4" fmla="*/ 10510605 w 10678681"/>
              <a:gd name="connsiteY4" fmla="*/ 30449 h 1353297"/>
              <a:gd name="connsiteX5" fmla="*/ 10456989 w 10678681"/>
              <a:gd name="connsiteY5" fmla="*/ 979 h 1353297"/>
              <a:gd name="connsiteX6" fmla="*/ 10438642 w 10678681"/>
              <a:gd name="connsiteY6" fmla="*/ 1524 h 1353297"/>
              <a:gd name="connsiteX7" fmla="*/ 10407146 w 10678681"/>
              <a:gd name="connsiteY7" fmla="*/ 43659 h 1353297"/>
              <a:gd name="connsiteX8" fmla="*/ 10357996 w 10678681"/>
              <a:gd name="connsiteY8" fmla="*/ 50836 h 1353297"/>
              <a:gd name="connsiteX9" fmla="*/ 10306667 w 10678681"/>
              <a:gd name="connsiteY9" fmla="*/ 109739 h 1353297"/>
              <a:gd name="connsiteX10" fmla="*/ 10115334 w 10678681"/>
              <a:gd name="connsiteY10" fmla="*/ 155658 h 1353297"/>
              <a:gd name="connsiteX11" fmla="*/ 10068157 w 10678681"/>
              <a:gd name="connsiteY11" fmla="*/ 215673 h 1353297"/>
              <a:gd name="connsiteX12" fmla="*/ 10045431 w 10678681"/>
              <a:gd name="connsiteY12" fmla="*/ 229568 h 1353297"/>
              <a:gd name="connsiteX13" fmla="*/ 10013265 w 10678681"/>
              <a:gd name="connsiteY13" fmla="*/ 284757 h 1353297"/>
              <a:gd name="connsiteX14" fmla="*/ 9862496 w 10678681"/>
              <a:gd name="connsiteY14" fmla="*/ 223033 h 1353297"/>
              <a:gd name="connsiteX15" fmla="*/ 9679638 w 10678681"/>
              <a:gd name="connsiteY15" fmla="*/ 277462 h 1353297"/>
              <a:gd name="connsiteX16" fmla="*/ 9498347 w 10678681"/>
              <a:gd name="connsiteY16" fmla="*/ 244723 h 1353297"/>
              <a:gd name="connsiteX17" fmla="*/ 9399702 w 10678681"/>
              <a:gd name="connsiteY17" fmla="*/ 276316 h 1353297"/>
              <a:gd name="connsiteX18" fmla="*/ 9378439 w 10678681"/>
              <a:gd name="connsiteY18" fmla="*/ 326244 h 1353297"/>
              <a:gd name="connsiteX19" fmla="*/ 9121744 w 10678681"/>
              <a:gd name="connsiteY19" fmla="*/ 365177 h 1353297"/>
              <a:gd name="connsiteX20" fmla="*/ 9061654 w 10678681"/>
              <a:gd name="connsiteY20" fmla="*/ 393730 h 1353297"/>
              <a:gd name="connsiteX21" fmla="*/ 8997577 w 10678681"/>
              <a:gd name="connsiteY21" fmla="*/ 380865 h 1353297"/>
              <a:gd name="connsiteX22" fmla="*/ 8907968 w 10678681"/>
              <a:gd name="connsiteY22" fmla="*/ 447345 h 1353297"/>
              <a:gd name="connsiteX23" fmla="*/ 8764163 w 10678681"/>
              <a:gd name="connsiteY23" fmla="*/ 471000 h 1353297"/>
              <a:gd name="connsiteX24" fmla="*/ 8680155 w 10678681"/>
              <a:gd name="connsiteY24" fmla="*/ 492404 h 1353297"/>
              <a:gd name="connsiteX25" fmla="*/ 8651436 w 10678681"/>
              <a:gd name="connsiteY25" fmla="*/ 511923 h 1353297"/>
              <a:gd name="connsiteX26" fmla="*/ 8609185 w 10678681"/>
              <a:gd name="connsiteY26" fmla="*/ 531525 h 1353297"/>
              <a:gd name="connsiteX27" fmla="*/ 8537091 w 10678681"/>
              <a:gd name="connsiteY27" fmla="*/ 574933 h 1353297"/>
              <a:gd name="connsiteX28" fmla="*/ 8435931 w 10678681"/>
              <a:gd name="connsiteY28" fmla="*/ 617926 h 1353297"/>
              <a:gd name="connsiteX29" fmla="*/ 8348623 w 10678681"/>
              <a:gd name="connsiteY29" fmla="*/ 600607 h 1353297"/>
              <a:gd name="connsiteX30" fmla="*/ 8344233 w 10678681"/>
              <a:gd name="connsiteY30" fmla="*/ 610922 h 1353297"/>
              <a:gd name="connsiteX31" fmla="*/ 8290622 w 10678681"/>
              <a:gd name="connsiteY31" fmla="*/ 622687 h 1353297"/>
              <a:gd name="connsiteX32" fmla="*/ 8086698 w 10678681"/>
              <a:gd name="connsiteY32" fmla="*/ 605185 h 1353297"/>
              <a:gd name="connsiteX33" fmla="*/ 7982378 w 10678681"/>
              <a:gd name="connsiteY33" fmla="*/ 629799 h 1353297"/>
              <a:gd name="connsiteX34" fmla="*/ 7947952 w 10678681"/>
              <a:gd name="connsiteY34" fmla="*/ 648003 h 1353297"/>
              <a:gd name="connsiteX35" fmla="*/ 7890112 w 10678681"/>
              <a:gd name="connsiteY35" fmla="*/ 677915 h 1353297"/>
              <a:gd name="connsiteX36" fmla="*/ 7853284 w 10678681"/>
              <a:gd name="connsiteY36" fmla="*/ 723588 h 1353297"/>
              <a:gd name="connsiteX37" fmla="*/ 7802383 w 10678681"/>
              <a:gd name="connsiteY37" fmla="*/ 739359 h 1353297"/>
              <a:gd name="connsiteX38" fmla="*/ 7730518 w 10678681"/>
              <a:gd name="connsiteY38" fmla="*/ 739526 h 1353297"/>
              <a:gd name="connsiteX39" fmla="*/ 7652907 w 10678681"/>
              <a:gd name="connsiteY39" fmla="*/ 783273 h 1353297"/>
              <a:gd name="connsiteX40" fmla="*/ 7606008 w 10678681"/>
              <a:gd name="connsiteY40" fmla="*/ 800717 h 1353297"/>
              <a:gd name="connsiteX41" fmla="*/ 7480223 w 10678681"/>
              <a:gd name="connsiteY41" fmla="*/ 856821 h 1353297"/>
              <a:gd name="connsiteX42" fmla="*/ 7356005 w 10678681"/>
              <a:gd name="connsiteY42" fmla="*/ 919462 h 1353297"/>
              <a:gd name="connsiteX43" fmla="*/ 7305396 w 10678681"/>
              <a:gd name="connsiteY43" fmla="*/ 986228 h 1353297"/>
              <a:gd name="connsiteX44" fmla="*/ 7266251 w 10678681"/>
              <a:gd name="connsiteY44" fmla="*/ 967864 h 1353297"/>
              <a:gd name="connsiteX45" fmla="*/ 7269396 w 10678681"/>
              <a:gd name="connsiteY45" fmla="*/ 989282 h 1353297"/>
              <a:gd name="connsiteX46" fmla="*/ 7258094 w 10678681"/>
              <a:gd name="connsiteY46" fmla="*/ 990679 h 1353297"/>
              <a:gd name="connsiteX47" fmla="*/ 7257893 w 10678681"/>
              <a:gd name="connsiteY47" fmla="*/ 991204 h 1353297"/>
              <a:gd name="connsiteX48" fmla="*/ 7247153 w 10678681"/>
              <a:gd name="connsiteY48" fmla="*/ 991550 h 1353297"/>
              <a:gd name="connsiteX49" fmla="*/ 7193612 w 10678681"/>
              <a:gd name="connsiteY49" fmla="*/ 987042 h 1353297"/>
              <a:gd name="connsiteX50" fmla="*/ 7132632 w 10678681"/>
              <a:gd name="connsiteY50" fmla="*/ 1042036 h 1353297"/>
              <a:gd name="connsiteX51" fmla="*/ 7105610 w 10678681"/>
              <a:gd name="connsiteY51" fmla="*/ 1053537 h 1353297"/>
              <a:gd name="connsiteX52" fmla="*/ 7069148 w 10678681"/>
              <a:gd name="connsiteY52" fmla="*/ 1047163 h 1353297"/>
              <a:gd name="connsiteX53" fmla="*/ 7039634 w 10678681"/>
              <a:gd name="connsiteY53" fmla="*/ 1059971 h 1353297"/>
              <a:gd name="connsiteX54" fmla="*/ 7033445 w 10678681"/>
              <a:gd name="connsiteY54" fmla="*/ 1063314 h 1353297"/>
              <a:gd name="connsiteX55" fmla="*/ 6999157 w 10678681"/>
              <a:gd name="connsiteY55" fmla="*/ 1055282 h 1353297"/>
              <a:gd name="connsiteX56" fmla="*/ 6981874 w 10678681"/>
              <a:gd name="connsiteY56" fmla="*/ 1053827 h 1353297"/>
              <a:gd name="connsiteX57" fmla="*/ 6976102 w 10678681"/>
              <a:gd name="connsiteY57" fmla="*/ 1047854 h 1353297"/>
              <a:gd name="connsiteX58" fmla="*/ 6951040 w 10678681"/>
              <a:gd name="connsiteY58" fmla="*/ 1048531 h 1353297"/>
              <a:gd name="connsiteX59" fmla="*/ 6948497 w 10678681"/>
              <a:gd name="connsiteY59" fmla="*/ 1050706 h 1353297"/>
              <a:gd name="connsiteX60" fmla="*/ 6926582 w 10678681"/>
              <a:gd name="connsiteY60" fmla="*/ 1043462 h 1353297"/>
              <a:gd name="connsiteX61" fmla="*/ 6833743 w 10678681"/>
              <a:gd name="connsiteY61" fmla="*/ 1027960 h 1353297"/>
              <a:gd name="connsiteX62" fmla="*/ 6687090 w 10678681"/>
              <a:gd name="connsiteY62" fmla="*/ 1063250 h 1353297"/>
              <a:gd name="connsiteX63" fmla="*/ 6437450 w 10678681"/>
              <a:gd name="connsiteY63" fmla="*/ 1101075 h 1353297"/>
              <a:gd name="connsiteX64" fmla="*/ 6327795 w 10678681"/>
              <a:gd name="connsiteY64" fmla="*/ 1088142 h 1353297"/>
              <a:gd name="connsiteX65" fmla="*/ 6136549 w 10678681"/>
              <a:gd name="connsiteY65" fmla="*/ 1100268 h 1353297"/>
              <a:gd name="connsiteX66" fmla="*/ 6004655 w 10678681"/>
              <a:gd name="connsiteY66" fmla="*/ 1114946 h 1353297"/>
              <a:gd name="connsiteX67" fmla="*/ 5936643 w 10678681"/>
              <a:gd name="connsiteY67" fmla="*/ 1095428 h 1353297"/>
              <a:gd name="connsiteX68" fmla="*/ 5912484 w 10678681"/>
              <a:gd name="connsiteY68" fmla="*/ 1112624 h 1353297"/>
              <a:gd name="connsiteX69" fmla="*/ 5908387 w 10678681"/>
              <a:gd name="connsiteY69" fmla="*/ 1116018 h 1353297"/>
              <a:gd name="connsiteX70" fmla="*/ 5890495 w 10678681"/>
              <a:gd name="connsiteY70" fmla="*/ 1120268 h 1353297"/>
              <a:gd name="connsiteX71" fmla="*/ 5887318 w 10678681"/>
              <a:gd name="connsiteY71" fmla="*/ 1133134 h 1353297"/>
              <a:gd name="connsiteX72" fmla="*/ 5861726 w 10678681"/>
              <a:gd name="connsiteY72" fmla="*/ 1147891 h 1353297"/>
              <a:gd name="connsiteX73" fmla="*/ 5805823 w 10678681"/>
              <a:gd name="connsiteY73" fmla="*/ 1152457 h 1353297"/>
              <a:gd name="connsiteX74" fmla="*/ 5689841 w 10678681"/>
              <a:gd name="connsiteY74" fmla="*/ 1176232 h 1353297"/>
              <a:gd name="connsiteX75" fmla="*/ 5605119 w 10678681"/>
              <a:gd name="connsiteY75" fmla="*/ 1190202 h 1353297"/>
              <a:gd name="connsiteX76" fmla="*/ 5488513 w 10678681"/>
              <a:gd name="connsiteY76" fmla="*/ 1205367 h 1353297"/>
              <a:gd name="connsiteX77" fmla="*/ 5402905 w 10678681"/>
              <a:gd name="connsiteY77" fmla="*/ 1241191 h 1353297"/>
              <a:gd name="connsiteX78" fmla="*/ 5285593 w 10678681"/>
              <a:gd name="connsiteY78" fmla="*/ 1273569 h 1353297"/>
              <a:gd name="connsiteX79" fmla="*/ 5192893 w 10678681"/>
              <a:gd name="connsiteY79" fmla="*/ 1247188 h 1353297"/>
              <a:gd name="connsiteX80" fmla="*/ 5186475 w 10678681"/>
              <a:gd name="connsiteY80" fmla="*/ 1257028 h 1353297"/>
              <a:gd name="connsiteX81" fmla="*/ 5126038 w 10678681"/>
              <a:gd name="connsiteY81" fmla="*/ 1263189 h 1353297"/>
              <a:gd name="connsiteX82" fmla="*/ 4894688 w 10678681"/>
              <a:gd name="connsiteY82" fmla="*/ 1247184 h 1353297"/>
              <a:gd name="connsiteX83" fmla="*/ 4788036 w 10678681"/>
              <a:gd name="connsiteY83" fmla="*/ 1238182 h 1353297"/>
              <a:gd name="connsiteX84" fmla="*/ 4747555 w 10678681"/>
              <a:gd name="connsiteY84" fmla="*/ 1252768 h 1353297"/>
              <a:gd name="connsiteX85" fmla="*/ 4679644 w 10678681"/>
              <a:gd name="connsiteY85" fmla="*/ 1276603 h 1353297"/>
              <a:gd name="connsiteX86" fmla="*/ 4632222 w 10678681"/>
              <a:gd name="connsiteY86" fmla="*/ 1318360 h 1353297"/>
              <a:gd name="connsiteX87" fmla="*/ 4617358 w 10678681"/>
              <a:gd name="connsiteY87" fmla="*/ 1327690 h 1353297"/>
              <a:gd name="connsiteX88" fmla="*/ 4589102 w 10678681"/>
              <a:gd name="connsiteY88" fmla="*/ 1321223 h 1353297"/>
              <a:gd name="connsiteX89" fmla="*/ 4578184 w 10678681"/>
              <a:gd name="connsiteY89" fmla="*/ 1326745 h 1353297"/>
              <a:gd name="connsiteX90" fmla="*/ 4574270 w 10678681"/>
              <a:gd name="connsiteY90" fmla="*/ 1325878 h 1353297"/>
              <a:gd name="connsiteX91" fmla="*/ 4564919 w 10678681"/>
              <a:gd name="connsiteY91" fmla="*/ 1325507 h 1353297"/>
              <a:gd name="connsiteX92" fmla="*/ 4566586 w 10678681"/>
              <a:gd name="connsiteY92" fmla="*/ 1316963 h 1353297"/>
              <a:gd name="connsiteX93" fmla="*/ 4556303 w 10678681"/>
              <a:gd name="connsiteY93" fmla="*/ 1300262 h 1353297"/>
              <a:gd name="connsiteX94" fmla="*/ 4502358 w 10678681"/>
              <a:gd name="connsiteY94" fmla="*/ 1302558 h 1353297"/>
              <a:gd name="connsiteX95" fmla="*/ 4498919 w 10678681"/>
              <a:gd name="connsiteY95" fmla="*/ 1312115 h 1353297"/>
              <a:gd name="connsiteX96" fmla="*/ 4492075 w 10678681"/>
              <a:gd name="connsiteY96" fmla="*/ 1313357 h 1353297"/>
              <a:gd name="connsiteX97" fmla="*/ 4487466 w 10678681"/>
              <a:gd name="connsiteY97" fmla="*/ 1304102 h 1353297"/>
              <a:gd name="connsiteX98" fmla="*/ 4398292 w 10678681"/>
              <a:gd name="connsiteY98" fmla="*/ 1278410 h 1353297"/>
              <a:gd name="connsiteX99" fmla="*/ 4306088 w 10678681"/>
              <a:gd name="connsiteY99" fmla="*/ 1282512 h 1353297"/>
              <a:gd name="connsiteX100" fmla="*/ 4188995 w 10678681"/>
              <a:gd name="connsiteY100" fmla="*/ 1296718 h 1353297"/>
              <a:gd name="connsiteX101" fmla="*/ 4136582 w 10678681"/>
              <a:gd name="connsiteY101" fmla="*/ 1287687 h 1353297"/>
              <a:gd name="connsiteX102" fmla="*/ 4064614 w 10678681"/>
              <a:gd name="connsiteY102" fmla="*/ 1296118 h 1353297"/>
              <a:gd name="connsiteX103" fmla="*/ 3906561 w 10678681"/>
              <a:gd name="connsiteY103" fmla="*/ 1352435 h 1353297"/>
              <a:gd name="connsiteX104" fmla="*/ 3787890 w 10678681"/>
              <a:gd name="connsiteY104" fmla="*/ 1352442 h 1353297"/>
              <a:gd name="connsiteX105" fmla="*/ 3745993 w 10678681"/>
              <a:gd name="connsiteY105" fmla="*/ 1342630 h 1353297"/>
              <a:gd name="connsiteX106" fmla="*/ 3675785 w 10678681"/>
              <a:gd name="connsiteY106" fmla="*/ 1326802 h 1353297"/>
              <a:gd name="connsiteX107" fmla="*/ 3623856 w 10678681"/>
              <a:gd name="connsiteY107" fmla="*/ 1290804 h 1353297"/>
              <a:gd name="connsiteX108" fmla="*/ 3564933 w 10678681"/>
              <a:gd name="connsiteY108" fmla="*/ 1287147 h 1353297"/>
              <a:gd name="connsiteX109" fmla="*/ 3550537 w 10678681"/>
              <a:gd name="connsiteY109" fmla="*/ 1317552 h 1353297"/>
              <a:gd name="connsiteX110" fmla="*/ 3487736 w 10678681"/>
              <a:gd name="connsiteY110" fmla="*/ 1303493 h 1353297"/>
              <a:gd name="connsiteX111" fmla="*/ 3392548 w 10678681"/>
              <a:gd name="connsiteY111" fmla="*/ 1278741 h 1353297"/>
              <a:gd name="connsiteX112" fmla="*/ 3337466 w 10678681"/>
              <a:gd name="connsiteY112" fmla="*/ 1272537 h 1353297"/>
              <a:gd name="connsiteX113" fmla="*/ 3187206 w 10678681"/>
              <a:gd name="connsiteY113" fmla="*/ 1246821 h 1353297"/>
              <a:gd name="connsiteX114" fmla="*/ 3036856 w 10678681"/>
              <a:gd name="connsiteY114" fmla="*/ 1214383 h 1353297"/>
              <a:gd name="connsiteX115" fmla="*/ 2824973 w 10678681"/>
              <a:gd name="connsiteY115" fmla="*/ 1134864 h 1353297"/>
              <a:gd name="connsiteX116" fmla="*/ 2804398 w 10678681"/>
              <a:gd name="connsiteY116" fmla="*/ 1125556 h 1353297"/>
              <a:gd name="connsiteX117" fmla="*/ 2775396 w 10678681"/>
              <a:gd name="connsiteY117" fmla="*/ 1130148 h 1353297"/>
              <a:gd name="connsiteX118" fmla="*/ 2659096 w 10678681"/>
              <a:gd name="connsiteY118" fmla="*/ 1150294 h 1353297"/>
              <a:gd name="connsiteX119" fmla="*/ 2567088 w 10678681"/>
              <a:gd name="connsiteY119" fmla="*/ 1181781 h 1353297"/>
              <a:gd name="connsiteX120" fmla="*/ 2454501 w 10678681"/>
              <a:gd name="connsiteY120" fmla="*/ 1155455 h 1353297"/>
              <a:gd name="connsiteX121" fmla="*/ 2385161 w 10678681"/>
              <a:gd name="connsiteY121" fmla="*/ 1161312 h 1353297"/>
              <a:gd name="connsiteX122" fmla="*/ 2273361 w 10678681"/>
              <a:gd name="connsiteY122" fmla="*/ 1134090 h 1353297"/>
              <a:gd name="connsiteX123" fmla="*/ 2132003 w 10678681"/>
              <a:gd name="connsiteY123" fmla="*/ 1139225 h 1353297"/>
              <a:gd name="connsiteX124" fmla="*/ 2041224 w 10678681"/>
              <a:gd name="connsiteY124" fmla="*/ 1147536 h 1353297"/>
              <a:gd name="connsiteX125" fmla="*/ 2010157 w 10678681"/>
              <a:gd name="connsiteY125" fmla="*/ 1152767 h 1353297"/>
              <a:gd name="connsiteX126" fmla="*/ 1901837 w 10678681"/>
              <a:gd name="connsiteY126" fmla="*/ 1221762 h 1353297"/>
              <a:gd name="connsiteX127" fmla="*/ 1836762 w 10678681"/>
              <a:gd name="connsiteY127" fmla="*/ 1237387 h 1353297"/>
              <a:gd name="connsiteX128" fmla="*/ 1735877 w 10678681"/>
              <a:gd name="connsiteY128" fmla="*/ 1246527 h 1353297"/>
              <a:gd name="connsiteX129" fmla="*/ 1705069 w 10678681"/>
              <a:gd name="connsiteY129" fmla="*/ 1251989 h 1353297"/>
              <a:gd name="connsiteX130" fmla="*/ 1307888 w 10678681"/>
              <a:gd name="connsiteY130" fmla="*/ 1283156 h 1353297"/>
              <a:gd name="connsiteX131" fmla="*/ 1220734 w 10678681"/>
              <a:gd name="connsiteY131" fmla="*/ 1257811 h 1353297"/>
              <a:gd name="connsiteX132" fmla="*/ 1021737 w 10678681"/>
              <a:gd name="connsiteY132" fmla="*/ 1238739 h 1353297"/>
              <a:gd name="connsiteX133" fmla="*/ 959820 w 10678681"/>
              <a:gd name="connsiteY133" fmla="*/ 1275863 h 1353297"/>
              <a:gd name="connsiteX134" fmla="*/ 929137 w 10678681"/>
              <a:gd name="connsiteY134" fmla="*/ 1273957 h 1353297"/>
              <a:gd name="connsiteX135" fmla="*/ 878849 w 10678681"/>
              <a:gd name="connsiteY135" fmla="*/ 1266740 h 1353297"/>
              <a:gd name="connsiteX136" fmla="*/ 800667 w 10678681"/>
              <a:gd name="connsiteY136" fmla="*/ 1282041 h 1353297"/>
              <a:gd name="connsiteX137" fmla="*/ 644906 w 10678681"/>
              <a:gd name="connsiteY137" fmla="*/ 1273685 h 1353297"/>
              <a:gd name="connsiteX138" fmla="*/ 379869 w 10678681"/>
              <a:gd name="connsiteY138" fmla="*/ 1339165 h 1353297"/>
              <a:gd name="connsiteX139" fmla="*/ 137696 w 10678681"/>
              <a:gd name="connsiteY139" fmla="*/ 1319217 h 1353297"/>
              <a:gd name="connsiteX140" fmla="*/ 54250 w 10678681"/>
              <a:gd name="connsiteY140" fmla="*/ 1315838 h 1353297"/>
              <a:gd name="connsiteX141" fmla="*/ 28042 w 10678681"/>
              <a:gd name="connsiteY141" fmla="*/ 1297822 h 1353297"/>
              <a:gd name="connsiteX142" fmla="*/ 0 w 10678681"/>
              <a:gd name="connsiteY142" fmla="*/ 1294612 h 1353297"/>
              <a:gd name="connsiteX143" fmla="*/ 0 w 10678681"/>
              <a:gd name="connsiteY143" fmla="*/ 0 h 1353297"/>
              <a:gd name="connsiteX0" fmla="*/ 0 w 10678681"/>
              <a:gd name="connsiteY0" fmla="*/ 0 h 1353297"/>
              <a:gd name="connsiteX1" fmla="*/ 10678681 w 10678681"/>
              <a:gd name="connsiteY1" fmla="*/ 0 h 1353297"/>
              <a:gd name="connsiteX2" fmla="*/ 10666019 w 10678681"/>
              <a:gd name="connsiteY2" fmla="*/ 7876 h 1353297"/>
              <a:gd name="connsiteX3" fmla="*/ 10632825 w 10678681"/>
              <a:gd name="connsiteY3" fmla="*/ 32153 h 1353297"/>
              <a:gd name="connsiteX4" fmla="*/ 10510605 w 10678681"/>
              <a:gd name="connsiteY4" fmla="*/ 30449 h 1353297"/>
              <a:gd name="connsiteX5" fmla="*/ 10456989 w 10678681"/>
              <a:gd name="connsiteY5" fmla="*/ 979 h 1353297"/>
              <a:gd name="connsiteX6" fmla="*/ 10438642 w 10678681"/>
              <a:gd name="connsiteY6" fmla="*/ 1524 h 1353297"/>
              <a:gd name="connsiteX7" fmla="*/ 10407146 w 10678681"/>
              <a:gd name="connsiteY7" fmla="*/ 43659 h 1353297"/>
              <a:gd name="connsiteX8" fmla="*/ 10357996 w 10678681"/>
              <a:gd name="connsiteY8" fmla="*/ 50836 h 1353297"/>
              <a:gd name="connsiteX9" fmla="*/ 10306667 w 10678681"/>
              <a:gd name="connsiteY9" fmla="*/ 109739 h 1353297"/>
              <a:gd name="connsiteX10" fmla="*/ 10115334 w 10678681"/>
              <a:gd name="connsiteY10" fmla="*/ 155658 h 1353297"/>
              <a:gd name="connsiteX11" fmla="*/ 10068157 w 10678681"/>
              <a:gd name="connsiteY11" fmla="*/ 215673 h 1353297"/>
              <a:gd name="connsiteX12" fmla="*/ 10045431 w 10678681"/>
              <a:gd name="connsiteY12" fmla="*/ 229568 h 1353297"/>
              <a:gd name="connsiteX13" fmla="*/ 10013265 w 10678681"/>
              <a:gd name="connsiteY13" fmla="*/ 284757 h 1353297"/>
              <a:gd name="connsiteX14" fmla="*/ 9862496 w 10678681"/>
              <a:gd name="connsiteY14" fmla="*/ 223033 h 1353297"/>
              <a:gd name="connsiteX15" fmla="*/ 9679638 w 10678681"/>
              <a:gd name="connsiteY15" fmla="*/ 277462 h 1353297"/>
              <a:gd name="connsiteX16" fmla="*/ 9498347 w 10678681"/>
              <a:gd name="connsiteY16" fmla="*/ 244723 h 1353297"/>
              <a:gd name="connsiteX17" fmla="*/ 9399702 w 10678681"/>
              <a:gd name="connsiteY17" fmla="*/ 276316 h 1353297"/>
              <a:gd name="connsiteX18" fmla="*/ 9378439 w 10678681"/>
              <a:gd name="connsiteY18" fmla="*/ 326244 h 1353297"/>
              <a:gd name="connsiteX19" fmla="*/ 9121744 w 10678681"/>
              <a:gd name="connsiteY19" fmla="*/ 365177 h 1353297"/>
              <a:gd name="connsiteX20" fmla="*/ 9061654 w 10678681"/>
              <a:gd name="connsiteY20" fmla="*/ 393730 h 1353297"/>
              <a:gd name="connsiteX21" fmla="*/ 8997577 w 10678681"/>
              <a:gd name="connsiteY21" fmla="*/ 380865 h 1353297"/>
              <a:gd name="connsiteX22" fmla="*/ 8907968 w 10678681"/>
              <a:gd name="connsiteY22" fmla="*/ 447345 h 1353297"/>
              <a:gd name="connsiteX23" fmla="*/ 8764163 w 10678681"/>
              <a:gd name="connsiteY23" fmla="*/ 471000 h 1353297"/>
              <a:gd name="connsiteX24" fmla="*/ 8680155 w 10678681"/>
              <a:gd name="connsiteY24" fmla="*/ 492404 h 1353297"/>
              <a:gd name="connsiteX25" fmla="*/ 8651436 w 10678681"/>
              <a:gd name="connsiteY25" fmla="*/ 511923 h 1353297"/>
              <a:gd name="connsiteX26" fmla="*/ 8609185 w 10678681"/>
              <a:gd name="connsiteY26" fmla="*/ 531525 h 1353297"/>
              <a:gd name="connsiteX27" fmla="*/ 8537091 w 10678681"/>
              <a:gd name="connsiteY27" fmla="*/ 574933 h 1353297"/>
              <a:gd name="connsiteX28" fmla="*/ 8435931 w 10678681"/>
              <a:gd name="connsiteY28" fmla="*/ 617926 h 1353297"/>
              <a:gd name="connsiteX29" fmla="*/ 8348623 w 10678681"/>
              <a:gd name="connsiteY29" fmla="*/ 600607 h 1353297"/>
              <a:gd name="connsiteX30" fmla="*/ 8344233 w 10678681"/>
              <a:gd name="connsiteY30" fmla="*/ 610922 h 1353297"/>
              <a:gd name="connsiteX31" fmla="*/ 8290622 w 10678681"/>
              <a:gd name="connsiteY31" fmla="*/ 622687 h 1353297"/>
              <a:gd name="connsiteX32" fmla="*/ 8086698 w 10678681"/>
              <a:gd name="connsiteY32" fmla="*/ 605185 h 1353297"/>
              <a:gd name="connsiteX33" fmla="*/ 7982378 w 10678681"/>
              <a:gd name="connsiteY33" fmla="*/ 629799 h 1353297"/>
              <a:gd name="connsiteX34" fmla="*/ 7947952 w 10678681"/>
              <a:gd name="connsiteY34" fmla="*/ 648003 h 1353297"/>
              <a:gd name="connsiteX35" fmla="*/ 7890112 w 10678681"/>
              <a:gd name="connsiteY35" fmla="*/ 677915 h 1353297"/>
              <a:gd name="connsiteX36" fmla="*/ 7853284 w 10678681"/>
              <a:gd name="connsiteY36" fmla="*/ 723588 h 1353297"/>
              <a:gd name="connsiteX37" fmla="*/ 7802383 w 10678681"/>
              <a:gd name="connsiteY37" fmla="*/ 739359 h 1353297"/>
              <a:gd name="connsiteX38" fmla="*/ 7730518 w 10678681"/>
              <a:gd name="connsiteY38" fmla="*/ 739526 h 1353297"/>
              <a:gd name="connsiteX39" fmla="*/ 7652907 w 10678681"/>
              <a:gd name="connsiteY39" fmla="*/ 783273 h 1353297"/>
              <a:gd name="connsiteX40" fmla="*/ 7606008 w 10678681"/>
              <a:gd name="connsiteY40" fmla="*/ 800717 h 1353297"/>
              <a:gd name="connsiteX41" fmla="*/ 7480223 w 10678681"/>
              <a:gd name="connsiteY41" fmla="*/ 856821 h 1353297"/>
              <a:gd name="connsiteX42" fmla="*/ 7356005 w 10678681"/>
              <a:gd name="connsiteY42" fmla="*/ 919462 h 1353297"/>
              <a:gd name="connsiteX43" fmla="*/ 7305396 w 10678681"/>
              <a:gd name="connsiteY43" fmla="*/ 986228 h 1353297"/>
              <a:gd name="connsiteX44" fmla="*/ 7266251 w 10678681"/>
              <a:gd name="connsiteY44" fmla="*/ 967864 h 1353297"/>
              <a:gd name="connsiteX45" fmla="*/ 7269396 w 10678681"/>
              <a:gd name="connsiteY45" fmla="*/ 989282 h 1353297"/>
              <a:gd name="connsiteX46" fmla="*/ 7258094 w 10678681"/>
              <a:gd name="connsiteY46" fmla="*/ 990679 h 1353297"/>
              <a:gd name="connsiteX47" fmla="*/ 7257893 w 10678681"/>
              <a:gd name="connsiteY47" fmla="*/ 991204 h 1353297"/>
              <a:gd name="connsiteX48" fmla="*/ 7247153 w 10678681"/>
              <a:gd name="connsiteY48" fmla="*/ 991550 h 1353297"/>
              <a:gd name="connsiteX49" fmla="*/ 7193612 w 10678681"/>
              <a:gd name="connsiteY49" fmla="*/ 987042 h 1353297"/>
              <a:gd name="connsiteX50" fmla="*/ 7132632 w 10678681"/>
              <a:gd name="connsiteY50" fmla="*/ 1042036 h 1353297"/>
              <a:gd name="connsiteX51" fmla="*/ 7105610 w 10678681"/>
              <a:gd name="connsiteY51" fmla="*/ 1053537 h 1353297"/>
              <a:gd name="connsiteX52" fmla="*/ 7069148 w 10678681"/>
              <a:gd name="connsiteY52" fmla="*/ 1047163 h 1353297"/>
              <a:gd name="connsiteX53" fmla="*/ 7039634 w 10678681"/>
              <a:gd name="connsiteY53" fmla="*/ 1059971 h 1353297"/>
              <a:gd name="connsiteX54" fmla="*/ 7033445 w 10678681"/>
              <a:gd name="connsiteY54" fmla="*/ 1063314 h 1353297"/>
              <a:gd name="connsiteX55" fmla="*/ 6999157 w 10678681"/>
              <a:gd name="connsiteY55" fmla="*/ 1055282 h 1353297"/>
              <a:gd name="connsiteX56" fmla="*/ 6981874 w 10678681"/>
              <a:gd name="connsiteY56" fmla="*/ 1053827 h 1353297"/>
              <a:gd name="connsiteX57" fmla="*/ 6976102 w 10678681"/>
              <a:gd name="connsiteY57" fmla="*/ 1047854 h 1353297"/>
              <a:gd name="connsiteX58" fmla="*/ 6951040 w 10678681"/>
              <a:gd name="connsiteY58" fmla="*/ 1048531 h 1353297"/>
              <a:gd name="connsiteX59" fmla="*/ 6948497 w 10678681"/>
              <a:gd name="connsiteY59" fmla="*/ 1050706 h 1353297"/>
              <a:gd name="connsiteX60" fmla="*/ 6926582 w 10678681"/>
              <a:gd name="connsiteY60" fmla="*/ 1043462 h 1353297"/>
              <a:gd name="connsiteX61" fmla="*/ 6833743 w 10678681"/>
              <a:gd name="connsiteY61" fmla="*/ 1027960 h 1353297"/>
              <a:gd name="connsiteX62" fmla="*/ 6687090 w 10678681"/>
              <a:gd name="connsiteY62" fmla="*/ 1063250 h 1353297"/>
              <a:gd name="connsiteX63" fmla="*/ 6437450 w 10678681"/>
              <a:gd name="connsiteY63" fmla="*/ 1101075 h 1353297"/>
              <a:gd name="connsiteX64" fmla="*/ 6327795 w 10678681"/>
              <a:gd name="connsiteY64" fmla="*/ 1088142 h 1353297"/>
              <a:gd name="connsiteX65" fmla="*/ 6136549 w 10678681"/>
              <a:gd name="connsiteY65" fmla="*/ 1100268 h 1353297"/>
              <a:gd name="connsiteX66" fmla="*/ 6004655 w 10678681"/>
              <a:gd name="connsiteY66" fmla="*/ 1114946 h 1353297"/>
              <a:gd name="connsiteX67" fmla="*/ 5936643 w 10678681"/>
              <a:gd name="connsiteY67" fmla="*/ 1095428 h 1353297"/>
              <a:gd name="connsiteX68" fmla="*/ 5912484 w 10678681"/>
              <a:gd name="connsiteY68" fmla="*/ 1112624 h 1353297"/>
              <a:gd name="connsiteX69" fmla="*/ 5908387 w 10678681"/>
              <a:gd name="connsiteY69" fmla="*/ 1116018 h 1353297"/>
              <a:gd name="connsiteX70" fmla="*/ 5890495 w 10678681"/>
              <a:gd name="connsiteY70" fmla="*/ 1120268 h 1353297"/>
              <a:gd name="connsiteX71" fmla="*/ 5887318 w 10678681"/>
              <a:gd name="connsiteY71" fmla="*/ 1133134 h 1353297"/>
              <a:gd name="connsiteX72" fmla="*/ 5861726 w 10678681"/>
              <a:gd name="connsiteY72" fmla="*/ 1147891 h 1353297"/>
              <a:gd name="connsiteX73" fmla="*/ 5805823 w 10678681"/>
              <a:gd name="connsiteY73" fmla="*/ 1152457 h 1353297"/>
              <a:gd name="connsiteX74" fmla="*/ 5689841 w 10678681"/>
              <a:gd name="connsiteY74" fmla="*/ 1176232 h 1353297"/>
              <a:gd name="connsiteX75" fmla="*/ 5605119 w 10678681"/>
              <a:gd name="connsiteY75" fmla="*/ 1190202 h 1353297"/>
              <a:gd name="connsiteX76" fmla="*/ 5488513 w 10678681"/>
              <a:gd name="connsiteY76" fmla="*/ 1205367 h 1353297"/>
              <a:gd name="connsiteX77" fmla="*/ 5402905 w 10678681"/>
              <a:gd name="connsiteY77" fmla="*/ 1241191 h 1353297"/>
              <a:gd name="connsiteX78" fmla="*/ 5285593 w 10678681"/>
              <a:gd name="connsiteY78" fmla="*/ 1273569 h 1353297"/>
              <a:gd name="connsiteX79" fmla="*/ 5192893 w 10678681"/>
              <a:gd name="connsiteY79" fmla="*/ 1247188 h 1353297"/>
              <a:gd name="connsiteX80" fmla="*/ 5186475 w 10678681"/>
              <a:gd name="connsiteY80" fmla="*/ 1257028 h 1353297"/>
              <a:gd name="connsiteX81" fmla="*/ 5126038 w 10678681"/>
              <a:gd name="connsiteY81" fmla="*/ 1263189 h 1353297"/>
              <a:gd name="connsiteX82" fmla="*/ 4894688 w 10678681"/>
              <a:gd name="connsiteY82" fmla="*/ 1247184 h 1353297"/>
              <a:gd name="connsiteX83" fmla="*/ 4788036 w 10678681"/>
              <a:gd name="connsiteY83" fmla="*/ 1238182 h 1353297"/>
              <a:gd name="connsiteX84" fmla="*/ 4747555 w 10678681"/>
              <a:gd name="connsiteY84" fmla="*/ 1252768 h 1353297"/>
              <a:gd name="connsiteX85" fmla="*/ 4679644 w 10678681"/>
              <a:gd name="connsiteY85" fmla="*/ 1276603 h 1353297"/>
              <a:gd name="connsiteX86" fmla="*/ 4632222 w 10678681"/>
              <a:gd name="connsiteY86" fmla="*/ 1318360 h 1353297"/>
              <a:gd name="connsiteX87" fmla="*/ 4617358 w 10678681"/>
              <a:gd name="connsiteY87" fmla="*/ 1327690 h 1353297"/>
              <a:gd name="connsiteX88" fmla="*/ 4589102 w 10678681"/>
              <a:gd name="connsiteY88" fmla="*/ 1321223 h 1353297"/>
              <a:gd name="connsiteX89" fmla="*/ 4578184 w 10678681"/>
              <a:gd name="connsiteY89" fmla="*/ 1326745 h 1353297"/>
              <a:gd name="connsiteX90" fmla="*/ 4574270 w 10678681"/>
              <a:gd name="connsiteY90" fmla="*/ 1325878 h 1353297"/>
              <a:gd name="connsiteX91" fmla="*/ 4564919 w 10678681"/>
              <a:gd name="connsiteY91" fmla="*/ 1325507 h 1353297"/>
              <a:gd name="connsiteX92" fmla="*/ 4566586 w 10678681"/>
              <a:gd name="connsiteY92" fmla="*/ 1316963 h 1353297"/>
              <a:gd name="connsiteX93" fmla="*/ 4556303 w 10678681"/>
              <a:gd name="connsiteY93" fmla="*/ 1300262 h 1353297"/>
              <a:gd name="connsiteX94" fmla="*/ 4502358 w 10678681"/>
              <a:gd name="connsiteY94" fmla="*/ 1302558 h 1353297"/>
              <a:gd name="connsiteX95" fmla="*/ 4498919 w 10678681"/>
              <a:gd name="connsiteY95" fmla="*/ 1312115 h 1353297"/>
              <a:gd name="connsiteX96" fmla="*/ 4492075 w 10678681"/>
              <a:gd name="connsiteY96" fmla="*/ 1313357 h 1353297"/>
              <a:gd name="connsiteX97" fmla="*/ 4487466 w 10678681"/>
              <a:gd name="connsiteY97" fmla="*/ 1304102 h 1353297"/>
              <a:gd name="connsiteX98" fmla="*/ 4398292 w 10678681"/>
              <a:gd name="connsiteY98" fmla="*/ 1278410 h 1353297"/>
              <a:gd name="connsiteX99" fmla="*/ 4306088 w 10678681"/>
              <a:gd name="connsiteY99" fmla="*/ 1282512 h 1353297"/>
              <a:gd name="connsiteX100" fmla="*/ 4188995 w 10678681"/>
              <a:gd name="connsiteY100" fmla="*/ 1296718 h 1353297"/>
              <a:gd name="connsiteX101" fmla="*/ 4136582 w 10678681"/>
              <a:gd name="connsiteY101" fmla="*/ 1287687 h 1353297"/>
              <a:gd name="connsiteX102" fmla="*/ 4064614 w 10678681"/>
              <a:gd name="connsiteY102" fmla="*/ 1296118 h 1353297"/>
              <a:gd name="connsiteX103" fmla="*/ 3906561 w 10678681"/>
              <a:gd name="connsiteY103" fmla="*/ 1352435 h 1353297"/>
              <a:gd name="connsiteX104" fmla="*/ 3787890 w 10678681"/>
              <a:gd name="connsiteY104" fmla="*/ 1352442 h 1353297"/>
              <a:gd name="connsiteX105" fmla="*/ 3745993 w 10678681"/>
              <a:gd name="connsiteY105" fmla="*/ 1342630 h 1353297"/>
              <a:gd name="connsiteX106" fmla="*/ 3675785 w 10678681"/>
              <a:gd name="connsiteY106" fmla="*/ 1326802 h 1353297"/>
              <a:gd name="connsiteX107" fmla="*/ 3623856 w 10678681"/>
              <a:gd name="connsiteY107" fmla="*/ 1290804 h 1353297"/>
              <a:gd name="connsiteX108" fmla="*/ 3564933 w 10678681"/>
              <a:gd name="connsiteY108" fmla="*/ 1287147 h 1353297"/>
              <a:gd name="connsiteX109" fmla="*/ 3550537 w 10678681"/>
              <a:gd name="connsiteY109" fmla="*/ 1317552 h 1353297"/>
              <a:gd name="connsiteX110" fmla="*/ 3487736 w 10678681"/>
              <a:gd name="connsiteY110" fmla="*/ 1303493 h 1353297"/>
              <a:gd name="connsiteX111" fmla="*/ 3392548 w 10678681"/>
              <a:gd name="connsiteY111" fmla="*/ 1278741 h 1353297"/>
              <a:gd name="connsiteX112" fmla="*/ 3337466 w 10678681"/>
              <a:gd name="connsiteY112" fmla="*/ 1272537 h 1353297"/>
              <a:gd name="connsiteX113" fmla="*/ 3187206 w 10678681"/>
              <a:gd name="connsiteY113" fmla="*/ 1246821 h 1353297"/>
              <a:gd name="connsiteX114" fmla="*/ 3036856 w 10678681"/>
              <a:gd name="connsiteY114" fmla="*/ 1214383 h 1353297"/>
              <a:gd name="connsiteX115" fmla="*/ 2824973 w 10678681"/>
              <a:gd name="connsiteY115" fmla="*/ 1134864 h 1353297"/>
              <a:gd name="connsiteX116" fmla="*/ 2804398 w 10678681"/>
              <a:gd name="connsiteY116" fmla="*/ 1125556 h 1353297"/>
              <a:gd name="connsiteX117" fmla="*/ 2775396 w 10678681"/>
              <a:gd name="connsiteY117" fmla="*/ 1130148 h 1353297"/>
              <a:gd name="connsiteX118" fmla="*/ 2659096 w 10678681"/>
              <a:gd name="connsiteY118" fmla="*/ 1150294 h 1353297"/>
              <a:gd name="connsiteX119" fmla="*/ 2567088 w 10678681"/>
              <a:gd name="connsiteY119" fmla="*/ 1181781 h 1353297"/>
              <a:gd name="connsiteX120" fmla="*/ 2454501 w 10678681"/>
              <a:gd name="connsiteY120" fmla="*/ 1155455 h 1353297"/>
              <a:gd name="connsiteX121" fmla="*/ 2385161 w 10678681"/>
              <a:gd name="connsiteY121" fmla="*/ 1161312 h 1353297"/>
              <a:gd name="connsiteX122" fmla="*/ 2273361 w 10678681"/>
              <a:gd name="connsiteY122" fmla="*/ 1134090 h 1353297"/>
              <a:gd name="connsiteX123" fmla="*/ 2132003 w 10678681"/>
              <a:gd name="connsiteY123" fmla="*/ 1139225 h 1353297"/>
              <a:gd name="connsiteX124" fmla="*/ 2041224 w 10678681"/>
              <a:gd name="connsiteY124" fmla="*/ 1147536 h 1353297"/>
              <a:gd name="connsiteX125" fmla="*/ 2010157 w 10678681"/>
              <a:gd name="connsiteY125" fmla="*/ 1152767 h 1353297"/>
              <a:gd name="connsiteX126" fmla="*/ 1901837 w 10678681"/>
              <a:gd name="connsiteY126" fmla="*/ 1221762 h 1353297"/>
              <a:gd name="connsiteX127" fmla="*/ 1836762 w 10678681"/>
              <a:gd name="connsiteY127" fmla="*/ 1237387 h 1353297"/>
              <a:gd name="connsiteX128" fmla="*/ 1735877 w 10678681"/>
              <a:gd name="connsiteY128" fmla="*/ 1246527 h 1353297"/>
              <a:gd name="connsiteX129" fmla="*/ 1705069 w 10678681"/>
              <a:gd name="connsiteY129" fmla="*/ 1251989 h 1353297"/>
              <a:gd name="connsiteX130" fmla="*/ 1307888 w 10678681"/>
              <a:gd name="connsiteY130" fmla="*/ 1283156 h 1353297"/>
              <a:gd name="connsiteX131" fmla="*/ 1220734 w 10678681"/>
              <a:gd name="connsiteY131" fmla="*/ 1257811 h 1353297"/>
              <a:gd name="connsiteX132" fmla="*/ 1021737 w 10678681"/>
              <a:gd name="connsiteY132" fmla="*/ 1238739 h 1353297"/>
              <a:gd name="connsiteX133" fmla="*/ 959820 w 10678681"/>
              <a:gd name="connsiteY133" fmla="*/ 1275863 h 1353297"/>
              <a:gd name="connsiteX134" fmla="*/ 929137 w 10678681"/>
              <a:gd name="connsiteY134" fmla="*/ 1273957 h 1353297"/>
              <a:gd name="connsiteX135" fmla="*/ 878849 w 10678681"/>
              <a:gd name="connsiteY135" fmla="*/ 1266740 h 1353297"/>
              <a:gd name="connsiteX136" fmla="*/ 800667 w 10678681"/>
              <a:gd name="connsiteY136" fmla="*/ 1282041 h 1353297"/>
              <a:gd name="connsiteX137" fmla="*/ 644906 w 10678681"/>
              <a:gd name="connsiteY137" fmla="*/ 1273685 h 1353297"/>
              <a:gd name="connsiteX138" fmla="*/ 379869 w 10678681"/>
              <a:gd name="connsiteY138" fmla="*/ 1339165 h 1353297"/>
              <a:gd name="connsiteX139" fmla="*/ 137696 w 10678681"/>
              <a:gd name="connsiteY139" fmla="*/ 1319217 h 1353297"/>
              <a:gd name="connsiteX140" fmla="*/ 54250 w 10678681"/>
              <a:gd name="connsiteY140" fmla="*/ 1315838 h 1353297"/>
              <a:gd name="connsiteX141" fmla="*/ 28042 w 10678681"/>
              <a:gd name="connsiteY141" fmla="*/ 1297822 h 1353297"/>
              <a:gd name="connsiteX142" fmla="*/ 0 w 10678681"/>
              <a:gd name="connsiteY142" fmla="*/ 1294612 h 1353297"/>
              <a:gd name="connsiteX143" fmla="*/ 0 w 10678681"/>
              <a:gd name="connsiteY143" fmla="*/ 0 h 1353297"/>
              <a:gd name="connsiteX0" fmla="*/ 0 w 10678681"/>
              <a:gd name="connsiteY0" fmla="*/ 0 h 1353297"/>
              <a:gd name="connsiteX1" fmla="*/ 10678681 w 10678681"/>
              <a:gd name="connsiteY1" fmla="*/ 0 h 1353297"/>
              <a:gd name="connsiteX2" fmla="*/ 10666019 w 10678681"/>
              <a:gd name="connsiteY2" fmla="*/ 7876 h 1353297"/>
              <a:gd name="connsiteX3" fmla="*/ 10632825 w 10678681"/>
              <a:gd name="connsiteY3" fmla="*/ 32153 h 1353297"/>
              <a:gd name="connsiteX4" fmla="*/ 10510605 w 10678681"/>
              <a:gd name="connsiteY4" fmla="*/ 30449 h 1353297"/>
              <a:gd name="connsiteX5" fmla="*/ 10456989 w 10678681"/>
              <a:gd name="connsiteY5" fmla="*/ 979 h 1353297"/>
              <a:gd name="connsiteX6" fmla="*/ 10438642 w 10678681"/>
              <a:gd name="connsiteY6" fmla="*/ 1524 h 1353297"/>
              <a:gd name="connsiteX7" fmla="*/ 10407146 w 10678681"/>
              <a:gd name="connsiteY7" fmla="*/ 43659 h 1353297"/>
              <a:gd name="connsiteX8" fmla="*/ 10357996 w 10678681"/>
              <a:gd name="connsiteY8" fmla="*/ 50836 h 1353297"/>
              <a:gd name="connsiteX9" fmla="*/ 10306667 w 10678681"/>
              <a:gd name="connsiteY9" fmla="*/ 109739 h 1353297"/>
              <a:gd name="connsiteX10" fmla="*/ 10115334 w 10678681"/>
              <a:gd name="connsiteY10" fmla="*/ 155658 h 1353297"/>
              <a:gd name="connsiteX11" fmla="*/ 10068157 w 10678681"/>
              <a:gd name="connsiteY11" fmla="*/ 215673 h 1353297"/>
              <a:gd name="connsiteX12" fmla="*/ 10045431 w 10678681"/>
              <a:gd name="connsiteY12" fmla="*/ 229568 h 1353297"/>
              <a:gd name="connsiteX13" fmla="*/ 10013265 w 10678681"/>
              <a:gd name="connsiteY13" fmla="*/ 284757 h 1353297"/>
              <a:gd name="connsiteX14" fmla="*/ 9862496 w 10678681"/>
              <a:gd name="connsiteY14" fmla="*/ 223033 h 1353297"/>
              <a:gd name="connsiteX15" fmla="*/ 9679638 w 10678681"/>
              <a:gd name="connsiteY15" fmla="*/ 277462 h 1353297"/>
              <a:gd name="connsiteX16" fmla="*/ 9498347 w 10678681"/>
              <a:gd name="connsiteY16" fmla="*/ 244723 h 1353297"/>
              <a:gd name="connsiteX17" fmla="*/ 9399702 w 10678681"/>
              <a:gd name="connsiteY17" fmla="*/ 276316 h 1353297"/>
              <a:gd name="connsiteX18" fmla="*/ 9378439 w 10678681"/>
              <a:gd name="connsiteY18" fmla="*/ 326244 h 1353297"/>
              <a:gd name="connsiteX19" fmla="*/ 9121744 w 10678681"/>
              <a:gd name="connsiteY19" fmla="*/ 365177 h 1353297"/>
              <a:gd name="connsiteX20" fmla="*/ 9061654 w 10678681"/>
              <a:gd name="connsiteY20" fmla="*/ 393730 h 1353297"/>
              <a:gd name="connsiteX21" fmla="*/ 8997577 w 10678681"/>
              <a:gd name="connsiteY21" fmla="*/ 380865 h 1353297"/>
              <a:gd name="connsiteX22" fmla="*/ 8907968 w 10678681"/>
              <a:gd name="connsiteY22" fmla="*/ 447345 h 1353297"/>
              <a:gd name="connsiteX23" fmla="*/ 8764163 w 10678681"/>
              <a:gd name="connsiteY23" fmla="*/ 471000 h 1353297"/>
              <a:gd name="connsiteX24" fmla="*/ 8680155 w 10678681"/>
              <a:gd name="connsiteY24" fmla="*/ 492404 h 1353297"/>
              <a:gd name="connsiteX25" fmla="*/ 8651436 w 10678681"/>
              <a:gd name="connsiteY25" fmla="*/ 511923 h 1353297"/>
              <a:gd name="connsiteX26" fmla="*/ 8609185 w 10678681"/>
              <a:gd name="connsiteY26" fmla="*/ 531525 h 1353297"/>
              <a:gd name="connsiteX27" fmla="*/ 8537091 w 10678681"/>
              <a:gd name="connsiteY27" fmla="*/ 574933 h 1353297"/>
              <a:gd name="connsiteX28" fmla="*/ 8435931 w 10678681"/>
              <a:gd name="connsiteY28" fmla="*/ 617926 h 1353297"/>
              <a:gd name="connsiteX29" fmla="*/ 8348623 w 10678681"/>
              <a:gd name="connsiteY29" fmla="*/ 600607 h 1353297"/>
              <a:gd name="connsiteX30" fmla="*/ 8344233 w 10678681"/>
              <a:gd name="connsiteY30" fmla="*/ 610922 h 1353297"/>
              <a:gd name="connsiteX31" fmla="*/ 8290622 w 10678681"/>
              <a:gd name="connsiteY31" fmla="*/ 622687 h 1353297"/>
              <a:gd name="connsiteX32" fmla="*/ 8086698 w 10678681"/>
              <a:gd name="connsiteY32" fmla="*/ 605185 h 1353297"/>
              <a:gd name="connsiteX33" fmla="*/ 7982378 w 10678681"/>
              <a:gd name="connsiteY33" fmla="*/ 629799 h 1353297"/>
              <a:gd name="connsiteX34" fmla="*/ 7947952 w 10678681"/>
              <a:gd name="connsiteY34" fmla="*/ 648003 h 1353297"/>
              <a:gd name="connsiteX35" fmla="*/ 7890112 w 10678681"/>
              <a:gd name="connsiteY35" fmla="*/ 677915 h 1353297"/>
              <a:gd name="connsiteX36" fmla="*/ 7853284 w 10678681"/>
              <a:gd name="connsiteY36" fmla="*/ 723588 h 1353297"/>
              <a:gd name="connsiteX37" fmla="*/ 7802383 w 10678681"/>
              <a:gd name="connsiteY37" fmla="*/ 739359 h 1353297"/>
              <a:gd name="connsiteX38" fmla="*/ 7730518 w 10678681"/>
              <a:gd name="connsiteY38" fmla="*/ 739526 h 1353297"/>
              <a:gd name="connsiteX39" fmla="*/ 7652907 w 10678681"/>
              <a:gd name="connsiteY39" fmla="*/ 783273 h 1353297"/>
              <a:gd name="connsiteX40" fmla="*/ 7606008 w 10678681"/>
              <a:gd name="connsiteY40" fmla="*/ 800717 h 1353297"/>
              <a:gd name="connsiteX41" fmla="*/ 7480223 w 10678681"/>
              <a:gd name="connsiteY41" fmla="*/ 856821 h 1353297"/>
              <a:gd name="connsiteX42" fmla="*/ 7356005 w 10678681"/>
              <a:gd name="connsiteY42" fmla="*/ 919462 h 1353297"/>
              <a:gd name="connsiteX43" fmla="*/ 7305396 w 10678681"/>
              <a:gd name="connsiteY43" fmla="*/ 986228 h 1353297"/>
              <a:gd name="connsiteX44" fmla="*/ 7266251 w 10678681"/>
              <a:gd name="connsiteY44" fmla="*/ 967864 h 1353297"/>
              <a:gd name="connsiteX45" fmla="*/ 7269396 w 10678681"/>
              <a:gd name="connsiteY45" fmla="*/ 989282 h 1353297"/>
              <a:gd name="connsiteX46" fmla="*/ 7258094 w 10678681"/>
              <a:gd name="connsiteY46" fmla="*/ 990679 h 1353297"/>
              <a:gd name="connsiteX47" fmla="*/ 7257893 w 10678681"/>
              <a:gd name="connsiteY47" fmla="*/ 991204 h 1353297"/>
              <a:gd name="connsiteX48" fmla="*/ 7247153 w 10678681"/>
              <a:gd name="connsiteY48" fmla="*/ 991550 h 1353297"/>
              <a:gd name="connsiteX49" fmla="*/ 7193612 w 10678681"/>
              <a:gd name="connsiteY49" fmla="*/ 987042 h 1353297"/>
              <a:gd name="connsiteX50" fmla="*/ 7132632 w 10678681"/>
              <a:gd name="connsiteY50" fmla="*/ 1042036 h 1353297"/>
              <a:gd name="connsiteX51" fmla="*/ 7105610 w 10678681"/>
              <a:gd name="connsiteY51" fmla="*/ 1053537 h 1353297"/>
              <a:gd name="connsiteX52" fmla="*/ 7069148 w 10678681"/>
              <a:gd name="connsiteY52" fmla="*/ 1047163 h 1353297"/>
              <a:gd name="connsiteX53" fmla="*/ 7039634 w 10678681"/>
              <a:gd name="connsiteY53" fmla="*/ 1059971 h 1353297"/>
              <a:gd name="connsiteX54" fmla="*/ 7033445 w 10678681"/>
              <a:gd name="connsiteY54" fmla="*/ 1063314 h 1353297"/>
              <a:gd name="connsiteX55" fmla="*/ 6999157 w 10678681"/>
              <a:gd name="connsiteY55" fmla="*/ 1055282 h 1353297"/>
              <a:gd name="connsiteX56" fmla="*/ 6981874 w 10678681"/>
              <a:gd name="connsiteY56" fmla="*/ 1053827 h 1353297"/>
              <a:gd name="connsiteX57" fmla="*/ 6976102 w 10678681"/>
              <a:gd name="connsiteY57" fmla="*/ 1047854 h 1353297"/>
              <a:gd name="connsiteX58" fmla="*/ 6951040 w 10678681"/>
              <a:gd name="connsiteY58" fmla="*/ 1048531 h 1353297"/>
              <a:gd name="connsiteX59" fmla="*/ 6948497 w 10678681"/>
              <a:gd name="connsiteY59" fmla="*/ 1050706 h 1353297"/>
              <a:gd name="connsiteX60" fmla="*/ 6926582 w 10678681"/>
              <a:gd name="connsiteY60" fmla="*/ 1043462 h 1353297"/>
              <a:gd name="connsiteX61" fmla="*/ 6833743 w 10678681"/>
              <a:gd name="connsiteY61" fmla="*/ 1027960 h 1353297"/>
              <a:gd name="connsiteX62" fmla="*/ 6687090 w 10678681"/>
              <a:gd name="connsiteY62" fmla="*/ 1063250 h 1353297"/>
              <a:gd name="connsiteX63" fmla="*/ 6437450 w 10678681"/>
              <a:gd name="connsiteY63" fmla="*/ 1101075 h 1353297"/>
              <a:gd name="connsiteX64" fmla="*/ 6327795 w 10678681"/>
              <a:gd name="connsiteY64" fmla="*/ 1088142 h 1353297"/>
              <a:gd name="connsiteX65" fmla="*/ 6136549 w 10678681"/>
              <a:gd name="connsiteY65" fmla="*/ 1100268 h 1353297"/>
              <a:gd name="connsiteX66" fmla="*/ 6004655 w 10678681"/>
              <a:gd name="connsiteY66" fmla="*/ 1114946 h 1353297"/>
              <a:gd name="connsiteX67" fmla="*/ 5936643 w 10678681"/>
              <a:gd name="connsiteY67" fmla="*/ 1095428 h 1353297"/>
              <a:gd name="connsiteX68" fmla="*/ 5912484 w 10678681"/>
              <a:gd name="connsiteY68" fmla="*/ 1112624 h 1353297"/>
              <a:gd name="connsiteX69" fmla="*/ 5908387 w 10678681"/>
              <a:gd name="connsiteY69" fmla="*/ 1116018 h 1353297"/>
              <a:gd name="connsiteX70" fmla="*/ 5890495 w 10678681"/>
              <a:gd name="connsiteY70" fmla="*/ 1120268 h 1353297"/>
              <a:gd name="connsiteX71" fmla="*/ 5887318 w 10678681"/>
              <a:gd name="connsiteY71" fmla="*/ 1133134 h 1353297"/>
              <a:gd name="connsiteX72" fmla="*/ 5861726 w 10678681"/>
              <a:gd name="connsiteY72" fmla="*/ 1147891 h 1353297"/>
              <a:gd name="connsiteX73" fmla="*/ 5805823 w 10678681"/>
              <a:gd name="connsiteY73" fmla="*/ 1152457 h 1353297"/>
              <a:gd name="connsiteX74" fmla="*/ 5689841 w 10678681"/>
              <a:gd name="connsiteY74" fmla="*/ 1176232 h 1353297"/>
              <a:gd name="connsiteX75" fmla="*/ 5605119 w 10678681"/>
              <a:gd name="connsiteY75" fmla="*/ 1190202 h 1353297"/>
              <a:gd name="connsiteX76" fmla="*/ 5488513 w 10678681"/>
              <a:gd name="connsiteY76" fmla="*/ 1205367 h 1353297"/>
              <a:gd name="connsiteX77" fmla="*/ 5402905 w 10678681"/>
              <a:gd name="connsiteY77" fmla="*/ 1241191 h 1353297"/>
              <a:gd name="connsiteX78" fmla="*/ 5285593 w 10678681"/>
              <a:gd name="connsiteY78" fmla="*/ 1273569 h 1353297"/>
              <a:gd name="connsiteX79" fmla="*/ 5192893 w 10678681"/>
              <a:gd name="connsiteY79" fmla="*/ 1247188 h 1353297"/>
              <a:gd name="connsiteX80" fmla="*/ 5186475 w 10678681"/>
              <a:gd name="connsiteY80" fmla="*/ 1257028 h 1353297"/>
              <a:gd name="connsiteX81" fmla="*/ 5126038 w 10678681"/>
              <a:gd name="connsiteY81" fmla="*/ 1263189 h 1353297"/>
              <a:gd name="connsiteX82" fmla="*/ 4894688 w 10678681"/>
              <a:gd name="connsiteY82" fmla="*/ 1247184 h 1353297"/>
              <a:gd name="connsiteX83" fmla="*/ 4788036 w 10678681"/>
              <a:gd name="connsiteY83" fmla="*/ 1238182 h 1353297"/>
              <a:gd name="connsiteX84" fmla="*/ 4747555 w 10678681"/>
              <a:gd name="connsiteY84" fmla="*/ 1252768 h 1353297"/>
              <a:gd name="connsiteX85" fmla="*/ 4679644 w 10678681"/>
              <a:gd name="connsiteY85" fmla="*/ 1276603 h 1353297"/>
              <a:gd name="connsiteX86" fmla="*/ 4632222 w 10678681"/>
              <a:gd name="connsiteY86" fmla="*/ 1318360 h 1353297"/>
              <a:gd name="connsiteX87" fmla="*/ 4617358 w 10678681"/>
              <a:gd name="connsiteY87" fmla="*/ 1327690 h 1353297"/>
              <a:gd name="connsiteX88" fmla="*/ 4589102 w 10678681"/>
              <a:gd name="connsiteY88" fmla="*/ 1321223 h 1353297"/>
              <a:gd name="connsiteX89" fmla="*/ 4578184 w 10678681"/>
              <a:gd name="connsiteY89" fmla="*/ 1326745 h 1353297"/>
              <a:gd name="connsiteX90" fmla="*/ 4574270 w 10678681"/>
              <a:gd name="connsiteY90" fmla="*/ 1325878 h 1353297"/>
              <a:gd name="connsiteX91" fmla="*/ 4564919 w 10678681"/>
              <a:gd name="connsiteY91" fmla="*/ 1325507 h 1353297"/>
              <a:gd name="connsiteX92" fmla="*/ 4566586 w 10678681"/>
              <a:gd name="connsiteY92" fmla="*/ 1316963 h 1353297"/>
              <a:gd name="connsiteX93" fmla="*/ 4556303 w 10678681"/>
              <a:gd name="connsiteY93" fmla="*/ 1300262 h 1353297"/>
              <a:gd name="connsiteX94" fmla="*/ 4502358 w 10678681"/>
              <a:gd name="connsiteY94" fmla="*/ 1302558 h 1353297"/>
              <a:gd name="connsiteX95" fmla="*/ 4498919 w 10678681"/>
              <a:gd name="connsiteY95" fmla="*/ 1312115 h 1353297"/>
              <a:gd name="connsiteX96" fmla="*/ 4492075 w 10678681"/>
              <a:gd name="connsiteY96" fmla="*/ 1313357 h 1353297"/>
              <a:gd name="connsiteX97" fmla="*/ 4487466 w 10678681"/>
              <a:gd name="connsiteY97" fmla="*/ 1304102 h 1353297"/>
              <a:gd name="connsiteX98" fmla="*/ 4398292 w 10678681"/>
              <a:gd name="connsiteY98" fmla="*/ 1278410 h 1353297"/>
              <a:gd name="connsiteX99" fmla="*/ 4306088 w 10678681"/>
              <a:gd name="connsiteY99" fmla="*/ 1282512 h 1353297"/>
              <a:gd name="connsiteX100" fmla="*/ 4188995 w 10678681"/>
              <a:gd name="connsiteY100" fmla="*/ 1296718 h 1353297"/>
              <a:gd name="connsiteX101" fmla="*/ 4136582 w 10678681"/>
              <a:gd name="connsiteY101" fmla="*/ 1287687 h 1353297"/>
              <a:gd name="connsiteX102" fmla="*/ 4064614 w 10678681"/>
              <a:gd name="connsiteY102" fmla="*/ 1296118 h 1353297"/>
              <a:gd name="connsiteX103" fmla="*/ 3906561 w 10678681"/>
              <a:gd name="connsiteY103" fmla="*/ 1352435 h 1353297"/>
              <a:gd name="connsiteX104" fmla="*/ 3787890 w 10678681"/>
              <a:gd name="connsiteY104" fmla="*/ 1352442 h 1353297"/>
              <a:gd name="connsiteX105" fmla="*/ 3745993 w 10678681"/>
              <a:gd name="connsiteY105" fmla="*/ 1342630 h 1353297"/>
              <a:gd name="connsiteX106" fmla="*/ 3675785 w 10678681"/>
              <a:gd name="connsiteY106" fmla="*/ 1326802 h 1353297"/>
              <a:gd name="connsiteX107" fmla="*/ 3623856 w 10678681"/>
              <a:gd name="connsiteY107" fmla="*/ 1290804 h 1353297"/>
              <a:gd name="connsiteX108" fmla="*/ 3564933 w 10678681"/>
              <a:gd name="connsiteY108" fmla="*/ 1287147 h 1353297"/>
              <a:gd name="connsiteX109" fmla="*/ 3550537 w 10678681"/>
              <a:gd name="connsiteY109" fmla="*/ 1317552 h 1353297"/>
              <a:gd name="connsiteX110" fmla="*/ 3487736 w 10678681"/>
              <a:gd name="connsiteY110" fmla="*/ 1303493 h 1353297"/>
              <a:gd name="connsiteX111" fmla="*/ 3392548 w 10678681"/>
              <a:gd name="connsiteY111" fmla="*/ 1278741 h 1353297"/>
              <a:gd name="connsiteX112" fmla="*/ 3337466 w 10678681"/>
              <a:gd name="connsiteY112" fmla="*/ 1272537 h 1353297"/>
              <a:gd name="connsiteX113" fmla="*/ 3187206 w 10678681"/>
              <a:gd name="connsiteY113" fmla="*/ 1246821 h 1353297"/>
              <a:gd name="connsiteX114" fmla="*/ 3036856 w 10678681"/>
              <a:gd name="connsiteY114" fmla="*/ 1214383 h 1353297"/>
              <a:gd name="connsiteX115" fmla="*/ 2824973 w 10678681"/>
              <a:gd name="connsiteY115" fmla="*/ 1134864 h 1353297"/>
              <a:gd name="connsiteX116" fmla="*/ 2804398 w 10678681"/>
              <a:gd name="connsiteY116" fmla="*/ 1125556 h 1353297"/>
              <a:gd name="connsiteX117" fmla="*/ 2775396 w 10678681"/>
              <a:gd name="connsiteY117" fmla="*/ 1130148 h 1353297"/>
              <a:gd name="connsiteX118" fmla="*/ 2659096 w 10678681"/>
              <a:gd name="connsiteY118" fmla="*/ 1150294 h 1353297"/>
              <a:gd name="connsiteX119" fmla="*/ 2567088 w 10678681"/>
              <a:gd name="connsiteY119" fmla="*/ 1181781 h 1353297"/>
              <a:gd name="connsiteX120" fmla="*/ 2454501 w 10678681"/>
              <a:gd name="connsiteY120" fmla="*/ 1155455 h 1353297"/>
              <a:gd name="connsiteX121" fmla="*/ 2385161 w 10678681"/>
              <a:gd name="connsiteY121" fmla="*/ 1161312 h 1353297"/>
              <a:gd name="connsiteX122" fmla="*/ 2273361 w 10678681"/>
              <a:gd name="connsiteY122" fmla="*/ 1134090 h 1353297"/>
              <a:gd name="connsiteX123" fmla="*/ 2132003 w 10678681"/>
              <a:gd name="connsiteY123" fmla="*/ 1139225 h 1353297"/>
              <a:gd name="connsiteX124" fmla="*/ 2041224 w 10678681"/>
              <a:gd name="connsiteY124" fmla="*/ 1147536 h 1353297"/>
              <a:gd name="connsiteX125" fmla="*/ 2010157 w 10678681"/>
              <a:gd name="connsiteY125" fmla="*/ 1152767 h 1353297"/>
              <a:gd name="connsiteX126" fmla="*/ 1836762 w 10678681"/>
              <a:gd name="connsiteY126" fmla="*/ 1237387 h 1353297"/>
              <a:gd name="connsiteX127" fmla="*/ 1735877 w 10678681"/>
              <a:gd name="connsiteY127" fmla="*/ 1246527 h 1353297"/>
              <a:gd name="connsiteX128" fmla="*/ 1705069 w 10678681"/>
              <a:gd name="connsiteY128" fmla="*/ 1251989 h 1353297"/>
              <a:gd name="connsiteX129" fmla="*/ 1307888 w 10678681"/>
              <a:gd name="connsiteY129" fmla="*/ 1283156 h 1353297"/>
              <a:gd name="connsiteX130" fmla="*/ 1220734 w 10678681"/>
              <a:gd name="connsiteY130" fmla="*/ 1257811 h 1353297"/>
              <a:gd name="connsiteX131" fmla="*/ 1021737 w 10678681"/>
              <a:gd name="connsiteY131" fmla="*/ 1238739 h 1353297"/>
              <a:gd name="connsiteX132" fmla="*/ 959820 w 10678681"/>
              <a:gd name="connsiteY132" fmla="*/ 1275863 h 1353297"/>
              <a:gd name="connsiteX133" fmla="*/ 929137 w 10678681"/>
              <a:gd name="connsiteY133" fmla="*/ 1273957 h 1353297"/>
              <a:gd name="connsiteX134" fmla="*/ 878849 w 10678681"/>
              <a:gd name="connsiteY134" fmla="*/ 1266740 h 1353297"/>
              <a:gd name="connsiteX135" fmla="*/ 800667 w 10678681"/>
              <a:gd name="connsiteY135" fmla="*/ 1282041 h 1353297"/>
              <a:gd name="connsiteX136" fmla="*/ 644906 w 10678681"/>
              <a:gd name="connsiteY136" fmla="*/ 1273685 h 1353297"/>
              <a:gd name="connsiteX137" fmla="*/ 379869 w 10678681"/>
              <a:gd name="connsiteY137" fmla="*/ 1339165 h 1353297"/>
              <a:gd name="connsiteX138" fmla="*/ 137696 w 10678681"/>
              <a:gd name="connsiteY138" fmla="*/ 1319217 h 1353297"/>
              <a:gd name="connsiteX139" fmla="*/ 54250 w 10678681"/>
              <a:gd name="connsiteY139" fmla="*/ 1315838 h 1353297"/>
              <a:gd name="connsiteX140" fmla="*/ 28042 w 10678681"/>
              <a:gd name="connsiteY140" fmla="*/ 1297822 h 1353297"/>
              <a:gd name="connsiteX141" fmla="*/ 0 w 10678681"/>
              <a:gd name="connsiteY141" fmla="*/ 1294612 h 1353297"/>
              <a:gd name="connsiteX142" fmla="*/ 0 w 10678681"/>
              <a:gd name="connsiteY142" fmla="*/ 0 h 1353297"/>
              <a:gd name="connsiteX0" fmla="*/ 0 w 10678681"/>
              <a:gd name="connsiteY0" fmla="*/ 0 h 1353297"/>
              <a:gd name="connsiteX1" fmla="*/ 10678681 w 10678681"/>
              <a:gd name="connsiteY1" fmla="*/ 0 h 1353297"/>
              <a:gd name="connsiteX2" fmla="*/ 10666019 w 10678681"/>
              <a:gd name="connsiteY2" fmla="*/ 7876 h 1353297"/>
              <a:gd name="connsiteX3" fmla="*/ 10632825 w 10678681"/>
              <a:gd name="connsiteY3" fmla="*/ 32153 h 1353297"/>
              <a:gd name="connsiteX4" fmla="*/ 10510605 w 10678681"/>
              <a:gd name="connsiteY4" fmla="*/ 30449 h 1353297"/>
              <a:gd name="connsiteX5" fmla="*/ 10456989 w 10678681"/>
              <a:gd name="connsiteY5" fmla="*/ 979 h 1353297"/>
              <a:gd name="connsiteX6" fmla="*/ 10438642 w 10678681"/>
              <a:gd name="connsiteY6" fmla="*/ 1524 h 1353297"/>
              <a:gd name="connsiteX7" fmla="*/ 10407146 w 10678681"/>
              <a:gd name="connsiteY7" fmla="*/ 43659 h 1353297"/>
              <a:gd name="connsiteX8" fmla="*/ 10357996 w 10678681"/>
              <a:gd name="connsiteY8" fmla="*/ 50836 h 1353297"/>
              <a:gd name="connsiteX9" fmla="*/ 10306667 w 10678681"/>
              <a:gd name="connsiteY9" fmla="*/ 109739 h 1353297"/>
              <a:gd name="connsiteX10" fmla="*/ 10115334 w 10678681"/>
              <a:gd name="connsiteY10" fmla="*/ 155658 h 1353297"/>
              <a:gd name="connsiteX11" fmla="*/ 10068157 w 10678681"/>
              <a:gd name="connsiteY11" fmla="*/ 215673 h 1353297"/>
              <a:gd name="connsiteX12" fmla="*/ 10045431 w 10678681"/>
              <a:gd name="connsiteY12" fmla="*/ 229568 h 1353297"/>
              <a:gd name="connsiteX13" fmla="*/ 10013265 w 10678681"/>
              <a:gd name="connsiteY13" fmla="*/ 284757 h 1353297"/>
              <a:gd name="connsiteX14" fmla="*/ 9862496 w 10678681"/>
              <a:gd name="connsiteY14" fmla="*/ 223033 h 1353297"/>
              <a:gd name="connsiteX15" fmla="*/ 9679638 w 10678681"/>
              <a:gd name="connsiteY15" fmla="*/ 277462 h 1353297"/>
              <a:gd name="connsiteX16" fmla="*/ 9498347 w 10678681"/>
              <a:gd name="connsiteY16" fmla="*/ 244723 h 1353297"/>
              <a:gd name="connsiteX17" fmla="*/ 9399702 w 10678681"/>
              <a:gd name="connsiteY17" fmla="*/ 276316 h 1353297"/>
              <a:gd name="connsiteX18" fmla="*/ 9378439 w 10678681"/>
              <a:gd name="connsiteY18" fmla="*/ 326244 h 1353297"/>
              <a:gd name="connsiteX19" fmla="*/ 9121744 w 10678681"/>
              <a:gd name="connsiteY19" fmla="*/ 365177 h 1353297"/>
              <a:gd name="connsiteX20" fmla="*/ 9061654 w 10678681"/>
              <a:gd name="connsiteY20" fmla="*/ 393730 h 1353297"/>
              <a:gd name="connsiteX21" fmla="*/ 8997577 w 10678681"/>
              <a:gd name="connsiteY21" fmla="*/ 380865 h 1353297"/>
              <a:gd name="connsiteX22" fmla="*/ 8907968 w 10678681"/>
              <a:gd name="connsiteY22" fmla="*/ 447345 h 1353297"/>
              <a:gd name="connsiteX23" fmla="*/ 8764163 w 10678681"/>
              <a:gd name="connsiteY23" fmla="*/ 471000 h 1353297"/>
              <a:gd name="connsiteX24" fmla="*/ 8680155 w 10678681"/>
              <a:gd name="connsiteY24" fmla="*/ 492404 h 1353297"/>
              <a:gd name="connsiteX25" fmla="*/ 8651436 w 10678681"/>
              <a:gd name="connsiteY25" fmla="*/ 511923 h 1353297"/>
              <a:gd name="connsiteX26" fmla="*/ 8609185 w 10678681"/>
              <a:gd name="connsiteY26" fmla="*/ 531525 h 1353297"/>
              <a:gd name="connsiteX27" fmla="*/ 8537091 w 10678681"/>
              <a:gd name="connsiteY27" fmla="*/ 574933 h 1353297"/>
              <a:gd name="connsiteX28" fmla="*/ 8435931 w 10678681"/>
              <a:gd name="connsiteY28" fmla="*/ 617926 h 1353297"/>
              <a:gd name="connsiteX29" fmla="*/ 8348623 w 10678681"/>
              <a:gd name="connsiteY29" fmla="*/ 600607 h 1353297"/>
              <a:gd name="connsiteX30" fmla="*/ 8344233 w 10678681"/>
              <a:gd name="connsiteY30" fmla="*/ 610922 h 1353297"/>
              <a:gd name="connsiteX31" fmla="*/ 8290622 w 10678681"/>
              <a:gd name="connsiteY31" fmla="*/ 622687 h 1353297"/>
              <a:gd name="connsiteX32" fmla="*/ 8086698 w 10678681"/>
              <a:gd name="connsiteY32" fmla="*/ 605185 h 1353297"/>
              <a:gd name="connsiteX33" fmla="*/ 7982378 w 10678681"/>
              <a:gd name="connsiteY33" fmla="*/ 629799 h 1353297"/>
              <a:gd name="connsiteX34" fmla="*/ 7947952 w 10678681"/>
              <a:gd name="connsiteY34" fmla="*/ 648003 h 1353297"/>
              <a:gd name="connsiteX35" fmla="*/ 7890112 w 10678681"/>
              <a:gd name="connsiteY35" fmla="*/ 677915 h 1353297"/>
              <a:gd name="connsiteX36" fmla="*/ 7853284 w 10678681"/>
              <a:gd name="connsiteY36" fmla="*/ 723588 h 1353297"/>
              <a:gd name="connsiteX37" fmla="*/ 7802383 w 10678681"/>
              <a:gd name="connsiteY37" fmla="*/ 739359 h 1353297"/>
              <a:gd name="connsiteX38" fmla="*/ 7730518 w 10678681"/>
              <a:gd name="connsiteY38" fmla="*/ 739526 h 1353297"/>
              <a:gd name="connsiteX39" fmla="*/ 7652907 w 10678681"/>
              <a:gd name="connsiteY39" fmla="*/ 783273 h 1353297"/>
              <a:gd name="connsiteX40" fmla="*/ 7606008 w 10678681"/>
              <a:gd name="connsiteY40" fmla="*/ 800717 h 1353297"/>
              <a:gd name="connsiteX41" fmla="*/ 7480223 w 10678681"/>
              <a:gd name="connsiteY41" fmla="*/ 856821 h 1353297"/>
              <a:gd name="connsiteX42" fmla="*/ 7356005 w 10678681"/>
              <a:gd name="connsiteY42" fmla="*/ 919462 h 1353297"/>
              <a:gd name="connsiteX43" fmla="*/ 7305396 w 10678681"/>
              <a:gd name="connsiteY43" fmla="*/ 986228 h 1353297"/>
              <a:gd name="connsiteX44" fmla="*/ 7266251 w 10678681"/>
              <a:gd name="connsiteY44" fmla="*/ 967864 h 1353297"/>
              <a:gd name="connsiteX45" fmla="*/ 7269396 w 10678681"/>
              <a:gd name="connsiteY45" fmla="*/ 989282 h 1353297"/>
              <a:gd name="connsiteX46" fmla="*/ 7258094 w 10678681"/>
              <a:gd name="connsiteY46" fmla="*/ 990679 h 1353297"/>
              <a:gd name="connsiteX47" fmla="*/ 7257893 w 10678681"/>
              <a:gd name="connsiteY47" fmla="*/ 991204 h 1353297"/>
              <a:gd name="connsiteX48" fmla="*/ 7247153 w 10678681"/>
              <a:gd name="connsiteY48" fmla="*/ 991550 h 1353297"/>
              <a:gd name="connsiteX49" fmla="*/ 7193612 w 10678681"/>
              <a:gd name="connsiteY49" fmla="*/ 987042 h 1353297"/>
              <a:gd name="connsiteX50" fmla="*/ 7132632 w 10678681"/>
              <a:gd name="connsiteY50" fmla="*/ 1042036 h 1353297"/>
              <a:gd name="connsiteX51" fmla="*/ 7105610 w 10678681"/>
              <a:gd name="connsiteY51" fmla="*/ 1053537 h 1353297"/>
              <a:gd name="connsiteX52" fmla="*/ 7069148 w 10678681"/>
              <a:gd name="connsiteY52" fmla="*/ 1047163 h 1353297"/>
              <a:gd name="connsiteX53" fmla="*/ 7039634 w 10678681"/>
              <a:gd name="connsiteY53" fmla="*/ 1059971 h 1353297"/>
              <a:gd name="connsiteX54" fmla="*/ 7033445 w 10678681"/>
              <a:gd name="connsiteY54" fmla="*/ 1063314 h 1353297"/>
              <a:gd name="connsiteX55" fmla="*/ 6999157 w 10678681"/>
              <a:gd name="connsiteY55" fmla="*/ 1055282 h 1353297"/>
              <a:gd name="connsiteX56" fmla="*/ 6981874 w 10678681"/>
              <a:gd name="connsiteY56" fmla="*/ 1053827 h 1353297"/>
              <a:gd name="connsiteX57" fmla="*/ 6976102 w 10678681"/>
              <a:gd name="connsiteY57" fmla="*/ 1047854 h 1353297"/>
              <a:gd name="connsiteX58" fmla="*/ 6951040 w 10678681"/>
              <a:gd name="connsiteY58" fmla="*/ 1048531 h 1353297"/>
              <a:gd name="connsiteX59" fmla="*/ 6948497 w 10678681"/>
              <a:gd name="connsiteY59" fmla="*/ 1050706 h 1353297"/>
              <a:gd name="connsiteX60" fmla="*/ 6926582 w 10678681"/>
              <a:gd name="connsiteY60" fmla="*/ 1043462 h 1353297"/>
              <a:gd name="connsiteX61" fmla="*/ 6833743 w 10678681"/>
              <a:gd name="connsiteY61" fmla="*/ 1027960 h 1353297"/>
              <a:gd name="connsiteX62" fmla="*/ 6687090 w 10678681"/>
              <a:gd name="connsiteY62" fmla="*/ 1063250 h 1353297"/>
              <a:gd name="connsiteX63" fmla="*/ 6437450 w 10678681"/>
              <a:gd name="connsiteY63" fmla="*/ 1101075 h 1353297"/>
              <a:gd name="connsiteX64" fmla="*/ 6327795 w 10678681"/>
              <a:gd name="connsiteY64" fmla="*/ 1088142 h 1353297"/>
              <a:gd name="connsiteX65" fmla="*/ 6136549 w 10678681"/>
              <a:gd name="connsiteY65" fmla="*/ 1100268 h 1353297"/>
              <a:gd name="connsiteX66" fmla="*/ 6004655 w 10678681"/>
              <a:gd name="connsiteY66" fmla="*/ 1114946 h 1353297"/>
              <a:gd name="connsiteX67" fmla="*/ 5936643 w 10678681"/>
              <a:gd name="connsiteY67" fmla="*/ 1095428 h 1353297"/>
              <a:gd name="connsiteX68" fmla="*/ 5912484 w 10678681"/>
              <a:gd name="connsiteY68" fmla="*/ 1112624 h 1353297"/>
              <a:gd name="connsiteX69" fmla="*/ 5908387 w 10678681"/>
              <a:gd name="connsiteY69" fmla="*/ 1116018 h 1353297"/>
              <a:gd name="connsiteX70" fmla="*/ 5890495 w 10678681"/>
              <a:gd name="connsiteY70" fmla="*/ 1120268 h 1353297"/>
              <a:gd name="connsiteX71" fmla="*/ 5887318 w 10678681"/>
              <a:gd name="connsiteY71" fmla="*/ 1133134 h 1353297"/>
              <a:gd name="connsiteX72" fmla="*/ 5861726 w 10678681"/>
              <a:gd name="connsiteY72" fmla="*/ 1147891 h 1353297"/>
              <a:gd name="connsiteX73" fmla="*/ 5805823 w 10678681"/>
              <a:gd name="connsiteY73" fmla="*/ 1152457 h 1353297"/>
              <a:gd name="connsiteX74" fmla="*/ 5689841 w 10678681"/>
              <a:gd name="connsiteY74" fmla="*/ 1176232 h 1353297"/>
              <a:gd name="connsiteX75" fmla="*/ 5605119 w 10678681"/>
              <a:gd name="connsiteY75" fmla="*/ 1190202 h 1353297"/>
              <a:gd name="connsiteX76" fmla="*/ 5488513 w 10678681"/>
              <a:gd name="connsiteY76" fmla="*/ 1205367 h 1353297"/>
              <a:gd name="connsiteX77" fmla="*/ 5402905 w 10678681"/>
              <a:gd name="connsiteY77" fmla="*/ 1241191 h 1353297"/>
              <a:gd name="connsiteX78" fmla="*/ 5285593 w 10678681"/>
              <a:gd name="connsiteY78" fmla="*/ 1273569 h 1353297"/>
              <a:gd name="connsiteX79" fmla="*/ 5192893 w 10678681"/>
              <a:gd name="connsiteY79" fmla="*/ 1247188 h 1353297"/>
              <a:gd name="connsiteX80" fmla="*/ 5186475 w 10678681"/>
              <a:gd name="connsiteY80" fmla="*/ 1257028 h 1353297"/>
              <a:gd name="connsiteX81" fmla="*/ 5126038 w 10678681"/>
              <a:gd name="connsiteY81" fmla="*/ 1263189 h 1353297"/>
              <a:gd name="connsiteX82" fmla="*/ 4894688 w 10678681"/>
              <a:gd name="connsiteY82" fmla="*/ 1247184 h 1353297"/>
              <a:gd name="connsiteX83" fmla="*/ 4788036 w 10678681"/>
              <a:gd name="connsiteY83" fmla="*/ 1238182 h 1353297"/>
              <a:gd name="connsiteX84" fmla="*/ 4747555 w 10678681"/>
              <a:gd name="connsiteY84" fmla="*/ 1252768 h 1353297"/>
              <a:gd name="connsiteX85" fmla="*/ 4679644 w 10678681"/>
              <a:gd name="connsiteY85" fmla="*/ 1276603 h 1353297"/>
              <a:gd name="connsiteX86" fmla="*/ 4632222 w 10678681"/>
              <a:gd name="connsiteY86" fmla="*/ 1318360 h 1353297"/>
              <a:gd name="connsiteX87" fmla="*/ 4617358 w 10678681"/>
              <a:gd name="connsiteY87" fmla="*/ 1327690 h 1353297"/>
              <a:gd name="connsiteX88" fmla="*/ 4589102 w 10678681"/>
              <a:gd name="connsiteY88" fmla="*/ 1321223 h 1353297"/>
              <a:gd name="connsiteX89" fmla="*/ 4578184 w 10678681"/>
              <a:gd name="connsiteY89" fmla="*/ 1326745 h 1353297"/>
              <a:gd name="connsiteX90" fmla="*/ 4574270 w 10678681"/>
              <a:gd name="connsiteY90" fmla="*/ 1325878 h 1353297"/>
              <a:gd name="connsiteX91" fmla="*/ 4564919 w 10678681"/>
              <a:gd name="connsiteY91" fmla="*/ 1325507 h 1353297"/>
              <a:gd name="connsiteX92" fmla="*/ 4566586 w 10678681"/>
              <a:gd name="connsiteY92" fmla="*/ 1316963 h 1353297"/>
              <a:gd name="connsiteX93" fmla="*/ 4556303 w 10678681"/>
              <a:gd name="connsiteY93" fmla="*/ 1300262 h 1353297"/>
              <a:gd name="connsiteX94" fmla="*/ 4502358 w 10678681"/>
              <a:gd name="connsiteY94" fmla="*/ 1302558 h 1353297"/>
              <a:gd name="connsiteX95" fmla="*/ 4498919 w 10678681"/>
              <a:gd name="connsiteY95" fmla="*/ 1312115 h 1353297"/>
              <a:gd name="connsiteX96" fmla="*/ 4492075 w 10678681"/>
              <a:gd name="connsiteY96" fmla="*/ 1313357 h 1353297"/>
              <a:gd name="connsiteX97" fmla="*/ 4487466 w 10678681"/>
              <a:gd name="connsiteY97" fmla="*/ 1304102 h 1353297"/>
              <a:gd name="connsiteX98" fmla="*/ 4398292 w 10678681"/>
              <a:gd name="connsiteY98" fmla="*/ 1278410 h 1353297"/>
              <a:gd name="connsiteX99" fmla="*/ 4306088 w 10678681"/>
              <a:gd name="connsiteY99" fmla="*/ 1282512 h 1353297"/>
              <a:gd name="connsiteX100" fmla="*/ 4188995 w 10678681"/>
              <a:gd name="connsiteY100" fmla="*/ 1296718 h 1353297"/>
              <a:gd name="connsiteX101" fmla="*/ 4136582 w 10678681"/>
              <a:gd name="connsiteY101" fmla="*/ 1287687 h 1353297"/>
              <a:gd name="connsiteX102" fmla="*/ 4064614 w 10678681"/>
              <a:gd name="connsiteY102" fmla="*/ 1296118 h 1353297"/>
              <a:gd name="connsiteX103" fmla="*/ 3906561 w 10678681"/>
              <a:gd name="connsiteY103" fmla="*/ 1352435 h 1353297"/>
              <a:gd name="connsiteX104" fmla="*/ 3787890 w 10678681"/>
              <a:gd name="connsiteY104" fmla="*/ 1352442 h 1353297"/>
              <a:gd name="connsiteX105" fmla="*/ 3745993 w 10678681"/>
              <a:gd name="connsiteY105" fmla="*/ 1342630 h 1353297"/>
              <a:gd name="connsiteX106" fmla="*/ 3675785 w 10678681"/>
              <a:gd name="connsiteY106" fmla="*/ 1326802 h 1353297"/>
              <a:gd name="connsiteX107" fmla="*/ 3623856 w 10678681"/>
              <a:gd name="connsiteY107" fmla="*/ 1290804 h 1353297"/>
              <a:gd name="connsiteX108" fmla="*/ 3564933 w 10678681"/>
              <a:gd name="connsiteY108" fmla="*/ 1287147 h 1353297"/>
              <a:gd name="connsiteX109" fmla="*/ 3550537 w 10678681"/>
              <a:gd name="connsiteY109" fmla="*/ 1317552 h 1353297"/>
              <a:gd name="connsiteX110" fmla="*/ 3487736 w 10678681"/>
              <a:gd name="connsiteY110" fmla="*/ 1303493 h 1353297"/>
              <a:gd name="connsiteX111" fmla="*/ 3392548 w 10678681"/>
              <a:gd name="connsiteY111" fmla="*/ 1278741 h 1353297"/>
              <a:gd name="connsiteX112" fmla="*/ 3337466 w 10678681"/>
              <a:gd name="connsiteY112" fmla="*/ 1272537 h 1353297"/>
              <a:gd name="connsiteX113" fmla="*/ 3187206 w 10678681"/>
              <a:gd name="connsiteY113" fmla="*/ 1246821 h 1353297"/>
              <a:gd name="connsiteX114" fmla="*/ 3036856 w 10678681"/>
              <a:gd name="connsiteY114" fmla="*/ 1214383 h 1353297"/>
              <a:gd name="connsiteX115" fmla="*/ 2824973 w 10678681"/>
              <a:gd name="connsiteY115" fmla="*/ 1134864 h 1353297"/>
              <a:gd name="connsiteX116" fmla="*/ 2804398 w 10678681"/>
              <a:gd name="connsiteY116" fmla="*/ 1125556 h 1353297"/>
              <a:gd name="connsiteX117" fmla="*/ 2775396 w 10678681"/>
              <a:gd name="connsiteY117" fmla="*/ 1130148 h 1353297"/>
              <a:gd name="connsiteX118" fmla="*/ 2659096 w 10678681"/>
              <a:gd name="connsiteY118" fmla="*/ 1150294 h 1353297"/>
              <a:gd name="connsiteX119" fmla="*/ 2567088 w 10678681"/>
              <a:gd name="connsiteY119" fmla="*/ 1181781 h 1353297"/>
              <a:gd name="connsiteX120" fmla="*/ 2454501 w 10678681"/>
              <a:gd name="connsiteY120" fmla="*/ 1155455 h 1353297"/>
              <a:gd name="connsiteX121" fmla="*/ 2385161 w 10678681"/>
              <a:gd name="connsiteY121" fmla="*/ 1161312 h 1353297"/>
              <a:gd name="connsiteX122" fmla="*/ 2273361 w 10678681"/>
              <a:gd name="connsiteY122" fmla="*/ 1134090 h 1353297"/>
              <a:gd name="connsiteX123" fmla="*/ 2132003 w 10678681"/>
              <a:gd name="connsiteY123" fmla="*/ 1139225 h 1353297"/>
              <a:gd name="connsiteX124" fmla="*/ 2041224 w 10678681"/>
              <a:gd name="connsiteY124" fmla="*/ 1147536 h 1353297"/>
              <a:gd name="connsiteX125" fmla="*/ 2010157 w 10678681"/>
              <a:gd name="connsiteY125" fmla="*/ 1152767 h 1353297"/>
              <a:gd name="connsiteX126" fmla="*/ 1859213 w 10678681"/>
              <a:gd name="connsiteY126" fmla="*/ 1199540 h 1353297"/>
              <a:gd name="connsiteX127" fmla="*/ 1735877 w 10678681"/>
              <a:gd name="connsiteY127" fmla="*/ 1246527 h 1353297"/>
              <a:gd name="connsiteX128" fmla="*/ 1705069 w 10678681"/>
              <a:gd name="connsiteY128" fmla="*/ 1251989 h 1353297"/>
              <a:gd name="connsiteX129" fmla="*/ 1307888 w 10678681"/>
              <a:gd name="connsiteY129" fmla="*/ 1283156 h 1353297"/>
              <a:gd name="connsiteX130" fmla="*/ 1220734 w 10678681"/>
              <a:gd name="connsiteY130" fmla="*/ 1257811 h 1353297"/>
              <a:gd name="connsiteX131" fmla="*/ 1021737 w 10678681"/>
              <a:gd name="connsiteY131" fmla="*/ 1238739 h 1353297"/>
              <a:gd name="connsiteX132" fmla="*/ 959820 w 10678681"/>
              <a:gd name="connsiteY132" fmla="*/ 1275863 h 1353297"/>
              <a:gd name="connsiteX133" fmla="*/ 929137 w 10678681"/>
              <a:gd name="connsiteY133" fmla="*/ 1273957 h 1353297"/>
              <a:gd name="connsiteX134" fmla="*/ 878849 w 10678681"/>
              <a:gd name="connsiteY134" fmla="*/ 1266740 h 1353297"/>
              <a:gd name="connsiteX135" fmla="*/ 800667 w 10678681"/>
              <a:gd name="connsiteY135" fmla="*/ 1282041 h 1353297"/>
              <a:gd name="connsiteX136" fmla="*/ 644906 w 10678681"/>
              <a:gd name="connsiteY136" fmla="*/ 1273685 h 1353297"/>
              <a:gd name="connsiteX137" fmla="*/ 379869 w 10678681"/>
              <a:gd name="connsiteY137" fmla="*/ 1339165 h 1353297"/>
              <a:gd name="connsiteX138" fmla="*/ 137696 w 10678681"/>
              <a:gd name="connsiteY138" fmla="*/ 1319217 h 1353297"/>
              <a:gd name="connsiteX139" fmla="*/ 54250 w 10678681"/>
              <a:gd name="connsiteY139" fmla="*/ 1315838 h 1353297"/>
              <a:gd name="connsiteX140" fmla="*/ 28042 w 10678681"/>
              <a:gd name="connsiteY140" fmla="*/ 1297822 h 1353297"/>
              <a:gd name="connsiteX141" fmla="*/ 0 w 10678681"/>
              <a:gd name="connsiteY141" fmla="*/ 1294612 h 1353297"/>
              <a:gd name="connsiteX142" fmla="*/ 0 w 10678681"/>
              <a:gd name="connsiteY142" fmla="*/ 0 h 1353297"/>
              <a:gd name="connsiteX0" fmla="*/ 0 w 10678681"/>
              <a:gd name="connsiteY0" fmla="*/ 0 h 1353297"/>
              <a:gd name="connsiteX1" fmla="*/ 10678681 w 10678681"/>
              <a:gd name="connsiteY1" fmla="*/ 0 h 1353297"/>
              <a:gd name="connsiteX2" fmla="*/ 10666019 w 10678681"/>
              <a:gd name="connsiteY2" fmla="*/ 7876 h 1353297"/>
              <a:gd name="connsiteX3" fmla="*/ 10632825 w 10678681"/>
              <a:gd name="connsiteY3" fmla="*/ 32153 h 1353297"/>
              <a:gd name="connsiteX4" fmla="*/ 10510605 w 10678681"/>
              <a:gd name="connsiteY4" fmla="*/ 30449 h 1353297"/>
              <a:gd name="connsiteX5" fmla="*/ 10456989 w 10678681"/>
              <a:gd name="connsiteY5" fmla="*/ 979 h 1353297"/>
              <a:gd name="connsiteX6" fmla="*/ 10438642 w 10678681"/>
              <a:gd name="connsiteY6" fmla="*/ 1524 h 1353297"/>
              <a:gd name="connsiteX7" fmla="*/ 10407146 w 10678681"/>
              <a:gd name="connsiteY7" fmla="*/ 43659 h 1353297"/>
              <a:gd name="connsiteX8" fmla="*/ 10357996 w 10678681"/>
              <a:gd name="connsiteY8" fmla="*/ 50836 h 1353297"/>
              <a:gd name="connsiteX9" fmla="*/ 10306667 w 10678681"/>
              <a:gd name="connsiteY9" fmla="*/ 109739 h 1353297"/>
              <a:gd name="connsiteX10" fmla="*/ 10115334 w 10678681"/>
              <a:gd name="connsiteY10" fmla="*/ 155658 h 1353297"/>
              <a:gd name="connsiteX11" fmla="*/ 10068157 w 10678681"/>
              <a:gd name="connsiteY11" fmla="*/ 215673 h 1353297"/>
              <a:gd name="connsiteX12" fmla="*/ 10045431 w 10678681"/>
              <a:gd name="connsiteY12" fmla="*/ 229568 h 1353297"/>
              <a:gd name="connsiteX13" fmla="*/ 10013265 w 10678681"/>
              <a:gd name="connsiteY13" fmla="*/ 284757 h 1353297"/>
              <a:gd name="connsiteX14" fmla="*/ 9862496 w 10678681"/>
              <a:gd name="connsiteY14" fmla="*/ 223033 h 1353297"/>
              <a:gd name="connsiteX15" fmla="*/ 9679638 w 10678681"/>
              <a:gd name="connsiteY15" fmla="*/ 277462 h 1353297"/>
              <a:gd name="connsiteX16" fmla="*/ 9498347 w 10678681"/>
              <a:gd name="connsiteY16" fmla="*/ 244723 h 1353297"/>
              <a:gd name="connsiteX17" fmla="*/ 9399702 w 10678681"/>
              <a:gd name="connsiteY17" fmla="*/ 276316 h 1353297"/>
              <a:gd name="connsiteX18" fmla="*/ 9378439 w 10678681"/>
              <a:gd name="connsiteY18" fmla="*/ 326244 h 1353297"/>
              <a:gd name="connsiteX19" fmla="*/ 9121744 w 10678681"/>
              <a:gd name="connsiteY19" fmla="*/ 365177 h 1353297"/>
              <a:gd name="connsiteX20" fmla="*/ 9061654 w 10678681"/>
              <a:gd name="connsiteY20" fmla="*/ 393730 h 1353297"/>
              <a:gd name="connsiteX21" fmla="*/ 8997577 w 10678681"/>
              <a:gd name="connsiteY21" fmla="*/ 380865 h 1353297"/>
              <a:gd name="connsiteX22" fmla="*/ 8907968 w 10678681"/>
              <a:gd name="connsiteY22" fmla="*/ 447345 h 1353297"/>
              <a:gd name="connsiteX23" fmla="*/ 8764163 w 10678681"/>
              <a:gd name="connsiteY23" fmla="*/ 471000 h 1353297"/>
              <a:gd name="connsiteX24" fmla="*/ 8680155 w 10678681"/>
              <a:gd name="connsiteY24" fmla="*/ 492404 h 1353297"/>
              <a:gd name="connsiteX25" fmla="*/ 8651436 w 10678681"/>
              <a:gd name="connsiteY25" fmla="*/ 511923 h 1353297"/>
              <a:gd name="connsiteX26" fmla="*/ 8609185 w 10678681"/>
              <a:gd name="connsiteY26" fmla="*/ 531525 h 1353297"/>
              <a:gd name="connsiteX27" fmla="*/ 8537091 w 10678681"/>
              <a:gd name="connsiteY27" fmla="*/ 574933 h 1353297"/>
              <a:gd name="connsiteX28" fmla="*/ 8435931 w 10678681"/>
              <a:gd name="connsiteY28" fmla="*/ 617926 h 1353297"/>
              <a:gd name="connsiteX29" fmla="*/ 8348623 w 10678681"/>
              <a:gd name="connsiteY29" fmla="*/ 600607 h 1353297"/>
              <a:gd name="connsiteX30" fmla="*/ 8344233 w 10678681"/>
              <a:gd name="connsiteY30" fmla="*/ 610922 h 1353297"/>
              <a:gd name="connsiteX31" fmla="*/ 8290622 w 10678681"/>
              <a:gd name="connsiteY31" fmla="*/ 622687 h 1353297"/>
              <a:gd name="connsiteX32" fmla="*/ 8086698 w 10678681"/>
              <a:gd name="connsiteY32" fmla="*/ 605185 h 1353297"/>
              <a:gd name="connsiteX33" fmla="*/ 7982378 w 10678681"/>
              <a:gd name="connsiteY33" fmla="*/ 629799 h 1353297"/>
              <a:gd name="connsiteX34" fmla="*/ 7947952 w 10678681"/>
              <a:gd name="connsiteY34" fmla="*/ 648003 h 1353297"/>
              <a:gd name="connsiteX35" fmla="*/ 7890112 w 10678681"/>
              <a:gd name="connsiteY35" fmla="*/ 677915 h 1353297"/>
              <a:gd name="connsiteX36" fmla="*/ 7853284 w 10678681"/>
              <a:gd name="connsiteY36" fmla="*/ 723588 h 1353297"/>
              <a:gd name="connsiteX37" fmla="*/ 7802383 w 10678681"/>
              <a:gd name="connsiteY37" fmla="*/ 739359 h 1353297"/>
              <a:gd name="connsiteX38" fmla="*/ 7730518 w 10678681"/>
              <a:gd name="connsiteY38" fmla="*/ 739526 h 1353297"/>
              <a:gd name="connsiteX39" fmla="*/ 7652907 w 10678681"/>
              <a:gd name="connsiteY39" fmla="*/ 783273 h 1353297"/>
              <a:gd name="connsiteX40" fmla="*/ 7606008 w 10678681"/>
              <a:gd name="connsiteY40" fmla="*/ 800717 h 1353297"/>
              <a:gd name="connsiteX41" fmla="*/ 7480223 w 10678681"/>
              <a:gd name="connsiteY41" fmla="*/ 856821 h 1353297"/>
              <a:gd name="connsiteX42" fmla="*/ 7356005 w 10678681"/>
              <a:gd name="connsiteY42" fmla="*/ 919462 h 1353297"/>
              <a:gd name="connsiteX43" fmla="*/ 7305396 w 10678681"/>
              <a:gd name="connsiteY43" fmla="*/ 986228 h 1353297"/>
              <a:gd name="connsiteX44" fmla="*/ 7266251 w 10678681"/>
              <a:gd name="connsiteY44" fmla="*/ 967864 h 1353297"/>
              <a:gd name="connsiteX45" fmla="*/ 7269396 w 10678681"/>
              <a:gd name="connsiteY45" fmla="*/ 989282 h 1353297"/>
              <a:gd name="connsiteX46" fmla="*/ 7258094 w 10678681"/>
              <a:gd name="connsiteY46" fmla="*/ 990679 h 1353297"/>
              <a:gd name="connsiteX47" fmla="*/ 7257893 w 10678681"/>
              <a:gd name="connsiteY47" fmla="*/ 991204 h 1353297"/>
              <a:gd name="connsiteX48" fmla="*/ 7247153 w 10678681"/>
              <a:gd name="connsiteY48" fmla="*/ 991550 h 1353297"/>
              <a:gd name="connsiteX49" fmla="*/ 7193612 w 10678681"/>
              <a:gd name="connsiteY49" fmla="*/ 987042 h 1353297"/>
              <a:gd name="connsiteX50" fmla="*/ 7132632 w 10678681"/>
              <a:gd name="connsiteY50" fmla="*/ 1042036 h 1353297"/>
              <a:gd name="connsiteX51" fmla="*/ 7105610 w 10678681"/>
              <a:gd name="connsiteY51" fmla="*/ 1053537 h 1353297"/>
              <a:gd name="connsiteX52" fmla="*/ 7069148 w 10678681"/>
              <a:gd name="connsiteY52" fmla="*/ 1047163 h 1353297"/>
              <a:gd name="connsiteX53" fmla="*/ 7039634 w 10678681"/>
              <a:gd name="connsiteY53" fmla="*/ 1059971 h 1353297"/>
              <a:gd name="connsiteX54" fmla="*/ 7033445 w 10678681"/>
              <a:gd name="connsiteY54" fmla="*/ 1063314 h 1353297"/>
              <a:gd name="connsiteX55" fmla="*/ 6999157 w 10678681"/>
              <a:gd name="connsiteY55" fmla="*/ 1055282 h 1353297"/>
              <a:gd name="connsiteX56" fmla="*/ 6981874 w 10678681"/>
              <a:gd name="connsiteY56" fmla="*/ 1053827 h 1353297"/>
              <a:gd name="connsiteX57" fmla="*/ 6976102 w 10678681"/>
              <a:gd name="connsiteY57" fmla="*/ 1047854 h 1353297"/>
              <a:gd name="connsiteX58" fmla="*/ 6951040 w 10678681"/>
              <a:gd name="connsiteY58" fmla="*/ 1048531 h 1353297"/>
              <a:gd name="connsiteX59" fmla="*/ 6948497 w 10678681"/>
              <a:gd name="connsiteY59" fmla="*/ 1050706 h 1353297"/>
              <a:gd name="connsiteX60" fmla="*/ 6926582 w 10678681"/>
              <a:gd name="connsiteY60" fmla="*/ 1043462 h 1353297"/>
              <a:gd name="connsiteX61" fmla="*/ 6833743 w 10678681"/>
              <a:gd name="connsiteY61" fmla="*/ 1027960 h 1353297"/>
              <a:gd name="connsiteX62" fmla="*/ 6687090 w 10678681"/>
              <a:gd name="connsiteY62" fmla="*/ 1063250 h 1353297"/>
              <a:gd name="connsiteX63" fmla="*/ 6437450 w 10678681"/>
              <a:gd name="connsiteY63" fmla="*/ 1101075 h 1353297"/>
              <a:gd name="connsiteX64" fmla="*/ 6327795 w 10678681"/>
              <a:gd name="connsiteY64" fmla="*/ 1088142 h 1353297"/>
              <a:gd name="connsiteX65" fmla="*/ 6136549 w 10678681"/>
              <a:gd name="connsiteY65" fmla="*/ 1100268 h 1353297"/>
              <a:gd name="connsiteX66" fmla="*/ 6004655 w 10678681"/>
              <a:gd name="connsiteY66" fmla="*/ 1114946 h 1353297"/>
              <a:gd name="connsiteX67" fmla="*/ 5936643 w 10678681"/>
              <a:gd name="connsiteY67" fmla="*/ 1095428 h 1353297"/>
              <a:gd name="connsiteX68" fmla="*/ 5912484 w 10678681"/>
              <a:gd name="connsiteY68" fmla="*/ 1112624 h 1353297"/>
              <a:gd name="connsiteX69" fmla="*/ 5908387 w 10678681"/>
              <a:gd name="connsiteY69" fmla="*/ 1116018 h 1353297"/>
              <a:gd name="connsiteX70" fmla="*/ 5890495 w 10678681"/>
              <a:gd name="connsiteY70" fmla="*/ 1120268 h 1353297"/>
              <a:gd name="connsiteX71" fmla="*/ 5887318 w 10678681"/>
              <a:gd name="connsiteY71" fmla="*/ 1133134 h 1353297"/>
              <a:gd name="connsiteX72" fmla="*/ 5861726 w 10678681"/>
              <a:gd name="connsiteY72" fmla="*/ 1147891 h 1353297"/>
              <a:gd name="connsiteX73" fmla="*/ 5805823 w 10678681"/>
              <a:gd name="connsiteY73" fmla="*/ 1152457 h 1353297"/>
              <a:gd name="connsiteX74" fmla="*/ 5689841 w 10678681"/>
              <a:gd name="connsiteY74" fmla="*/ 1176232 h 1353297"/>
              <a:gd name="connsiteX75" fmla="*/ 5605119 w 10678681"/>
              <a:gd name="connsiteY75" fmla="*/ 1190202 h 1353297"/>
              <a:gd name="connsiteX76" fmla="*/ 5488513 w 10678681"/>
              <a:gd name="connsiteY76" fmla="*/ 1205367 h 1353297"/>
              <a:gd name="connsiteX77" fmla="*/ 5402905 w 10678681"/>
              <a:gd name="connsiteY77" fmla="*/ 1241191 h 1353297"/>
              <a:gd name="connsiteX78" fmla="*/ 5285593 w 10678681"/>
              <a:gd name="connsiteY78" fmla="*/ 1273569 h 1353297"/>
              <a:gd name="connsiteX79" fmla="*/ 5192893 w 10678681"/>
              <a:gd name="connsiteY79" fmla="*/ 1247188 h 1353297"/>
              <a:gd name="connsiteX80" fmla="*/ 5186475 w 10678681"/>
              <a:gd name="connsiteY80" fmla="*/ 1257028 h 1353297"/>
              <a:gd name="connsiteX81" fmla="*/ 5126038 w 10678681"/>
              <a:gd name="connsiteY81" fmla="*/ 1263189 h 1353297"/>
              <a:gd name="connsiteX82" fmla="*/ 4894688 w 10678681"/>
              <a:gd name="connsiteY82" fmla="*/ 1247184 h 1353297"/>
              <a:gd name="connsiteX83" fmla="*/ 4788036 w 10678681"/>
              <a:gd name="connsiteY83" fmla="*/ 1238182 h 1353297"/>
              <a:gd name="connsiteX84" fmla="*/ 4747555 w 10678681"/>
              <a:gd name="connsiteY84" fmla="*/ 1252768 h 1353297"/>
              <a:gd name="connsiteX85" fmla="*/ 4679644 w 10678681"/>
              <a:gd name="connsiteY85" fmla="*/ 1276603 h 1353297"/>
              <a:gd name="connsiteX86" fmla="*/ 4632222 w 10678681"/>
              <a:gd name="connsiteY86" fmla="*/ 1318360 h 1353297"/>
              <a:gd name="connsiteX87" fmla="*/ 4617358 w 10678681"/>
              <a:gd name="connsiteY87" fmla="*/ 1327690 h 1353297"/>
              <a:gd name="connsiteX88" fmla="*/ 4589102 w 10678681"/>
              <a:gd name="connsiteY88" fmla="*/ 1321223 h 1353297"/>
              <a:gd name="connsiteX89" fmla="*/ 4578184 w 10678681"/>
              <a:gd name="connsiteY89" fmla="*/ 1326745 h 1353297"/>
              <a:gd name="connsiteX90" fmla="*/ 4574270 w 10678681"/>
              <a:gd name="connsiteY90" fmla="*/ 1325878 h 1353297"/>
              <a:gd name="connsiteX91" fmla="*/ 4564919 w 10678681"/>
              <a:gd name="connsiteY91" fmla="*/ 1325507 h 1353297"/>
              <a:gd name="connsiteX92" fmla="*/ 4566586 w 10678681"/>
              <a:gd name="connsiteY92" fmla="*/ 1316963 h 1353297"/>
              <a:gd name="connsiteX93" fmla="*/ 4556303 w 10678681"/>
              <a:gd name="connsiteY93" fmla="*/ 1300262 h 1353297"/>
              <a:gd name="connsiteX94" fmla="*/ 4502358 w 10678681"/>
              <a:gd name="connsiteY94" fmla="*/ 1302558 h 1353297"/>
              <a:gd name="connsiteX95" fmla="*/ 4498919 w 10678681"/>
              <a:gd name="connsiteY95" fmla="*/ 1312115 h 1353297"/>
              <a:gd name="connsiteX96" fmla="*/ 4492075 w 10678681"/>
              <a:gd name="connsiteY96" fmla="*/ 1313357 h 1353297"/>
              <a:gd name="connsiteX97" fmla="*/ 4487466 w 10678681"/>
              <a:gd name="connsiteY97" fmla="*/ 1304102 h 1353297"/>
              <a:gd name="connsiteX98" fmla="*/ 4398292 w 10678681"/>
              <a:gd name="connsiteY98" fmla="*/ 1278410 h 1353297"/>
              <a:gd name="connsiteX99" fmla="*/ 4306088 w 10678681"/>
              <a:gd name="connsiteY99" fmla="*/ 1282512 h 1353297"/>
              <a:gd name="connsiteX100" fmla="*/ 4188995 w 10678681"/>
              <a:gd name="connsiteY100" fmla="*/ 1296718 h 1353297"/>
              <a:gd name="connsiteX101" fmla="*/ 4136582 w 10678681"/>
              <a:gd name="connsiteY101" fmla="*/ 1287687 h 1353297"/>
              <a:gd name="connsiteX102" fmla="*/ 4064614 w 10678681"/>
              <a:gd name="connsiteY102" fmla="*/ 1296118 h 1353297"/>
              <a:gd name="connsiteX103" fmla="*/ 3906561 w 10678681"/>
              <a:gd name="connsiteY103" fmla="*/ 1352435 h 1353297"/>
              <a:gd name="connsiteX104" fmla="*/ 3787890 w 10678681"/>
              <a:gd name="connsiteY104" fmla="*/ 1352442 h 1353297"/>
              <a:gd name="connsiteX105" fmla="*/ 3745993 w 10678681"/>
              <a:gd name="connsiteY105" fmla="*/ 1342630 h 1353297"/>
              <a:gd name="connsiteX106" fmla="*/ 3675785 w 10678681"/>
              <a:gd name="connsiteY106" fmla="*/ 1326802 h 1353297"/>
              <a:gd name="connsiteX107" fmla="*/ 3623856 w 10678681"/>
              <a:gd name="connsiteY107" fmla="*/ 1290804 h 1353297"/>
              <a:gd name="connsiteX108" fmla="*/ 3564933 w 10678681"/>
              <a:gd name="connsiteY108" fmla="*/ 1287147 h 1353297"/>
              <a:gd name="connsiteX109" fmla="*/ 3550537 w 10678681"/>
              <a:gd name="connsiteY109" fmla="*/ 1317552 h 1353297"/>
              <a:gd name="connsiteX110" fmla="*/ 3487736 w 10678681"/>
              <a:gd name="connsiteY110" fmla="*/ 1303493 h 1353297"/>
              <a:gd name="connsiteX111" fmla="*/ 3392548 w 10678681"/>
              <a:gd name="connsiteY111" fmla="*/ 1278741 h 1353297"/>
              <a:gd name="connsiteX112" fmla="*/ 3337466 w 10678681"/>
              <a:gd name="connsiteY112" fmla="*/ 1272537 h 1353297"/>
              <a:gd name="connsiteX113" fmla="*/ 3187206 w 10678681"/>
              <a:gd name="connsiteY113" fmla="*/ 1246821 h 1353297"/>
              <a:gd name="connsiteX114" fmla="*/ 3036856 w 10678681"/>
              <a:gd name="connsiteY114" fmla="*/ 1214383 h 1353297"/>
              <a:gd name="connsiteX115" fmla="*/ 2824973 w 10678681"/>
              <a:gd name="connsiteY115" fmla="*/ 1134864 h 1353297"/>
              <a:gd name="connsiteX116" fmla="*/ 2804398 w 10678681"/>
              <a:gd name="connsiteY116" fmla="*/ 1125556 h 1353297"/>
              <a:gd name="connsiteX117" fmla="*/ 2736109 w 10678681"/>
              <a:gd name="connsiteY117" fmla="*/ 1137717 h 1353297"/>
              <a:gd name="connsiteX118" fmla="*/ 2659096 w 10678681"/>
              <a:gd name="connsiteY118" fmla="*/ 1150294 h 1353297"/>
              <a:gd name="connsiteX119" fmla="*/ 2567088 w 10678681"/>
              <a:gd name="connsiteY119" fmla="*/ 1181781 h 1353297"/>
              <a:gd name="connsiteX120" fmla="*/ 2454501 w 10678681"/>
              <a:gd name="connsiteY120" fmla="*/ 1155455 h 1353297"/>
              <a:gd name="connsiteX121" fmla="*/ 2385161 w 10678681"/>
              <a:gd name="connsiteY121" fmla="*/ 1161312 h 1353297"/>
              <a:gd name="connsiteX122" fmla="*/ 2273361 w 10678681"/>
              <a:gd name="connsiteY122" fmla="*/ 1134090 h 1353297"/>
              <a:gd name="connsiteX123" fmla="*/ 2132003 w 10678681"/>
              <a:gd name="connsiteY123" fmla="*/ 1139225 h 1353297"/>
              <a:gd name="connsiteX124" fmla="*/ 2041224 w 10678681"/>
              <a:gd name="connsiteY124" fmla="*/ 1147536 h 1353297"/>
              <a:gd name="connsiteX125" fmla="*/ 2010157 w 10678681"/>
              <a:gd name="connsiteY125" fmla="*/ 1152767 h 1353297"/>
              <a:gd name="connsiteX126" fmla="*/ 1859213 w 10678681"/>
              <a:gd name="connsiteY126" fmla="*/ 1199540 h 1353297"/>
              <a:gd name="connsiteX127" fmla="*/ 1735877 w 10678681"/>
              <a:gd name="connsiteY127" fmla="*/ 1246527 h 1353297"/>
              <a:gd name="connsiteX128" fmla="*/ 1705069 w 10678681"/>
              <a:gd name="connsiteY128" fmla="*/ 1251989 h 1353297"/>
              <a:gd name="connsiteX129" fmla="*/ 1307888 w 10678681"/>
              <a:gd name="connsiteY129" fmla="*/ 1283156 h 1353297"/>
              <a:gd name="connsiteX130" fmla="*/ 1220734 w 10678681"/>
              <a:gd name="connsiteY130" fmla="*/ 1257811 h 1353297"/>
              <a:gd name="connsiteX131" fmla="*/ 1021737 w 10678681"/>
              <a:gd name="connsiteY131" fmla="*/ 1238739 h 1353297"/>
              <a:gd name="connsiteX132" fmla="*/ 959820 w 10678681"/>
              <a:gd name="connsiteY132" fmla="*/ 1275863 h 1353297"/>
              <a:gd name="connsiteX133" fmla="*/ 929137 w 10678681"/>
              <a:gd name="connsiteY133" fmla="*/ 1273957 h 1353297"/>
              <a:gd name="connsiteX134" fmla="*/ 878849 w 10678681"/>
              <a:gd name="connsiteY134" fmla="*/ 1266740 h 1353297"/>
              <a:gd name="connsiteX135" fmla="*/ 800667 w 10678681"/>
              <a:gd name="connsiteY135" fmla="*/ 1282041 h 1353297"/>
              <a:gd name="connsiteX136" fmla="*/ 644906 w 10678681"/>
              <a:gd name="connsiteY136" fmla="*/ 1273685 h 1353297"/>
              <a:gd name="connsiteX137" fmla="*/ 379869 w 10678681"/>
              <a:gd name="connsiteY137" fmla="*/ 1339165 h 1353297"/>
              <a:gd name="connsiteX138" fmla="*/ 137696 w 10678681"/>
              <a:gd name="connsiteY138" fmla="*/ 1319217 h 1353297"/>
              <a:gd name="connsiteX139" fmla="*/ 54250 w 10678681"/>
              <a:gd name="connsiteY139" fmla="*/ 1315838 h 1353297"/>
              <a:gd name="connsiteX140" fmla="*/ 28042 w 10678681"/>
              <a:gd name="connsiteY140" fmla="*/ 1297822 h 1353297"/>
              <a:gd name="connsiteX141" fmla="*/ 0 w 10678681"/>
              <a:gd name="connsiteY141" fmla="*/ 1294612 h 1353297"/>
              <a:gd name="connsiteX142" fmla="*/ 0 w 10678681"/>
              <a:gd name="connsiteY142" fmla="*/ 0 h 1353297"/>
              <a:gd name="connsiteX0" fmla="*/ 0 w 10678681"/>
              <a:gd name="connsiteY0" fmla="*/ 0 h 1353297"/>
              <a:gd name="connsiteX1" fmla="*/ 10678681 w 10678681"/>
              <a:gd name="connsiteY1" fmla="*/ 0 h 1353297"/>
              <a:gd name="connsiteX2" fmla="*/ 10666019 w 10678681"/>
              <a:gd name="connsiteY2" fmla="*/ 7876 h 1353297"/>
              <a:gd name="connsiteX3" fmla="*/ 10632825 w 10678681"/>
              <a:gd name="connsiteY3" fmla="*/ 32153 h 1353297"/>
              <a:gd name="connsiteX4" fmla="*/ 10510605 w 10678681"/>
              <a:gd name="connsiteY4" fmla="*/ 30449 h 1353297"/>
              <a:gd name="connsiteX5" fmla="*/ 10456989 w 10678681"/>
              <a:gd name="connsiteY5" fmla="*/ 979 h 1353297"/>
              <a:gd name="connsiteX6" fmla="*/ 10438642 w 10678681"/>
              <a:gd name="connsiteY6" fmla="*/ 1524 h 1353297"/>
              <a:gd name="connsiteX7" fmla="*/ 10407146 w 10678681"/>
              <a:gd name="connsiteY7" fmla="*/ 43659 h 1353297"/>
              <a:gd name="connsiteX8" fmla="*/ 10357996 w 10678681"/>
              <a:gd name="connsiteY8" fmla="*/ 50836 h 1353297"/>
              <a:gd name="connsiteX9" fmla="*/ 10306667 w 10678681"/>
              <a:gd name="connsiteY9" fmla="*/ 109739 h 1353297"/>
              <a:gd name="connsiteX10" fmla="*/ 10115334 w 10678681"/>
              <a:gd name="connsiteY10" fmla="*/ 155658 h 1353297"/>
              <a:gd name="connsiteX11" fmla="*/ 10068157 w 10678681"/>
              <a:gd name="connsiteY11" fmla="*/ 215673 h 1353297"/>
              <a:gd name="connsiteX12" fmla="*/ 10045431 w 10678681"/>
              <a:gd name="connsiteY12" fmla="*/ 229568 h 1353297"/>
              <a:gd name="connsiteX13" fmla="*/ 10013265 w 10678681"/>
              <a:gd name="connsiteY13" fmla="*/ 284757 h 1353297"/>
              <a:gd name="connsiteX14" fmla="*/ 9862496 w 10678681"/>
              <a:gd name="connsiteY14" fmla="*/ 223033 h 1353297"/>
              <a:gd name="connsiteX15" fmla="*/ 9679638 w 10678681"/>
              <a:gd name="connsiteY15" fmla="*/ 277462 h 1353297"/>
              <a:gd name="connsiteX16" fmla="*/ 9498347 w 10678681"/>
              <a:gd name="connsiteY16" fmla="*/ 244723 h 1353297"/>
              <a:gd name="connsiteX17" fmla="*/ 9399702 w 10678681"/>
              <a:gd name="connsiteY17" fmla="*/ 276316 h 1353297"/>
              <a:gd name="connsiteX18" fmla="*/ 9378439 w 10678681"/>
              <a:gd name="connsiteY18" fmla="*/ 326244 h 1353297"/>
              <a:gd name="connsiteX19" fmla="*/ 9121744 w 10678681"/>
              <a:gd name="connsiteY19" fmla="*/ 365177 h 1353297"/>
              <a:gd name="connsiteX20" fmla="*/ 9061654 w 10678681"/>
              <a:gd name="connsiteY20" fmla="*/ 393730 h 1353297"/>
              <a:gd name="connsiteX21" fmla="*/ 8997577 w 10678681"/>
              <a:gd name="connsiteY21" fmla="*/ 380865 h 1353297"/>
              <a:gd name="connsiteX22" fmla="*/ 8907968 w 10678681"/>
              <a:gd name="connsiteY22" fmla="*/ 447345 h 1353297"/>
              <a:gd name="connsiteX23" fmla="*/ 8764163 w 10678681"/>
              <a:gd name="connsiteY23" fmla="*/ 471000 h 1353297"/>
              <a:gd name="connsiteX24" fmla="*/ 8680155 w 10678681"/>
              <a:gd name="connsiteY24" fmla="*/ 492404 h 1353297"/>
              <a:gd name="connsiteX25" fmla="*/ 8651436 w 10678681"/>
              <a:gd name="connsiteY25" fmla="*/ 511923 h 1353297"/>
              <a:gd name="connsiteX26" fmla="*/ 8609185 w 10678681"/>
              <a:gd name="connsiteY26" fmla="*/ 531525 h 1353297"/>
              <a:gd name="connsiteX27" fmla="*/ 8537091 w 10678681"/>
              <a:gd name="connsiteY27" fmla="*/ 574933 h 1353297"/>
              <a:gd name="connsiteX28" fmla="*/ 8435931 w 10678681"/>
              <a:gd name="connsiteY28" fmla="*/ 617926 h 1353297"/>
              <a:gd name="connsiteX29" fmla="*/ 8348623 w 10678681"/>
              <a:gd name="connsiteY29" fmla="*/ 600607 h 1353297"/>
              <a:gd name="connsiteX30" fmla="*/ 8344233 w 10678681"/>
              <a:gd name="connsiteY30" fmla="*/ 610922 h 1353297"/>
              <a:gd name="connsiteX31" fmla="*/ 8290622 w 10678681"/>
              <a:gd name="connsiteY31" fmla="*/ 622687 h 1353297"/>
              <a:gd name="connsiteX32" fmla="*/ 8086698 w 10678681"/>
              <a:gd name="connsiteY32" fmla="*/ 605185 h 1353297"/>
              <a:gd name="connsiteX33" fmla="*/ 7982378 w 10678681"/>
              <a:gd name="connsiteY33" fmla="*/ 629799 h 1353297"/>
              <a:gd name="connsiteX34" fmla="*/ 7947952 w 10678681"/>
              <a:gd name="connsiteY34" fmla="*/ 648003 h 1353297"/>
              <a:gd name="connsiteX35" fmla="*/ 7890112 w 10678681"/>
              <a:gd name="connsiteY35" fmla="*/ 677915 h 1353297"/>
              <a:gd name="connsiteX36" fmla="*/ 7853284 w 10678681"/>
              <a:gd name="connsiteY36" fmla="*/ 723588 h 1353297"/>
              <a:gd name="connsiteX37" fmla="*/ 7802383 w 10678681"/>
              <a:gd name="connsiteY37" fmla="*/ 739359 h 1353297"/>
              <a:gd name="connsiteX38" fmla="*/ 7730518 w 10678681"/>
              <a:gd name="connsiteY38" fmla="*/ 739526 h 1353297"/>
              <a:gd name="connsiteX39" fmla="*/ 7652907 w 10678681"/>
              <a:gd name="connsiteY39" fmla="*/ 783273 h 1353297"/>
              <a:gd name="connsiteX40" fmla="*/ 7606008 w 10678681"/>
              <a:gd name="connsiteY40" fmla="*/ 800717 h 1353297"/>
              <a:gd name="connsiteX41" fmla="*/ 7480223 w 10678681"/>
              <a:gd name="connsiteY41" fmla="*/ 856821 h 1353297"/>
              <a:gd name="connsiteX42" fmla="*/ 7356005 w 10678681"/>
              <a:gd name="connsiteY42" fmla="*/ 919462 h 1353297"/>
              <a:gd name="connsiteX43" fmla="*/ 7305396 w 10678681"/>
              <a:gd name="connsiteY43" fmla="*/ 986228 h 1353297"/>
              <a:gd name="connsiteX44" fmla="*/ 7266251 w 10678681"/>
              <a:gd name="connsiteY44" fmla="*/ 967864 h 1353297"/>
              <a:gd name="connsiteX45" fmla="*/ 7269396 w 10678681"/>
              <a:gd name="connsiteY45" fmla="*/ 989282 h 1353297"/>
              <a:gd name="connsiteX46" fmla="*/ 7258094 w 10678681"/>
              <a:gd name="connsiteY46" fmla="*/ 990679 h 1353297"/>
              <a:gd name="connsiteX47" fmla="*/ 7257893 w 10678681"/>
              <a:gd name="connsiteY47" fmla="*/ 991204 h 1353297"/>
              <a:gd name="connsiteX48" fmla="*/ 7247153 w 10678681"/>
              <a:gd name="connsiteY48" fmla="*/ 991550 h 1353297"/>
              <a:gd name="connsiteX49" fmla="*/ 7193612 w 10678681"/>
              <a:gd name="connsiteY49" fmla="*/ 987042 h 1353297"/>
              <a:gd name="connsiteX50" fmla="*/ 7132632 w 10678681"/>
              <a:gd name="connsiteY50" fmla="*/ 1042036 h 1353297"/>
              <a:gd name="connsiteX51" fmla="*/ 7105610 w 10678681"/>
              <a:gd name="connsiteY51" fmla="*/ 1053537 h 1353297"/>
              <a:gd name="connsiteX52" fmla="*/ 7069148 w 10678681"/>
              <a:gd name="connsiteY52" fmla="*/ 1047163 h 1353297"/>
              <a:gd name="connsiteX53" fmla="*/ 7039634 w 10678681"/>
              <a:gd name="connsiteY53" fmla="*/ 1059971 h 1353297"/>
              <a:gd name="connsiteX54" fmla="*/ 7033445 w 10678681"/>
              <a:gd name="connsiteY54" fmla="*/ 1063314 h 1353297"/>
              <a:gd name="connsiteX55" fmla="*/ 6999157 w 10678681"/>
              <a:gd name="connsiteY55" fmla="*/ 1055282 h 1353297"/>
              <a:gd name="connsiteX56" fmla="*/ 6981874 w 10678681"/>
              <a:gd name="connsiteY56" fmla="*/ 1053827 h 1353297"/>
              <a:gd name="connsiteX57" fmla="*/ 6976102 w 10678681"/>
              <a:gd name="connsiteY57" fmla="*/ 1047854 h 1353297"/>
              <a:gd name="connsiteX58" fmla="*/ 6951040 w 10678681"/>
              <a:gd name="connsiteY58" fmla="*/ 1048531 h 1353297"/>
              <a:gd name="connsiteX59" fmla="*/ 6948497 w 10678681"/>
              <a:gd name="connsiteY59" fmla="*/ 1050706 h 1353297"/>
              <a:gd name="connsiteX60" fmla="*/ 6926582 w 10678681"/>
              <a:gd name="connsiteY60" fmla="*/ 1043462 h 1353297"/>
              <a:gd name="connsiteX61" fmla="*/ 6833743 w 10678681"/>
              <a:gd name="connsiteY61" fmla="*/ 1027960 h 1353297"/>
              <a:gd name="connsiteX62" fmla="*/ 6687090 w 10678681"/>
              <a:gd name="connsiteY62" fmla="*/ 1063250 h 1353297"/>
              <a:gd name="connsiteX63" fmla="*/ 6437450 w 10678681"/>
              <a:gd name="connsiteY63" fmla="*/ 1101075 h 1353297"/>
              <a:gd name="connsiteX64" fmla="*/ 6327795 w 10678681"/>
              <a:gd name="connsiteY64" fmla="*/ 1088142 h 1353297"/>
              <a:gd name="connsiteX65" fmla="*/ 6136549 w 10678681"/>
              <a:gd name="connsiteY65" fmla="*/ 1100268 h 1353297"/>
              <a:gd name="connsiteX66" fmla="*/ 6004655 w 10678681"/>
              <a:gd name="connsiteY66" fmla="*/ 1114946 h 1353297"/>
              <a:gd name="connsiteX67" fmla="*/ 5936643 w 10678681"/>
              <a:gd name="connsiteY67" fmla="*/ 1095428 h 1353297"/>
              <a:gd name="connsiteX68" fmla="*/ 5912484 w 10678681"/>
              <a:gd name="connsiteY68" fmla="*/ 1112624 h 1353297"/>
              <a:gd name="connsiteX69" fmla="*/ 5908387 w 10678681"/>
              <a:gd name="connsiteY69" fmla="*/ 1116018 h 1353297"/>
              <a:gd name="connsiteX70" fmla="*/ 5890495 w 10678681"/>
              <a:gd name="connsiteY70" fmla="*/ 1120268 h 1353297"/>
              <a:gd name="connsiteX71" fmla="*/ 5887318 w 10678681"/>
              <a:gd name="connsiteY71" fmla="*/ 1133134 h 1353297"/>
              <a:gd name="connsiteX72" fmla="*/ 5861726 w 10678681"/>
              <a:gd name="connsiteY72" fmla="*/ 1147891 h 1353297"/>
              <a:gd name="connsiteX73" fmla="*/ 5805823 w 10678681"/>
              <a:gd name="connsiteY73" fmla="*/ 1152457 h 1353297"/>
              <a:gd name="connsiteX74" fmla="*/ 5689841 w 10678681"/>
              <a:gd name="connsiteY74" fmla="*/ 1176232 h 1353297"/>
              <a:gd name="connsiteX75" fmla="*/ 5605119 w 10678681"/>
              <a:gd name="connsiteY75" fmla="*/ 1190202 h 1353297"/>
              <a:gd name="connsiteX76" fmla="*/ 5488513 w 10678681"/>
              <a:gd name="connsiteY76" fmla="*/ 1205367 h 1353297"/>
              <a:gd name="connsiteX77" fmla="*/ 5402905 w 10678681"/>
              <a:gd name="connsiteY77" fmla="*/ 1241191 h 1353297"/>
              <a:gd name="connsiteX78" fmla="*/ 5285593 w 10678681"/>
              <a:gd name="connsiteY78" fmla="*/ 1273569 h 1353297"/>
              <a:gd name="connsiteX79" fmla="*/ 5192893 w 10678681"/>
              <a:gd name="connsiteY79" fmla="*/ 1247188 h 1353297"/>
              <a:gd name="connsiteX80" fmla="*/ 5186475 w 10678681"/>
              <a:gd name="connsiteY80" fmla="*/ 1257028 h 1353297"/>
              <a:gd name="connsiteX81" fmla="*/ 5126038 w 10678681"/>
              <a:gd name="connsiteY81" fmla="*/ 1263189 h 1353297"/>
              <a:gd name="connsiteX82" fmla="*/ 4894688 w 10678681"/>
              <a:gd name="connsiteY82" fmla="*/ 1247184 h 1353297"/>
              <a:gd name="connsiteX83" fmla="*/ 4788036 w 10678681"/>
              <a:gd name="connsiteY83" fmla="*/ 1238182 h 1353297"/>
              <a:gd name="connsiteX84" fmla="*/ 4747555 w 10678681"/>
              <a:gd name="connsiteY84" fmla="*/ 1252768 h 1353297"/>
              <a:gd name="connsiteX85" fmla="*/ 4679644 w 10678681"/>
              <a:gd name="connsiteY85" fmla="*/ 1276603 h 1353297"/>
              <a:gd name="connsiteX86" fmla="*/ 4632222 w 10678681"/>
              <a:gd name="connsiteY86" fmla="*/ 1318360 h 1353297"/>
              <a:gd name="connsiteX87" fmla="*/ 4617358 w 10678681"/>
              <a:gd name="connsiteY87" fmla="*/ 1327690 h 1353297"/>
              <a:gd name="connsiteX88" fmla="*/ 4589102 w 10678681"/>
              <a:gd name="connsiteY88" fmla="*/ 1321223 h 1353297"/>
              <a:gd name="connsiteX89" fmla="*/ 4578184 w 10678681"/>
              <a:gd name="connsiteY89" fmla="*/ 1326745 h 1353297"/>
              <a:gd name="connsiteX90" fmla="*/ 4574270 w 10678681"/>
              <a:gd name="connsiteY90" fmla="*/ 1325878 h 1353297"/>
              <a:gd name="connsiteX91" fmla="*/ 4564919 w 10678681"/>
              <a:gd name="connsiteY91" fmla="*/ 1325507 h 1353297"/>
              <a:gd name="connsiteX92" fmla="*/ 4566586 w 10678681"/>
              <a:gd name="connsiteY92" fmla="*/ 1316963 h 1353297"/>
              <a:gd name="connsiteX93" fmla="*/ 4556303 w 10678681"/>
              <a:gd name="connsiteY93" fmla="*/ 1300262 h 1353297"/>
              <a:gd name="connsiteX94" fmla="*/ 4502358 w 10678681"/>
              <a:gd name="connsiteY94" fmla="*/ 1302558 h 1353297"/>
              <a:gd name="connsiteX95" fmla="*/ 4498919 w 10678681"/>
              <a:gd name="connsiteY95" fmla="*/ 1312115 h 1353297"/>
              <a:gd name="connsiteX96" fmla="*/ 4492075 w 10678681"/>
              <a:gd name="connsiteY96" fmla="*/ 1313357 h 1353297"/>
              <a:gd name="connsiteX97" fmla="*/ 4487466 w 10678681"/>
              <a:gd name="connsiteY97" fmla="*/ 1304102 h 1353297"/>
              <a:gd name="connsiteX98" fmla="*/ 4398292 w 10678681"/>
              <a:gd name="connsiteY98" fmla="*/ 1278410 h 1353297"/>
              <a:gd name="connsiteX99" fmla="*/ 4306088 w 10678681"/>
              <a:gd name="connsiteY99" fmla="*/ 1282512 h 1353297"/>
              <a:gd name="connsiteX100" fmla="*/ 4188995 w 10678681"/>
              <a:gd name="connsiteY100" fmla="*/ 1296718 h 1353297"/>
              <a:gd name="connsiteX101" fmla="*/ 4136582 w 10678681"/>
              <a:gd name="connsiteY101" fmla="*/ 1287687 h 1353297"/>
              <a:gd name="connsiteX102" fmla="*/ 4064614 w 10678681"/>
              <a:gd name="connsiteY102" fmla="*/ 1296118 h 1353297"/>
              <a:gd name="connsiteX103" fmla="*/ 3906561 w 10678681"/>
              <a:gd name="connsiteY103" fmla="*/ 1352435 h 1353297"/>
              <a:gd name="connsiteX104" fmla="*/ 3787890 w 10678681"/>
              <a:gd name="connsiteY104" fmla="*/ 1352442 h 1353297"/>
              <a:gd name="connsiteX105" fmla="*/ 3745993 w 10678681"/>
              <a:gd name="connsiteY105" fmla="*/ 1342630 h 1353297"/>
              <a:gd name="connsiteX106" fmla="*/ 3675785 w 10678681"/>
              <a:gd name="connsiteY106" fmla="*/ 1326802 h 1353297"/>
              <a:gd name="connsiteX107" fmla="*/ 3623856 w 10678681"/>
              <a:gd name="connsiteY107" fmla="*/ 1290804 h 1353297"/>
              <a:gd name="connsiteX108" fmla="*/ 3564933 w 10678681"/>
              <a:gd name="connsiteY108" fmla="*/ 1287147 h 1353297"/>
              <a:gd name="connsiteX109" fmla="*/ 3550537 w 10678681"/>
              <a:gd name="connsiteY109" fmla="*/ 1317552 h 1353297"/>
              <a:gd name="connsiteX110" fmla="*/ 3487736 w 10678681"/>
              <a:gd name="connsiteY110" fmla="*/ 1303493 h 1353297"/>
              <a:gd name="connsiteX111" fmla="*/ 3392548 w 10678681"/>
              <a:gd name="connsiteY111" fmla="*/ 1278741 h 1353297"/>
              <a:gd name="connsiteX112" fmla="*/ 3337466 w 10678681"/>
              <a:gd name="connsiteY112" fmla="*/ 1272537 h 1353297"/>
              <a:gd name="connsiteX113" fmla="*/ 3175981 w 10678681"/>
              <a:gd name="connsiteY113" fmla="*/ 1208973 h 1353297"/>
              <a:gd name="connsiteX114" fmla="*/ 3036856 w 10678681"/>
              <a:gd name="connsiteY114" fmla="*/ 1214383 h 1353297"/>
              <a:gd name="connsiteX115" fmla="*/ 2824973 w 10678681"/>
              <a:gd name="connsiteY115" fmla="*/ 1134864 h 1353297"/>
              <a:gd name="connsiteX116" fmla="*/ 2804398 w 10678681"/>
              <a:gd name="connsiteY116" fmla="*/ 1125556 h 1353297"/>
              <a:gd name="connsiteX117" fmla="*/ 2736109 w 10678681"/>
              <a:gd name="connsiteY117" fmla="*/ 1137717 h 1353297"/>
              <a:gd name="connsiteX118" fmla="*/ 2659096 w 10678681"/>
              <a:gd name="connsiteY118" fmla="*/ 1150294 h 1353297"/>
              <a:gd name="connsiteX119" fmla="*/ 2567088 w 10678681"/>
              <a:gd name="connsiteY119" fmla="*/ 1181781 h 1353297"/>
              <a:gd name="connsiteX120" fmla="*/ 2454501 w 10678681"/>
              <a:gd name="connsiteY120" fmla="*/ 1155455 h 1353297"/>
              <a:gd name="connsiteX121" fmla="*/ 2385161 w 10678681"/>
              <a:gd name="connsiteY121" fmla="*/ 1161312 h 1353297"/>
              <a:gd name="connsiteX122" fmla="*/ 2273361 w 10678681"/>
              <a:gd name="connsiteY122" fmla="*/ 1134090 h 1353297"/>
              <a:gd name="connsiteX123" fmla="*/ 2132003 w 10678681"/>
              <a:gd name="connsiteY123" fmla="*/ 1139225 h 1353297"/>
              <a:gd name="connsiteX124" fmla="*/ 2041224 w 10678681"/>
              <a:gd name="connsiteY124" fmla="*/ 1147536 h 1353297"/>
              <a:gd name="connsiteX125" fmla="*/ 2010157 w 10678681"/>
              <a:gd name="connsiteY125" fmla="*/ 1152767 h 1353297"/>
              <a:gd name="connsiteX126" fmla="*/ 1859213 w 10678681"/>
              <a:gd name="connsiteY126" fmla="*/ 1199540 h 1353297"/>
              <a:gd name="connsiteX127" fmla="*/ 1735877 w 10678681"/>
              <a:gd name="connsiteY127" fmla="*/ 1246527 h 1353297"/>
              <a:gd name="connsiteX128" fmla="*/ 1705069 w 10678681"/>
              <a:gd name="connsiteY128" fmla="*/ 1251989 h 1353297"/>
              <a:gd name="connsiteX129" fmla="*/ 1307888 w 10678681"/>
              <a:gd name="connsiteY129" fmla="*/ 1283156 h 1353297"/>
              <a:gd name="connsiteX130" fmla="*/ 1220734 w 10678681"/>
              <a:gd name="connsiteY130" fmla="*/ 1257811 h 1353297"/>
              <a:gd name="connsiteX131" fmla="*/ 1021737 w 10678681"/>
              <a:gd name="connsiteY131" fmla="*/ 1238739 h 1353297"/>
              <a:gd name="connsiteX132" fmla="*/ 959820 w 10678681"/>
              <a:gd name="connsiteY132" fmla="*/ 1275863 h 1353297"/>
              <a:gd name="connsiteX133" fmla="*/ 929137 w 10678681"/>
              <a:gd name="connsiteY133" fmla="*/ 1273957 h 1353297"/>
              <a:gd name="connsiteX134" fmla="*/ 878849 w 10678681"/>
              <a:gd name="connsiteY134" fmla="*/ 1266740 h 1353297"/>
              <a:gd name="connsiteX135" fmla="*/ 800667 w 10678681"/>
              <a:gd name="connsiteY135" fmla="*/ 1282041 h 1353297"/>
              <a:gd name="connsiteX136" fmla="*/ 644906 w 10678681"/>
              <a:gd name="connsiteY136" fmla="*/ 1273685 h 1353297"/>
              <a:gd name="connsiteX137" fmla="*/ 379869 w 10678681"/>
              <a:gd name="connsiteY137" fmla="*/ 1339165 h 1353297"/>
              <a:gd name="connsiteX138" fmla="*/ 137696 w 10678681"/>
              <a:gd name="connsiteY138" fmla="*/ 1319217 h 1353297"/>
              <a:gd name="connsiteX139" fmla="*/ 54250 w 10678681"/>
              <a:gd name="connsiteY139" fmla="*/ 1315838 h 1353297"/>
              <a:gd name="connsiteX140" fmla="*/ 28042 w 10678681"/>
              <a:gd name="connsiteY140" fmla="*/ 1297822 h 1353297"/>
              <a:gd name="connsiteX141" fmla="*/ 0 w 10678681"/>
              <a:gd name="connsiteY141" fmla="*/ 1294612 h 1353297"/>
              <a:gd name="connsiteX142" fmla="*/ 0 w 10678681"/>
              <a:gd name="connsiteY142" fmla="*/ 0 h 1353297"/>
              <a:gd name="connsiteX0" fmla="*/ 0 w 10678681"/>
              <a:gd name="connsiteY0" fmla="*/ 0 h 1352443"/>
              <a:gd name="connsiteX1" fmla="*/ 10678681 w 10678681"/>
              <a:gd name="connsiteY1" fmla="*/ 0 h 1352443"/>
              <a:gd name="connsiteX2" fmla="*/ 10666019 w 10678681"/>
              <a:gd name="connsiteY2" fmla="*/ 7876 h 1352443"/>
              <a:gd name="connsiteX3" fmla="*/ 10632825 w 10678681"/>
              <a:gd name="connsiteY3" fmla="*/ 32153 h 1352443"/>
              <a:gd name="connsiteX4" fmla="*/ 10510605 w 10678681"/>
              <a:gd name="connsiteY4" fmla="*/ 30449 h 1352443"/>
              <a:gd name="connsiteX5" fmla="*/ 10456989 w 10678681"/>
              <a:gd name="connsiteY5" fmla="*/ 979 h 1352443"/>
              <a:gd name="connsiteX6" fmla="*/ 10438642 w 10678681"/>
              <a:gd name="connsiteY6" fmla="*/ 1524 h 1352443"/>
              <a:gd name="connsiteX7" fmla="*/ 10407146 w 10678681"/>
              <a:gd name="connsiteY7" fmla="*/ 43659 h 1352443"/>
              <a:gd name="connsiteX8" fmla="*/ 10357996 w 10678681"/>
              <a:gd name="connsiteY8" fmla="*/ 50836 h 1352443"/>
              <a:gd name="connsiteX9" fmla="*/ 10306667 w 10678681"/>
              <a:gd name="connsiteY9" fmla="*/ 109739 h 1352443"/>
              <a:gd name="connsiteX10" fmla="*/ 10115334 w 10678681"/>
              <a:gd name="connsiteY10" fmla="*/ 155658 h 1352443"/>
              <a:gd name="connsiteX11" fmla="*/ 10068157 w 10678681"/>
              <a:gd name="connsiteY11" fmla="*/ 215673 h 1352443"/>
              <a:gd name="connsiteX12" fmla="*/ 10045431 w 10678681"/>
              <a:gd name="connsiteY12" fmla="*/ 229568 h 1352443"/>
              <a:gd name="connsiteX13" fmla="*/ 10013265 w 10678681"/>
              <a:gd name="connsiteY13" fmla="*/ 284757 h 1352443"/>
              <a:gd name="connsiteX14" fmla="*/ 9862496 w 10678681"/>
              <a:gd name="connsiteY14" fmla="*/ 223033 h 1352443"/>
              <a:gd name="connsiteX15" fmla="*/ 9679638 w 10678681"/>
              <a:gd name="connsiteY15" fmla="*/ 277462 h 1352443"/>
              <a:gd name="connsiteX16" fmla="*/ 9498347 w 10678681"/>
              <a:gd name="connsiteY16" fmla="*/ 244723 h 1352443"/>
              <a:gd name="connsiteX17" fmla="*/ 9399702 w 10678681"/>
              <a:gd name="connsiteY17" fmla="*/ 276316 h 1352443"/>
              <a:gd name="connsiteX18" fmla="*/ 9378439 w 10678681"/>
              <a:gd name="connsiteY18" fmla="*/ 326244 h 1352443"/>
              <a:gd name="connsiteX19" fmla="*/ 9121744 w 10678681"/>
              <a:gd name="connsiteY19" fmla="*/ 365177 h 1352443"/>
              <a:gd name="connsiteX20" fmla="*/ 9061654 w 10678681"/>
              <a:gd name="connsiteY20" fmla="*/ 393730 h 1352443"/>
              <a:gd name="connsiteX21" fmla="*/ 8997577 w 10678681"/>
              <a:gd name="connsiteY21" fmla="*/ 380865 h 1352443"/>
              <a:gd name="connsiteX22" fmla="*/ 8907968 w 10678681"/>
              <a:gd name="connsiteY22" fmla="*/ 447345 h 1352443"/>
              <a:gd name="connsiteX23" fmla="*/ 8764163 w 10678681"/>
              <a:gd name="connsiteY23" fmla="*/ 471000 h 1352443"/>
              <a:gd name="connsiteX24" fmla="*/ 8680155 w 10678681"/>
              <a:gd name="connsiteY24" fmla="*/ 492404 h 1352443"/>
              <a:gd name="connsiteX25" fmla="*/ 8651436 w 10678681"/>
              <a:gd name="connsiteY25" fmla="*/ 511923 h 1352443"/>
              <a:gd name="connsiteX26" fmla="*/ 8609185 w 10678681"/>
              <a:gd name="connsiteY26" fmla="*/ 531525 h 1352443"/>
              <a:gd name="connsiteX27" fmla="*/ 8537091 w 10678681"/>
              <a:gd name="connsiteY27" fmla="*/ 574933 h 1352443"/>
              <a:gd name="connsiteX28" fmla="*/ 8435931 w 10678681"/>
              <a:gd name="connsiteY28" fmla="*/ 617926 h 1352443"/>
              <a:gd name="connsiteX29" fmla="*/ 8348623 w 10678681"/>
              <a:gd name="connsiteY29" fmla="*/ 600607 h 1352443"/>
              <a:gd name="connsiteX30" fmla="*/ 8344233 w 10678681"/>
              <a:gd name="connsiteY30" fmla="*/ 610922 h 1352443"/>
              <a:gd name="connsiteX31" fmla="*/ 8290622 w 10678681"/>
              <a:gd name="connsiteY31" fmla="*/ 622687 h 1352443"/>
              <a:gd name="connsiteX32" fmla="*/ 8086698 w 10678681"/>
              <a:gd name="connsiteY32" fmla="*/ 605185 h 1352443"/>
              <a:gd name="connsiteX33" fmla="*/ 7982378 w 10678681"/>
              <a:gd name="connsiteY33" fmla="*/ 629799 h 1352443"/>
              <a:gd name="connsiteX34" fmla="*/ 7947952 w 10678681"/>
              <a:gd name="connsiteY34" fmla="*/ 648003 h 1352443"/>
              <a:gd name="connsiteX35" fmla="*/ 7890112 w 10678681"/>
              <a:gd name="connsiteY35" fmla="*/ 677915 h 1352443"/>
              <a:gd name="connsiteX36" fmla="*/ 7853284 w 10678681"/>
              <a:gd name="connsiteY36" fmla="*/ 723588 h 1352443"/>
              <a:gd name="connsiteX37" fmla="*/ 7802383 w 10678681"/>
              <a:gd name="connsiteY37" fmla="*/ 739359 h 1352443"/>
              <a:gd name="connsiteX38" fmla="*/ 7730518 w 10678681"/>
              <a:gd name="connsiteY38" fmla="*/ 739526 h 1352443"/>
              <a:gd name="connsiteX39" fmla="*/ 7652907 w 10678681"/>
              <a:gd name="connsiteY39" fmla="*/ 783273 h 1352443"/>
              <a:gd name="connsiteX40" fmla="*/ 7606008 w 10678681"/>
              <a:gd name="connsiteY40" fmla="*/ 800717 h 1352443"/>
              <a:gd name="connsiteX41" fmla="*/ 7480223 w 10678681"/>
              <a:gd name="connsiteY41" fmla="*/ 856821 h 1352443"/>
              <a:gd name="connsiteX42" fmla="*/ 7356005 w 10678681"/>
              <a:gd name="connsiteY42" fmla="*/ 919462 h 1352443"/>
              <a:gd name="connsiteX43" fmla="*/ 7305396 w 10678681"/>
              <a:gd name="connsiteY43" fmla="*/ 986228 h 1352443"/>
              <a:gd name="connsiteX44" fmla="*/ 7266251 w 10678681"/>
              <a:gd name="connsiteY44" fmla="*/ 967864 h 1352443"/>
              <a:gd name="connsiteX45" fmla="*/ 7269396 w 10678681"/>
              <a:gd name="connsiteY45" fmla="*/ 989282 h 1352443"/>
              <a:gd name="connsiteX46" fmla="*/ 7258094 w 10678681"/>
              <a:gd name="connsiteY46" fmla="*/ 990679 h 1352443"/>
              <a:gd name="connsiteX47" fmla="*/ 7257893 w 10678681"/>
              <a:gd name="connsiteY47" fmla="*/ 991204 h 1352443"/>
              <a:gd name="connsiteX48" fmla="*/ 7247153 w 10678681"/>
              <a:gd name="connsiteY48" fmla="*/ 991550 h 1352443"/>
              <a:gd name="connsiteX49" fmla="*/ 7193612 w 10678681"/>
              <a:gd name="connsiteY49" fmla="*/ 987042 h 1352443"/>
              <a:gd name="connsiteX50" fmla="*/ 7132632 w 10678681"/>
              <a:gd name="connsiteY50" fmla="*/ 1042036 h 1352443"/>
              <a:gd name="connsiteX51" fmla="*/ 7105610 w 10678681"/>
              <a:gd name="connsiteY51" fmla="*/ 1053537 h 1352443"/>
              <a:gd name="connsiteX52" fmla="*/ 7069148 w 10678681"/>
              <a:gd name="connsiteY52" fmla="*/ 1047163 h 1352443"/>
              <a:gd name="connsiteX53" fmla="*/ 7039634 w 10678681"/>
              <a:gd name="connsiteY53" fmla="*/ 1059971 h 1352443"/>
              <a:gd name="connsiteX54" fmla="*/ 7033445 w 10678681"/>
              <a:gd name="connsiteY54" fmla="*/ 1063314 h 1352443"/>
              <a:gd name="connsiteX55" fmla="*/ 6999157 w 10678681"/>
              <a:gd name="connsiteY55" fmla="*/ 1055282 h 1352443"/>
              <a:gd name="connsiteX56" fmla="*/ 6981874 w 10678681"/>
              <a:gd name="connsiteY56" fmla="*/ 1053827 h 1352443"/>
              <a:gd name="connsiteX57" fmla="*/ 6976102 w 10678681"/>
              <a:gd name="connsiteY57" fmla="*/ 1047854 h 1352443"/>
              <a:gd name="connsiteX58" fmla="*/ 6951040 w 10678681"/>
              <a:gd name="connsiteY58" fmla="*/ 1048531 h 1352443"/>
              <a:gd name="connsiteX59" fmla="*/ 6948497 w 10678681"/>
              <a:gd name="connsiteY59" fmla="*/ 1050706 h 1352443"/>
              <a:gd name="connsiteX60" fmla="*/ 6926582 w 10678681"/>
              <a:gd name="connsiteY60" fmla="*/ 1043462 h 1352443"/>
              <a:gd name="connsiteX61" fmla="*/ 6833743 w 10678681"/>
              <a:gd name="connsiteY61" fmla="*/ 1027960 h 1352443"/>
              <a:gd name="connsiteX62" fmla="*/ 6687090 w 10678681"/>
              <a:gd name="connsiteY62" fmla="*/ 1063250 h 1352443"/>
              <a:gd name="connsiteX63" fmla="*/ 6437450 w 10678681"/>
              <a:gd name="connsiteY63" fmla="*/ 1101075 h 1352443"/>
              <a:gd name="connsiteX64" fmla="*/ 6327795 w 10678681"/>
              <a:gd name="connsiteY64" fmla="*/ 1088142 h 1352443"/>
              <a:gd name="connsiteX65" fmla="*/ 6136549 w 10678681"/>
              <a:gd name="connsiteY65" fmla="*/ 1100268 h 1352443"/>
              <a:gd name="connsiteX66" fmla="*/ 6004655 w 10678681"/>
              <a:gd name="connsiteY66" fmla="*/ 1114946 h 1352443"/>
              <a:gd name="connsiteX67" fmla="*/ 5936643 w 10678681"/>
              <a:gd name="connsiteY67" fmla="*/ 1095428 h 1352443"/>
              <a:gd name="connsiteX68" fmla="*/ 5912484 w 10678681"/>
              <a:gd name="connsiteY68" fmla="*/ 1112624 h 1352443"/>
              <a:gd name="connsiteX69" fmla="*/ 5908387 w 10678681"/>
              <a:gd name="connsiteY69" fmla="*/ 1116018 h 1352443"/>
              <a:gd name="connsiteX70" fmla="*/ 5890495 w 10678681"/>
              <a:gd name="connsiteY70" fmla="*/ 1120268 h 1352443"/>
              <a:gd name="connsiteX71" fmla="*/ 5887318 w 10678681"/>
              <a:gd name="connsiteY71" fmla="*/ 1133134 h 1352443"/>
              <a:gd name="connsiteX72" fmla="*/ 5861726 w 10678681"/>
              <a:gd name="connsiteY72" fmla="*/ 1147891 h 1352443"/>
              <a:gd name="connsiteX73" fmla="*/ 5805823 w 10678681"/>
              <a:gd name="connsiteY73" fmla="*/ 1152457 h 1352443"/>
              <a:gd name="connsiteX74" fmla="*/ 5689841 w 10678681"/>
              <a:gd name="connsiteY74" fmla="*/ 1176232 h 1352443"/>
              <a:gd name="connsiteX75" fmla="*/ 5605119 w 10678681"/>
              <a:gd name="connsiteY75" fmla="*/ 1190202 h 1352443"/>
              <a:gd name="connsiteX76" fmla="*/ 5488513 w 10678681"/>
              <a:gd name="connsiteY76" fmla="*/ 1205367 h 1352443"/>
              <a:gd name="connsiteX77" fmla="*/ 5402905 w 10678681"/>
              <a:gd name="connsiteY77" fmla="*/ 1241191 h 1352443"/>
              <a:gd name="connsiteX78" fmla="*/ 5285593 w 10678681"/>
              <a:gd name="connsiteY78" fmla="*/ 1273569 h 1352443"/>
              <a:gd name="connsiteX79" fmla="*/ 5192893 w 10678681"/>
              <a:gd name="connsiteY79" fmla="*/ 1247188 h 1352443"/>
              <a:gd name="connsiteX80" fmla="*/ 5186475 w 10678681"/>
              <a:gd name="connsiteY80" fmla="*/ 1257028 h 1352443"/>
              <a:gd name="connsiteX81" fmla="*/ 5126038 w 10678681"/>
              <a:gd name="connsiteY81" fmla="*/ 1263189 h 1352443"/>
              <a:gd name="connsiteX82" fmla="*/ 4894688 w 10678681"/>
              <a:gd name="connsiteY82" fmla="*/ 1247184 h 1352443"/>
              <a:gd name="connsiteX83" fmla="*/ 4788036 w 10678681"/>
              <a:gd name="connsiteY83" fmla="*/ 1238182 h 1352443"/>
              <a:gd name="connsiteX84" fmla="*/ 4747555 w 10678681"/>
              <a:gd name="connsiteY84" fmla="*/ 1252768 h 1352443"/>
              <a:gd name="connsiteX85" fmla="*/ 4679644 w 10678681"/>
              <a:gd name="connsiteY85" fmla="*/ 1276603 h 1352443"/>
              <a:gd name="connsiteX86" fmla="*/ 4632222 w 10678681"/>
              <a:gd name="connsiteY86" fmla="*/ 1318360 h 1352443"/>
              <a:gd name="connsiteX87" fmla="*/ 4617358 w 10678681"/>
              <a:gd name="connsiteY87" fmla="*/ 1327690 h 1352443"/>
              <a:gd name="connsiteX88" fmla="*/ 4589102 w 10678681"/>
              <a:gd name="connsiteY88" fmla="*/ 1321223 h 1352443"/>
              <a:gd name="connsiteX89" fmla="*/ 4578184 w 10678681"/>
              <a:gd name="connsiteY89" fmla="*/ 1326745 h 1352443"/>
              <a:gd name="connsiteX90" fmla="*/ 4574270 w 10678681"/>
              <a:gd name="connsiteY90" fmla="*/ 1325878 h 1352443"/>
              <a:gd name="connsiteX91" fmla="*/ 4564919 w 10678681"/>
              <a:gd name="connsiteY91" fmla="*/ 1325507 h 1352443"/>
              <a:gd name="connsiteX92" fmla="*/ 4566586 w 10678681"/>
              <a:gd name="connsiteY92" fmla="*/ 1316963 h 1352443"/>
              <a:gd name="connsiteX93" fmla="*/ 4556303 w 10678681"/>
              <a:gd name="connsiteY93" fmla="*/ 1300262 h 1352443"/>
              <a:gd name="connsiteX94" fmla="*/ 4502358 w 10678681"/>
              <a:gd name="connsiteY94" fmla="*/ 1302558 h 1352443"/>
              <a:gd name="connsiteX95" fmla="*/ 4498919 w 10678681"/>
              <a:gd name="connsiteY95" fmla="*/ 1312115 h 1352443"/>
              <a:gd name="connsiteX96" fmla="*/ 4492075 w 10678681"/>
              <a:gd name="connsiteY96" fmla="*/ 1313357 h 1352443"/>
              <a:gd name="connsiteX97" fmla="*/ 4487466 w 10678681"/>
              <a:gd name="connsiteY97" fmla="*/ 1304102 h 1352443"/>
              <a:gd name="connsiteX98" fmla="*/ 4398292 w 10678681"/>
              <a:gd name="connsiteY98" fmla="*/ 1278410 h 1352443"/>
              <a:gd name="connsiteX99" fmla="*/ 4306088 w 10678681"/>
              <a:gd name="connsiteY99" fmla="*/ 1282512 h 1352443"/>
              <a:gd name="connsiteX100" fmla="*/ 4188995 w 10678681"/>
              <a:gd name="connsiteY100" fmla="*/ 1296718 h 1352443"/>
              <a:gd name="connsiteX101" fmla="*/ 4136582 w 10678681"/>
              <a:gd name="connsiteY101" fmla="*/ 1287687 h 1352443"/>
              <a:gd name="connsiteX102" fmla="*/ 4064614 w 10678681"/>
              <a:gd name="connsiteY102" fmla="*/ 1296118 h 1352443"/>
              <a:gd name="connsiteX103" fmla="*/ 3900948 w 10678681"/>
              <a:gd name="connsiteY103" fmla="*/ 1322156 h 1352443"/>
              <a:gd name="connsiteX104" fmla="*/ 3787890 w 10678681"/>
              <a:gd name="connsiteY104" fmla="*/ 1352442 h 1352443"/>
              <a:gd name="connsiteX105" fmla="*/ 3745993 w 10678681"/>
              <a:gd name="connsiteY105" fmla="*/ 1342630 h 1352443"/>
              <a:gd name="connsiteX106" fmla="*/ 3675785 w 10678681"/>
              <a:gd name="connsiteY106" fmla="*/ 1326802 h 1352443"/>
              <a:gd name="connsiteX107" fmla="*/ 3623856 w 10678681"/>
              <a:gd name="connsiteY107" fmla="*/ 1290804 h 1352443"/>
              <a:gd name="connsiteX108" fmla="*/ 3564933 w 10678681"/>
              <a:gd name="connsiteY108" fmla="*/ 1287147 h 1352443"/>
              <a:gd name="connsiteX109" fmla="*/ 3550537 w 10678681"/>
              <a:gd name="connsiteY109" fmla="*/ 1317552 h 1352443"/>
              <a:gd name="connsiteX110" fmla="*/ 3487736 w 10678681"/>
              <a:gd name="connsiteY110" fmla="*/ 1303493 h 1352443"/>
              <a:gd name="connsiteX111" fmla="*/ 3392548 w 10678681"/>
              <a:gd name="connsiteY111" fmla="*/ 1278741 h 1352443"/>
              <a:gd name="connsiteX112" fmla="*/ 3337466 w 10678681"/>
              <a:gd name="connsiteY112" fmla="*/ 1272537 h 1352443"/>
              <a:gd name="connsiteX113" fmla="*/ 3175981 w 10678681"/>
              <a:gd name="connsiteY113" fmla="*/ 1208973 h 1352443"/>
              <a:gd name="connsiteX114" fmla="*/ 3036856 w 10678681"/>
              <a:gd name="connsiteY114" fmla="*/ 1214383 h 1352443"/>
              <a:gd name="connsiteX115" fmla="*/ 2824973 w 10678681"/>
              <a:gd name="connsiteY115" fmla="*/ 1134864 h 1352443"/>
              <a:gd name="connsiteX116" fmla="*/ 2804398 w 10678681"/>
              <a:gd name="connsiteY116" fmla="*/ 1125556 h 1352443"/>
              <a:gd name="connsiteX117" fmla="*/ 2736109 w 10678681"/>
              <a:gd name="connsiteY117" fmla="*/ 1137717 h 1352443"/>
              <a:gd name="connsiteX118" fmla="*/ 2659096 w 10678681"/>
              <a:gd name="connsiteY118" fmla="*/ 1150294 h 1352443"/>
              <a:gd name="connsiteX119" fmla="*/ 2567088 w 10678681"/>
              <a:gd name="connsiteY119" fmla="*/ 1181781 h 1352443"/>
              <a:gd name="connsiteX120" fmla="*/ 2454501 w 10678681"/>
              <a:gd name="connsiteY120" fmla="*/ 1155455 h 1352443"/>
              <a:gd name="connsiteX121" fmla="*/ 2385161 w 10678681"/>
              <a:gd name="connsiteY121" fmla="*/ 1161312 h 1352443"/>
              <a:gd name="connsiteX122" fmla="*/ 2273361 w 10678681"/>
              <a:gd name="connsiteY122" fmla="*/ 1134090 h 1352443"/>
              <a:gd name="connsiteX123" fmla="*/ 2132003 w 10678681"/>
              <a:gd name="connsiteY123" fmla="*/ 1139225 h 1352443"/>
              <a:gd name="connsiteX124" fmla="*/ 2041224 w 10678681"/>
              <a:gd name="connsiteY124" fmla="*/ 1147536 h 1352443"/>
              <a:gd name="connsiteX125" fmla="*/ 2010157 w 10678681"/>
              <a:gd name="connsiteY125" fmla="*/ 1152767 h 1352443"/>
              <a:gd name="connsiteX126" fmla="*/ 1859213 w 10678681"/>
              <a:gd name="connsiteY126" fmla="*/ 1199540 h 1352443"/>
              <a:gd name="connsiteX127" fmla="*/ 1735877 w 10678681"/>
              <a:gd name="connsiteY127" fmla="*/ 1246527 h 1352443"/>
              <a:gd name="connsiteX128" fmla="*/ 1705069 w 10678681"/>
              <a:gd name="connsiteY128" fmla="*/ 1251989 h 1352443"/>
              <a:gd name="connsiteX129" fmla="*/ 1307888 w 10678681"/>
              <a:gd name="connsiteY129" fmla="*/ 1283156 h 1352443"/>
              <a:gd name="connsiteX130" fmla="*/ 1220734 w 10678681"/>
              <a:gd name="connsiteY130" fmla="*/ 1257811 h 1352443"/>
              <a:gd name="connsiteX131" fmla="*/ 1021737 w 10678681"/>
              <a:gd name="connsiteY131" fmla="*/ 1238739 h 1352443"/>
              <a:gd name="connsiteX132" fmla="*/ 959820 w 10678681"/>
              <a:gd name="connsiteY132" fmla="*/ 1275863 h 1352443"/>
              <a:gd name="connsiteX133" fmla="*/ 929137 w 10678681"/>
              <a:gd name="connsiteY133" fmla="*/ 1273957 h 1352443"/>
              <a:gd name="connsiteX134" fmla="*/ 878849 w 10678681"/>
              <a:gd name="connsiteY134" fmla="*/ 1266740 h 1352443"/>
              <a:gd name="connsiteX135" fmla="*/ 800667 w 10678681"/>
              <a:gd name="connsiteY135" fmla="*/ 1282041 h 1352443"/>
              <a:gd name="connsiteX136" fmla="*/ 644906 w 10678681"/>
              <a:gd name="connsiteY136" fmla="*/ 1273685 h 1352443"/>
              <a:gd name="connsiteX137" fmla="*/ 379869 w 10678681"/>
              <a:gd name="connsiteY137" fmla="*/ 1339165 h 1352443"/>
              <a:gd name="connsiteX138" fmla="*/ 137696 w 10678681"/>
              <a:gd name="connsiteY138" fmla="*/ 1319217 h 1352443"/>
              <a:gd name="connsiteX139" fmla="*/ 54250 w 10678681"/>
              <a:gd name="connsiteY139" fmla="*/ 1315838 h 1352443"/>
              <a:gd name="connsiteX140" fmla="*/ 28042 w 10678681"/>
              <a:gd name="connsiteY140" fmla="*/ 1297822 h 1352443"/>
              <a:gd name="connsiteX141" fmla="*/ 0 w 10678681"/>
              <a:gd name="connsiteY141" fmla="*/ 1294612 h 1352443"/>
              <a:gd name="connsiteX142" fmla="*/ 0 w 10678681"/>
              <a:gd name="connsiteY142" fmla="*/ 0 h 1352443"/>
              <a:gd name="connsiteX0" fmla="*/ 0 w 10678681"/>
              <a:gd name="connsiteY0" fmla="*/ 0 h 1342734"/>
              <a:gd name="connsiteX1" fmla="*/ 10678681 w 10678681"/>
              <a:gd name="connsiteY1" fmla="*/ 0 h 1342734"/>
              <a:gd name="connsiteX2" fmla="*/ 10666019 w 10678681"/>
              <a:gd name="connsiteY2" fmla="*/ 7876 h 1342734"/>
              <a:gd name="connsiteX3" fmla="*/ 10632825 w 10678681"/>
              <a:gd name="connsiteY3" fmla="*/ 32153 h 1342734"/>
              <a:gd name="connsiteX4" fmla="*/ 10510605 w 10678681"/>
              <a:gd name="connsiteY4" fmla="*/ 30449 h 1342734"/>
              <a:gd name="connsiteX5" fmla="*/ 10456989 w 10678681"/>
              <a:gd name="connsiteY5" fmla="*/ 979 h 1342734"/>
              <a:gd name="connsiteX6" fmla="*/ 10438642 w 10678681"/>
              <a:gd name="connsiteY6" fmla="*/ 1524 h 1342734"/>
              <a:gd name="connsiteX7" fmla="*/ 10407146 w 10678681"/>
              <a:gd name="connsiteY7" fmla="*/ 43659 h 1342734"/>
              <a:gd name="connsiteX8" fmla="*/ 10357996 w 10678681"/>
              <a:gd name="connsiteY8" fmla="*/ 50836 h 1342734"/>
              <a:gd name="connsiteX9" fmla="*/ 10306667 w 10678681"/>
              <a:gd name="connsiteY9" fmla="*/ 109739 h 1342734"/>
              <a:gd name="connsiteX10" fmla="*/ 10115334 w 10678681"/>
              <a:gd name="connsiteY10" fmla="*/ 155658 h 1342734"/>
              <a:gd name="connsiteX11" fmla="*/ 10068157 w 10678681"/>
              <a:gd name="connsiteY11" fmla="*/ 215673 h 1342734"/>
              <a:gd name="connsiteX12" fmla="*/ 10045431 w 10678681"/>
              <a:gd name="connsiteY12" fmla="*/ 229568 h 1342734"/>
              <a:gd name="connsiteX13" fmla="*/ 10013265 w 10678681"/>
              <a:gd name="connsiteY13" fmla="*/ 284757 h 1342734"/>
              <a:gd name="connsiteX14" fmla="*/ 9862496 w 10678681"/>
              <a:gd name="connsiteY14" fmla="*/ 223033 h 1342734"/>
              <a:gd name="connsiteX15" fmla="*/ 9679638 w 10678681"/>
              <a:gd name="connsiteY15" fmla="*/ 277462 h 1342734"/>
              <a:gd name="connsiteX16" fmla="*/ 9498347 w 10678681"/>
              <a:gd name="connsiteY16" fmla="*/ 244723 h 1342734"/>
              <a:gd name="connsiteX17" fmla="*/ 9399702 w 10678681"/>
              <a:gd name="connsiteY17" fmla="*/ 276316 h 1342734"/>
              <a:gd name="connsiteX18" fmla="*/ 9378439 w 10678681"/>
              <a:gd name="connsiteY18" fmla="*/ 326244 h 1342734"/>
              <a:gd name="connsiteX19" fmla="*/ 9121744 w 10678681"/>
              <a:gd name="connsiteY19" fmla="*/ 365177 h 1342734"/>
              <a:gd name="connsiteX20" fmla="*/ 9061654 w 10678681"/>
              <a:gd name="connsiteY20" fmla="*/ 393730 h 1342734"/>
              <a:gd name="connsiteX21" fmla="*/ 8997577 w 10678681"/>
              <a:gd name="connsiteY21" fmla="*/ 380865 h 1342734"/>
              <a:gd name="connsiteX22" fmla="*/ 8907968 w 10678681"/>
              <a:gd name="connsiteY22" fmla="*/ 447345 h 1342734"/>
              <a:gd name="connsiteX23" fmla="*/ 8764163 w 10678681"/>
              <a:gd name="connsiteY23" fmla="*/ 471000 h 1342734"/>
              <a:gd name="connsiteX24" fmla="*/ 8680155 w 10678681"/>
              <a:gd name="connsiteY24" fmla="*/ 492404 h 1342734"/>
              <a:gd name="connsiteX25" fmla="*/ 8651436 w 10678681"/>
              <a:gd name="connsiteY25" fmla="*/ 511923 h 1342734"/>
              <a:gd name="connsiteX26" fmla="*/ 8609185 w 10678681"/>
              <a:gd name="connsiteY26" fmla="*/ 531525 h 1342734"/>
              <a:gd name="connsiteX27" fmla="*/ 8537091 w 10678681"/>
              <a:gd name="connsiteY27" fmla="*/ 574933 h 1342734"/>
              <a:gd name="connsiteX28" fmla="*/ 8435931 w 10678681"/>
              <a:gd name="connsiteY28" fmla="*/ 617926 h 1342734"/>
              <a:gd name="connsiteX29" fmla="*/ 8348623 w 10678681"/>
              <a:gd name="connsiteY29" fmla="*/ 600607 h 1342734"/>
              <a:gd name="connsiteX30" fmla="*/ 8344233 w 10678681"/>
              <a:gd name="connsiteY30" fmla="*/ 610922 h 1342734"/>
              <a:gd name="connsiteX31" fmla="*/ 8290622 w 10678681"/>
              <a:gd name="connsiteY31" fmla="*/ 622687 h 1342734"/>
              <a:gd name="connsiteX32" fmla="*/ 8086698 w 10678681"/>
              <a:gd name="connsiteY32" fmla="*/ 605185 h 1342734"/>
              <a:gd name="connsiteX33" fmla="*/ 7982378 w 10678681"/>
              <a:gd name="connsiteY33" fmla="*/ 629799 h 1342734"/>
              <a:gd name="connsiteX34" fmla="*/ 7947952 w 10678681"/>
              <a:gd name="connsiteY34" fmla="*/ 648003 h 1342734"/>
              <a:gd name="connsiteX35" fmla="*/ 7890112 w 10678681"/>
              <a:gd name="connsiteY35" fmla="*/ 677915 h 1342734"/>
              <a:gd name="connsiteX36" fmla="*/ 7853284 w 10678681"/>
              <a:gd name="connsiteY36" fmla="*/ 723588 h 1342734"/>
              <a:gd name="connsiteX37" fmla="*/ 7802383 w 10678681"/>
              <a:gd name="connsiteY37" fmla="*/ 739359 h 1342734"/>
              <a:gd name="connsiteX38" fmla="*/ 7730518 w 10678681"/>
              <a:gd name="connsiteY38" fmla="*/ 739526 h 1342734"/>
              <a:gd name="connsiteX39" fmla="*/ 7652907 w 10678681"/>
              <a:gd name="connsiteY39" fmla="*/ 783273 h 1342734"/>
              <a:gd name="connsiteX40" fmla="*/ 7606008 w 10678681"/>
              <a:gd name="connsiteY40" fmla="*/ 800717 h 1342734"/>
              <a:gd name="connsiteX41" fmla="*/ 7480223 w 10678681"/>
              <a:gd name="connsiteY41" fmla="*/ 856821 h 1342734"/>
              <a:gd name="connsiteX42" fmla="*/ 7356005 w 10678681"/>
              <a:gd name="connsiteY42" fmla="*/ 919462 h 1342734"/>
              <a:gd name="connsiteX43" fmla="*/ 7305396 w 10678681"/>
              <a:gd name="connsiteY43" fmla="*/ 986228 h 1342734"/>
              <a:gd name="connsiteX44" fmla="*/ 7266251 w 10678681"/>
              <a:gd name="connsiteY44" fmla="*/ 967864 h 1342734"/>
              <a:gd name="connsiteX45" fmla="*/ 7269396 w 10678681"/>
              <a:gd name="connsiteY45" fmla="*/ 989282 h 1342734"/>
              <a:gd name="connsiteX46" fmla="*/ 7258094 w 10678681"/>
              <a:gd name="connsiteY46" fmla="*/ 990679 h 1342734"/>
              <a:gd name="connsiteX47" fmla="*/ 7257893 w 10678681"/>
              <a:gd name="connsiteY47" fmla="*/ 991204 h 1342734"/>
              <a:gd name="connsiteX48" fmla="*/ 7247153 w 10678681"/>
              <a:gd name="connsiteY48" fmla="*/ 991550 h 1342734"/>
              <a:gd name="connsiteX49" fmla="*/ 7193612 w 10678681"/>
              <a:gd name="connsiteY49" fmla="*/ 987042 h 1342734"/>
              <a:gd name="connsiteX50" fmla="*/ 7132632 w 10678681"/>
              <a:gd name="connsiteY50" fmla="*/ 1042036 h 1342734"/>
              <a:gd name="connsiteX51" fmla="*/ 7105610 w 10678681"/>
              <a:gd name="connsiteY51" fmla="*/ 1053537 h 1342734"/>
              <a:gd name="connsiteX52" fmla="*/ 7069148 w 10678681"/>
              <a:gd name="connsiteY52" fmla="*/ 1047163 h 1342734"/>
              <a:gd name="connsiteX53" fmla="*/ 7039634 w 10678681"/>
              <a:gd name="connsiteY53" fmla="*/ 1059971 h 1342734"/>
              <a:gd name="connsiteX54" fmla="*/ 7033445 w 10678681"/>
              <a:gd name="connsiteY54" fmla="*/ 1063314 h 1342734"/>
              <a:gd name="connsiteX55" fmla="*/ 6999157 w 10678681"/>
              <a:gd name="connsiteY55" fmla="*/ 1055282 h 1342734"/>
              <a:gd name="connsiteX56" fmla="*/ 6981874 w 10678681"/>
              <a:gd name="connsiteY56" fmla="*/ 1053827 h 1342734"/>
              <a:gd name="connsiteX57" fmla="*/ 6976102 w 10678681"/>
              <a:gd name="connsiteY57" fmla="*/ 1047854 h 1342734"/>
              <a:gd name="connsiteX58" fmla="*/ 6951040 w 10678681"/>
              <a:gd name="connsiteY58" fmla="*/ 1048531 h 1342734"/>
              <a:gd name="connsiteX59" fmla="*/ 6948497 w 10678681"/>
              <a:gd name="connsiteY59" fmla="*/ 1050706 h 1342734"/>
              <a:gd name="connsiteX60" fmla="*/ 6926582 w 10678681"/>
              <a:gd name="connsiteY60" fmla="*/ 1043462 h 1342734"/>
              <a:gd name="connsiteX61" fmla="*/ 6833743 w 10678681"/>
              <a:gd name="connsiteY61" fmla="*/ 1027960 h 1342734"/>
              <a:gd name="connsiteX62" fmla="*/ 6687090 w 10678681"/>
              <a:gd name="connsiteY62" fmla="*/ 1063250 h 1342734"/>
              <a:gd name="connsiteX63" fmla="*/ 6437450 w 10678681"/>
              <a:gd name="connsiteY63" fmla="*/ 1101075 h 1342734"/>
              <a:gd name="connsiteX64" fmla="*/ 6327795 w 10678681"/>
              <a:gd name="connsiteY64" fmla="*/ 1088142 h 1342734"/>
              <a:gd name="connsiteX65" fmla="*/ 6136549 w 10678681"/>
              <a:gd name="connsiteY65" fmla="*/ 1100268 h 1342734"/>
              <a:gd name="connsiteX66" fmla="*/ 6004655 w 10678681"/>
              <a:gd name="connsiteY66" fmla="*/ 1114946 h 1342734"/>
              <a:gd name="connsiteX67" fmla="*/ 5936643 w 10678681"/>
              <a:gd name="connsiteY67" fmla="*/ 1095428 h 1342734"/>
              <a:gd name="connsiteX68" fmla="*/ 5912484 w 10678681"/>
              <a:gd name="connsiteY68" fmla="*/ 1112624 h 1342734"/>
              <a:gd name="connsiteX69" fmla="*/ 5908387 w 10678681"/>
              <a:gd name="connsiteY69" fmla="*/ 1116018 h 1342734"/>
              <a:gd name="connsiteX70" fmla="*/ 5890495 w 10678681"/>
              <a:gd name="connsiteY70" fmla="*/ 1120268 h 1342734"/>
              <a:gd name="connsiteX71" fmla="*/ 5887318 w 10678681"/>
              <a:gd name="connsiteY71" fmla="*/ 1133134 h 1342734"/>
              <a:gd name="connsiteX72" fmla="*/ 5861726 w 10678681"/>
              <a:gd name="connsiteY72" fmla="*/ 1147891 h 1342734"/>
              <a:gd name="connsiteX73" fmla="*/ 5805823 w 10678681"/>
              <a:gd name="connsiteY73" fmla="*/ 1152457 h 1342734"/>
              <a:gd name="connsiteX74" fmla="*/ 5689841 w 10678681"/>
              <a:gd name="connsiteY74" fmla="*/ 1176232 h 1342734"/>
              <a:gd name="connsiteX75" fmla="*/ 5605119 w 10678681"/>
              <a:gd name="connsiteY75" fmla="*/ 1190202 h 1342734"/>
              <a:gd name="connsiteX76" fmla="*/ 5488513 w 10678681"/>
              <a:gd name="connsiteY76" fmla="*/ 1205367 h 1342734"/>
              <a:gd name="connsiteX77" fmla="*/ 5402905 w 10678681"/>
              <a:gd name="connsiteY77" fmla="*/ 1241191 h 1342734"/>
              <a:gd name="connsiteX78" fmla="*/ 5285593 w 10678681"/>
              <a:gd name="connsiteY78" fmla="*/ 1273569 h 1342734"/>
              <a:gd name="connsiteX79" fmla="*/ 5192893 w 10678681"/>
              <a:gd name="connsiteY79" fmla="*/ 1247188 h 1342734"/>
              <a:gd name="connsiteX80" fmla="*/ 5186475 w 10678681"/>
              <a:gd name="connsiteY80" fmla="*/ 1257028 h 1342734"/>
              <a:gd name="connsiteX81" fmla="*/ 5126038 w 10678681"/>
              <a:gd name="connsiteY81" fmla="*/ 1263189 h 1342734"/>
              <a:gd name="connsiteX82" fmla="*/ 4894688 w 10678681"/>
              <a:gd name="connsiteY82" fmla="*/ 1247184 h 1342734"/>
              <a:gd name="connsiteX83" fmla="*/ 4788036 w 10678681"/>
              <a:gd name="connsiteY83" fmla="*/ 1238182 h 1342734"/>
              <a:gd name="connsiteX84" fmla="*/ 4747555 w 10678681"/>
              <a:gd name="connsiteY84" fmla="*/ 1252768 h 1342734"/>
              <a:gd name="connsiteX85" fmla="*/ 4679644 w 10678681"/>
              <a:gd name="connsiteY85" fmla="*/ 1276603 h 1342734"/>
              <a:gd name="connsiteX86" fmla="*/ 4632222 w 10678681"/>
              <a:gd name="connsiteY86" fmla="*/ 1318360 h 1342734"/>
              <a:gd name="connsiteX87" fmla="*/ 4617358 w 10678681"/>
              <a:gd name="connsiteY87" fmla="*/ 1327690 h 1342734"/>
              <a:gd name="connsiteX88" fmla="*/ 4589102 w 10678681"/>
              <a:gd name="connsiteY88" fmla="*/ 1321223 h 1342734"/>
              <a:gd name="connsiteX89" fmla="*/ 4578184 w 10678681"/>
              <a:gd name="connsiteY89" fmla="*/ 1326745 h 1342734"/>
              <a:gd name="connsiteX90" fmla="*/ 4574270 w 10678681"/>
              <a:gd name="connsiteY90" fmla="*/ 1325878 h 1342734"/>
              <a:gd name="connsiteX91" fmla="*/ 4564919 w 10678681"/>
              <a:gd name="connsiteY91" fmla="*/ 1325507 h 1342734"/>
              <a:gd name="connsiteX92" fmla="*/ 4566586 w 10678681"/>
              <a:gd name="connsiteY92" fmla="*/ 1316963 h 1342734"/>
              <a:gd name="connsiteX93" fmla="*/ 4556303 w 10678681"/>
              <a:gd name="connsiteY93" fmla="*/ 1300262 h 1342734"/>
              <a:gd name="connsiteX94" fmla="*/ 4502358 w 10678681"/>
              <a:gd name="connsiteY94" fmla="*/ 1302558 h 1342734"/>
              <a:gd name="connsiteX95" fmla="*/ 4498919 w 10678681"/>
              <a:gd name="connsiteY95" fmla="*/ 1312115 h 1342734"/>
              <a:gd name="connsiteX96" fmla="*/ 4492075 w 10678681"/>
              <a:gd name="connsiteY96" fmla="*/ 1313357 h 1342734"/>
              <a:gd name="connsiteX97" fmla="*/ 4487466 w 10678681"/>
              <a:gd name="connsiteY97" fmla="*/ 1304102 h 1342734"/>
              <a:gd name="connsiteX98" fmla="*/ 4398292 w 10678681"/>
              <a:gd name="connsiteY98" fmla="*/ 1278410 h 1342734"/>
              <a:gd name="connsiteX99" fmla="*/ 4306088 w 10678681"/>
              <a:gd name="connsiteY99" fmla="*/ 1282512 h 1342734"/>
              <a:gd name="connsiteX100" fmla="*/ 4188995 w 10678681"/>
              <a:gd name="connsiteY100" fmla="*/ 1296718 h 1342734"/>
              <a:gd name="connsiteX101" fmla="*/ 4136582 w 10678681"/>
              <a:gd name="connsiteY101" fmla="*/ 1287687 h 1342734"/>
              <a:gd name="connsiteX102" fmla="*/ 4064614 w 10678681"/>
              <a:gd name="connsiteY102" fmla="*/ 1296118 h 1342734"/>
              <a:gd name="connsiteX103" fmla="*/ 3900948 w 10678681"/>
              <a:gd name="connsiteY103" fmla="*/ 1322156 h 1342734"/>
              <a:gd name="connsiteX104" fmla="*/ 3787890 w 10678681"/>
              <a:gd name="connsiteY104" fmla="*/ 1322164 h 1342734"/>
              <a:gd name="connsiteX105" fmla="*/ 3745993 w 10678681"/>
              <a:gd name="connsiteY105" fmla="*/ 1342630 h 1342734"/>
              <a:gd name="connsiteX106" fmla="*/ 3675785 w 10678681"/>
              <a:gd name="connsiteY106" fmla="*/ 1326802 h 1342734"/>
              <a:gd name="connsiteX107" fmla="*/ 3623856 w 10678681"/>
              <a:gd name="connsiteY107" fmla="*/ 1290804 h 1342734"/>
              <a:gd name="connsiteX108" fmla="*/ 3564933 w 10678681"/>
              <a:gd name="connsiteY108" fmla="*/ 1287147 h 1342734"/>
              <a:gd name="connsiteX109" fmla="*/ 3550537 w 10678681"/>
              <a:gd name="connsiteY109" fmla="*/ 1317552 h 1342734"/>
              <a:gd name="connsiteX110" fmla="*/ 3487736 w 10678681"/>
              <a:gd name="connsiteY110" fmla="*/ 1303493 h 1342734"/>
              <a:gd name="connsiteX111" fmla="*/ 3392548 w 10678681"/>
              <a:gd name="connsiteY111" fmla="*/ 1278741 h 1342734"/>
              <a:gd name="connsiteX112" fmla="*/ 3337466 w 10678681"/>
              <a:gd name="connsiteY112" fmla="*/ 1272537 h 1342734"/>
              <a:gd name="connsiteX113" fmla="*/ 3175981 w 10678681"/>
              <a:gd name="connsiteY113" fmla="*/ 1208973 h 1342734"/>
              <a:gd name="connsiteX114" fmla="*/ 3036856 w 10678681"/>
              <a:gd name="connsiteY114" fmla="*/ 1214383 h 1342734"/>
              <a:gd name="connsiteX115" fmla="*/ 2824973 w 10678681"/>
              <a:gd name="connsiteY115" fmla="*/ 1134864 h 1342734"/>
              <a:gd name="connsiteX116" fmla="*/ 2804398 w 10678681"/>
              <a:gd name="connsiteY116" fmla="*/ 1125556 h 1342734"/>
              <a:gd name="connsiteX117" fmla="*/ 2736109 w 10678681"/>
              <a:gd name="connsiteY117" fmla="*/ 1137717 h 1342734"/>
              <a:gd name="connsiteX118" fmla="*/ 2659096 w 10678681"/>
              <a:gd name="connsiteY118" fmla="*/ 1150294 h 1342734"/>
              <a:gd name="connsiteX119" fmla="*/ 2567088 w 10678681"/>
              <a:gd name="connsiteY119" fmla="*/ 1181781 h 1342734"/>
              <a:gd name="connsiteX120" fmla="*/ 2454501 w 10678681"/>
              <a:gd name="connsiteY120" fmla="*/ 1155455 h 1342734"/>
              <a:gd name="connsiteX121" fmla="*/ 2385161 w 10678681"/>
              <a:gd name="connsiteY121" fmla="*/ 1161312 h 1342734"/>
              <a:gd name="connsiteX122" fmla="*/ 2273361 w 10678681"/>
              <a:gd name="connsiteY122" fmla="*/ 1134090 h 1342734"/>
              <a:gd name="connsiteX123" fmla="*/ 2132003 w 10678681"/>
              <a:gd name="connsiteY123" fmla="*/ 1139225 h 1342734"/>
              <a:gd name="connsiteX124" fmla="*/ 2041224 w 10678681"/>
              <a:gd name="connsiteY124" fmla="*/ 1147536 h 1342734"/>
              <a:gd name="connsiteX125" fmla="*/ 2010157 w 10678681"/>
              <a:gd name="connsiteY125" fmla="*/ 1152767 h 1342734"/>
              <a:gd name="connsiteX126" fmla="*/ 1859213 w 10678681"/>
              <a:gd name="connsiteY126" fmla="*/ 1199540 h 1342734"/>
              <a:gd name="connsiteX127" fmla="*/ 1735877 w 10678681"/>
              <a:gd name="connsiteY127" fmla="*/ 1246527 h 1342734"/>
              <a:gd name="connsiteX128" fmla="*/ 1705069 w 10678681"/>
              <a:gd name="connsiteY128" fmla="*/ 1251989 h 1342734"/>
              <a:gd name="connsiteX129" fmla="*/ 1307888 w 10678681"/>
              <a:gd name="connsiteY129" fmla="*/ 1283156 h 1342734"/>
              <a:gd name="connsiteX130" fmla="*/ 1220734 w 10678681"/>
              <a:gd name="connsiteY130" fmla="*/ 1257811 h 1342734"/>
              <a:gd name="connsiteX131" fmla="*/ 1021737 w 10678681"/>
              <a:gd name="connsiteY131" fmla="*/ 1238739 h 1342734"/>
              <a:gd name="connsiteX132" fmla="*/ 959820 w 10678681"/>
              <a:gd name="connsiteY132" fmla="*/ 1275863 h 1342734"/>
              <a:gd name="connsiteX133" fmla="*/ 929137 w 10678681"/>
              <a:gd name="connsiteY133" fmla="*/ 1273957 h 1342734"/>
              <a:gd name="connsiteX134" fmla="*/ 878849 w 10678681"/>
              <a:gd name="connsiteY134" fmla="*/ 1266740 h 1342734"/>
              <a:gd name="connsiteX135" fmla="*/ 800667 w 10678681"/>
              <a:gd name="connsiteY135" fmla="*/ 1282041 h 1342734"/>
              <a:gd name="connsiteX136" fmla="*/ 644906 w 10678681"/>
              <a:gd name="connsiteY136" fmla="*/ 1273685 h 1342734"/>
              <a:gd name="connsiteX137" fmla="*/ 379869 w 10678681"/>
              <a:gd name="connsiteY137" fmla="*/ 1339165 h 1342734"/>
              <a:gd name="connsiteX138" fmla="*/ 137696 w 10678681"/>
              <a:gd name="connsiteY138" fmla="*/ 1319217 h 1342734"/>
              <a:gd name="connsiteX139" fmla="*/ 54250 w 10678681"/>
              <a:gd name="connsiteY139" fmla="*/ 1315838 h 1342734"/>
              <a:gd name="connsiteX140" fmla="*/ 28042 w 10678681"/>
              <a:gd name="connsiteY140" fmla="*/ 1297822 h 1342734"/>
              <a:gd name="connsiteX141" fmla="*/ 0 w 10678681"/>
              <a:gd name="connsiteY141" fmla="*/ 1294612 h 1342734"/>
              <a:gd name="connsiteX142" fmla="*/ 0 w 10678681"/>
              <a:gd name="connsiteY142" fmla="*/ 0 h 1342734"/>
              <a:gd name="connsiteX0" fmla="*/ 0 w 10678681"/>
              <a:gd name="connsiteY0" fmla="*/ 0 h 1342734"/>
              <a:gd name="connsiteX1" fmla="*/ 10678681 w 10678681"/>
              <a:gd name="connsiteY1" fmla="*/ 0 h 1342734"/>
              <a:gd name="connsiteX2" fmla="*/ 10666019 w 10678681"/>
              <a:gd name="connsiteY2" fmla="*/ 7876 h 1342734"/>
              <a:gd name="connsiteX3" fmla="*/ 10632825 w 10678681"/>
              <a:gd name="connsiteY3" fmla="*/ 32153 h 1342734"/>
              <a:gd name="connsiteX4" fmla="*/ 10510605 w 10678681"/>
              <a:gd name="connsiteY4" fmla="*/ 30449 h 1342734"/>
              <a:gd name="connsiteX5" fmla="*/ 10456989 w 10678681"/>
              <a:gd name="connsiteY5" fmla="*/ 979 h 1342734"/>
              <a:gd name="connsiteX6" fmla="*/ 10438642 w 10678681"/>
              <a:gd name="connsiteY6" fmla="*/ 1524 h 1342734"/>
              <a:gd name="connsiteX7" fmla="*/ 10407146 w 10678681"/>
              <a:gd name="connsiteY7" fmla="*/ 43659 h 1342734"/>
              <a:gd name="connsiteX8" fmla="*/ 10357996 w 10678681"/>
              <a:gd name="connsiteY8" fmla="*/ 50836 h 1342734"/>
              <a:gd name="connsiteX9" fmla="*/ 10306667 w 10678681"/>
              <a:gd name="connsiteY9" fmla="*/ 109739 h 1342734"/>
              <a:gd name="connsiteX10" fmla="*/ 10115334 w 10678681"/>
              <a:gd name="connsiteY10" fmla="*/ 155658 h 1342734"/>
              <a:gd name="connsiteX11" fmla="*/ 10068157 w 10678681"/>
              <a:gd name="connsiteY11" fmla="*/ 215673 h 1342734"/>
              <a:gd name="connsiteX12" fmla="*/ 10045431 w 10678681"/>
              <a:gd name="connsiteY12" fmla="*/ 229568 h 1342734"/>
              <a:gd name="connsiteX13" fmla="*/ 10013265 w 10678681"/>
              <a:gd name="connsiteY13" fmla="*/ 284757 h 1342734"/>
              <a:gd name="connsiteX14" fmla="*/ 9862496 w 10678681"/>
              <a:gd name="connsiteY14" fmla="*/ 223033 h 1342734"/>
              <a:gd name="connsiteX15" fmla="*/ 9679638 w 10678681"/>
              <a:gd name="connsiteY15" fmla="*/ 277462 h 1342734"/>
              <a:gd name="connsiteX16" fmla="*/ 9498347 w 10678681"/>
              <a:gd name="connsiteY16" fmla="*/ 244723 h 1342734"/>
              <a:gd name="connsiteX17" fmla="*/ 9399702 w 10678681"/>
              <a:gd name="connsiteY17" fmla="*/ 276316 h 1342734"/>
              <a:gd name="connsiteX18" fmla="*/ 9378439 w 10678681"/>
              <a:gd name="connsiteY18" fmla="*/ 326244 h 1342734"/>
              <a:gd name="connsiteX19" fmla="*/ 9121744 w 10678681"/>
              <a:gd name="connsiteY19" fmla="*/ 365177 h 1342734"/>
              <a:gd name="connsiteX20" fmla="*/ 9061654 w 10678681"/>
              <a:gd name="connsiteY20" fmla="*/ 393730 h 1342734"/>
              <a:gd name="connsiteX21" fmla="*/ 8997577 w 10678681"/>
              <a:gd name="connsiteY21" fmla="*/ 380865 h 1342734"/>
              <a:gd name="connsiteX22" fmla="*/ 8907968 w 10678681"/>
              <a:gd name="connsiteY22" fmla="*/ 447345 h 1342734"/>
              <a:gd name="connsiteX23" fmla="*/ 8764163 w 10678681"/>
              <a:gd name="connsiteY23" fmla="*/ 471000 h 1342734"/>
              <a:gd name="connsiteX24" fmla="*/ 8680155 w 10678681"/>
              <a:gd name="connsiteY24" fmla="*/ 492404 h 1342734"/>
              <a:gd name="connsiteX25" fmla="*/ 8651436 w 10678681"/>
              <a:gd name="connsiteY25" fmla="*/ 511923 h 1342734"/>
              <a:gd name="connsiteX26" fmla="*/ 8609185 w 10678681"/>
              <a:gd name="connsiteY26" fmla="*/ 531525 h 1342734"/>
              <a:gd name="connsiteX27" fmla="*/ 8537091 w 10678681"/>
              <a:gd name="connsiteY27" fmla="*/ 574933 h 1342734"/>
              <a:gd name="connsiteX28" fmla="*/ 8435931 w 10678681"/>
              <a:gd name="connsiteY28" fmla="*/ 617926 h 1342734"/>
              <a:gd name="connsiteX29" fmla="*/ 8348623 w 10678681"/>
              <a:gd name="connsiteY29" fmla="*/ 600607 h 1342734"/>
              <a:gd name="connsiteX30" fmla="*/ 8344233 w 10678681"/>
              <a:gd name="connsiteY30" fmla="*/ 610922 h 1342734"/>
              <a:gd name="connsiteX31" fmla="*/ 8290622 w 10678681"/>
              <a:gd name="connsiteY31" fmla="*/ 622687 h 1342734"/>
              <a:gd name="connsiteX32" fmla="*/ 8086698 w 10678681"/>
              <a:gd name="connsiteY32" fmla="*/ 605185 h 1342734"/>
              <a:gd name="connsiteX33" fmla="*/ 7982378 w 10678681"/>
              <a:gd name="connsiteY33" fmla="*/ 629799 h 1342734"/>
              <a:gd name="connsiteX34" fmla="*/ 7947952 w 10678681"/>
              <a:gd name="connsiteY34" fmla="*/ 648003 h 1342734"/>
              <a:gd name="connsiteX35" fmla="*/ 7890112 w 10678681"/>
              <a:gd name="connsiteY35" fmla="*/ 677915 h 1342734"/>
              <a:gd name="connsiteX36" fmla="*/ 7853284 w 10678681"/>
              <a:gd name="connsiteY36" fmla="*/ 723588 h 1342734"/>
              <a:gd name="connsiteX37" fmla="*/ 7802383 w 10678681"/>
              <a:gd name="connsiteY37" fmla="*/ 739359 h 1342734"/>
              <a:gd name="connsiteX38" fmla="*/ 7730518 w 10678681"/>
              <a:gd name="connsiteY38" fmla="*/ 739526 h 1342734"/>
              <a:gd name="connsiteX39" fmla="*/ 7652907 w 10678681"/>
              <a:gd name="connsiteY39" fmla="*/ 783273 h 1342734"/>
              <a:gd name="connsiteX40" fmla="*/ 7606008 w 10678681"/>
              <a:gd name="connsiteY40" fmla="*/ 800717 h 1342734"/>
              <a:gd name="connsiteX41" fmla="*/ 7480223 w 10678681"/>
              <a:gd name="connsiteY41" fmla="*/ 856821 h 1342734"/>
              <a:gd name="connsiteX42" fmla="*/ 7356005 w 10678681"/>
              <a:gd name="connsiteY42" fmla="*/ 919462 h 1342734"/>
              <a:gd name="connsiteX43" fmla="*/ 7305396 w 10678681"/>
              <a:gd name="connsiteY43" fmla="*/ 986228 h 1342734"/>
              <a:gd name="connsiteX44" fmla="*/ 7266251 w 10678681"/>
              <a:gd name="connsiteY44" fmla="*/ 967864 h 1342734"/>
              <a:gd name="connsiteX45" fmla="*/ 7269396 w 10678681"/>
              <a:gd name="connsiteY45" fmla="*/ 989282 h 1342734"/>
              <a:gd name="connsiteX46" fmla="*/ 7258094 w 10678681"/>
              <a:gd name="connsiteY46" fmla="*/ 990679 h 1342734"/>
              <a:gd name="connsiteX47" fmla="*/ 7257893 w 10678681"/>
              <a:gd name="connsiteY47" fmla="*/ 991204 h 1342734"/>
              <a:gd name="connsiteX48" fmla="*/ 7247153 w 10678681"/>
              <a:gd name="connsiteY48" fmla="*/ 991550 h 1342734"/>
              <a:gd name="connsiteX49" fmla="*/ 7193612 w 10678681"/>
              <a:gd name="connsiteY49" fmla="*/ 987042 h 1342734"/>
              <a:gd name="connsiteX50" fmla="*/ 7132632 w 10678681"/>
              <a:gd name="connsiteY50" fmla="*/ 1042036 h 1342734"/>
              <a:gd name="connsiteX51" fmla="*/ 7105610 w 10678681"/>
              <a:gd name="connsiteY51" fmla="*/ 1053537 h 1342734"/>
              <a:gd name="connsiteX52" fmla="*/ 7069148 w 10678681"/>
              <a:gd name="connsiteY52" fmla="*/ 1047163 h 1342734"/>
              <a:gd name="connsiteX53" fmla="*/ 7039634 w 10678681"/>
              <a:gd name="connsiteY53" fmla="*/ 1059971 h 1342734"/>
              <a:gd name="connsiteX54" fmla="*/ 7033445 w 10678681"/>
              <a:gd name="connsiteY54" fmla="*/ 1063314 h 1342734"/>
              <a:gd name="connsiteX55" fmla="*/ 6999157 w 10678681"/>
              <a:gd name="connsiteY55" fmla="*/ 1055282 h 1342734"/>
              <a:gd name="connsiteX56" fmla="*/ 6981874 w 10678681"/>
              <a:gd name="connsiteY56" fmla="*/ 1053827 h 1342734"/>
              <a:gd name="connsiteX57" fmla="*/ 6976102 w 10678681"/>
              <a:gd name="connsiteY57" fmla="*/ 1047854 h 1342734"/>
              <a:gd name="connsiteX58" fmla="*/ 6951040 w 10678681"/>
              <a:gd name="connsiteY58" fmla="*/ 1048531 h 1342734"/>
              <a:gd name="connsiteX59" fmla="*/ 6948497 w 10678681"/>
              <a:gd name="connsiteY59" fmla="*/ 1050706 h 1342734"/>
              <a:gd name="connsiteX60" fmla="*/ 6926582 w 10678681"/>
              <a:gd name="connsiteY60" fmla="*/ 1043462 h 1342734"/>
              <a:gd name="connsiteX61" fmla="*/ 6833743 w 10678681"/>
              <a:gd name="connsiteY61" fmla="*/ 1027960 h 1342734"/>
              <a:gd name="connsiteX62" fmla="*/ 6687090 w 10678681"/>
              <a:gd name="connsiteY62" fmla="*/ 1063250 h 1342734"/>
              <a:gd name="connsiteX63" fmla="*/ 6437450 w 10678681"/>
              <a:gd name="connsiteY63" fmla="*/ 1101075 h 1342734"/>
              <a:gd name="connsiteX64" fmla="*/ 6327795 w 10678681"/>
              <a:gd name="connsiteY64" fmla="*/ 1088142 h 1342734"/>
              <a:gd name="connsiteX65" fmla="*/ 6136549 w 10678681"/>
              <a:gd name="connsiteY65" fmla="*/ 1100268 h 1342734"/>
              <a:gd name="connsiteX66" fmla="*/ 6004655 w 10678681"/>
              <a:gd name="connsiteY66" fmla="*/ 1114946 h 1342734"/>
              <a:gd name="connsiteX67" fmla="*/ 5936643 w 10678681"/>
              <a:gd name="connsiteY67" fmla="*/ 1095428 h 1342734"/>
              <a:gd name="connsiteX68" fmla="*/ 5912484 w 10678681"/>
              <a:gd name="connsiteY68" fmla="*/ 1112624 h 1342734"/>
              <a:gd name="connsiteX69" fmla="*/ 5908387 w 10678681"/>
              <a:gd name="connsiteY69" fmla="*/ 1116018 h 1342734"/>
              <a:gd name="connsiteX70" fmla="*/ 5890495 w 10678681"/>
              <a:gd name="connsiteY70" fmla="*/ 1120268 h 1342734"/>
              <a:gd name="connsiteX71" fmla="*/ 5887318 w 10678681"/>
              <a:gd name="connsiteY71" fmla="*/ 1133134 h 1342734"/>
              <a:gd name="connsiteX72" fmla="*/ 5861726 w 10678681"/>
              <a:gd name="connsiteY72" fmla="*/ 1147891 h 1342734"/>
              <a:gd name="connsiteX73" fmla="*/ 5805823 w 10678681"/>
              <a:gd name="connsiteY73" fmla="*/ 1152457 h 1342734"/>
              <a:gd name="connsiteX74" fmla="*/ 5689841 w 10678681"/>
              <a:gd name="connsiteY74" fmla="*/ 1176232 h 1342734"/>
              <a:gd name="connsiteX75" fmla="*/ 5605119 w 10678681"/>
              <a:gd name="connsiteY75" fmla="*/ 1190202 h 1342734"/>
              <a:gd name="connsiteX76" fmla="*/ 5488513 w 10678681"/>
              <a:gd name="connsiteY76" fmla="*/ 1205367 h 1342734"/>
              <a:gd name="connsiteX77" fmla="*/ 5402905 w 10678681"/>
              <a:gd name="connsiteY77" fmla="*/ 1241191 h 1342734"/>
              <a:gd name="connsiteX78" fmla="*/ 5285593 w 10678681"/>
              <a:gd name="connsiteY78" fmla="*/ 1273569 h 1342734"/>
              <a:gd name="connsiteX79" fmla="*/ 5192893 w 10678681"/>
              <a:gd name="connsiteY79" fmla="*/ 1247188 h 1342734"/>
              <a:gd name="connsiteX80" fmla="*/ 5186475 w 10678681"/>
              <a:gd name="connsiteY80" fmla="*/ 1257028 h 1342734"/>
              <a:gd name="connsiteX81" fmla="*/ 5126038 w 10678681"/>
              <a:gd name="connsiteY81" fmla="*/ 1263189 h 1342734"/>
              <a:gd name="connsiteX82" fmla="*/ 4894688 w 10678681"/>
              <a:gd name="connsiteY82" fmla="*/ 1247184 h 1342734"/>
              <a:gd name="connsiteX83" fmla="*/ 4788036 w 10678681"/>
              <a:gd name="connsiteY83" fmla="*/ 1238182 h 1342734"/>
              <a:gd name="connsiteX84" fmla="*/ 4747555 w 10678681"/>
              <a:gd name="connsiteY84" fmla="*/ 1252768 h 1342734"/>
              <a:gd name="connsiteX85" fmla="*/ 4679644 w 10678681"/>
              <a:gd name="connsiteY85" fmla="*/ 1276603 h 1342734"/>
              <a:gd name="connsiteX86" fmla="*/ 4632222 w 10678681"/>
              <a:gd name="connsiteY86" fmla="*/ 1318360 h 1342734"/>
              <a:gd name="connsiteX87" fmla="*/ 4617358 w 10678681"/>
              <a:gd name="connsiteY87" fmla="*/ 1327690 h 1342734"/>
              <a:gd name="connsiteX88" fmla="*/ 4589102 w 10678681"/>
              <a:gd name="connsiteY88" fmla="*/ 1321223 h 1342734"/>
              <a:gd name="connsiteX89" fmla="*/ 4578184 w 10678681"/>
              <a:gd name="connsiteY89" fmla="*/ 1326745 h 1342734"/>
              <a:gd name="connsiteX90" fmla="*/ 4574270 w 10678681"/>
              <a:gd name="connsiteY90" fmla="*/ 1325878 h 1342734"/>
              <a:gd name="connsiteX91" fmla="*/ 4564919 w 10678681"/>
              <a:gd name="connsiteY91" fmla="*/ 1325507 h 1342734"/>
              <a:gd name="connsiteX92" fmla="*/ 4566586 w 10678681"/>
              <a:gd name="connsiteY92" fmla="*/ 1316963 h 1342734"/>
              <a:gd name="connsiteX93" fmla="*/ 4556303 w 10678681"/>
              <a:gd name="connsiteY93" fmla="*/ 1300262 h 1342734"/>
              <a:gd name="connsiteX94" fmla="*/ 4502358 w 10678681"/>
              <a:gd name="connsiteY94" fmla="*/ 1302558 h 1342734"/>
              <a:gd name="connsiteX95" fmla="*/ 4498919 w 10678681"/>
              <a:gd name="connsiteY95" fmla="*/ 1312115 h 1342734"/>
              <a:gd name="connsiteX96" fmla="*/ 4492075 w 10678681"/>
              <a:gd name="connsiteY96" fmla="*/ 1313357 h 1342734"/>
              <a:gd name="connsiteX97" fmla="*/ 4487466 w 10678681"/>
              <a:gd name="connsiteY97" fmla="*/ 1304102 h 1342734"/>
              <a:gd name="connsiteX98" fmla="*/ 4398292 w 10678681"/>
              <a:gd name="connsiteY98" fmla="*/ 1278410 h 1342734"/>
              <a:gd name="connsiteX99" fmla="*/ 4306088 w 10678681"/>
              <a:gd name="connsiteY99" fmla="*/ 1282512 h 1342734"/>
              <a:gd name="connsiteX100" fmla="*/ 4188995 w 10678681"/>
              <a:gd name="connsiteY100" fmla="*/ 1296718 h 1342734"/>
              <a:gd name="connsiteX101" fmla="*/ 4136582 w 10678681"/>
              <a:gd name="connsiteY101" fmla="*/ 1287687 h 1342734"/>
              <a:gd name="connsiteX102" fmla="*/ 4064614 w 10678681"/>
              <a:gd name="connsiteY102" fmla="*/ 1296118 h 1342734"/>
              <a:gd name="connsiteX103" fmla="*/ 3900948 w 10678681"/>
              <a:gd name="connsiteY103" fmla="*/ 1322156 h 1342734"/>
              <a:gd name="connsiteX104" fmla="*/ 3787890 w 10678681"/>
              <a:gd name="connsiteY104" fmla="*/ 1322164 h 1342734"/>
              <a:gd name="connsiteX105" fmla="*/ 3745993 w 10678681"/>
              <a:gd name="connsiteY105" fmla="*/ 1342630 h 1342734"/>
              <a:gd name="connsiteX106" fmla="*/ 3675785 w 10678681"/>
              <a:gd name="connsiteY106" fmla="*/ 1326802 h 1342734"/>
              <a:gd name="connsiteX107" fmla="*/ 3623856 w 10678681"/>
              <a:gd name="connsiteY107" fmla="*/ 1290804 h 1342734"/>
              <a:gd name="connsiteX108" fmla="*/ 3564933 w 10678681"/>
              <a:gd name="connsiteY108" fmla="*/ 1287147 h 1342734"/>
              <a:gd name="connsiteX109" fmla="*/ 3550537 w 10678681"/>
              <a:gd name="connsiteY109" fmla="*/ 1317552 h 1342734"/>
              <a:gd name="connsiteX110" fmla="*/ 3487736 w 10678681"/>
              <a:gd name="connsiteY110" fmla="*/ 1303493 h 1342734"/>
              <a:gd name="connsiteX111" fmla="*/ 3392548 w 10678681"/>
              <a:gd name="connsiteY111" fmla="*/ 1278741 h 1342734"/>
              <a:gd name="connsiteX112" fmla="*/ 3337466 w 10678681"/>
              <a:gd name="connsiteY112" fmla="*/ 1272537 h 1342734"/>
              <a:gd name="connsiteX113" fmla="*/ 3175981 w 10678681"/>
              <a:gd name="connsiteY113" fmla="*/ 1208973 h 1342734"/>
              <a:gd name="connsiteX114" fmla="*/ 3036856 w 10678681"/>
              <a:gd name="connsiteY114" fmla="*/ 1214383 h 1342734"/>
              <a:gd name="connsiteX115" fmla="*/ 2824973 w 10678681"/>
              <a:gd name="connsiteY115" fmla="*/ 1134864 h 1342734"/>
              <a:gd name="connsiteX116" fmla="*/ 2804398 w 10678681"/>
              <a:gd name="connsiteY116" fmla="*/ 1125556 h 1342734"/>
              <a:gd name="connsiteX117" fmla="*/ 2736109 w 10678681"/>
              <a:gd name="connsiteY117" fmla="*/ 1137717 h 1342734"/>
              <a:gd name="connsiteX118" fmla="*/ 2659096 w 10678681"/>
              <a:gd name="connsiteY118" fmla="*/ 1150294 h 1342734"/>
              <a:gd name="connsiteX119" fmla="*/ 2567088 w 10678681"/>
              <a:gd name="connsiteY119" fmla="*/ 1181781 h 1342734"/>
              <a:gd name="connsiteX120" fmla="*/ 2454501 w 10678681"/>
              <a:gd name="connsiteY120" fmla="*/ 1155455 h 1342734"/>
              <a:gd name="connsiteX121" fmla="*/ 2385161 w 10678681"/>
              <a:gd name="connsiteY121" fmla="*/ 1161312 h 1342734"/>
              <a:gd name="connsiteX122" fmla="*/ 2273361 w 10678681"/>
              <a:gd name="connsiteY122" fmla="*/ 1134090 h 1342734"/>
              <a:gd name="connsiteX123" fmla="*/ 2132003 w 10678681"/>
              <a:gd name="connsiteY123" fmla="*/ 1139225 h 1342734"/>
              <a:gd name="connsiteX124" fmla="*/ 2041224 w 10678681"/>
              <a:gd name="connsiteY124" fmla="*/ 1147536 h 1342734"/>
              <a:gd name="connsiteX125" fmla="*/ 2010157 w 10678681"/>
              <a:gd name="connsiteY125" fmla="*/ 1152767 h 1342734"/>
              <a:gd name="connsiteX126" fmla="*/ 1859213 w 10678681"/>
              <a:gd name="connsiteY126" fmla="*/ 1199540 h 1342734"/>
              <a:gd name="connsiteX127" fmla="*/ 1735877 w 10678681"/>
              <a:gd name="connsiteY127" fmla="*/ 1246527 h 1342734"/>
              <a:gd name="connsiteX128" fmla="*/ 1705069 w 10678681"/>
              <a:gd name="connsiteY128" fmla="*/ 1251989 h 1342734"/>
              <a:gd name="connsiteX129" fmla="*/ 1307888 w 10678681"/>
              <a:gd name="connsiteY129" fmla="*/ 1283156 h 1342734"/>
              <a:gd name="connsiteX130" fmla="*/ 1220734 w 10678681"/>
              <a:gd name="connsiteY130" fmla="*/ 1257811 h 1342734"/>
              <a:gd name="connsiteX131" fmla="*/ 1021737 w 10678681"/>
              <a:gd name="connsiteY131" fmla="*/ 1238739 h 1342734"/>
              <a:gd name="connsiteX132" fmla="*/ 959820 w 10678681"/>
              <a:gd name="connsiteY132" fmla="*/ 1275863 h 1342734"/>
              <a:gd name="connsiteX133" fmla="*/ 929137 w 10678681"/>
              <a:gd name="connsiteY133" fmla="*/ 1273957 h 1342734"/>
              <a:gd name="connsiteX134" fmla="*/ 878849 w 10678681"/>
              <a:gd name="connsiteY134" fmla="*/ 1266740 h 1342734"/>
              <a:gd name="connsiteX135" fmla="*/ 800667 w 10678681"/>
              <a:gd name="connsiteY135" fmla="*/ 1282041 h 1342734"/>
              <a:gd name="connsiteX136" fmla="*/ 644906 w 10678681"/>
              <a:gd name="connsiteY136" fmla="*/ 1273685 h 1342734"/>
              <a:gd name="connsiteX137" fmla="*/ 379869 w 10678681"/>
              <a:gd name="connsiteY137" fmla="*/ 1339165 h 1342734"/>
              <a:gd name="connsiteX138" fmla="*/ 137696 w 10678681"/>
              <a:gd name="connsiteY138" fmla="*/ 1319217 h 1342734"/>
              <a:gd name="connsiteX139" fmla="*/ 54250 w 10678681"/>
              <a:gd name="connsiteY139" fmla="*/ 1315838 h 1342734"/>
              <a:gd name="connsiteX140" fmla="*/ 28042 w 10678681"/>
              <a:gd name="connsiteY140" fmla="*/ 1297822 h 1342734"/>
              <a:gd name="connsiteX141" fmla="*/ 0 w 10678681"/>
              <a:gd name="connsiteY141" fmla="*/ 1294612 h 1342734"/>
              <a:gd name="connsiteX142" fmla="*/ 0 w 10678681"/>
              <a:gd name="connsiteY142" fmla="*/ 0 h 1342734"/>
              <a:gd name="connsiteX0" fmla="*/ 0 w 10678681"/>
              <a:gd name="connsiteY0" fmla="*/ 0 h 1342734"/>
              <a:gd name="connsiteX1" fmla="*/ 10678681 w 10678681"/>
              <a:gd name="connsiteY1" fmla="*/ 0 h 1342734"/>
              <a:gd name="connsiteX2" fmla="*/ 10666019 w 10678681"/>
              <a:gd name="connsiteY2" fmla="*/ 7876 h 1342734"/>
              <a:gd name="connsiteX3" fmla="*/ 10632825 w 10678681"/>
              <a:gd name="connsiteY3" fmla="*/ 32153 h 1342734"/>
              <a:gd name="connsiteX4" fmla="*/ 10510605 w 10678681"/>
              <a:gd name="connsiteY4" fmla="*/ 30449 h 1342734"/>
              <a:gd name="connsiteX5" fmla="*/ 10456989 w 10678681"/>
              <a:gd name="connsiteY5" fmla="*/ 979 h 1342734"/>
              <a:gd name="connsiteX6" fmla="*/ 10438642 w 10678681"/>
              <a:gd name="connsiteY6" fmla="*/ 1524 h 1342734"/>
              <a:gd name="connsiteX7" fmla="*/ 10407146 w 10678681"/>
              <a:gd name="connsiteY7" fmla="*/ 43659 h 1342734"/>
              <a:gd name="connsiteX8" fmla="*/ 10357996 w 10678681"/>
              <a:gd name="connsiteY8" fmla="*/ 50836 h 1342734"/>
              <a:gd name="connsiteX9" fmla="*/ 10306667 w 10678681"/>
              <a:gd name="connsiteY9" fmla="*/ 109739 h 1342734"/>
              <a:gd name="connsiteX10" fmla="*/ 10115334 w 10678681"/>
              <a:gd name="connsiteY10" fmla="*/ 155658 h 1342734"/>
              <a:gd name="connsiteX11" fmla="*/ 10068157 w 10678681"/>
              <a:gd name="connsiteY11" fmla="*/ 215673 h 1342734"/>
              <a:gd name="connsiteX12" fmla="*/ 10045431 w 10678681"/>
              <a:gd name="connsiteY12" fmla="*/ 229568 h 1342734"/>
              <a:gd name="connsiteX13" fmla="*/ 10013265 w 10678681"/>
              <a:gd name="connsiteY13" fmla="*/ 284757 h 1342734"/>
              <a:gd name="connsiteX14" fmla="*/ 9862496 w 10678681"/>
              <a:gd name="connsiteY14" fmla="*/ 223033 h 1342734"/>
              <a:gd name="connsiteX15" fmla="*/ 9679638 w 10678681"/>
              <a:gd name="connsiteY15" fmla="*/ 277462 h 1342734"/>
              <a:gd name="connsiteX16" fmla="*/ 9498347 w 10678681"/>
              <a:gd name="connsiteY16" fmla="*/ 244723 h 1342734"/>
              <a:gd name="connsiteX17" fmla="*/ 9399702 w 10678681"/>
              <a:gd name="connsiteY17" fmla="*/ 276316 h 1342734"/>
              <a:gd name="connsiteX18" fmla="*/ 9378439 w 10678681"/>
              <a:gd name="connsiteY18" fmla="*/ 326244 h 1342734"/>
              <a:gd name="connsiteX19" fmla="*/ 9121744 w 10678681"/>
              <a:gd name="connsiteY19" fmla="*/ 365177 h 1342734"/>
              <a:gd name="connsiteX20" fmla="*/ 9061654 w 10678681"/>
              <a:gd name="connsiteY20" fmla="*/ 393730 h 1342734"/>
              <a:gd name="connsiteX21" fmla="*/ 8997577 w 10678681"/>
              <a:gd name="connsiteY21" fmla="*/ 380865 h 1342734"/>
              <a:gd name="connsiteX22" fmla="*/ 8907968 w 10678681"/>
              <a:gd name="connsiteY22" fmla="*/ 447345 h 1342734"/>
              <a:gd name="connsiteX23" fmla="*/ 8764163 w 10678681"/>
              <a:gd name="connsiteY23" fmla="*/ 471000 h 1342734"/>
              <a:gd name="connsiteX24" fmla="*/ 8680155 w 10678681"/>
              <a:gd name="connsiteY24" fmla="*/ 492404 h 1342734"/>
              <a:gd name="connsiteX25" fmla="*/ 8651436 w 10678681"/>
              <a:gd name="connsiteY25" fmla="*/ 511923 h 1342734"/>
              <a:gd name="connsiteX26" fmla="*/ 8609185 w 10678681"/>
              <a:gd name="connsiteY26" fmla="*/ 531525 h 1342734"/>
              <a:gd name="connsiteX27" fmla="*/ 8537091 w 10678681"/>
              <a:gd name="connsiteY27" fmla="*/ 574933 h 1342734"/>
              <a:gd name="connsiteX28" fmla="*/ 8435931 w 10678681"/>
              <a:gd name="connsiteY28" fmla="*/ 617926 h 1342734"/>
              <a:gd name="connsiteX29" fmla="*/ 8348623 w 10678681"/>
              <a:gd name="connsiteY29" fmla="*/ 600607 h 1342734"/>
              <a:gd name="connsiteX30" fmla="*/ 8344233 w 10678681"/>
              <a:gd name="connsiteY30" fmla="*/ 610922 h 1342734"/>
              <a:gd name="connsiteX31" fmla="*/ 8290622 w 10678681"/>
              <a:gd name="connsiteY31" fmla="*/ 622687 h 1342734"/>
              <a:gd name="connsiteX32" fmla="*/ 8086698 w 10678681"/>
              <a:gd name="connsiteY32" fmla="*/ 605185 h 1342734"/>
              <a:gd name="connsiteX33" fmla="*/ 7982378 w 10678681"/>
              <a:gd name="connsiteY33" fmla="*/ 629799 h 1342734"/>
              <a:gd name="connsiteX34" fmla="*/ 7947952 w 10678681"/>
              <a:gd name="connsiteY34" fmla="*/ 648003 h 1342734"/>
              <a:gd name="connsiteX35" fmla="*/ 7890112 w 10678681"/>
              <a:gd name="connsiteY35" fmla="*/ 677915 h 1342734"/>
              <a:gd name="connsiteX36" fmla="*/ 7853284 w 10678681"/>
              <a:gd name="connsiteY36" fmla="*/ 723588 h 1342734"/>
              <a:gd name="connsiteX37" fmla="*/ 7802383 w 10678681"/>
              <a:gd name="connsiteY37" fmla="*/ 739359 h 1342734"/>
              <a:gd name="connsiteX38" fmla="*/ 7730518 w 10678681"/>
              <a:gd name="connsiteY38" fmla="*/ 739526 h 1342734"/>
              <a:gd name="connsiteX39" fmla="*/ 7652907 w 10678681"/>
              <a:gd name="connsiteY39" fmla="*/ 783273 h 1342734"/>
              <a:gd name="connsiteX40" fmla="*/ 7606008 w 10678681"/>
              <a:gd name="connsiteY40" fmla="*/ 800717 h 1342734"/>
              <a:gd name="connsiteX41" fmla="*/ 7480223 w 10678681"/>
              <a:gd name="connsiteY41" fmla="*/ 856821 h 1342734"/>
              <a:gd name="connsiteX42" fmla="*/ 7356005 w 10678681"/>
              <a:gd name="connsiteY42" fmla="*/ 919462 h 1342734"/>
              <a:gd name="connsiteX43" fmla="*/ 7305396 w 10678681"/>
              <a:gd name="connsiteY43" fmla="*/ 986228 h 1342734"/>
              <a:gd name="connsiteX44" fmla="*/ 7266251 w 10678681"/>
              <a:gd name="connsiteY44" fmla="*/ 967864 h 1342734"/>
              <a:gd name="connsiteX45" fmla="*/ 7269396 w 10678681"/>
              <a:gd name="connsiteY45" fmla="*/ 989282 h 1342734"/>
              <a:gd name="connsiteX46" fmla="*/ 7258094 w 10678681"/>
              <a:gd name="connsiteY46" fmla="*/ 990679 h 1342734"/>
              <a:gd name="connsiteX47" fmla="*/ 7257893 w 10678681"/>
              <a:gd name="connsiteY47" fmla="*/ 991204 h 1342734"/>
              <a:gd name="connsiteX48" fmla="*/ 7247153 w 10678681"/>
              <a:gd name="connsiteY48" fmla="*/ 991550 h 1342734"/>
              <a:gd name="connsiteX49" fmla="*/ 7193612 w 10678681"/>
              <a:gd name="connsiteY49" fmla="*/ 987042 h 1342734"/>
              <a:gd name="connsiteX50" fmla="*/ 7132632 w 10678681"/>
              <a:gd name="connsiteY50" fmla="*/ 1042036 h 1342734"/>
              <a:gd name="connsiteX51" fmla="*/ 7105610 w 10678681"/>
              <a:gd name="connsiteY51" fmla="*/ 1053537 h 1342734"/>
              <a:gd name="connsiteX52" fmla="*/ 7069148 w 10678681"/>
              <a:gd name="connsiteY52" fmla="*/ 1047163 h 1342734"/>
              <a:gd name="connsiteX53" fmla="*/ 7039634 w 10678681"/>
              <a:gd name="connsiteY53" fmla="*/ 1059971 h 1342734"/>
              <a:gd name="connsiteX54" fmla="*/ 7033445 w 10678681"/>
              <a:gd name="connsiteY54" fmla="*/ 1063314 h 1342734"/>
              <a:gd name="connsiteX55" fmla="*/ 6999157 w 10678681"/>
              <a:gd name="connsiteY55" fmla="*/ 1055282 h 1342734"/>
              <a:gd name="connsiteX56" fmla="*/ 6981874 w 10678681"/>
              <a:gd name="connsiteY56" fmla="*/ 1053827 h 1342734"/>
              <a:gd name="connsiteX57" fmla="*/ 6976102 w 10678681"/>
              <a:gd name="connsiteY57" fmla="*/ 1047854 h 1342734"/>
              <a:gd name="connsiteX58" fmla="*/ 6951040 w 10678681"/>
              <a:gd name="connsiteY58" fmla="*/ 1048531 h 1342734"/>
              <a:gd name="connsiteX59" fmla="*/ 6948497 w 10678681"/>
              <a:gd name="connsiteY59" fmla="*/ 1050706 h 1342734"/>
              <a:gd name="connsiteX60" fmla="*/ 6926582 w 10678681"/>
              <a:gd name="connsiteY60" fmla="*/ 1043462 h 1342734"/>
              <a:gd name="connsiteX61" fmla="*/ 6833743 w 10678681"/>
              <a:gd name="connsiteY61" fmla="*/ 1027960 h 1342734"/>
              <a:gd name="connsiteX62" fmla="*/ 6687090 w 10678681"/>
              <a:gd name="connsiteY62" fmla="*/ 1063250 h 1342734"/>
              <a:gd name="connsiteX63" fmla="*/ 6437450 w 10678681"/>
              <a:gd name="connsiteY63" fmla="*/ 1101075 h 1342734"/>
              <a:gd name="connsiteX64" fmla="*/ 6327795 w 10678681"/>
              <a:gd name="connsiteY64" fmla="*/ 1088142 h 1342734"/>
              <a:gd name="connsiteX65" fmla="*/ 6136549 w 10678681"/>
              <a:gd name="connsiteY65" fmla="*/ 1100268 h 1342734"/>
              <a:gd name="connsiteX66" fmla="*/ 6004655 w 10678681"/>
              <a:gd name="connsiteY66" fmla="*/ 1114946 h 1342734"/>
              <a:gd name="connsiteX67" fmla="*/ 5936643 w 10678681"/>
              <a:gd name="connsiteY67" fmla="*/ 1095428 h 1342734"/>
              <a:gd name="connsiteX68" fmla="*/ 5912484 w 10678681"/>
              <a:gd name="connsiteY68" fmla="*/ 1112624 h 1342734"/>
              <a:gd name="connsiteX69" fmla="*/ 5908387 w 10678681"/>
              <a:gd name="connsiteY69" fmla="*/ 1116018 h 1342734"/>
              <a:gd name="connsiteX70" fmla="*/ 5890495 w 10678681"/>
              <a:gd name="connsiteY70" fmla="*/ 1120268 h 1342734"/>
              <a:gd name="connsiteX71" fmla="*/ 5887318 w 10678681"/>
              <a:gd name="connsiteY71" fmla="*/ 1133134 h 1342734"/>
              <a:gd name="connsiteX72" fmla="*/ 5861726 w 10678681"/>
              <a:gd name="connsiteY72" fmla="*/ 1147891 h 1342734"/>
              <a:gd name="connsiteX73" fmla="*/ 5805823 w 10678681"/>
              <a:gd name="connsiteY73" fmla="*/ 1152457 h 1342734"/>
              <a:gd name="connsiteX74" fmla="*/ 5689841 w 10678681"/>
              <a:gd name="connsiteY74" fmla="*/ 1176232 h 1342734"/>
              <a:gd name="connsiteX75" fmla="*/ 5605119 w 10678681"/>
              <a:gd name="connsiteY75" fmla="*/ 1190202 h 1342734"/>
              <a:gd name="connsiteX76" fmla="*/ 5488513 w 10678681"/>
              <a:gd name="connsiteY76" fmla="*/ 1205367 h 1342734"/>
              <a:gd name="connsiteX77" fmla="*/ 5402905 w 10678681"/>
              <a:gd name="connsiteY77" fmla="*/ 1241191 h 1342734"/>
              <a:gd name="connsiteX78" fmla="*/ 5285593 w 10678681"/>
              <a:gd name="connsiteY78" fmla="*/ 1273569 h 1342734"/>
              <a:gd name="connsiteX79" fmla="*/ 5192893 w 10678681"/>
              <a:gd name="connsiteY79" fmla="*/ 1247188 h 1342734"/>
              <a:gd name="connsiteX80" fmla="*/ 5186475 w 10678681"/>
              <a:gd name="connsiteY80" fmla="*/ 1257028 h 1342734"/>
              <a:gd name="connsiteX81" fmla="*/ 5126038 w 10678681"/>
              <a:gd name="connsiteY81" fmla="*/ 1263189 h 1342734"/>
              <a:gd name="connsiteX82" fmla="*/ 4894688 w 10678681"/>
              <a:gd name="connsiteY82" fmla="*/ 1247184 h 1342734"/>
              <a:gd name="connsiteX83" fmla="*/ 4788036 w 10678681"/>
              <a:gd name="connsiteY83" fmla="*/ 1238182 h 1342734"/>
              <a:gd name="connsiteX84" fmla="*/ 4747555 w 10678681"/>
              <a:gd name="connsiteY84" fmla="*/ 1252768 h 1342734"/>
              <a:gd name="connsiteX85" fmla="*/ 4679644 w 10678681"/>
              <a:gd name="connsiteY85" fmla="*/ 1276603 h 1342734"/>
              <a:gd name="connsiteX86" fmla="*/ 4632222 w 10678681"/>
              <a:gd name="connsiteY86" fmla="*/ 1318360 h 1342734"/>
              <a:gd name="connsiteX87" fmla="*/ 4617358 w 10678681"/>
              <a:gd name="connsiteY87" fmla="*/ 1327690 h 1342734"/>
              <a:gd name="connsiteX88" fmla="*/ 4589102 w 10678681"/>
              <a:gd name="connsiteY88" fmla="*/ 1321223 h 1342734"/>
              <a:gd name="connsiteX89" fmla="*/ 4578184 w 10678681"/>
              <a:gd name="connsiteY89" fmla="*/ 1326745 h 1342734"/>
              <a:gd name="connsiteX90" fmla="*/ 4574270 w 10678681"/>
              <a:gd name="connsiteY90" fmla="*/ 1325878 h 1342734"/>
              <a:gd name="connsiteX91" fmla="*/ 4564919 w 10678681"/>
              <a:gd name="connsiteY91" fmla="*/ 1325507 h 1342734"/>
              <a:gd name="connsiteX92" fmla="*/ 4566586 w 10678681"/>
              <a:gd name="connsiteY92" fmla="*/ 1316963 h 1342734"/>
              <a:gd name="connsiteX93" fmla="*/ 4556303 w 10678681"/>
              <a:gd name="connsiteY93" fmla="*/ 1300262 h 1342734"/>
              <a:gd name="connsiteX94" fmla="*/ 4502358 w 10678681"/>
              <a:gd name="connsiteY94" fmla="*/ 1302558 h 1342734"/>
              <a:gd name="connsiteX95" fmla="*/ 4498919 w 10678681"/>
              <a:gd name="connsiteY95" fmla="*/ 1312115 h 1342734"/>
              <a:gd name="connsiteX96" fmla="*/ 4492075 w 10678681"/>
              <a:gd name="connsiteY96" fmla="*/ 1313357 h 1342734"/>
              <a:gd name="connsiteX97" fmla="*/ 4487466 w 10678681"/>
              <a:gd name="connsiteY97" fmla="*/ 1304102 h 1342734"/>
              <a:gd name="connsiteX98" fmla="*/ 4398292 w 10678681"/>
              <a:gd name="connsiteY98" fmla="*/ 1278410 h 1342734"/>
              <a:gd name="connsiteX99" fmla="*/ 4306088 w 10678681"/>
              <a:gd name="connsiteY99" fmla="*/ 1282512 h 1342734"/>
              <a:gd name="connsiteX100" fmla="*/ 4188995 w 10678681"/>
              <a:gd name="connsiteY100" fmla="*/ 1296718 h 1342734"/>
              <a:gd name="connsiteX101" fmla="*/ 4136582 w 10678681"/>
              <a:gd name="connsiteY101" fmla="*/ 1287687 h 1342734"/>
              <a:gd name="connsiteX102" fmla="*/ 4064614 w 10678681"/>
              <a:gd name="connsiteY102" fmla="*/ 1296118 h 1342734"/>
              <a:gd name="connsiteX103" fmla="*/ 3900948 w 10678681"/>
              <a:gd name="connsiteY103" fmla="*/ 1322156 h 1342734"/>
              <a:gd name="connsiteX104" fmla="*/ 3787890 w 10678681"/>
              <a:gd name="connsiteY104" fmla="*/ 1322164 h 1342734"/>
              <a:gd name="connsiteX105" fmla="*/ 3745993 w 10678681"/>
              <a:gd name="connsiteY105" fmla="*/ 1342630 h 1342734"/>
              <a:gd name="connsiteX106" fmla="*/ 3675785 w 10678681"/>
              <a:gd name="connsiteY106" fmla="*/ 1326802 h 1342734"/>
              <a:gd name="connsiteX107" fmla="*/ 3623856 w 10678681"/>
              <a:gd name="connsiteY107" fmla="*/ 1290804 h 1342734"/>
              <a:gd name="connsiteX108" fmla="*/ 3564933 w 10678681"/>
              <a:gd name="connsiteY108" fmla="*/ 1287147 h 1342734"/>
              <a:gd name="connsiteX109" fmla="*/ 3550537 w 10678681"/>
              <a:gd name="connsiteY109" fmla="*/ 1317552 h 1342734"/>
              <a:gd name="connsiteX110" fmla="*/ 3487736 w 10678681"/>
              <a:gd name="connsiteY110" fmla="*/ 1303493 h 1342734"/>
              <a:gd name="connsiteX111" fmla="*/ 3392548 w 10678681"/>
              <a:gd name="connsiteY111" fmla="*/ 1278741 h 1342734"/>
              <a:gd name="connsiteX112" fmla="*/ 3337466 w 10678681"/>
              <a:gd name="connsiteY112" fmla="*/ 1272537 h 1342734"/>
              <a:gd name="connsiteX113" fmla="*/ 3175981 w 10678681"/>
              <a:gd name="connsiteY113" fmla="*/ 1208973 h 1342734"/>
              <a:gd name="connsiteX114" fmla="*/ 3036856 w 10678681"/>
              <a:gd name="connsiteY114" fmla="*/ 1214383 h 1342734"/>
              <a:gd name="connsiteX115" fmla="*/ 2824973 w 10678681"/>
              <a:gd name="connsiteY115" fmla="*/ 1134864 h 1342734"/>
              <a:gd name="connsiteX116" fmla="*/ 2804398 w 10678681"/>
              <a:gd name="connsiteY116" fmla="*/ 1125556 h 1342734"/>
              <a:gd name="connsiteX117" fmla="*/ 2736109 w 10678681"/>
              <a:gd name="connsiteY117" fmla="*/ 1137717 h 1342734"/>
              <a:gd name="connsiteX118" fmla="*/ 2659096 w 10678681"/>
              <a:gd name="connsiteY118" fmla="*/ 1150294 h 1342734"/>
              <a:gd name="connsiteX119" fmla="*/ 2567088 w 10678681"/>
              <a:gd name="connsiteY119" fmla="*/ 1181781 h 1342734"/>
              <a:gd name="connsiteX120" fmla="*/ 2454501 w 10678681"/>
              <a:gd name="connsiteY120" fmla="*/ 1155455 h 1342734"/>
              <a:gd name="connsiteX121" fmla="*/ 2385161 w 10678681"/>
              <a:gd name="connsiteY121" fmla="*/ 1161312 h 1342734"/>
              <a:gd name="connsiteX122" fmla="*/ 2273361 w 10678681"/>
              <a:gd name="connsiteY122" fmla="*/ 1134090 h 1342734"/>
              <a:gd name="connsiteX123" fmla="*/ 2132003 w 10678681"/>
              <a:gd name="connsiteY123" fmla="*/ 1139225 h 1342734"/>
              <a:gd name="connsiteX124" fmla="*/ 2041224 w 10678681"/>
              <a:gd name="connsiteY124" fmla="*/ 1147536 h 1342734"/>
              <a:gd name="connsiteX125" fmla="*/ 2010157 w 10678681"/>
              <a:gd name="connsiteY125" fmla="*/ 1152767 h 1342734"/>
              <a:gd name="connsiteX126" fmla="*/ 1859213 w 10678681"/>
              <a:gd name="connsiteY126" fmla="*/ 1199540 h 1342734"/>
              <a:gd name="connsiteX127" fmla="*/ 1735877 w 10678681"/>
              <a:gd name="connsiteY127" fmla="*/ 1246527 h 1342734"/>
              <a:gd name="connsiteX128" fmla="*/ 1705069 w 10678681"/>
              <a:gd name="connsiteY128" fmla="*/ 1251989 h 1342734"/>
              <a:gd name="connsiteX129" fmla="*/ 1307888 w 10678681"/>
              <a:gd name="connsiteY129" fmla="*/ 1283156 h 1342734"/>
              <a:gd name="connsiteX130" fmla="*/ 1220734 w 10678681"/>
              <a:gd name="connsiteY130" fmla="*/ 1257811 h 1342734"/>
              <a:gd name="connsiteX131" fmla="*/ 1021737 w 10678681"/>
              <a:gd name="connsiteY131" fmla="*/ 1238739 h 1342734"/>
              <a:gd name="connsiteX132" fmla="*/ 959820 w 10678681"/>
              <a:gd name="connsiteY132" fmla="*/ 1275863 h 1342734"/>
              <a:gd name="connsiteX133" fmla="*/ 929137 w 10678681"/>
              <a:gd name="connsiteY133" fmla="*/ 1273957 h 1342734"/>
              <a:gd name="connsiteX134" fmla="*/ 878849 w 10678681"/>
              <a:gd name="connsiteY134" fmla="*/ 1266740 h 1342734"/>
              <a:gd name="connsiteX135" fmla="*/ 800667 w 10678681"/>
              <a:gd name="connsiteY135" fmla="*/ 1282041 h 1342734"/>
              <a:gd name="connsiteX136" fmla="*/ 644906 w 10678681"/>
              <a:gd name="connsiteY136" fmla="*/ 1273685 h 1342734"/>
              <a:gd name="connsiteX137" fmla="*/ 379869 w 10678681"/>
              <a:gd name="connsiteY137" fmla="*/ 1339165 h 1342734"/>
              <a:gd name="connsiteX138" fmla="*/ 137696 w 10678681"/>
              <a:gd name="connsiteY138" fmla="*/ 1319217 h 1342734"/>
              <a:gd name="connsiteX139" fmla="*/ 54250 w 10678681"/>
              <a:gd name="connsiteY139" fmla="*/ 1315838 h 1342734"/>
              <a:gd name="connsiteX140" fmla="*/ 28042 w 10678681"/>
              <a:gd name="connsiteY140" fmla="*/ 1297822 h 1342734"/>
              <a:gd name="connsiteX141" fmla="*/ 0 w 10678681"/>
              <a:gd name="connsiteY141" fmla="*/ 1294612 h 1342734"/>
              <a:gd name="connsiteX142" fmla="*/ 0 w 10678681"/>
              <a:gd name="connsiteY142" fmla="*/ 0 h 1342734"/>
              <a:gd name="connsiteX0" fmla="*/ 0 w 10678681"/>
              <a:gd name="connsiteY0" fmla="*/ 0 h 1342734"/>
              <a:gd name="connsiteX1" fmla="*/ 10678681 w 10678681"/>
              <a:gd name="connsiteY1" fmla="*/ 0 h 1342734"/>
              <a:gd name="connsiteX2" fmla="*/ 10666019 w 10678681"/>
              <a:gd name="connsiteY2" fmla="*/ 7876 h 1342734"/>
              <a:gd name="connsiteX3" fmla="*/ 10632825 w 10678681"/>
              <a:gd name="connsiteY3" fmla="*/ 32153 h 1342734"/>
              <a:gd name="connsiteX4" fmla="*/ 10510605 w 10678681"/>
              <a:gd name="connsiteY4" fmla="*/ 30449 h 1342734"/>
              <a:gd name="connsiteX5" fmla="*/ 10456989 w 10678681"/>
              <a:gd name="connsiteY5" fmla="*/ 979 h 1342734"/>
              <a:gd name="connsiteX6" fmla="*/ 10438642 w 10678681"/>
              <a:gd name="connsiteY6" fmla="*/ 1524 h 1342734"/>
              <a:gd name="connsiteX7" fmla="*/ 10407146 w 10678681"/>
              <a:gd name="connsiteY7" fmla="*/ 43659 h 1342734"/>
              <a:gd name="connsiteX8" fmla="*/ 10357996 w 10678681"/>
              <a:gd name="connsiteY8" fmla="*/ 50836 h 1342734"/>
              <a:gd name="connsiteX9" fmla="*/ 10306667 w 10678681"/>
              <a:gd name="connsiteY9" fmla="*/ 109739 h 1342734"/>
              <a:gd name="connsiteX10" fmla="*/ 10115334 w 10678681"/>
              <a:gd name="connsiteY10" fmla="*/ 155658 h 1342734"/>
              <a:gd name="connsiteX11" fmla="*/ 10068157 w 10678681"/>
              <a:gd name="connsiteY11" fmla="*/ 215673 h 1342734"/>
              <a:gd name="connsiteX12" fmla="*/ 10045431 w 10678681"/>
              <a:gd name="connsiteY12" fmla="*/ 229568 h 1342734"/>
              <a:gd name="connsiteX13" fmla="*/ 10013265 w 10678681"/>
              <a:gd name="connsiteY13" fmla="*/ 284757 h 1342734"/>
              <a:gd name="connsiteX14" fmla="*/ 9862496 w 10678681"/>
              <a:gd name="connsiteY14" fmla="*/ 223033 h 1342734"/>
              <a:gd name="connsiteX15" fmla="*/ 9679638 w 10678681"/>
              <a:gd name="connsiteY15" fmla="*/ 277462 h 1342734"/>
              <a:gd name="connsiteX16" fmla="*/ 9498347 w 10678681"/>
              <a:gd name="connsiteY16" fmla="*/ 244723 h 1342734"/>
              <a:gd name="connsiteX17" fmla="*/ 9399702 w 10678681"/>
              <a:gd name="connsiteY17" fmla="*/ 276316 h 1342734"/>
              <a:gd name="connsiteX18" fmla="*/ 9378439 w 10678681"/>
              <a:gd name="connsiteY18" fmla="*/ 326244 h 1342734"/>
              <a:gd name="connsiteX19" fmla="*/ 9121744 w 10678681"/>
              <a:gd name="connsiteY19" fmla="*/ 365177 h 1342734"/>
              <a:gd name="connsiteX20" fmla="*/ 9061654 w 10678681"/>
              <a:gd name="connsiteY20" fmla="*/ 393730 h 1342734"/>
              <a:gd name="connsiteX21" fmla="*/ 8997577 w 10678681"/>
              <a:gd name="connsiteY21" fmla="*/ 380865 h 1342734"/>
              <a:gd name="connsiteX22" fmla="*/ 8907968 w 10678681"/>
              <a:gd name="connsiteY22" fmla="*/ 447345 h 1342734"/>
              <a:gd name="connsiteX23" fmla="*/ 8764163 w 10678681"/>
              <a:gd name="connsiteY23" fmla="*/ 471000 h 1342734"/>
              <a:gd name="connsiteX24" fmla="*/ 8680155 w 10678681"/>
              <a:gd name="connsiteY24" fmla="*/ 492404 h 1342734"/>
              <a:gd name="connsiteX25" fmla="*/ 8651436 w 10678681"/>
              <a:gd name="connsiteY25" fmla="*/ 511923 h 1342734"/>
              <a:gd name="connsiteX26" fmla="*/ 8609185 w 10678681"/>
              <a:gd name="connsiteY26" fmla="*/ 531525 h 1342734"/>
              <a:gd name="connsiteX27" fmla="*/ 8537091 w 10678681"/>
              <a:gd name="connsiteY27" fmla="*/ 574933 h 1342734"/>
              <a:gd name="connsiteX28" fmla="*/ 8435931 w 10678681"/>
              <a:gd name="connsiteY28" fmla="*/ 617926 h 1342734"/>
              <a:gd name="connsiteX29" fmla="*/ 8348623 w 10678681"/>
              <a:gd name="connsiteY29" fmla="*/ 600607 h 1342734"/>
              <a:gd name="connsiteX30" fmla="*/ 8344233 w 10678681"/>
              <a:gd name="connsiteY30" fmla="*/ 610922 h 1342734"/>
              <a:gd name="connsiteX31" fmla="*/ 8290622 w 10678681"/>
              <a:gd name="connsiteY31" fmla="*/ 622687 h 1342734"/>
              <a:gd name="connsiteX32" fmla="*/ 8086698 w 10678681"/>
              <a:gd name="connsiteY32" fmla="*/ 605185 h 1342734"/>
              <a:gd name="connsiteX33" fmla="*/ 7982378 w 10678681"/>
              <a:gd name="connsiteY33" fmla="*/ 629799 h 1342734"/>
              <a:gd name="connsiteX34" fmla="*/ 7947952 w 10678681"/>
              <a:gd name="connsiteY34" fmla="*/ 648003 h 1342734"/>
              <a:gd name="connsiteX35" fmla="*/ 7890112 w 10678681"/>
              <a:gd name="connsiteY35" fmla="*/ 677915 h 1342734"/>
              <a:gd name="connsiteX36" fmla="*/ 7853284 w 10678681"/>
              <a:gd name="connsiteY36" fmla="*/ 723588 h 1342734"/>
              <a:gd name="connsiteX37" fmla="*/ 7802383 w 10678681"/>
              <a:gd name="connsiteY37" fmla="*/ 739359 h 1342734"/>
              <a:gd name="connsiteX38" fmla="*/ 7730518 w 10678681"/>
              <a:gd name="connsiteY38" fmla="*/ 739526 h 1342734"/>
              <a:gd name="connsiteX39" fmla="*/ 7652907 w 10678681"/>
              <a:gd name="connsiteY39" fmla="*/ 783273 h 1342734"/>
              <a:gd name="connsiteX40" fmla="*/ 7606008 w 10678681"/>
              <a:gd name="connsiteY40" fmla="*/ 800717 h 1342734"/>
              <a:gd name="connsiteX41" fmla="*/ 7480223 w 10678681"/>
              <a:gd name="connsiteY41" fmla="*/ 856821 h 1342734"/>
              <a:gd name="connsiteX42" fmla="*/ 7356005 w 10678681"/>
              <a:gd name="connsiteY42" fmla="*/ 919462 h 1342734"/>
              <a:gd name="connsiteX43" fmla="*/ 7305396 w 10678681"/>
              <a:gd name="connsiteY43" fmla="*/ 986228 h 1342734"/>
              <a:gd name="connsiteX44" fmla="*/ 7266251 w 10678681"/>
              <a:gd name="connsiteY44" fmla="*/ 967864 h 1342734"/>
              <a:gd name="connsiteX45" fmla="*/ 7269396 w 10678681"/>
              <a:gd name="connsiteY45" fmla="*/ 989282 h 1342734"/>
              <a:gd name="connsiteX46" fmla="*/ 7258094 w 10678681"/>
              <a:gd name="connsiteY46" fmla="*/ 990679 h 1342734"/>
              <a:gd name="connsiteX47" fmla="*/ 7257893 w 10678681"/>
              <a:gd name="connsiteY47" fmla="*/ 991204 h 1342734"/>
              <a:gd name="connsiteX48" fmla="*/ 7247153 w 10678681"/>
              <a:gd name="connsiteY48" fmla="*/ 991550 h 1342734"/>
              <a:gd name="connsiteX49" fmla="*/ 7193612 w 10678681"/>
              <a:gd name="connsiteY49" fmla="*/ 987042 h 1342734"/>
              <a:gd name="connsiteX50" fmla="*/ 7132632 w 10678681"/>
              <a:gd name="connsiteY50" fmla="*/ 1042036 h 1342734"/>
              <a:gd name="connsiteX51" fmla="*/ 7105610 w 10678681"/>
              <a:gd name="connsiteY51" fmla="*/ 1053537 h 1342734"/>
              <a:gd name="connsiteX52" fmla="*/ 7069148 w 10678681"/>
              <a:gd name="connsiteY52" fmla="*/ 1047163 h 1342734"/>
              <a:gd name="connsiteX53" fmla="*/ 7039634 w 10678681"/>
              <a:gd name="connsiteY53" fmla="*/ 1059971 h 1342734"/>
              <a:gd name="connsiteX54" fmla="*/ 7033445 w 10678681"/>
              <a:gd name="connsiteY54" fmla="*/ 1063314 h 1342734"/>
              <a:gd name="connsiteX55" fmla="*/ 6999157 w 10678681"/>
              <a:gd name="connsiteY55" fmla="*/ 1055282 h 1342734"/>
              <a:gd name="connsiteX56" fmla="*/ 6981874 w 10678681"/>
              <a:gd name="connsiteY56" fmla="*/ 1053827 h 1342734"/>
              <a:gd name="connsiteX57" fmla="*/ 6976102 w 10678681"/>
              <a:gd name="connsiteY57" fmla="*/ 1047854 h 1342734"/>
              <a:gd name="connsiteX58" fmla="*/ 6951040 w 10678681"/>
              <a:gd name="connsiteY58" fmla="*/ 1048531 h 1342734"/>
              <a:gd name="connsiteX59" fmla="*/ 6948497 w 10678681"/>
              <a:gd name="connsiteY59" fmla="*/ 1050706 h 1342734"/>
              <a:gd name="connsiteX60" fmla="*/ 6926582 w 10678681"/>
              <a:gd name="connsiteY60" fmla="*/ 1043462 h 1342734"/>
              <a:gd name="connsiteX61" fmla="*/ 6833743 w 10678681"/>
              <a:gd name="connsiteY61" fmla="*/ 1027960 h 1342734"/>
              <a:gd name="connsiteX62" fmla="*/ 6687090 w 10678681"/>
              <a:gd name="connsiteY62" fmla="*/ 1063250 h 1342734"/>
              <a:gd name="connsiteX63" fmla="*/ 6437450 w 10678681"/>
              <a:gd name="connsiteY63" fmla="*/ 1101075 h 1342734"/>
              <a:gd name="connsiteX64" fmla="*/ 6327795 w 10678681"/>
              <a:gd name="connsiteY64" fmla="*/ 1088142 h 1342734"/>
              <a:gd name="connsiteX65" fmla="*/ 6136549 w 10678681"/>
              <a:gd name="connsiteY65" fmla="*/ 1100268 h 1342734"/>
              <a:gd name="connsiteX66" fmla="*/ 6004655 w 10678681"/>
              <a:gd name="connsiteY66" fmla="*/ 1114946 h 1342734"/>
              <a:gd name="connsiteX67" fmla="*/ 5936643 w 10678681"/>
              <a:gd name="connsiteY67" fmla="*/ 1095428 h 1342734"/>
              <a:gd name="connsiteX68" fmla="*/ 5912484 w 10678681"/>
              <a:gd name="connsiteY68" fmla="*/ 1112624 h 1342734"/>
              <a:gd name="connsiteX69" fmla="*/ 5908387 w 10678681"/>
              <a:gd name="connsiteY69" fmla="*/ 1116018 h 1342734"/>
              <a:gd name="connsiteX70" fmla="*/ 5890495 w 10678681"/>
              <a:gd name="connsiteY70" fmla="*/ 1120268 h 1342734"/>
              <a:gd name="connsiteX71" fmla="*/ 5887318 w 10678681"/>
              <a:gd name="connsiteY71" fmla="*/ 1133134 h 1342734"/>
              <a:gd name="connsiteX72" fmla="*/ 5861726 w 10678681"/>
              <a:gd name="connsiteY72" fmla="*/ 1147891 h 1342734"/>
              <a:gd name="connsiteX73" fmla="*/ 5805823 w 10678681"/>
              <a:gd name="connsiteY73" fmla="*/ 1152457 h 1342734"/>
              <a:gd name="connsiteX74" fmla="*/ 5689841 w 10678681"/>
              <a:gd name="connsiteY74" fmla="*/ 1176232 h 1342734"/>
              <a:gd name="connsiteX75" fmla="*/ 5605119 w 10678681"/>
              <a:gd name="connsiteY75" fmla="*/ 1190202 h 1342734"/>
              <a:gd name="connsiteX76" fmla="*/ 5488513 w 10678681"/>
              <a:gd name="connsiteY76" fmla="*/ 1205367 h 1342734"/>
              <a:gd name="connsiteX77" fmla="*/ 5402905 w 10678681"/>
              <a:gd name="connsiteY77" fmla="*/ 1241191 h 1342734"/>
              <a:gd name="connsiteX78" fmla="*/ 5285593 w 10678681"/>
              <a:gd name="connsiteY78" fmla="*/ 1273569 h 1342734"/>
              <a:gd name="connsiteX79" fmla="*/ 5192893 w 10678681"/>
              <a:gd name="connsiteY79" fmla="*/ 1247188 h 1342734"/>
              <a:gd name="connsiteX80" fmla="*/ 5186475 w 10678681"/>
              <a:gd name="connsiteY80" fmla="*/ 1257028 h 1342734"/>
              <a:gd name="connsiteX81" fmla="*/ 5126038 w 10678681"/>
              <a:gd name="connsiteY81" fmla="*/ 1263189 h 1342734"/>
              <a:gd name="connsiteX82" fmla="*/ 4894688 w 10678681"/>
              <a:gd name="connsiteY82" fmla="*/ 1247184 h 1342734"/>
              <a:gd name="connsiteX83" fmla="*/ 4788036 w 10678681"/>
              <a:gd name="connsiteY83" fmla="*/ 1238182 h 1342734"/>
              <a:gd name="connsiteX84" fmla="*/ 4747555 w 10678681"/>
              <a:gd name="connsiteY84" fmla="*/ 1252768 h 1342734"/>
              <a:gd name="connsiteX85" fmla="*/ 4679644 w 10678681"/>
              <a:gd name="connsiteY85" fmla="*/ 1276603 h 1342734"/>
              <a:gd name="connsiteX86" fmla="*/ 4632222 w 10678681"/>
              <a:gd name="connsiteY86" fmla="*/ 1318360 h 1342734"/>
              <a:gd name="connsiteX87" fmla="*/ 4617358 w 10678681"/>
              <a:gd name="connsiteY87" fmla="*/ 1327690 h 1342734"/>
              <a:gd name="connsiteX88" fmla="*/ 4589102 w 10678681"/>
              <a:gd name="connsiteY88" fmla="*/ 1321223 h 1342734"/>
              <a:gd name="connsiteX89" fmla="*/ 4578184 w 10678681"/>
              <a:gd name="connsiteY89" fmla="*/ 1326745 h 1342734"/>
              <a:gd name="connsiteX90" fmla="*/ 4574270 w 10678681"/>
              <a:gd name="connsiteY90" fmla="*/ 1325878 h 1342734"/>
              <a:gd name="connsiteX91" fmla="*/ 4564919 w 10678681"/>
              <a:gd name="connsiteY91" fmla="*/ 1325507 h 1342734"/>
              <a:gd name="connsiteX92" fmla="*/ 4566586 w 10678681"/>
              <a:gd name="connsiteY92" fmla="*/ 1316963 h 1342734"/>
              <a:gd name="connsiteX93" fmla="*/ 4556303 w 10678681"/>
              <a:gd name="connsiteY93" fmla="*/ 1300262 h 1342734"/>
              <a:gd name="connsiteX94" fmla="*/ 4502358 w 10678681"/>
              <a:gd name="connsiteY94" fmla="*/ 1302558 h 1342734"/>
              <a:gd name="connsiteX95" fmla="*/ 4498919 w 10678681"/>
              <a:gd name="connsiteY95" fmla="*/ 1312115 h 1342734"/>
              <a:gd name="connsiteX96" fmla="*/ 4492075 w 10678681"/>
              <a:gd name="connsiteY96" fmla="*/ 1313357 h 1342734"/>
              <a:gd name="connsiteX97" fmla="*/ 4487466 w 10678681"/>
              <a:gd name="connsiteY97" fmla="*/ 1304102 h 1342734"/>
              <a:gd name="connsiteX98" fmla="*/ 4398292 w 10678681"/>
              <a:gd name="connsiteY98" fmla="*/ 1278410 h 1342734"/>
              <a:gd name="connsiteX99" fmla="*/ 4306088 w 10678681"/>
              <a:gd name="connsiteY99" fmla="*/ 1282512 h 1342734"/>
              <a:gd name="connsiteX100" fmla="*/ 4188995 w 10678681"/>
              <a:gd name="connsiteY100" fmla="*/ 1296718 h 1342734"/>
              <a:gd name="connsiteX101" fmla="*/ 4136582 w 10678681"/>
              <a:gd name="connsiteY101" fmla="*/ 1287687 h 1342734"/>
              <a:gd name="connsiteX102" fmla="*/ 4064614 w 10678681"/>
              <a:gd name="connsiteY102" fmla="*/ 1296118 h 1342734"/>
              <a:gd name="connsiteX103" fmla="*/ 3900948 w 10678681"/>
              <a:gd name="connsiteY103" fmla="*/ 1322156 h 1342734"/>
              <a:gd name="connsiteX104" fmla="*/ 3787890 w 10678681"/>
              <a:gd name="connsiteY104" fmla="*/ 1322164 h 1342734"/>
              <a:gd name="connsiteX105" fmla="*/ 3745993 w 10678681"/>
              <a:gd name="connsiteY105" fmla="*/ 1342630 h 1342734"/>
              <a:gd name="connsiteX106" fmla="*/ 3675785 w 10678681"/>
              <a:gd name="connsiteY106" fmla="*/ 1326802 h 1342734"/>
              <a:gd name="connsiteX107" fmla="*/ 3623856 w 10678681"/>
              <a:gd name="connsiteY107" fmla="*/ 1290804 h 1342734"/>
              <a:gd name="connsiteX108" fmla="*/ 3564933 w 10678681"/>
              <a:gd name="connsiteY108" fmla="*/ 1287147 h 1342734"/>
              <a:gd name="connsiteX109" fmla="*/ 3550537 w 10678681"/>
              <a:gd name="connsiteY109" fmla="*/ 1317552 h 1342734"/>
              <a:gd name="connsiteX110" fmla="*/ 3487736 w 10678681"/>
              <a:gd name="connsiteY110" fmla="*/ 1303493 h 1342734"/>
              <a:gd name="connsiteX111" fmla="*/ 3392548 w 10678681"/>
              <a:gd name="connsiteY111" fmla="*/ 1278741 h 1342734"/>
              <a:gd name="connsiteX112" fmla="*/ 3337466 w 10678681"/>
              <a:gd name="connsiteY112" fmla="*/ 1272537 h 1342734"/>
              <a:gd name="connsiteX113" fmla="*/ 3175981 w 10678681"/>
              <a:gd name="connsiteY113" fmla="*/ 1208973 h 1342734"/>
              <a:gd name="connsiteX114" fmla="*/ 3036856 w 10678681"/>
              <a:gd name="connsiteY114" fmla="*/ 1214383 h 1342734"/>
              <a:gd name="connsiteX115" fmla="*/ 2824973 w 10678681"/>
              <a:gd name="connsiteY115" fmla="*/ 1134864 h 1342734"/>
              <a:gd name="connsiteX116" fmla="*/ 2804398 w 10678681"/>
              <a:gd name="connsiteY116" fmla="*/ 1125556 h 1342734"/>
              <a:gd name="connsiteX117" fmla="*/ 2736109 w 10678681"/>
              <a:gd name="connsiteY117" fmla="*/ 1137717 h 1342734"/>
              <a:gd name="connsiteX118" fmla="*/ 2659096 w 10678681"/>
              <a:gd name="connsiteY118" fmla="*/ 1150294 h 1342734"/>
              <a:gd name="connsiteX119" fmla="*/ 2567088 w 10678681"/>
              <a:gd name="connsiteY119" fmla="*/ 1181781 h 1342734"/>
              <a:gd name="connsiteX120" fmla="*/ 2454501 w 10678681"/>
              <a:gd name="connsiteY120" fmla="*/ 1155455 h 1342734"/>
              <a:gd name="connsiteX121" fmla="*/ 2385161 w 10678681"/>
              <a:gd name="connsiteY121" fmla="*/ 1161312 h 1342734"/>
              <a:gd name="connsiteX122" fmla="*/ 2273361 w 10678681"/>
              <a:gd name="connsiteY122" fmla="*/ 1134090 h 1342734"/>
              <a:gd name="connsiteX123" fmla="*/ 2132003 w 10678681"/>
              <a:gd name="connsiteY123" fmla="*/ 1139225 h 1342734"/>
              <a:gd name="connsiteX124" fmla="*/ 2041224 w 10678681"/>
              <a:gd name="connsiteY124" fmla="*/ 1147536 h 1342734"/>
              <a:gd name="connsiteX125" fmla="*/ 2010157 w 10678681"/>
              <a:gd name="connsiteY125" fmla="*/ 1152767 h 1342734"/>
              <a:gd name="connsiteX126" fmla="*/ 1859213 w 10678681"/>
              <a:gd name="connsiteY126" fmla="*/ 1199540 h 1342734"/>
              <a:gd name="connsiteX127" fmla="*/ 1735877 w 10678681"/>
              <a:gd name="connsiteY127" fmla="*/ 1246527 h 1342734"/>
              <a:gd name="connsiteX128" fmla="*/ 1705069 w 10678681"/>
              <a:gd name="connsiteY128" fmla="*/ 1251989 h 1342734"/>
              <a:gd name="connsiteX129" fmla="*/ 1307888 w 10678681"/>
              <a:gd name="connsiteY129" fmla="*/ 1283156 h 1342734"/>
              <a:gd name="connsiteX130" fmla="*/ 1220734 w 10678681"/>
              <a:gd name="connsiteY130" fmla="*/ 1257811 h 1342734"/>
              <a:gd name="connsiteX131" fmla="*/ 1021737 w 10678681"/>
              <a:gd name="connsiteY131" fmla="*/ 1238739 h 1342734"/>
              <a:gd name="connsiteX132" fmla="*/ 959820 w 10678681"/>
              <a:gd name="connsiteY132" fmla="*/ 1275863 h 1342734"/>
              <a:gd name="connsiteX133" fmla="*/ 929137 w 10678681"/>
              <a:gd name="connsiteY133" fmla="*/ 1273957 h 1342734"/>
              <a:gd name="connsiteX134" fmla="*/ 878849 w 10678681"/>
              <a:gd name="connsiteY134" fmla="*/ 1266740 h 1342734"/>
              <a:gd name="connsiteX135" fmla="*/ 800667 w 10678681"/>
              <a:gd name="connsiteY135" fmla="*/ 1282041 h 1342734"/>
              <a:gd name="connsiteX136" fmla="*/ 644906 w 10678681"/>
              <a:gd name="connsiteY136" fmla="*/ 1273685 h 1342734"/>
              <a:gd name="connsiteX137" fmla="*/ 379869 w 10678681"/>
              <a:gd name="connsiteY137" fmla="*/ 1339165 h 1342734"/>
              <a:gd name="connsiteX138" fmla="*/ 137696 w 10678681"/>
              <a:gd name="connsiteY138" fmla="*/ 1319217 h 1342734"/>
              <a:gd name="connsiteX139" fmla="*/ 54250 w 10678681"/>
              <a:gd name="connsiteY139" fmla="*/ 1315838 h 1342734"/>
              <a:gd name="connsiteX140" fmla="*/ 28042 w 10678681"/>
              <a:gd name="connsiteY140" fmla="*/ 1297822 h 1342734"/>
              <a:gd name="connsiteX141" fmla="*/ 0 w 10678681"/>
              <a:gd name="connsiteY141" fmla="*/ 1294612 h 1342734"/>
              <a:gd name="connsiteX142" fmla="*/ 0 w 10678681"/>
              <a:gd name="connsiteY142" fmla="*/ 0 h 1342734"/>
              <a:gd name="connsiteX0" fmla="*/ 0 w 10678681"/>
              <a:gd name="connsiteY0" fmla="*/ 0 h 1342734"/>
              <a:gd name="connsiteX1" fmla="*/ 10678681 w 10678681"/>
              <a:gd name="connsiteY1" fmla="*/ 0 h 1342734"/>
              <a:gd name="connsiteX2" fmla="*/ 10666019 w 10678681"/>
              <a:gd name="connsiteY2" fmla="*/ 7876 h 1342734"/>
              <a:gd name="connsiteX3" fmla="*/ 10632825 w 10678681"/>
              <a:gd name="connsiteY3" fmla="*/ 32153 h 1342734"/>
              <a:gd name="connsiteX4" fmla="*/ 10510605 w 10678681"/>
              <a:gd name="connsiteY4" fmla="*/ 30449 h 1342734"/>
              <a:gd name="connsiteX5" fmla="*/ 10456989 w 10678681"/>
              <a:gd name="connsiteY5" fmla="*/ 979 h 1342734"/>
              <a:gd name="connsiteX6" fmla="*/ 10438642 w 10678681"/>
              <a:gd name="connsiteY6" fmla="*/ 1524 h 1342734"/>
              <a:gd name="connsiteX7" fmla="*/ 10407146 w 10678681"/>
              <a:gd name="connsiteY7" fmla="*/ 43659 h 1342734"/>
              <a:gd name="connsiteX8" fmla="*/ 10357996 w 10678681"/>
              <a:gd name="connsiteY8" fmla="*/ 50836 h 1342734"/>
              <a:gd name="connsiteX9" fmla="*/ 10306667 w 10678681"/>
              <a:gd name="connsiteY9" fmla="*/ 109739 h 1342734"/>
              <a:gd name="connsiteX10" fmla="*/ 10115334 w 10678681"/>
              <a:gd name="connsiteY10" fmla="*/ 155658 h 1342734"/>
              <a:gd name="connsiteX11" fmla="*/ 10068157 w 10678681"/>
              <a:gd name="connsiteY11" fmla="*/ 215673 h 1342734"/>
              <a:gd name="connsiteX12" fmla="*/ 10045431 w 10678681"/>
              <a:gd name="connsiteY12" fmla="*/ 229568 h 1342734"/>
              <a:gd name="connsiteX13" fmla="*/ 10013265 w 10678681"/>
              <a:gd name="connsiteY13" fmla="*/ 284757 h 1342734"/>
              <a:gd name="connsiteX14" fmla="*/ 9862496 w 10678681"/>
              <a:gd name="connsiteY14" fmla="*/ 223033 h 1342734"/>
              <a:gd name="connsiteX15" fmla="*/ 9679638 w 10678681"/>
              <a:gd name="connsiteY15" fmla="*/ 277462 h 1342734"/>
              <a:gd name="connsiteX16" fmla="*/ 9498347 w 10678681"/>
              <a:gd name="connsiteY16" fmla="*/ 244723 h 1342734"/>
              <a:gd name="connsiteX17" fmla="*/ 9399702 w 10678681"/>
              <a:gd name="connsiteY17" fmla="*/ 276316 h 1342734"/>
              <a:gd name="connsiteX18" fmla="*/ 9378439 w 10678681"/>
              <a:gd name="connsiteY18" fmla="*/ 326244 h 1342734"/>
              <a:gd name="connsiteX19" fmla="*/ 9121744 w 10678681"/>
              <a:gd name="connsiteY19" fmla="*/ 365177 h 1342734"/>
              <a:gd name="connsiteX20" fmla="*/ 9061654 w 10678681"/>
              <a:gd name="connsiteY20" fmla="*/ 393730 h 1342734"/>
              <a:gd name="connsiteX21" fmla="*/ 8997577 w 10678681"/>
              <a:gd name="connsiteY21" fmla="*/ 380865 h 1342734"/>
              <a:gd name="connsiteX22" fmla="*/ 8907968 w 10678681"/>
              <a:gd name="connsiteY22" fmla="*/ 447345 h 1342734"/>
              <a:gd name="connsiteX23" fmla="*/ 8764163 w 10678681"/>
              <a:gd name="connsiteY23" fmla="*/ 471000 h 1342734"/>
              <a:gd name="connsiteX24" fmla="*/ 8680155 w 10678681"/>
              <a:gd name="connsiteY24" fmla="*/ 492404 h 1342734"/>
              <a:gd name="connsiteX25" fmla="*/ 8651436 w 10678681"/>
              <a:gd name="connsiteY25" fmla="*/ 511923 h 1342734"/>
              <a:gd name="connsiteX26" fmla="*/ 8609185 w 10678681"/>
              <a:gd name="connsiteY26" fmla="*/ 531525 h 1342734"/>
              <a:gd name="connsiteX27" fmla="*/ 8537091 w 10678681"/>
              <a:gd name="connsiteY27" fmla="*/ 574933 h 1342734"/>
              <a:gd name="connsiteX28" fmla="*/ 8435931 w 10678681"/>
              <a:gd name="connsiteY28" fmla="*/ 617926 h 1342734"/>
              <a:gd name="connsiteX29" fmla="*/ 8348623 w 10678681"/>
              <a:gd name="connsiteY29" fmla="*/ 600607 h 1342734"/>
              <a:gd name="connsiteX30" fmla="*/ 8344233 w 10678681"/>
              <a:gd name="connsiteY30" fmla="*/ 610922 h 1342734"/>
              <a:gd name="connsiteX31" fmla="*/ 8290622 w 10678681"/>
              <a:gd name="connsiteY31" fmla="*/ 622687 h 1342734"/>
              <a:gd name="connsiteX32" fmla="*/ 8086698 w 10678681"/>
              <a:gd name="connsiteY32" fmla="*/ 605185 h 1342734"/>
              <a:gd name="connsiteX33" fmla="*/ 7982378 w 10678681"/>
              <a:gd name="connsiteY33" fmla="*/ 629799 h 1342734"/>
              <a:gd name="connsiteX34" fmla="*/ 7947952 w 10678681"/>
              <a:gd name="connsiteY34" fmla="*/ 648003 h 1342734"/>
              <a:gd name="connsiteX35" fmla="*/ 7890112 w 10678681"/>
              <a:gd name="connsiteY35" fmla="*/ 677915 h 1342734"/>
              <a:gd name="connsiteX36" fmla="*/ 7853284 w 10678681"/>
              <a:gd name="connsiteY36" fmla="*/ 723588 h 1342734"/>
              <a:gd name="connsiteX37" fmla="*/ 7802383 w 10678681"/>
              <a:gd name="connsiteY37" fmla="*/ 739359 h 1342734"/>
              <a:gd name="connsiteX38" fmla="*/ 7730518 w 10678681"/>
              <a:gd name="connsiteY38" fmla="*/ 739526 h 1342734"/>
              <a:gd name="connsiteX39" fmla="*/ 7652907 w 10678681"/>
              <a:gd name="connsiteY39" fmla="*/ 783273 h 1342734"/>
              <a:gd name="connsiteX40" fmla="*/ 7606008 w 10678681"/>
              <a:gd name="connsiteY40" fmla="*/ 800717 h 1342734"/>
              <a:gd name="connsiteX41" fmla="*/ 7480223 w 10678681"/>
              <a:gd name="connsiteY41" fmla="*/ 856821 h 1342734"/>
              <a:gd name="connsiteX42" fmla="*/ 7356005 w 10678681"/>
              <a:gd name="connsiteY42" fmla="*/ 919462 h 1342734"/>
              <a:gd name="connsiteX43" fmla="*/ 7305396 w 10678681"/>
              <a:gd name="connsiteY43" fmla="*/ 986228 h 1342734"/>
              <a:gd name="connsiteX44" fmla="*/ 7266251 w 10678681"/>
              <a:gd name="connsiteY44" fmla="*/ 967864 h 1342734"/>
              <a:gd name="connsiteX45" fmla="*/ 7269396 w 10678681"/>
              <a:gd name="connsiteY45" fmla="*/ 989282 h 1342734"/>
              <a:gd name="connsiteX46" fmla="*/ 7258094 w 10678681"/>
              <a:gd name="connsiteY46" fmla="*/ 990679 h 1342734"/>
              <a:gd name="connsiteX47" fmla="*/ 7257893 w 10678681"/>
              <a:gd name="connsiteY47" fmla="*/ 991204 h 1342734"/>
              <a:gd name="connsiteX48" fmla="*/ 7247153 w 10678681"/>
              <a:gd name="connsiteY48" fmla="*/ 991550 h 1342734"/>
              <a:gd name="connsiteX49" fmla="*/ 7193612 w 10678681"/>
              <a:gd name="connsiteY49" fmla="*/ 987042 h 1342734"/>
              <a:gd name="connsiteX50" fmla="*/ 7132632 w 10678681"/>
              <a:gd name="connsiteY50" fmla="*/ 1042036 h 1342734"/>
              <a:gd name="connsiteX51" fmla="*/ 7105610 w 10678681"/>
              <a:gd name="connsiteY51" fmla="*/ 1053537 h 1342734"/>
              <a:gd name="connsiteX52" fmla="*/ 7069148 w 10678681"/>
              <a:gd name="connsiteY52" fmla="*/ 1047163 h 1342734"/>
              <a:gd name="connsiteX53" fmla="*/ 7039634 w 10678681"/>
              <a:gd name="connsiteY53" fmla="*/ 1059971 h 1342734"/>
              <a:gd name="connsiteX54" fmla="*/ 7033445 w 10678681"/>
              <a:gd name="connsiteY54" fmla="*/ 1063314 h 1342734"/>
              <a:gd name="connsiteX55" fmla="*/ 6999157 w 10678681"/>
              <a:gd name="connsiteY55" fmla="*/ 1055282 h 1342734"/>
              <a:gd name="connsiteX56" fmla="*/ 6981874 w 10678681"/>
              <a:gd name="connsiteY56" fmla="*/ 1053827 h 1342734"/>
              <a:gd name="connsiteX57" fmla="*/ 6976102 w 10678681"/>
              <a:gd name="connsiteY57" fmla="*/ 1047854 h 1342734"/>
              <a:gd name="connsiteX58" fmla="*/ 6951040 w 10678681"/>
              <a:gd name="connsiteY58" fmla="*/ 1048531 h 1342734"/>
              <a:gd name="connsiteX59" fmla="*/ 6948497 w 10678681"/>
              <a:gd name="connsiteY59" fmla="*/ 1050706 h 1342734"/>
              <a:gd name="connsiteX60" fmla="*/ 6926582 w 10678681"/>
              <a:gd name="connsiteY60" fmla="*/ 1043462 h 1342734"/>
              <a:gd name="connsiteX61" fmla="*/ 6833743 w 10678681"/>
              <a:gd name="connsiteY61" fmla="*/ 1027960 h 1342734"/>
              <a:gd name="connsiteX62" fmla="*/ 6687090 w 10678681"/>
              <a:gd name="connsiteY62" fmla="*/ 1063250 h 1342734"/>
              <a:gd name="connsiteX63" fmla="*/ 6437450 w 10678681"/>
              <a:gd name="connsiteY63" fmla="*/ 1101075 h 1342734"/>
              <a:gd name="connsiteX64" fmla="*/ 6327795 w 10678681"/>
              <a:gd name="connsiteY64" fmla="*/ 1088142 h 1342734"/>
              <a:gd name="connsiteX65" fmla="*/ 6136549 w 10678681"/>
              <a:gd name="connsiteY65" fmla="*/ 1100268 h 1342734"/>
              <a:gd name="connsiteX66" fmla="*/ 6004655 w 10678681"/>
              <a:gd name="connsiteY66" fmla="*/ 1114946 h 1342734"/>
              <a:gd name="connsiteX67" fmla="*/ 5936643 w 10678681"/>
              <a:gd name="connsiteY67" fmla="*/ 1095428 h 1342734"/>
              <a:gd name="connsiteX68" fmla="*/ 5912484 w 10678681"/>
              <a:gd name="connsiteY68" fmla="*/ 1112624 h 1342734"/>
              <a:gd name="connsiteX69" fmla="*/ 5908387 w 10678681"/>
              <a:gd name="connsiteY69" fmla="*/ 1116018 h 1342734"/>
              <a:gd name="connsiteX70" fmla="*/ 5890495 w 10678681"/>
              <a:gd name="connsiteY70" fmla="*/ 1120268 h 1342734"/>
              <a:gd name="connsiteX71" fmla="*/ 5887318 w 10678681"/>
              <a:gd name="connsiteY71" fmla="*/ 1133134 h 1342734"/>
              <a:gd name="connsiteX72" fmla="*/ 5861726 w 10678681"/>
              <a:gd name="connsiteY72" fmla="*/ 1147891 h 1342734"/>
              <a:gd name="connsiteX73" fmla="*/ 5805823 w 10678681"/>
              <a:gd name="connsiteY73" fmla="*/ 1152457 h 1342734"/>
              <a:gd name="connsiteX74" fmla="*/ 5689841 w 10678681"/>
              <a:gd name="connsiteY74" fmla="*/ 1176232 h 1342734"/>
              <a:gd name="connsiteX75" fmla="*/ 5605119 w 10678681"/>
              <a:gd name="connsiteY75" fmla="*/ 1190202 h 1342734"/>
              <a:gd name="connsiteX76" fmla="*/ 5488513 w 10678681"/>
              <a:gd name="connsiteY76" fmla="*/ 1205367 h 1342734"/>
              <a:gd name="connsiteX77" fmla="*/ 5402905 w 10678681"/>
              <a:gd name="connsiteY77" fmla="*/ 1241191 h 1342734"/>
              <a:gd name="connsiteX78" fmla="*/ 5285593 w 10678681"/>
              <a:gd name="connsiteY78" fmla="*/ 1273569 h 1342734"/>
              <a:gd name="connsiteX79" fmla="*/ 5192893 w 10678681"/>
              <a:gd name="connsiteY79" fmla="*/ 1247188 h 1342734"/>
              <a:gd name="connsiteX80" fmla="*/ 5186475 w 10678681"/>
              <a:gd name="connsiteY80" fmla="*/ 1257028 h 1342734"/>
              <a:gd name="connsiteX81" fmla="*/ 5126038 w 10678681"/>
              <a:gd name="connsiteY81" fmla="*/ 1263189 h 1342734"/>
              <a:gd name="connsiteX82" fmla="*/ 4894688 w 10678681"/>
              <a:gd name="connsiteY82" fmla="*/ 1247184 h 1342734"/>
              <a:gd name="connsiteX83" fmla="*/ 4788036 w 10678681"/>
              <a:gd name="connsiteY83" fmla="*/ 1238182 h 1342734"/>
              <a:gd name="connsiteX84" fmla="*/ 4747555 w 10678681"/>
              <a:gd name="connsiteY84" fmla="*/ 1252768 h 1342734"/>
              <a:gd name="connsiteX85" fmla="*/ 4679644 w 10678681"/>
              <a:gd name="connsiteY85" fmla="*/ 1276603 h 1342734"/>
              <a:gd name="connsiteX86" fmla="*/ 4632222 w 10678681"/>
              <a:gd name="connsiteY86" fmla="*/ 1318360 h 1342734"/>
              <a:gd name="connsiteX87" fmla="*/ 4617358 w 10678681"/>
              <a:gd name="connsiteY87" fmla="*/ 1327690 h 1342734"/>
              <a:gd name="connsiteX88" fmla="*/ 4589102 w 10678681"/>
              <a:gd name="connsiteY88" fmla="*/ 1321223 h 1342734"/>
              <a:gd name="connsiteX89" fmla="*/ 4578184 w 10678681"/>
              <a:gd name="connsiteY89" fmla="*/ 1326745 h 1342734"/>
              <a:gd name="connsiteX90" fmla="*/ 4574270 w 10678681"/>
              <a:gd name="connsiteY90" fmla="*/ 1325878 h 1342734"/>
              <a:gd name="connsiteX91" fmla="*/ 4564919 w 10678681"/>
              <a:gd name="connsiteY91" fmla="*/ 1325507 h 1342734"/>
              <a:gd name="connsiteX92" fmla="*/ 4566586 w 10678681"/>
              <a:gd name="connsiteY92" fmla="*/ 1316963 h 1342734"/>
              <a:gd name="connsiteX93" fmla="*/ 4556303 w 10678681"/>
              <a:gd name="connsiteY93" fmla="*/ 1300262 h 1342734"/>
              <a:gd name="connsiteX94" fmla="*/ 4502358 w 10678681"/>
              <a:gd name="connsiteY94" fmla="*/ 1302558 h 1342734"/>
              <a:gd name="connsiteX95" fmla="*/ 4498919 w 10678681"/>
              <a:gd name="connsiteY95" fmla="*/ 1312115 h 1342734"/>
              <a:gd name="connsiteX96" fmla="*/ 4492075 w 10678681"/>
              <a:gd name="connsiteY96" fmla="*/ 1313357 h 1342734"/>
              <a:gd name="connsiteX97" fmla="*/ 4487466 w 10678681"/>
              <a:gd name="connsiteY97" fmla="*/ 1304102 h 1342734"/>
              <a:gd name="connsiteX98" fmla="*/ 4398292 w 10678681"/>
              <a:gd name="connsiteY98" fmla="*/ 1278410 h 1342734"/>
              <a:gd name="connsiteX99" fmla="*/ 4306088 w 10678681"/>
              <a:gd name="connsiteY99" fmla="*/ 1282512 h 1342734"/>
              <a:gd name="connsiteX100" fmla="*/ 4188995 w 10678681"/>
              <a:gd name="connsiteY100" fmla="*/ 1296718 h 1342734"/>
              <a:gd name="connsiteX101" fmla="*/ 4136582 w 10678681"/>
              <a:gd name="connsiteY101" fmla="*/ 1287687 h 1342734"/>
              <a:gd name="connsiteX102" fmla="*/ 4064614 w 10678681"/>
              <a:gd name="connsiteY102" fmla="*/ 1296118 h 1342734"/>
              <a:gd name="connsiteX103" fmla="*/ 3900948 w 10678681"/>
              <a:gd name="connsiteY103" fmla="*/ 1322156 h 1342734"/>
              <a:gd name="connsiteX104" fmla="*/ 3787890 w 10678681"/>
              <a:gd name="connsiteY104" fmla="*/ 1322164 h 1342734"/>
              <a:gd name="connsiteX105" fmla="*/ 3745993 w 10678681"/>
              <a:gd name="connsiteY105" fmla="*/ 1342630 h 1342734"/>
              <a:gd name="connsiteX106" fmla="*/ 3675785 w 10678681"/>
              <a:gd name="connsiteY106" fmla="*/ 1326802 h 1342734"/>
              <a:gd name="connsiteX107" fmla="*/ 3623856 w 10678681"/>
              <a:gd name="connsiteY107" fmla="*/ 1290804 h 1342734"/>
              <a:gd name="connsiteX108" fmla="*/ 3564933 w 10678681"/>
              <a:gd name="connsiteY108" fmla="*/ 1287147 h 1342734"/>
              <a:gd name="connsiteX109" fmla="*/ 3550537 w 10678681"/>
              <a:gd name="connsiteY109" fmla="*/ 1317552 h 1342734"/>
              <a:gd name="connsiteX110" fmla="*/ 3487736 w 10678681"/>
              <a:gd name="connsiteY110" fmla="*/ 1303493 h 1342734"/>
              <a:gd name="connsiteX111" fmla="*/ 3392548 w 10678681"/>
              <a:gd name="connsiteY111" fmla="*/ 1278741 h 1342734"/>
              <a:gd name="connsiteX112" fmla="*/ 3337466 w 10678681"/>
              <a:gd name="connsiteY112" fmla="*/ 1272537 h 1342734"/>
              <a:gd name="connsiteX113" fmla="*/ 3175981 w 10678681"/>
              <a:gd name="connsiteY113" fmla="*/ 1208973 h 1342734"/>
              <a:gd name="connsiteX114" fmla="*/ 3036856 w 10678681"/>
              <a:gd name="connsiteY114" fmla="*/ 1214383 h 1342734"/>
              <a:gd name="connsiteX115" fmla="*/ 2824973 w 10678681"/>
              <a:gd name="connsiteY115" fmla="*/ 1134864 h 1342734"/>
              <a:gd name="connsiteX116" fmla="*/ 2804398 w 10678681"/>
              <a:gd name="connsiteY116" fmla="*/ 1125556 h 1342734"/>
              <a:gd name="connsiteX117" fmla="*/ 2736109 w 10678681"/>
              <a:gd name="connsiteY117" fmla="*/ 1137717 h 1342734"/>
              <a:gd name="connsiteX118" fmla="*/ 2659096 w 10678681"/>
              <a:gd name="connsiteY118" fmla="*/ 1150294 h 1342734"/>
              <a:gd name="connsiteX119" fmla="*/ 2567088 w 10678681"/>
              <a:gd name="connsiteY119" fmla="*/ 1181781 h 1342734"/>
              <a:gd name="connsiteX120" fmla="*/ 2454501 w 10678681"/>
              <a:gd name="connsiteY120" fmla="*/ 1155455 h 1342734"/>
              <a:gd name="connsiteX121" fmla="*/ 2385161 w 10678681"/>
              <a:gd name="connsiteY121" fmla="*/ 1161312 h 1342734"/>
              <a:gd name="connsiteX122" fmla="*/ 2273361 w 10678681"/>
              <a:gd name="connsiteY122" fmla="*/ 1134090 h 1342734"/>
              <a:gd name="connsiteX123" fmla="*/ 2132003 w 10678681"/>
              <a:gd name="connsiteY123" fmla="*/ 1139225 h 1342734"/>
              <a:gd name="connsiteX124" fmla="*/ 2041224 w 10678681"/>
              <a:gd name="connsiteY124" fmla="*/ 1147536 h 1342734"/>
              <a:gd name="connsiteX125" fmla="*/ 2010157 w 10678681"/>
              <a:gd name="connsiteY125" fmla="*/ 1152767 h 1342734"/>
              <a:gd name="connsiteX126" fmla="*/ 1859213 w 10678681"/>
              <a:gd name="connsiteY126" fmla="*/ 1199540 h 1342734"/>
              <a:gd name="connsiteX127" fmla="*/ 1735877 w 10678681"/>
              <a:gd name="connsiteY127" fmla="*/ 1246527 h 1342734"/>
              <a:gd name="connsiteX128" fmla="*/ 1705069 w 10678681"/>
              <a:gd name="connsiteY128" fmla="*/ 1251989 h 1342734"/>
              <a:gd name="connsiteX129" fmla="*/ 1307888 w 10678681"/>
              <a:gd name="connsiteY129" fmla="*/ 1283156 h 1342734"/>
              <a:gd name="connsiteX130" fmla="*/ 1220734 w 10678681"/>
              <a:gd name="connsiteY130" fmla="*/ 1257811 h 1342734"/>
              <a:gd name="connsiteX131" fmla="*/ 1021737 w 10678681"/>
              <a:gd name="connsiteY131" fmla="*/ 1238739 h 1342734"/>
              <a:gd name="connsiteX132" fmla="*/ 959820 w 10678681"/>
              <a:gd name="connsiteY132" fmla="*/ 1275863 h 1342734"/>
              <a:gd name="connsiteX133" fmla="*/ 929137 w 10678681"/>
              <a:gd name="connsiteY133" fmla="*/ 1273957 h 1342734"/>
              <a:gd name="connsiteX134" fmla="*/ 878849 w 10678681"/>
              <a:gd name="connsiteY134" fmla="*/ 1266740 h 1342734"/>
              <a:gd name="connsiteX135" fmla="*/ 800667 w 10678681"/>
              <a:gd name="connsiteY135" fmla="*/ 1282041 h 1342734"/>
              <a:gd name="connsiteX136" fmla="*/ 644906 w 10678681"/>
              <a:gd name="connsiteY136" fmla="*/ 1273685 h 1342734"/>
              <a:gd name="connsiteX137" fmla="*/ 379869 w 10678681"/>
              <a:gd name="connsiteY137" fmla="*/ 1339165 h 1342734"/>
              <a:gd name="connsiteX138" fmla="*/ 137696 w 10678681"/>
              <a:gd name="connsiteY138" fmla="*/ 1319217 h 1342734"/>
              <a:gd name="connsiteX139" fmla="*/ 54250 w 10678681"/>
              <a:gd name="connsiteY139" fmla="*/ 1315838 h 1342734"/>
              <a:gd name="connsiteX140" fmla="*/ 28042 w 10678681"/>
              <a:gd name="connsiteY140" fmla="*/ 1297822 h 1342734"/>
              <a:gd name="connsiteX141" fmla="*/ 0 w 10678681"/>
              <a:gd name="connsiteY141" fmla="*/ 1294612 h 1342734"/>
              <a:gd name="connsiteX142" fmla="*/ 0 w 10678681"/>
              <a:gd name="connsiteY142" fmla="*/ 0 h 1342734"/>
              <a:gd name="connsiteX0" fmla="*/ 0 w 10678681"/>
              <a:gd name="connsiteY0" fmla="*/ 0 h 1342734"/>
              <a:gd name="connsiteX1" fmla="*/ 10678681 w 10678681"/>
              <a:gd name="connsiteY1" fmla="*/ 0 h 1342734"/>
              <a:gd name="connsiteX2" fmla="*/ 10666019 w 10678681"/>
              <a:gd name="connsiteY2" fmla="*/ 7876 h 1342734"/>
              <a:gd name="connsiteX3" fmla="*/ 10632825 w 10678681"/>
              <a:gd name="connsiteY3" fmla="*/ 32153 h 1342734"/>
              <a:gd name="connsiteX4" fmla="*/ 10510605 w 10678681"/>
              <a:gd name="connsiteY4" fmla="*/ 30449 h 1342734"/>
              <a:gd name="connsiteX5" fmla="*/ 10456989 w 10678681"/>
              <a:gd name="connsiteY5" fmla="*/ 979 h 1342734"/>
              <a:gd name="connsiteX6" fmla="*/ 10438642 w 10678681"/>
              <a:gd name="connsiteY6" fmla="*/ 1524 h 1342734"/>
              <a:gd name="connsiteX7" fmla="*/ 10407146 w 10678681"/>
              <a:gd name="connsiteY7" fmla="*/ 43659 h 1342734"/>
              <a:gd name="connsiteX8" fmla="*/ 10357996 w 10678681"/>
              <a:gd name="connsiteY8" fmla="*/ 50836 h 1342734"/>
              <a:gd name="connsiteX9" fmla="*/ 10306667 w 10678681"/>
              <a:gd name="connsiteY9" fmla="*/ 109739 h 1342734"/>
              <a:gd name="connsiteX10" fmla="*/ 10115334 w 10678681"/>
              <a:gd name="connsiteY10" fmla="*/ 155658 h 1342734"/>
              <a:gd name="connsiteX11" fmla="*/ 10068157 w 10678681"/>
              <a:gd name="connsiteY11" fmla="*/ 215673 h 1342734"/>
              <a:gd name="connsiteX12" fmla="*/ 10045431 w 10678681"/>
              <a:gd name="connsiteY12" fmla="*/ 229568 h 1342734"/>
              <a:gd name="connsiteX13" fmla="*/ 10013265 w 10678681"/>
              <a:gd name="connsiteY13" fmla="*/ 284757 h 1342734"/>
              <a:gd name="connsiteX14" fmla="*/ 9840045 w 10678681"/>
              <a:gd name="connsiteY14" fmla="*/ 223033 h 1342734"/>
              <a:gd name="connsiteX15" fmla="*/ 9679638 w 10678681"/>
              <a:gd name="connsiteY15" fmla="*/ 277462 h 1342734"/>
              <a:gd name="connsiteX16" fmla="*/ 9498347 w 10678681"/>
              <a:gd name="connsiteY16" fmla="*/ 244723 h 1342734"/>
              <a:gd name="connsiteX17" fmla="*/ 9399702 w 10678681"/>
              <a:gd name="connsiteY17" fmla="*/ 276316 h 1342734"/>
              <a:gd name="connsiteX18" fmla="*/ 9378439 w 10678681"/>
              <a:gd name="connsiteY18" fmla="*/ 326244 h 1342734"/>
              <a:gd name="connsiteX19" fmla="*/ 9121744 w 10678681"/>
              <a:gd name="connsiteY19" fmla="*/ 365177 h 1342734"/>
              <a:gd name="connsiteX20" fmla="*/ 9061654 w 10678681"/>
              <a:gd name="connsiteY20" fmla="*/ 393730 h 1342734"/>
              <a:gd name="connsiteX21" fmla="*/ 8997577 w 10678681"/>
              <a:gd name="connsiteY21" fmla="*/ 380865 h 1342734"/>
              <a:gd name="connsiteX22" fmla="*/ 8907968 w 10678681"/>
              <a:gd name="connsiteY22" fmla="*/ 447345 h 1342734"/>
              <a:gd name="connsiteX23" fmla="*/ 8764163 w 10678681"/>
              <a:gd name="connsiteY23" fmla="*/ 471000 h 1342734"/>
              <a:gd name="connsiteX24" fmla="*/ 8680155 w 10678681"/>
              <a:gd name="connsiteY24" fmla="*/ 492404 h 1342734"/>
              <a:gd name="connsiteX25" fmla="*/ 8651436 w 10678681"/>
              <a:gd name="connsiteY25" fmla="*/ 511923 h 1342734"/>
              <a:gd name="connsiteX26" fmla="*/ 8609185 w 10678681"/>
              <a:gd name="connsiteY26" fmla="*/ 531525 h 1342734"/>
              <a:gd name="connsiteX27" fmla="*/ 8537091 w 10678681"/>
              <a:gd name="connsiteY27" fmla="*/ 574933 h 1342734"/>
              <a:gd name="connsiteX28" fmla="*/ 8435931 w 10678681"/>
              <a:gd name="connsiteY28" fmla="*/ 617926 h 1342734"/>
              <a:gd name="connsiteX29" fmla="*/ 8348623 w 10678681"/>
              <a:gd name="connsiteY29" fmla="*/ 600607 h 1342734"/>
              <a:gd name="connsiteX30" fmla="*/ 8344233 w 10678681"/>
              <a:gd name="connsiteY30" fmla="*/ 610922 h 1342734"/>
              <a:gd name="connsiteX31" fmla="*/ 8290622 w 10678681"/>
              <a:gd name="connsiteY31" fmla="*/ 622687 h 1342734"/>
              <a:gd name="connsiteX32" fmla="*/ 8086698 w 10678681"/>
              <a:gd name="connsiteY32" fmla="*/ 605185 h 1342734"/>
              <a:gd name="connsiteX33" fmla="*/ 7982378 w 10678681"/>
              <a:gd name="connsiteY33" fmla="*/ 629799 h 1342734"/>
              <a:gd name="connsiteX34" fmla="*/ 7947952 w 10678681"/>
              <a:gd name="connsiteY34" fmla="*/ 648003 h 1342734"/>
              <a:gd name="connsiteX35" fmla="*/ 7890112 w 10678681"/>
              <a:gd name="connsiteY35" fmla="*/ 677915 h 1342734"/>
              <a:gd name="connsiteX36" fmla="*/ 7853284 w 10678681"/>
              <a:gd name="connsiteY36" fmla="*/ 723588 h 1342734"/>
              <a:gd name="connsiteX37" fmla="*/ 7802383 w 10678681"/>
              <a:gd name="connsiteY37" fmla="*/ 739359 h 1342734"/>
              <a:gd name="connsiteX38" fmla="*/ 7730518 w 10678681"/>
              <a:gd name="connsiteY38" fmla="*/ 739526 h 1342734"/>
              <a:gd name="connsiteX39" fmla="*/ 7652907 w 10678681"/>
              <a:gd name="connsiteY39" fmla="*/ 783273 h 1342734"/>
              <a:gd name="connsiteX40" fmla="*/ 7606008 w 10678681"/>
              <a:gd name="connsiteY40" fmla="*/ 800717 h 1342734"/>
              <a:gd name="connsiteX41" fmla="*/ 7480223 w 10678681"/>
              <a:gd name="connsiteY41" fmla="*/ 856821 h 1342734"/>
              <a:gd name="connsiteX42" fmla="*/ 7356005 w 10678681"/>
              <a:gd name="connsiteY42" fmla="*/ 919462 h 1342734"/>
              <a:gd name="connsiteX43" fmla="*/ 7305396 w 10678681"/>
              <a:gd name="connsiteY43" fmla="*/ 986228 h 1342734"/>
              <a:gd name="connsiteX44" fmla="*/ 7266251 w 10678681"/>
              <a:gd name="connsiteY44" fmla="*/ 967864 h 1342734"/>
              <a:gd name="connsiteX45" fmla="*/ 7269396 w 10678681"/>
              <a:gd name="connsiteY45" fmla="*/ 989282 h 1342734"/>
              <a:gd name="connsiteX46" fmla="*/ 7258094 w 10678681"/>
              <a:gd name="connsiteY46" fmla="*/ 990679 h 1342734"/>
              <a:gd name="connsiteX47" fmla="*/ 7257893 w 10678681"/>
              <a:gd name="connsiteY47" fmla="*/ 991204 h 1342734"/>
              <a:gd name="connsiteX48" fmla="*/ 7247153 w 10678681"/>
              <a:gd name="connsiteY48" fmla="*/ 991550 h 1342734"/>
              <a:gd name="connsiteX49" fmla="*/ 7193612 w 10678681"/>
              <a:gd name="connsiteY49" fmla="*/ 987042 h 1342734"/>
              <a:gd name="connsiteX50" fmla="*/ 7132632 w 10678681"/>
              <a:gd name="connsiteY50" fmla="*/ 1042036 h 1342734"/>
              <a:gd name="connsiteX51" fmla="*/ 7105610 w 10678681"/>
              <a:gd name="connsiteY51" fmla="*/ 1053537 h 1342734"/>
              <a:gd name="connsiteX52" fmla="*/ 7069148 w 10678681"/>
              <a:gd name="connsiteY52" fmla="*/ 1047163 h 1342734"/>
              <a:gd name="connsiteX53" fmla="*/ 7039634 w 10678681"/>
              <a:gd name="connsiteY53" fmla="*/ 1059971 h 1342734"/>
              <a:gd name="connsiteX54" fmla="*/ 7033445 w 10678681"/>
              <a:gd name="connsiteY54" fmla="*/ 1063314 h 1342734"/>
              <a:gd name="connsiteX55" fmla="*/ 6999157 w 10678681"/>
              <a:gd name="connsiteY55" fmla="*/ 1055282 h 1342734"/>
              <a:gd name="connsiteX56" fmla="*/ 6981874 w 10678681"/>
              <a:gd name="connsiteY56" fmla="*/ 1053827 h 1342734"/>
              <a:gd name="connsiteX57" fmla="*/ 6976102 w 10678681"/>
              <a:gd name="connsiteY57" fmla="*/ 1047854 h 1342734"/>
              <a:gd name="connsiteX58" fmla="*/ 6951040 w 10678681"/>
              <a:gd name="connsiteY58" fmla="*/ 1048531 h 1342734"/>
              <a:gd name="connsiteX59" fmla="*/ 6948497 w 10678681"/>
              <a:gd name="connsiteY59" fmla="*/ 1050706 h 1342734"/>
              <a:gd name="connsiteX60" fmla="*/ 6926582 w 10678681"/>
              <a:gd name="connsiteY60" fmla="*/ 1043462 h 1342734"/>
              <a:gd name="connsiteX61" fmla="*/ 6833743 w 10678681"/>
              <a:gd name="connsiteY61" fmla="*/ 1027960 h 1342734"/>
              <a:gd name="connsiteX62" fmla="*/ 6687090 w 10678681"/>
              <a:gd name="connsiteY62" fmla="*/ 1063250 h 1342734"/>
              <a:gd name="connsiteX63" fmla="*/ 6437450 w 10678681"/>
              <a:gd name="connsiteY63" fmla="*/ 1101075 h 1342734"/>
              <a:gd name="connsiteX64" fmla="*/ 6327795 w 10678681"/>
              <a:gd name="connsiteY64" fmla="*/ 1088142 h 1342734"/>
              <a:gd name="connsiteX65" fmla="*/ 6136549 w 10678681"/>
              <a:gd name="connsiteY65" fmla="*/ 1100268 h 1342734"/>
              <a:gd name="connsiteX66" fmla="*/ 6004655 w 10678681"/>
              <a:gd name="connsiteY66" fmla="*/ 1114946 h 1342734"/>
              <a:gd name="connsiteX67" fmla="*/ 5936643 w 10678681"/>
              <a:gd name="connsiteY67" fmla="*/ 1095428 h 1342734"/>
              <a:gd name="connsiteX68" fmla="*/ 5912484 w 10678681"/>
              <a:gd name="connsiteY68" fmla="*/ 1112624 h 1342734"/>
              <a:gd name="connsiteX69" fmla="*/ 5908387 w 10678681"/>
              <a:gd name="connsiteY69" fmla="*/ 1116018 h 1342734"/>
              <a:gd name="connsiteX70" fmla="*/ 5890495 w 10678681"/>
              <a:gd name="connsiteY70" fmla="*/ 1120268 h 1342734"/>
              <a:gd name="connsiteX71" fmla="*/ 5887318 w 10678681"/>
              <a:gd name="connsiteY71" fmla="*/ 1133134 h 1342734"/>
              <a:gd name="connsiteX72" fmla="*/ 5861726 w 10678681"/>
              <a:gd name="connsiteY72" fmla="*/ 1147891 h 1342734"/>
              <a:gd name="connsiteX73" fmla="*/ 5805823 w 10678681"/>
              <a:gd name="connsiteY73" fmla="*/ 1152457 h 1342734"/>
              <a:gd name="connsiteX74" fmla="*/ 5689841 w 10678681"/>
              <a:gd name="connsiteY74" fmla="*/ 1176232 h 1342734"/>
              <a:gd name="connsiteX75" fmla="*/ 5605119 w 10678681"/>
              <a:gd name="connsiteY75" fmla="*/ 1190202 h 1342734"/>
              <a:gd name="connsiteX76" fmla="*/ 5488513 w 10678681"/>
              <a:gd name="connsiteY76" fmla="*/ 1205367 h 1342734"/>
              <a:gd name="connsiteX77" fmla="*/ 5402905 w 10678681"/>
              <a:gd name="connsiteY77" fmla="*/ 1241191 h 1342734"/>
              <a:gd name="connsiteX78" fmla="*/ 5285593 w 10678681"/>
              <a:gd name="connsiteY78" fmla="*/ 1273569 h 1342734"/>
              <a:gd name="connsiteX79" fmla="*/ 5192893 w 10678681"/>
              <a:gd name="connsiteY79" fmla="*/ 1247188 h 1342734"/>
              <a:gd name="connsiteX80" fmla="*/ 5186475 w 10678681"/>
              <a:gd name="connsiteY80" fmla="*/ 1257028 h 1342734"/>
              <a:gd name="connsiteX81" fmla="*/ 5126038 w 10678681"/>
              <a:gd name="connsiteY81" fmla="*/ 1263189 h 1342734"/>
              <a:gd name="connsiteX82" fmla="*/ 4894688 w 10678681"/>
              <a:gd name="connsiteY82" fmla="*/ 1247184 h 1342734"/>
              <a:gd name="connsiteX83" fmla="*/ 4788036 w 10678681"/>
              <a:gd name="connsiteY83" fmla="*/ 1238182 h 1342734"/>
              <a:gd name="connsiteX84" fmla="*/ 4747555 w 10678681"/>
              <a:gd name="connsiteY84" fmla="*/ 1252768 h 1342734"/>
              <a:gd name="connsiteX85" fmla="*/ 4679644 w 10678681"/>
              <a:gd name="connsiteY85" fmla="*/ 1276603 h 1342734"/>
              <a:gd name="connsiteX86" fmla="*/ 4632222 w 10678681"/>
              <a:gd name="connsiteY86" fmla="*/ 1318360 h 1342734"/>
              <a:gd name="connsiteX87" fmla="*/ 4617358 w 10678681"/>
              <a:gd name="connsiteY87" fmla="*/ 1327690 h 1342734"/>
              <a:gd name="connsiteX88" fmla="*/ 4589102 w 10678681"/>
              <a:gd name="connsiteY88" fmla="*/ 1321223 h 1342734"/>
              <a:gd name="connsiteX89" fmla="*/ 4578184 w 10678681"/>
              <a:gd name="connsiteY89" fmla="*/ 1326745 h 1342734"/>
              <a:gd name="connsiteX90" fmla="*/ 4574270 w 10678681"/>
              <a:gd name="connsiteY90" fmla="*/ 1325878 h 1342734"/>
              <a:gd name="connsiteX91" fmla="*/ 4564919 w 10678681"/>
              <a:gd name="connsiteY91" fmla="*/ 1325507 h 1342734"/>
              <a:gd name="connsiteX92" fmla="*/ 4566586 w 10678681"/>
              <a:gd name="connsiteY92" fmla="*/ 1316963 h 1342734"/>
              <a:gd name="connsiteX93" fmla="*/ 4556303 w 10678681"/>
              <a:gd name="connsiteY93" fmla="*/ 1300262 h 1342734"/>
              <a:gd name="connsiteX94" fmla="*/ 4502358 w 10678681"/>
              <a:gd name="connsiteY94" fmla="*/ 1302558 h 1342734"/>
              <a:gd name="connsiteX95" fmla="*/ 4498919 w 10678681"/>
              <a:gd name="connsiteY95" fmla="*/ 1312115 h 1342734"/>
              <a:gd name="connsiteX96" fmla="*/ 4492075 w 10678681"/>
              <a:gd name="connsiteY96" fmla="*/ 1313357 h 1342734"/>
              <a:gd name="connsiteX97" fmla="*/ 4487466 w 10678681"/>
              <a:gd name="connsiteY97" fmla="*/ 1304102 h 1342734"/>
              <a:gd name="connsiteX98" fmla="*/ 4398292 w 10678681"/>
              <a:gd name="connsiteY98" fmla="*/ 1278410 h 1342734"/>
              <a:gd name="connsiteX99" fmla="*/ 4306088 w 10678681"/>
              <a:gd name="connsiteY99" fmla="*/ 1282512 h 1342734"/>
              <a:gd name="connsiteX100" fmla="*/ 4188995 w 10678681"/>
              <a:gd name="connsiteY100" fmla="*/ 1296718 h 1342734"/>
              <a:gd name="connsiteX101" fmla="*/ 4136582 w 10678681"/>
              <a:gd name="connsiteY101" fmla="*/ 1287687 h 1342734"/>
              <a:gd name="connsiteX102" fmla="*/ 4064614 w 10678681"/>
              <a:gd name="connsiteY102" fmla="*/ 1296118 h 1342734"/>
              <a:gd name="connsiteX103" fmla="*/ 3900948 w 10678681"/>
              <a:gd name="connsiteY103" fmla="*/ 1322156 h 1342734"/>
              <a:gd name="connsiteX104" fmla="*/ 3787890 w 10678681"/>
              <a:gd name="connsiteY104" fmla="*/ 1322164 h 1342734"/>
              <a:gd name="connsiteX105" fmla="*/ 3745993 w 10678681"/>
              <a:gd name="connsiteY105" fmla="*/ 1342630 h 1342734"/>
              <a:gd name="connsiteX106" fmla="*/ 3675785 w 10678681"/>
              <a:gd name="connsiteY106" fmla="*/ 1326802 h 1342734"/>
              <a:gd name="connsiteX107" fmla="*/ 3623856 w 10678681"/>
              <a:gd name="connsiteY107" fmla="*/ 1290804 h 1342734"/>
              <a:gd name="connsiteX108" fmla="*/ 3564933 w 10678681"/>
              <a:gd name="connsiteY108" fmla="*/ 1287147 h 1342734"/>
              <a:gd name="connsiteX109" fmla="*/ 3550537 w 10678681"/>
              <a:gd name="connsiteY109" fmla="*/ 1317552 h 1342734"/>
              <a:gd name="connsiteX110" fmla="*/ 3487736 w 10678681"/>
              <a:gd name="connsiteY110" fmla="*/ 1303493 h 1342734"/>
              <a:gd name="connsiteX111" fmla="*/ 3392548 w 10678681"/>
              <a:gd name="connsiteY111" fmla="*/ 1278741 h 1342734"/>
              <a:gd name="connsiteX112" fmla="*/ 3337466 w 10678681"/>
              <a:gd name="connsiteY112" fmla="*/ 1272537 h 1342734"/>
              <a:gd name="connsiteX113" fmla="*/ 3175981 w 10678681"/>
              <a:gd name="connsiteY113" fmla="*/ 1208973 h 1342734"/>
              <a:gd name="connsiteX114" fmla="*/ 3036856 w 10678681"/>
              <a:gd name="connsiteY114" fmla="*/ 1214383 h 1342734"/>
              <a:gd name="connsiteX115" fmla="*/ 2824973 w 10678681"/>
              <a:gd name="connsiteY115" fmla="*/ 1134864 h 1342734"/>
              <a:gd name="connsiteX116" fmla="*/ 2804398 w 10678681"/>
              <a:gd name="connsiteY116" fmla="*/ 1125556 h 1342734"/>
              <a:gd name="connsiteX117" fmla="*/ 2736109 w 10678681"/>
              <a:gd name="connsiteY117" fmla="*/ 1137717 h 1342734"/>
              <a:gd name="connsiteX118" fmla="*/ 2659096 w 10678681"/>
              <a:gd name="connsiteY118" fmla="*/ 1150294 h 1342734"/>
              <a:gd name="connsiteX119" fmla="*/ 2567088 w 10678681"/>
              <a:gd name="connsiteY119" fmla="*/ 1181781 h 1342734"/>
              <a:gd name="connsiteX120" fmla="*/ 2454501 w 10678681"/>
              <a:gd name="connsiteY120" fmla="*/ 1155455 h 1342734"/>
              <a:gd name="connsiteX121" fmla="*/ 2385161 w 10678681"/>
              <a:gd name="connsiteY121" fmla="*/ 1161312 h 1342734"/>
              <a:gd name="connsiteX122" fmla="*/ 2273361 w 10678681"/>
              <a:gd name="connsiteY122" fmla="*/ 1134090 h 1342734"/>
              <a:gd name="connsiteX123" fmla="*/ 2132003 w 10678681"/>
              <a:gd name="connsiteY123" fmla="*/ 1139225 h 1342734"/>
              <a:gd name="connsiteX124" fmla="*/ 2041224 w 10678681"/>
              <a:gd name="connsiteY124" fmla="*/ 1147536 h 1342734"/>
              <a:gd name="connsiteX125" fmla="*/ 2010157 w 10678681"/>
              <a:gd name="connsiteY125" fmla="*/ 1152767 h 1342734"/>
              <a:gd name="connsiteX126" fmla="*/ 1859213 w 10678681"/>
              <a:gd name="connsiteY126" fmla="*/ 1199540 h 1342734"/>
              <a:gd name="connsiteX127" fmla="*/ 1735877 w 10678681"/>
              <a:gd name="connsiteY127" fmla="*/ 1246527 h 1342734"/>
              <a:gd name="connsiteX128" fmla="*/ 1705069 w 10678681"/>
              <a:gd name="connsiteY128" fmla="*/ 1251989 h 1342734"/>
              <a:gd name="connsiteX129" fmla="*/ 1307888 w 10678681"/>
              <a:gd name="connsiteY129" fmla="*/ 1283156 h 1342734"/>
              <a:gd name="connsiteX130" fmla="*/ 1220734 w 10678681"/>
              <a:gd name="connsiteY130" fmla="*/ 1257811 h 1342734"/>
              <a:gd name="connsiteX131" fmla="*/ 1021737 w 10678681"/>
              <a:gd name="connsiteY131" fmla="*/ 1238739 h 1342734"/>
              <a:gd name="connsiteX132" fmla="*/ 959820 w 10678681"/>
              <a:gd name="connsiteY132" fmla="*/ 1275863 h 1342734"/>
              <a:gd name="connsiteX133" fmla="*/ 929137 w 10678681"/>
              <a:gd name="connsiteY133" fmla="*/ 1273957 h 1342734"/>
              <a:gd name="connsiteX134" fmla="*/ 878849 w 10678681"/>
              <a:gd name="connsiteY134" fmla="*/ 1266740 h 1342734"/>
              <a:gd name="connsiteX135" fmla="*/ 800667 w 10678681"/>
              <a:gd name="connsiteY135" fmla="*/ 1282041 h 1342734"/>
              <a:gd name="connsiteX136" fmla="*/ 644906 w 10678681"/>
              <a:gd name="connsiteY136" fmla="*/ 1273685 h 1342734"/>
              <a:gd name="connsiteX137" fmla="*/ 379869 w 10678681"/>
              <a:gd name="connsiteY137" fmla="*/ 1339165 h 1342734"/>
              <a:gd name="connsiteX138" fmla="*/ 137696 w 10678681"/>
              <a:gd name="connsiteY138" fmla="*/ 1319217 h 1342734"/>
              <a:gd name="connsiteX139" fmla="*/ 54250 w 10678681"/>
              <a:gd name="connsiteY139" fmla="*/ 1315838 h 1342734"/>
              <a:gd name="connsiteX140" fmla="*/ 28042 w 10678681"/>
              <a:gd name="connsiteY140" fmla="*/ 1297822 h 1342734"/>
              <a:gd name="connsiteX141" fmla="*/ 0 w 10678681"/>
              <a:gd name="connsiteY141" fmla="*/ 1294612 h 1342734"/>
              <a:gd name="connsiteX142" fmla="*/ 0 w 10678681"/>
              <a:gd name="connsiteY142" fmla="*/ 0 h 1342734"/>
              <a:gd name="connsiteX0" fmla="*/ 0 w 10678681"/>
              <a:gd name="connsiteY0" fmla="*/ 0 h 1342734"/>
              <a:gd name="connsiteX1" fmla="*/ 10678681 w 10678681"/>
              <a:gd name="connsiteY1" fmla="*/ 0 h 1342734"/>
              <a:gd name="connsiteX2" fmla="*/ 10666019 w 10678681"/>
              <a:gd name="connsiteY2" fmla="*/ 7876 h 1342734"/>
              <a:gd name="connsiteX3" fmla="*/ 10632825 w 10678681"/>
              <a:gd name="connsiteY3" fmla="*/ 32153 h 1342734"/>
              <a:gd name="connsiteX4" fmla="*/ 10510605 w 10678681"/>
              <a:gd name="connsiteY4" fmla="*/ 30449 h 1342734"/>
              <a:gd name="connsiteX5" fmla="*/ 10456989 w 10678681"/>
              <a:gd name="connsiteY5" fmla="*/ 979 h 1342734"/>
              <a:gd name="connsiteX6" fmla="*/ 10438642 w 10678681"/>
              <a:gd name="connsiteY6" fmla="*/ 1524 h 1342734"/>
              <a:gd name="connsiteX7" fmla="*/ 10407146 w 10678681"/>
              <a:gd name="connsiteY7" fmla="*/ 43659 h 1342734"/>
              <a:gd name="connsiteX8" fmla="*/ 10357996 w 10678681"/>
              <a:gd name="connsiteY8" fmla="*/ 50836 h 1342734"/>
              <a:gd name="connsiteX9" fmla="*/ 10306667 w 10678681"/>
              <a:gd name="connsiteY9" fmla="*/ 109739 h 1342734"/>
              <a:gd name="connsiteX10" fmla="*/ 10115334 w 10678681"/>
              <a:gd name="connsiteY10" fmla="*/ 155658 h 1342734"/>
              <a:gd name="connsiteX11" fmla="*/ 10068157 w 10678681"/>
              <a:gd name="connsiteY11" fmla="*/ 215673 h 1342734"/>
              <a:gd name="connsiteX12" fmla="*/ 10045431 w 10678681"/>
              <a:gd name="connsiteY12" fmla="*/ 229568 h 1342734"/>
              <a:gd name="connsiteX13" fmla="*/ 9929077 w 10678681"/>
              <a:gd name="connsiteY13" fmla="*/ 254478 h 1342734"/>
              <a:gd name="connsiteX14" fmla="*/ 9840045 w 10678681"/>
              <a:gd name="connsiteY14" fmla="*/ 223033 h 1342734"/>
              <a:gd name="connsiteX15" fmla="*/ 9679638 w 10678681"/>
              <a:gd name="connsiteY15" fmla="*/ 277462 h 1342734"/>
              <a:gd name="connsiteX16" fmla="*/ 9498347 w 10678681"/>
              <a:gd name="connsiteY16" fmla="*/ 244723 h 1342734"/>
              <a:gd name="connsiteX17" fmla="*/ 9399702 w 10678681"/>
              <a:gd name="connsiteY17" fmla="*/ 276316 h 1342734"/>
              <a:gd name="connsiteX18" fmla="*/ 9378439 w 10678681"/>
              <a:gd name="connsiteY18" fmla="*/ 326244 h 1342734"/>
              <a:gd name="connsiteX19" fmla="*/ 9121744 w 10678681"/>
              <a:gd name="connsiteY19" fmla="*/ 365177 h 1342734"/>
              <a:gd name="connsiteX20" fmla="*/ 9061654 w 10678681"/>
              <a:gd name="connsiteY20" fmla="*/ 393730 h 1342734"/>
              <a:gd name="connsiteX21" fmla="*/ 8997577 w 10678681"/>
              <a:gd name="connsiteY21" fmla="*/ 380865 h 1342734"/>
              <a:gd name="connsiteX22" fmla="*/ 8907968 w 10678681"/>
              <a:gd name="connsiteY22" fmla="*/ 447345 h 1342734"/>
              <a:gd name="connsiteX23" fmla="*/ 8764163 w 10678681"/>
              <a:gd name="connsiteY23" fmla="*/ 471000 h 1342734"/>
              <a:gd name="connsiteX24" fmla="*/ 8680155 w 10678681"/>
              <a:gd name="connsiteY24" fmla="*/ 492404 h 1342734"/>
              <a:gd name="connsiteX25" fmla="*/ 8651436 w 10678681"/>
              <a:gd name="connsiteY25" fmla="*/ 511923 h 1342734"/>
              <a:gd name="connsiteX26" fmla="*/ 8609185 w 10678681"/>
              <a:gd name="connsiteY26" fmla="*/ 531525 h 1342734"/>
              <a:gd name="connsiteX27" fmla="*/ 8537091 w 10678681"/>
              <a:gd name="connsiteY27" fmla="*/ 574933 h 1342734"/>
              <a:gd name="connsiteX28" fmla="*/ 8435931 w 10678681"/>
              <a:gd name="connsiteY28" fmla="*/ 617926 h 1342734"/>
              <a:gd name="connsiteX29" fmla="*/ 8348623 w 10678681"/>
              <a:gd name="connsiteY29" fmla="*/ 600607 h 1342734"/>
              <a:gd name="connsiteX30" fmla="*/ 8344233 w 10678681"/>
              <a:gd name="connsiteY30" fmla="*/ 610922 h 1342734"/>
              <a:gd name="connsiteX31" fmla="*/ 8290622 w 10678681"/>
              <a:gd name="connsiteY31" fmla="*/ 622687 h 1342734"/>
              <a:gd name="connsiteX32" fmla="*/ 8086698 w 10678681"/>
              <a:gd name="connsiteY32" fmla="*/ 605185 h 1342734"/>
              <a:gd name="connsiteX33" fmla="*/ 7982378 w 10678681"/>
              <a:gd name="connsiteY33" fmla="*/ 629799 h 1342734"/>
              <a:gd name="connsiteX34" fmla="*/ 7947952 w 10678681"/>
              <a:gd name="connsiteY34" fmla="*/ 648003 h 1342734"/>
              <a:gd name="connsiteX35" fmla="*/ 7890112 w 10678681"/>
              <a:gd name="connsiteY35" fmla="*/ 677915 h 1342734"/>
              <a:gd name="connsiteX36" fmla="*/ 7853284 w 10678681"/>
              <a:gd name="connsiteY36" fmla="*/ 723588 h 1342734"/>
              <a:gd name="connsiteX37" fmla="*/ 7802383 w 10678681"/>
              <a:gd name="connsiteY37" fmla="*/ 739359 h 1342734"/>
              <a:gd name="connsiteX38" fmla="*/ 7730518 w 10678681"/>
              <a:gd name="connsiteY38" fmla="*/ 739526 h 1342734"/>
              <a:gd name="connsiteX39" fmla="*/ 7652907 w 10678681"/>
              <a:gd name="connsiteY39" fmla="*/ 783273 h 1342734"/>
              <a:gd name="connsiteX40" fmla="*/ 7606008 w 10678681"/>
              <a:gd name="connsiteY40" fmla="*/ 800717 h 1342734"/>
              <a:gd name="connsiteX41" fmla="*/ 7480223 w 10678681"/>
              <a:gd name="connsiteY41" fmla="*/ 856821 h 1342734"/>
              <a:gd name="connsiteX42" fmla="*/ 7356005 w 10678681"/>
              <a:gd name="connsiteY42" fmla="*/ 919462 h 1342734"/>
              <a:gd name="connsiteX43" fmla="*/ 7305396 w 10678681"/>
              <a:gd name="connsiteY43" fmla="*/ 986228 h 1342734"/>
              <a:gd name="connsiteX44" fmla="*/ 7266251 w 10678681"/>
              <a:gd name="connsiteY44" fmla="*/ 967864 h 1342734"/>
              <a:gd name="connsiteX45" fmla="*/ 7269396 w 10678681"/>
              <a:gd name="connsiteY45" fmla="*/ 989282 h 1342734"/>
              <a:gd name="connsiteX46" fmla="*/ 7258094 w 10678681"/>
              <a:gd name="connsiteY46" fmla="*/ 990679 h 1342734"/>
              <a:gd name="connsiteX47" fmla="*/ 7257893 w 10678681"/>
              <a:gd name="connsiteY47" fmla="*/ 991204 h 1342734"/>
              <a:gd name="connsiteX48" fmla="*/ 7247153 w 10678681"/>
              <a:gd name="connsiteY48" fmla="*/ 991550 h 1342734"/>
              <a:gd name="connsiteX49" fmla="*/ 7193612 w 10678681"/>
              <a:gd name="connsiteY49" fmla="*/ 987042 h 1342734"/>
              <a:gd name="connsiteX50" fmla="*/ 7132632 w 10678681"/>
              <a:gd name="connsiteY50" fmla="*/ 1042036 h 1342734"/>
              <a:gd name="connsiteX51" fmla="*/ 7105610 w 10678681"/>
              <a:gd name="connsiteY51" fmla="*/ 1053537 h 1342734"/>
              <a:gd name="connsiteX52" fmla="*/ 7069148 w 10678681"/>
              <a:gd name="connsiteY52" fmla="*/ 1047163 h 1342734"/>
              <a:gd name="connsiteX53" fmla="*/ 7039634 w 10678681"/>
              <a:gd name="connsiteY53" fmla="*/ 1059971 h 1342734"/>
              <a:gd name="connsiteX54" fmla="*/ 7033445 w 10678681"/>
              <a:gd name="connsiteY54" fmla="*/ 1063314 h 1342734"/>
              <a:gd name="connsiteX55" fmla="*/ 6999157 w 10678681"/>
              <a:gd name="connsiteY55" fmla="*/ 1055282 h 1342734"/>
              <a:gd name="connsiteX56" fmla="*/ 6981874 w 10678681"/>
              <a:gd name="connsiteY56" fmla="*/ 1053827 h 1342734"/>
              <a:gd name="connsiteX57" fmla="*/ 6976102 w 10678681"/>
              <a:gd name="connsiteY57" fmla="*/ 1047854 h 1342734"/>
              <a:gd name="connsiteX58" fmla="*/ 6951040 w 10678681"/>
              <a:gd name="connsiteY58" fmla="*/ 1048531 h 1342734"/>
              <a:gd name="connsiteX59" fmla="*/ 6948497 w 10678681"/>
              <a:gd name="connsiteY59" fmla="*/ 1050706 h 1342734"/>
              <a:gd name="connsiteX60" fmla="*/ 6926582 w 10678681"/>
              <a:gd name="connsiteY60" fmla="*/ 1043462 h 1342734"/>
              <a:gd name="connsiteX61" fmla="*/ 6833743 w 10678681"/>
              <a:gd name="connsiteY61" fmla="*/ 1027960 h 1342734"/>
              <a:gd name="connsiteX62" fmla="*/ 6687090 w 10678681"/>
              <a:gd name="connsiteY62" fmla="*/ 1063250 h 1342734"/>
              <a:gd name="connsiteX63" fmla="*/ 6437450 w 10678681"/>
              <a:gd name="connsiteY63" fmla="*/ 1101075 h 1342734"/>
              <a:gd name="connsiteX64" fmla="*/ 6327795 w 10678681"/>
              <a:gd name="connsiteY64" fmla="*/ 1088142 h 1342734"/>
              <a:gd name="connsiteX65" fmla="*/ 6136549 w 10678681"/>
              <a:gd name="connsiteY65" fmla="*/ 1100268 h 1342734"/>
              <a:gd name="connsiteX66" fmla="*/ 6004655 w 10678681"/>
              <a:gd name="connsiteY66" fmla="*/ 1114946 h 1342734"/>
              <a:gd name="connsiteX67" fmla="*/ 5936643 w 10678681"/>
              <a:gd name="connsiteY67" fmla="*/ 1095428 h 1342734"/>
              <a:gd name="connsiteX68" fmla="*/ 5912484 w 10678681"/>
              <a:gd name="connsiteY68" fmla="*/ 1112624 h 1342734"/>
              <a:gd name="connsiteX69" fmla="*/ 5908387 w 10678681"/>
              <a:gd name="connsiteY69" fmla="*/ 1116018 h 1342734"/>
              <a:gd name="connsiteX70" fmla="*/ 5890495 w 10678681"/>
              <a:gd name="connsiteY70" fmla="*/ 1120268 h 1342734"/>
              <a:gd name="connsiteX71" fmla="*/ 5887318 w 10678681"/>
              <a:gd name="connsiteY71" fmla="*/ 1133134 h 1342734"/>
              <a:gd name="connsiteX72" fmla="*/ 5861726 w 10678681"/>
              <a:gd name="connsiteY72" fmla="*/ 1147891 h 1342734"/>
              <a:gd name="connsiteX73" fmla="*/ 5805823 w 10678681"/>
              <a:gd name="connsiteY73" fmla="*/ 1152457 h 1342734"/>
              <a:gd name="connsiteX74" fmla="*/ 5689841 w 10678681"/>
              <a:gd name="connsiteY74" fmla="*/ 1176232 h 1342734"/>
              <a:gd name="connsiteX75" fmla="*/ 5605119 w 10678681"/>
              <a:gd name="connsiteY75" fmla="*/ 1190202 h 1342734"/>
              <a:gd name="connsiteX76" fmla="*/ 5488513 w 10678681"/>
              <a:gd name="connsiteY76" fmla="*/ 1205367 h 1342734"/>
              <a:gd name="connsiteX77" fmla="*/ 5402905 w 10678681"/>
              <a:gd name="connsiteY77" fmla="*/ 1241191 h 1342734"/>
              <a:gd name="connsiteX78" fmla="*/ 5285593 w 10678681"/>
              <a:gd name="connsiteY78" fmla="*/ 1273569 h 1342734"/>
              <a:gd name="connsiteX79" fmla="*/ 5192893 w 10678681"/>
              <a:gd name="connsiteY79" fmla="*/ 1247188 h 1342734"/>
              <a:gd name="connsiteX80" fmla="*/ 5186475 w 10678681"/>
              <a:gd name="connsiteY80" fmla="*/ 1257028 h 1342734"/>
              <a:gd name="connsiteX81" fmla="*/ 5126038 w 10678681"/>
              <a:gd name="connsiteY81" fmla="*/ 1263189 h 1342734"/>
              <a:gd name="connsiteX82" fmla="*/ 4894688 w 10678681"/>
              <a:gd name="connsiteY82" fmla="*/ 1247184 h 1342734"/>
              <a:gd name="connsiteX83" fmla="*/ 4788036 w 10678681"/>
              <a:gd name="connsiteY83" fmla="*/ 1238182 h 1342734"/>
              <a:gd name="connsiteX84" fmla="*/ 4747555 w 10678681"/>
              <a:gd name="connsiteY84" fmla="*/ 1252768 h 1342734"/>
              <a:gd name="connsiteX85" fmla="*/ 4679644 w 10678681"/>
              <a:gd name="connsiteY85" fmla="*/ 1276603 h 1342734"/>
              <a:gd name="connsiteX86" fmla="*/ 4632222 w 10678681"/>
              <a:gd name="connsiteY86" fmla="*/ 1318360 h 1342734"/>
              <a:gd name="connsiteX87" fmla="*/ 4617358 w 10678681"/>
              <a:gd name="connsiteY87" fmla="*/ 1327690 h 1342734"/>
              <a:gd name="connsiteX88" fmla="*/ 4589102 w 10678681"/>
              <a:gd name="connsiteY88" fmla="*/ 1321223 h 1342734"/>
              <a:gd name="connsiteX89" fmla="*/ 4578184 w 10678681"/>
              <a:gd name="connsiteY89" fmla="*/ 1326745 h 1342734"/>
              <a:gd name="connsiteX90" fmla="*/ 4574270 w 10678681"/>
              <a:gd name="connsiteY90" fmla="*/ 1325878 h 1342734"/>
              <a:gd name="connsiteX91" fmla="*/ 4564919 w 10678681"/>
              <a:gd name="connsiteY91" fmla="*/ 1325507 h 1342734"/>
              <a:gd name="connsiteX92" fmla="*/ 4566586 w 10678681"/>
              <a:gd name="connsiteY92" fmla="*/ 1316963 h 1342734"/>
              <a:gd name="connsiteX93" fmla="*/ 4556303 w 10678681"/>
              <a:gd name="connsiteY93" fmla="*/ 1300262 h 1342734"/>
              <a:gd name="connsiteX94" fmla="*/ 4502358 w 10678681"/>
              <a:gd name="connsiteY94" fmla="*/ 1302558 h 1342734"/>
              <a:gd name="connsiteX95" fmla="*/ 4498919 w 10678681"/>
              <a:gd name="connsiteY95" fmla="*/ 1312115 h 1342734"/>
              <a:gd name="connsiteX96" fmla="*/ 4492075 w 10678681"/>
              <a:gd name="connsiteY96" fmla="*/ 1313357 h 1342734"/>
              <a:gd name="connsiteX97" fmla="*/ 4487466 w 10678681"/>
              <a:gd name="connsiteY97" fmla="*/ 1304102 h 1342734"/>
              <a:gd name="connsiteX98" fmla="*/ 4398292 w 10678681"/>
              <a:gd name="connsiteY98" fmla="*/ 1278410 h 1342734"/>
              <a:gd name="connsiteX99" fmla="*/ 4306088 w 10678681"/>
              <a:gd name="connsiteY99" fmla="*/ 1282512 h 1342734"/>
              <a:gd name="connsiteX100" fmla="*/ 4188995 w 10678681"/>
              <a:gd name="connsiteY100" fmla="*/ 1296718 h 1342734"/>
              <a:gd name="connsiteX101" fmla="*/ 4136582 w 10678681"/>
              <a:gd name="connsiteY101" fmla="*/ 1287687 h 1342734"/>
              <a:gd name="connsiteX102" fmla="*/ 4064614 w 10678681"/>
              <a:gd name="connsiteY102" fmla="*/ 1296118 h 1342734"/>
              <a:gd name="connsiteX103" fmla="*/ 3900948 w 10678681"/>
              <a:gd name="connsiteY103" fmla="*/ 1322156 h 1342734"/>
              <a:gd name="connsiteX104" fmla="*/ 3787890 w 10678681"/>
              <a:gd name="connsiteY104" fmla="*/ 1322164 h 1342734"/>
              <a:gd name="connsiteX105" fmla="*/ 3745993 w 10678681"/>
              <a:gd name="connsiteY105" fmla="*/ 1342630 h 1342734"/>
              <a:gd name="connsiteX106" fmla="*/ 3675785 w 10678681"/>
              <a:gd name="connsiteY106" fmla="*/ 1326802 h 1342734"/>
              <a:gd name="connsiteX107" fmla="*/ 3623856 w 10678681"/>
              <a:gd name="connsiteY107" fmla="*/ 1290804 h 1342734"/>
              <a:gd name="connsiteX108" fmla="*/ 3564933 w 10678681"/>
              <a:gd name="connsiteY108" fmla="*/ 1287147 h 1342734"/>
              <a:gd name="connsiteX109" fmla="*/ 3550537 w 10678681"/>
              <a:gd name="connsiteY109" fmla="*/ 1317552 h 1342734"/>
              <a:gd name="connsiteX110" fmla="*/ 3487736 w 10678681"/>
              <a:gd name="connsiteY110" fmla="*/ 1303493 h 1342734"/>
              <a:gd name="connsiteX111" fmla="*/ 3392548 w 10678681"/>
              <a:gd name="connsiteY111" fmla="*/ 1278741 h 1342734"/>
              <a:gd name="connsiteX112" fmla="*/ 3337466 w 10678681"/>
              <a:gd name="connsiteY112" fmla="*/ 1272537 h 1342734"/>
              <a:gd name="connsiteX113" fmla="*/ 3175981 w 10678681"/>
              <a:gd name="connsiteY113" fmla="*/ 1208973 h 1342734"/>
              <a:gd name="connsiteX114" fmla="*/ 3036856 w 10678681"/>
              <a:gd name="connsiteY114" fmla="*/ 1214383 h 1342734"/>
              <a:gd name="connsiteX115" fmla="*/ 2824973 w 10678681"/>
              <a:gd name="connsiteY115" fmla="*/ 1134864 h 1342734"/>
              <a:gd name="connsiteX116" fmla="*/ 2804398 w 10678681"/>
              <a:gd name="connsiteY116" fmla="*/ 1125556 h 1342734"/>
              <a:gd name="connsiteX117" fmla="*/ 2736109 w 10678681"/>
              <a:gd name="connsiteY117" fmla="*/ 1137717 h 1342734"/>
              <a:gd name="connsiteX118" fmla="*/ 2659096 w 10678681"/>
              <a:gd name="connsiteY118" fmla="*/ 1150294 h 1342734"/>
              <a:gd name="connsiteX119" fmla="*/ 2567088 w 10678681"/>
              <a:gd name="connsiteY119" fmla="*/ 1181781 h 1342734"/>
              <a:gd name="connsiteX120" fmla="*/ 2454501 w 10678681"/>
              <a:gd name="connsiteY120" fmla="*/ 1155455 h 1342734"/>
              <a:gd name="connsiteX121" fmla="*/ 2385161 w 10678681"/>
              <a:gd name="connsiteY121" fmla="*/ 1161312 h 1342734"/>
              <a:gd name="connsiteX122" fmla="*/ 2273361 w 10678681"/>
              <a:gd name="connsiteY122" fmla="*/ 1134090 h 1342734"/>
              <a:gd name="connsiteX123" fmla="*/ 2132003 w 10678681"/>
              <a:gd name="connsiteY123" fmla="*/ 1139225 h 1342734"/>
              <a:gd name="connsiteX124" fmla="*/ 2041224 w 10678681"/>
              <a:gd name="connsiteY124" fmla="*/ 1147536 h 1342734"/>
              <a:gd name="connsiteX125" fmla="*/ 2010157 w 10678681"/>
              <a:gd name="connsiteY125" fmla="*/ 1152767 h 1342734"/>
              <a:gd name="connsiteX126" fmla="*/ 1859213 w 10678681"/>
              <a:gd name="connsiteY126" fmla="*/ 1199540 h 1342734"/>
              <a:gd name="connsiteX127" fmla="*/ 1735877 w 10678681"/>
              <a:gd name="connsiteY127" fmla="*/ 1246527 h 1342734"/>
              <a:gd name="connsiteX128" fmla="*/ 1705069 w 10678681"/>
              <a:gd name="connsiteY128" fmla="*/ 1251989 h 1342734"/>
              <a:gd name="connsiteX129" fmla="*/ 1307888 w 10678681"/>
              <a:gd name="connsiteY129" fmla="*/ 1283156 h 1342734"/>
              <a:gd name="connsiteX130" fmla="*/ 1220734 w 10678681"/>
              <a:gd name="connsiteY130" fmla="*/ 1257811 h 1342734"/>
              <a:gd name="connsiteX131" fmla="*/ 1021737 w 10678681"/>
              <a:gd name="connsiteY131" fmla="*/ 1238739 h 1342734"/>
              <a:gd name="connsiteX132" fmla="*/ 959820 w 10678681"/>
              <a:gd name="connsiteY132" fmla="*/ 1275863 h 1342734"/>
              <a:gd name="connsiteX133" fmla="*/ 929137 w 10678681"/>
              <a:gd name="connsiteY133" fmla="*/ 1273957 h 1342734"/>
              <a:gd name="connsiteX134" fmla="*/ 878849 w 10678681"/>
              <a:gd name="connsiteY134" fmla="*/ 1266740 h 1342734"/>
              <a:gd name="connsiteX135" fmla="*/ 800667 w 10678681"/>
              <a:gd name="connsiteY135" fmla="*/ 1282041 h 1342734"/>
              <a:gd name="connsiteX136" fmla="*/ 644906 w 10678681"/>
              <a:gd name="connsiteY136" fmla="*/ 1273685 h 1342734"/>
              <a:gd name="connsiteX137" fmla="*/ 379869 w 10678681"/>
              <a:gd name="connsiteY137" fmla="*/ 1339165 h 1342734"/>
              <a:gd name="connsiteX138" fmla="*/ 137696 w 10678681"/>
              <a:gd name="connsiteY138" fmla="*/ 1319217 h 1342734"/>
              <a:gd name="connsiteX139" fmla="*/ 54250 w 10678681"/>
              <a:gd name="connsiteY139" fmla="*/ 1315838 h 1342734"/>
              <a:gd name="connsiteX140" fmla="*/ 28042 w 10678681"/>
              <a:gd name="connsiteY140" fmla="*/ 1297822 h 1342734"/>
              <a:gd name="connsiteX141" fmla="*/ 0 w 10678681"/>
              <a:gd name="connsiteY141" fmla="*/ 1294612 h 1342734"/>
              <a:gd name="connsiteX142" fmla="*/ 0 w 10678681"/>
              <a:gd name="connsiteY142" fmla="*/ 0 h 1342734"/>
              <a:gd name="connsiteX0" fmla="*/ 0 w 10678681"/>
              <a:gd name="connsiteY0" fmla="*/ 0 h 1342734"/>
              <a:gd name="connsiteX1" fmla="*/ 10678681 w 10678681"/>
              <a:gd name="connsiteY1" fmla="*/ 0 h 1342734"/>
              <a:gd name="connsiteX2" fmla="*/ 10666019 w 10678681"/>
              <a:gd name="connsiteY2" fmla="*/ 7876 h 1342734"/>
              <a:gd name="connsiteX3" fmla="*/ 10632825 w 10678681"/>
              <a:gd name="connsiteY3" fmla="*/ 32153 h 1342734"/>
              <a:gd name="connsiteX4" fmla="*/ 10510605 w 10678681"/>
              <a:gd name="connsiteY4" fmla="*/ 30449 h 1342734"/>
              <a:gd name="connsiteX5" fmla="*/ 10456989 w 10678681"/>
              <a:gd name="connsiteY5" fmla="*/ 979 h 1342734"/>
              <a:gd name="connsiteX6" fmla="*/ 10438642 w 10678681"/>
              <a:gd name="connsiteY6" fmla="*/ 1524 h 1342734"/>
              <a:gd name="connsiteX7" fmla="*/ 10407146 w 10678681"/>
              <a:gd name="connsiteY7" fmla="*/ 43659 h 1342734"/>
              <a:gd name="connsiteX8" fmla="*/ 10357996 w 10678681"/>
              <a:gd name="connsiteY8" fmla="*/ 50836 h 1342734"/>
              <a:gd name="connsiteX9" fmla="*/ 10306667 w 10678681"/>
              <a:gd name="connsiteY9" fmla="*/ 109739 h 1342734"/>
              <a:gd name="connsiteX10" fmla="*/ 10115334 w 10678681"/>
              <a:gd name="connsiteY10" fmla="*/ 155658 h 1342734"/>
              <a:gd name="connsiteX11" fmla="*/ 10068157 w 10678681"/>
              <a:gd name="connsiteY11" fmla="*/ 215673 h 1342734"/>
              <a:gd name="connsiteX12" fmla="*/ 10045431 w 10678681"/>
              <a:gd name="connsiteY12" fmla="*/ 229568 h 1342734"/>
              <a:gd name="connsiteX13" fmla="*/ 9929077 w 10678681"/>
              <a:gd name="connsiteY13" fmla="*/ 254478 h 1342734"/>
              <a:gd name="connsiteX14" fmla="*/ 9840045 w 10678681"/>
              <a:gd name="connsiteY14" fmla="*/ 223033 h 1342734"/>
              <a:gd name="connsiteX15" fmla="*/ 9679638 w 10678681"/>
              <a:gd name="connsiteY15" fmla="*/ 277462 h 1342734"/>
              <a:gd name="connsiteX16" fmla="*/ 9498347 w 10678681"/>
              <a:gd name="connsiteY16" fmla="*/ 244723 h 1342734"/>
              <a:gd name="connsiteX17" fmla="*/ 9399702 w 10678681"/>
              <a:gd name="connsiteY17" fmla="*/ 276316 h 1342734"/>
              <a:gd name="connsiteX18" fmla="*/ 9378439 w 10678681"/>
              <a:gd name="connsiteY18" fmla="*/ 326244 h 1342734"/>
              <a:gd name="connsiteX19" fmla="*/ 9121744 w 10678681"/>
              <a:gd name="connsiteY19" fmla="*/ 365177 h 1342734"/>
              <a:gd name="connsiteX20" fmla="*/ 9061654 w 10678681"/>
              <a:gd name="connsiteY20" fmla="*/ 393730 h 1342734"/>
              <a:gd name="connsiteX21" fmla="*/ 8997577 w 10678681"/>
              <a:gd name="connsiteY21" fmla="*/ 380865 h 1342734"/>
              <a:gd name="connsiteX22" fmla="*/ 8907968 w 10678681"/>
              <a:gd name="connsiteY22" fmla="*/ 447345 h 1342734"/>
              <a:gd name="connsiteX23" fmla="*/ 8764163 w 10678681"/>
              <a:gd name="connsiteY23" fmla="*/ 471000 h 1342734"/>
              <a:gd name="connsiteX24" fmla="*/ 8680155 w 10678681"/>
              <a:gd name="connsiteY24" fmla="*/ 492404 h 1342734"/>
              <a:gd name="connsiteX25" fmla="*/ 8651436 w 10678681"/>
              <a:gd name="connsiteY25" fmla="*/ 511923 h 1342734"/>
              <a:gd name="connsiteX26" fmla="*/ 8609185 w 10678681"/>
              <a:gd name="connsiteY26" fmla="*/ 531525 h 1342734"/>
              <a:gd name="connsiteX27" fmla="*/ 8537091 w 10678681"/>
              <a:gd name="connsiteY27" fmla="*/ 574933 h 1342734"/>
              <a:gd name="connsiteX28" fmla="*/ 8435931 w 10678681"/>
              <a:gd name="connsiteY28" fmla="*/ 617926 h 1342734"/>
              <a:gd name="connsiteX29" fmla="*/ 8348623 w 10678681"/>
              <a:gd name="connsiteY29" fmla="*/ 600607 h 1342734"/>
              <a:gd name="connsiteX30" fmla="*/ 8344233 w 10678681"/>
              <a:gd name="connsiteY30" fmla="*/ 610922 h 1342734"/>
              <a:gd name="connsiteX31" fmla="*/ 8290622 w 10678681"/>
              <a:gd name="connsiteY31" fmla="*/ 622687 h 1342734"/>
              <a:gd name="connsiteX32" fmla="*/ 8086698 w 10678681"/>
              <a:gd name="connsiteY32" fmla="*/ 605185 h 1342734"/>
              <a:gd name="connsiteX33" fmla="*/ 7982378 w 10678681"/>
              <a:gd name="connsiteY33" fmla="*/ 629799 h 1342734"/>
              <a:gd name="connsiteX34" fmla="*/ 7947952 w 10678681"/>
              <a:gd name="connsiteY34" fmla="*/ 648003 h 1342734"/>
              <a:gd name="connsiteX35" fmla="*/ 7890112 w 10678681"/>
              <a:gd name="connsiteY35" fmla="*/ 677915 h 1342734"/>
              <a:gd name="connsiteX36" fmla="*/ 7853284 w 10678681"/>
              <a:gd name="connsiteY36" fmla="*/ 723588 h 1342734"/>
              <a:gd name="connsiteX37" fmla="*/ 7802383 w 10678681"/>
              <a:gd name="connsiteY37" fmla="*/ 739359 h 1342734"/>
              <a:gd name="connsiteX38" fmla="*/ 7730518 w 10678681"/>
              <a:gd name="connsiteY38" fmla="*/ 739526 h 1342734"/>
              <a:gd name="connsiteX39" fmla="*/ 7652907 w 10678681"/>
              <a:gd name="connsiteY39" fmla="*/ 783273 h 1342734"/>
              <a:gd name="connsiteX40" fmla="*/ 7606008 w 10678681"/>
              <a:gd name="connsiteY40" fmla="*/ 800717 h 1342734"/>
              <a:gd name="connsiteX41" fmla="*/ 7480223 w 10678681"/>
              <a:gd name="connsiteY41" fmla="*/ 856821 h 1342734"/>
              <a:gd name="connsiteX42" fmla="*/ 7356005 w 10678681"/>
              <a:gd name="connsiteY42" fmla="*/ 919462 h 1342734"/>
              <a:gd name="connsiteX43" fmla="*/ 7305396 w 10678681"/>
              <a:gd name="connsiteY43" fmla="*/ 986228 h 1342734"/>
              <a:gd name="connsiteX44" fmla="*/ 7266251 w 10678681"/>
              <a:gd name="connsiteY44" fmla="*/ 967864 h 1342734"/>
              <a:gd name="connsiteX45" fmla="*/ 7269396 w 10678681"/>
              <a:gd name="connsiteY45" fmla="*/ 989282 h 1342734"/>
              <a:gd name="connsiteX46" fmla="*/ 7258094 w 10678681"/>
              <a:gd name="connsiteY46" fmla="*/ 990679 h 1342734"/>
              <a:gd name="connsiteX47" fmla="*/ 7257893 w 10678681"/>
              <a:gd name="connsiteY47" fmla="*/ 991204 h 1342734"/>
              <a:gd name="connsiteX48" fmla="*/ 7247153 w 10678681"/>
              <a:gd name="connsiteY48" fmla="*/ 991550 h 1342734"/>
              <a:gd name="connsiteX49" fmla="*/ 7193612 w 10678681"/>
              <a:gd name="connsiteY49" fmla="*/ 987042 h 1342734"/>
              <a:gd name="connsiteX50" fmla="*/ 7132632 w 10678681"/>
              <a:gd name="connsiteY50" fmla="*/ 1042036 h 1342734"/>
              <a:gd name="connsiteX51" fmla="*/ 7105610 w 10678681"/>
              <a:gd name="connsiteY51" fmla="*/ 1053537 h 1342734"/>
              <a:gd name="connsiteX52" fmla="*/ 7069148 w 10678681"/>
              <a:gd name="connsiteY52" fmla="*/ 1047163 h 1342734"/>
              <a:gd name="connsiteX53" fmla="*/ 7039634 w 10678681"/>
              <a:gd name="connsiteY53" fmla="*/ 1059971 h 1342734"/>
              <a:gd name="connsiteX54" fmla="*/ 7033445 w 10678681"/>
              <a:gd name="connsiteY54" fmla="*/ 1063314 h 1342734"/>
              <a:gd name="connsiteX55" fmla="*/ 6999157 w 10678681"/>
              <a:gd name="connsiteY55" fmla="*/ 1055282 h 1342734"/>
              <a:gd name="connsiteX56" fmla="*/ 6981874 w 10678681"/>
              <a:gd name="connsiteY56" fmla="*/ 1053827 h 1342734"/>
              <a:gd name="connsiteX57" fmla="*/ 6976102 w 10678681"/>
              <a:gd name="connsiteY57" fmla="*/ 1047854 h 1342734"/>
              <a:gd name="connsiteX58" fmla="*/ 6951040 w 10678681"/>
              <a:gd name="connsiteY58" fmla="*/ 1048531 h 1342734"/>
              <a:gd name="connsiteX59" fmla="*/ 6948497 w 10678681"/>
              <a:gd name="connsiteY59" fmla="*/ 1050706 h 1342734"/>
              <a:gd name="connsiteX60" fmla="*/ 6926582 w 10678681"/>
              <a:gd name="connsiteY60" fmla="*/ 1043462 h 1342734"/>
              <a:gd name="connsiteX61" fmla="*/ 6833743 w 10678681"/>
              <a:gd name="connsiteY61" fmla="*/ 1027960 h 1342734"/>
              <a:gd name="connsiteX62" fmla="*/ 6687090 w 10678681"/>
              <a:gd name="connsiteY62" fmla="*/ 1063250 h 1342734"/>
              <a:gd name="connsiteX63" fmla="*/ 6437450 w 10678681"/>
              <a:gd name="connsiteY63" fmla="*/ 1101075 h 1342734"/>
              <a:gd name="connsiteX64" fmla="*/ 6327795 w 10678681"/>
              <a:gd name="connsiteY64" fmla="*/ 1088142 h 1342734"/>
              <a:gd name="connsiteX65" fmla="*/ 6136549 w 10678681"/>
              <a:gd name="connsiteY65" fmla="*/ 1100268 h 1342734"/>
              <a:gd name="connsiteX66" fmla="*/ 6004655 w 10678681"/>
              <a:gd name="connsiteY66" fmla="*/ 1114946 h 1342734"/>
              <a:gd name="connsiteX67" fmla="*/ 5936643 w 10678681"/>
              <a:gd name="connsiteY67" fmla="*/ 1095428 h 1342734"/>
              <a:gd name="connsiteX68" fmla="*/ 5912484 w 10678681"/>
              <a:gd name="connsiteY68" fmla="*/ 1112624 h 1342734"/>
              <a:gd name="connsiteX69" fmla="*/ 5908387 w 10678681"/>
              <a:gd name="connsiteY69" fmla="*/ 1116018 h 1342734"/>
              <a:gd name="connsiteX70" fmla="*/ 5890495 w 10678681"/>
              <a:gd name="connsiteY70" fmla="*/ 1120268 h 1342734"/>
              <a:gd name="connsiteX71" fmla="*/ 5887318 w 10678681"/>
              <a:gd name="connsiteY71" fmla="*/ 1133134 h 1342734"/>
              <a:gd name="connsiteX72" fmla="*/ 5861726 w 10678681"/>
              <a:gd name="connsiteY72" fmla="*/ 1147891 h 1342734"/>
              <a:gd name="connsiteX73" fmla="*/ 5805823 w 10678681"/>
              <a:gd name="connsiteY73" fmla="*/ 1152457 h 1342734"/>
              <a:gd name="connsiteX74" fmla="*/ 5689841 w 10678681"/>
              <a:gd name="connsiteY74" fmla="*/ 1176232 h 1342734"/>
              <a:gd name="connsiteX75" fmla="*/ 5605119 w 10678681"/>
              <a:gd name="connsiteY75" fmla="*/ 1190202 h 1342734"/>
              <a:gd name="connsiteX76" fmla="*/ 5488513 w 10678681"/>
              <a:gd name="connsiteY76" fmla="*/ 1205367 h 1342734"/>
              <a:gd name="connsiteX77" fmla="*/ 5402905 w 10678681"/>
              <a:gd name="connsiteY77" fmla="*/ 1241191 h 1342734"/>
              <a:gd name="connsiteX78" fmla="*/ 5285593 w 10678681"/>
              <a:gd name="connsiteY78" fmla="*/ 1273569 h 1342734"/>
              <a:gd name="connsiteX79" fmla="*/ 5192893 w 10678681"/>
              <a:gd name="connsiteY79" fmla="*/ 1247188 h 1342734"/>
              <a:gd name="connsiteX80" fmla="*/ 5186475 w 10678681"/>
              <a:gd name="connsiteY80" fmla="*/ 1257028 h 1342734"/>
              <a:gd name="connsiteX81" fmla="*/ 5126038 w 10678681"/>
              <a:gd name="connsiteY81" fmla="*/ 1263189 h 1342734"/>
              <a:gd name="connsiteX82" fmla="*/ 4894688 w 10678681"/>
              <a:gd name="connsiteY82" fmla="*/ 1247184 h 1342734"/>
              <a:gd name="connsiteX83" fmla="*/ 4788036 w 10678681"/>
              <a:gd name="connsiteY83" fmla="*/ 1238182 h 1342734"/>
              <a:gd name="connsiteX84" fmla="*/ 4747555 w 10678681"/>
              <a:gd name="connsiteY84" fmla="*/ 1252768 h 1342734"/>
              <a:gd name="connsiteX85" fmla="*/ 4679644 w 10678681"/>
              <a:gd name="connsiteY85" fmla="*/ 1276603 h 1342734"/>
              <a:gd name="connsiteX86" fmla="*/ 4632222 w 10678681"/>
              <a:gd name="connsiteY86" fmla="*/ 1318360 h 1342734"/>
              <a:gd name="connsiteX87" fmla="*/ 4617358 w 10678681"/>
              <a:gd name="connsiteY87" fmla="*/ 1327690 h 1342734"/>
              <a:gd name="connsiteX88" fmla="*/ 4589102 w 10678681"/>
              <a:gd name="connsiteY88" fmla="*/ 1321223 h 1342734"/>
              <a:gd name="connsiteX89" fmla="*/ 4578184 w 10678681"/>
              <a:gd name="connsiteY89" fmla="*/ 1326745 h 1342734"/>
              <a:gd name="connsiteX90" fmla="*/ 4574270 w 10678681"/>
              <a:gd name="connsiteY90" fmla="*/ 1325878 h 1342734"/>
              <a:gd name="connsiteX91" fmla="*/ 4564919 w 10678681"/>
              <a:gd name="connsiteY91" fmla="*/ 1325507 h 1342734"/>
              <a:gd name="connsiteX92" fmla="*/ 4566586 w 10678681"/>
              <a:gd name="connsiteY92" fmla="*/ 1316963 h 1342734"/>
              <a:gd name="connsiteX93" fmla="*/ 4556303 w 10678681"/>
              <a:gd name="connsiteY93" fmla="*/ 1300262 h 1342734"/>
              <a:gd name="connsiteX94" fmla="*/ 4502358 w 10678681"/>
              <a:gd name="connsiteY94" fmla="*/ 1302558 h 1342734"/>
              <a:gd name="connsiteX95" fmla="*/ 4498919 w 10678681"/>
              <a:gd name="connsiteY95" fmla="*/ 1312115 h 1342734"/>
              <a:gd name="connsiteX96" fmla="*/ 4492075 w 10678681"/>
              <a:gd name="connsiteY96" fmla="*/ 1313357 h 1342734"/>
              <a:gd name="connsiteX97" fmla="*/ 4487466 w 10678681"/>
              <a:gd name="connsiteY97" fmla="*/ 1304102 h 1342734"/>
              <a:gd name="connsiteX98" fmla="*/ 4398292 w 10678681"/>
              <a:gd name="connsiteY98" fmla="*/ 1278410 h 1342734"/>
              <a:gd name="connsiteX99" fmla="*/ 4306088 w 10678681"/>
              <a:gd name="connsiteY99" fmla="*/ 1282512 h 1342734"/>
              <a:gd name="connsiteX100" fmla="*/ 4188995 w 10678681"/>
              <a:gd name="connsiteY100" fmla="*/ 1296718 h 1342734"/>
              <a:gd name="connsiteX101" fmla="*/ 4136582 w 10678681"/>
              <a:gd name="connsiteY101" fmla="*/ 1287687 h 1342734"/>
              <a:gd name="connsiteX102" fmla="*/ 4064614 w 10678681"/>
              <a:gd name="connsiteY102" fmla="*/ 1296118 h 1342734"/>
              <a:gd name="connsiteX103" fmla="*/ 3900948 w 10678681"/>
              <a:gd name="connsiteY103" fmla="*/ 1322156 h 1342734"/>
              <a:gd name="connsiteX104" fmla="*/ 3787890 w 10678681"/>
              <a:gd name="connsiteY104" fmla="*/ 1322164 h 1342734"/>
              <a:gd name="connsiteX105" fmla="*/ 3745993 w 10678681"/>
              <a:gd name="connsiteY105" fmla="*/ 1342630 h 1342734"/>
              <a:gd name="connsiteX106" fmla="*/ 3675785 w 10678681"/>
              <a:gd name="connsiteY106" fmla="*/ 1326802 h 1342734"/>
              <a:gd name="connsiteX107" fmla="*/ 3623856 w 10678681"/>
              <a:gd name="connsiteY107" fmla="*/ 1290804 h 1342734"/>
              <a:gd name="connsiteX108" fmla="*/ 3564933 w 10678681"/>
              <a:gd name="connsiteY108" fmla="*/ 1287147 h 1342734"/>
              <a:gd name="connsiteX109" fmla="*/ 3550537 w 10678681"/>
              <a:gd name="connsiteY109" fmla="*/ 1317552 h 1342734"/>
              <a:gd name="connsiteX110" fmla="*/ 3487736 w 10678681"/>
              <a:gd name="connsiteY110" fmla="*/ 1303493 h 1342734"/>
              <a:gd name="connsiteX111" fmla="*/ 3392548 w 10678681"/>
              <a:gd name="connsiteY111" fmla="*/ 1278741 h 1342734"/>
              <a:gd name="connsiteX112" fmla="*/ 3337466 w 10678681"/>
              <a:gd name="connsiteY112" fmla="*/ 1272537 h 1342734"/>
              <a:gd name="connsiteX113" fmla="*/ 3175981 w 10678681"/>
              <a:gd name="connsiteY113" fmla="*/ 1208973 h 1342734"/>
              <a:gd name="connsiteX114" fmla="*/ 3036856 w 10678681"/>
              <a:gd name="connsiteY114" fmla="*/ 1214383 h 1342734"/>
              <a:gd name="connsiteX115" fmla="*/ 2824973 w 10678681"/>
              <a:gd name="connsiteY115" fmla="*/ 1134864 h 1342734"/>
              <a:gd name="connsiteX116" fmla="*/ 2804398 w 10678681"/>
              <a:gd name="connsiteY116" fmla="*/ 1125556 h 1342734"/>
              <a:gd name="connsiteX117" fmla="*/ 2736109 w 10678681"/>
              <a:gd name="connsiteY117" fmla="*/ 1137717 h 1342734"/>
              <a:gd name="connsiteX118" fmla="*/ 2659096 w 10678681"/>
              <a:gd name="connsiteY118" fmla="*/ 1150294 h 1342734"/>
              <a:gd name="connsiteX119" fmla="*/ 2567088 w 10678681"/>
              <a:gd name="connsiteY119" fmla="*/ 1181781 h 1342734"/>
              <a:gd name="connsiteX120" fmla="*/ 2454501 w 10678681"/>
              <a:gd name="connsiteY120" fmla="*/ 1155455 h 1342734"/>
              <a:gd name="connsiteX121" fmla="*/ 2385161 w 10678681"/>
              <a:gd name="connsiteY121" fmla="*/ 1161312 h 1342734"/>
              <a:gd name="connsiteX122" fmla="*/ 2273361 w 10678681"/>
              <a:gd name="connsiteY122" fmla="*/ 1134090 h 1342734"/>
              <a:gd name="connsiteX123" fmla="*/ 2132003 w 10678681"/>
              <a:gd name="connsiteY123" fmla="*/ 1139225 h 1342734"/>
              <a:gd name="connsiteX124" fmla="*/ 2041224 w 10678681"/>
              <a:gd name="connsiteY124" fmla="*/ 1147536 h 1342734"/>
              <a:gd name="connsiteX125" fmla="*/ 2010157 w 10678681"/>
              <a:gd name="connsiteY125" fmla="*/ 1152767 h 1342734"/>
              <a:gd name="connsiteX126" fmla="*/ 1859213 w 10678681"/>
              <a:gd name="connsiteY126" fmla="*/ 1199540 h 1342734"/>
              <a:gd name="connsiteX127" fmla="*/ 1735877 w 10678681"/>
              <a:gd name="connsiteY127" fmla="*/ 1246527 h 1342734"/>
              <a:gd name="connsiteX128" fmla="*/ 1705069 w 10678681"/>
              <a:gd name="connsiteY128" fmla="*/ 1251989 h 1342734"/>
              <a:gd name="connsiteX129" fmla="*/ 1307888 w 10678681"/>
              <a:gd name="connsiteY129" fmla="*/ 1283156 h 1342734"/>
              <a:gd name="connsiteX130" fmla="*/ 1220734 w 10678681"/>
              <a:gd name="connsiteY130" fmla="*/ 1257811 h 1342734"/>
              <a:gd name="connsiteX131" fmla="*/ 1021737 w 10678681"/>
              <a:gd name="connsiteY131" fmla="*/ 1238739 h 1342734"/>
              <a:gd name="connsiteX132" fmla="*/ 959820 w 10678681"/>
              <a:gd name="connsiteY132" fmla="*/ 1275863 h 1342734"/>
              <a:gd name="connsiteX133" fmla="*/ 929137 w 10678681"/>
              <a:gd name="connsiteY133" fmla="*/ 1273957 h 1342734"/>
              <a:gd name="connsiteX134" fmla="*/ 878849 w 10678681"/>
              <a:gd name="connsiteY134" fmla="*/ 1266740 h 1342734"/>
              <a:gd name="connsiteX135" fmla="*/ 800667 w 10678681"/>
              <a:gd name="connsiteY135" fmla="*/ 1282041 h 1342734"/>
              <a:gd name="connsiteX136" fmla="*/ 644906 w 10678681"/>
              <a:gd name="connsiteY136" fmla="*/ 1273685 h 1342734"/>
              <a:gd name="connsiteX137" fmla="*/ 379869 w 10678681"/>
              <a:gd name="connsiteY137" fmla="*/ 1339165 h 1342734"/>
              <a:gd name="connsiteX138" fmla="*/ 137696 w 10678681"/>
              <a:gd name="connsiteY138" fmla="*/ 1319217 h 1342734"/>
              <a:gd name="connsiteX139" fmla="*/ 54250 w 10678681"/>
              <a:gd name="connsiteY139" fmla="*/ 1315838 h 1342734"/>
              <a:gd name="connsiteX140" fmla="*/ 28042 w 10678681"/>
              <a:gd name="connsiteY140" fmla="*/ 1297822 h 1342734"/>
              <a:gd name="connsiteX141" fmla="*/ 0 w 10678681"/>
              <a:gd name="connsiteY141" fmla="*/ 1294612 h 1342734"/>
              <a:gd name="connsiteX142" fmla="*/ 0 w 10678681"/>
              <a:gd name="connsiteY142" fmla="*/ 0 h 1342734"/>
              <a:gd name="connsiteX0" fmla="*/ 0 w 10678681"/>
              <a:gd name="connsiteY0" fmla="*/ 0 h 1342734"/>
              <a:gd name="connsiteX1" fmla="*/ 10678681 w 10678681"/>
              <a:gd name="connsiteY1" fmla="*/ 0 h 1342734"/>
              <a:gd name="connsiteX2" fmla="*/ 10666019 w 10678681"/>
              <a:gd name="connsiteY2" fmla="*/ 7876 h 1342734"/>
              <a:gd name="connsiteX3" fmla="*/ 10632825 w 10678681"/>
              <a:gd name="connsiteY3" fmla="*/ 32153 h 1342734"/>
              <a:gd name="connsiteX4" fmla="*/ 10510605 w 10678681"/>
              <a:gd name="connsiteY4" fmla="*/ 30449 h 1342734"/>
              <a:gd name="connsiteX5" fmla="*/ 10456989 w 10678681"/>
              <a:gd name="connsiteY5" fmla="*/ 979 h 1342734"/>
              <a:gd name="connsiteX6" fmla="*/ 10438642 w 10678681"/>
              <a:gd name="connsiteY6" fmla="*/ 1524 h 1342734"/>
              <a:gd name="connsiteX7" fmla="*/ 10407146 w 10678681"/>
              <a:gd name="connsiteY7" fmla="*/ 43659 h 1342734"/>
              <a:gd name="connsiteX8" fmla="*/ 10357996 w 10678681"/>
              <a:gd name="connsiteY8" fmla="*/ 50836 h 1342734"/>
              <a:gd name="connsiteX9" fmla="*/ 10244930 w 10678681"/>
              <a:gd name="connsiteY9" fmla="*/ 94599 h 1342734"/>
              <a:gd name="connsiteX10" fmla="*/ 10115334 w 10678681"/>
              <a:gd name="connsiteY10" fmla="*/ 155658 h 1342734"/>
              <a:gd name="connsiteX11" fmla="*/ 10068157 w 10678681"/>
              <a:gd name="connsiteY11" fmla="*/ 215673 h 1342734"/>
              <a:gd name="connsiteX12" fmla="*/ 10045431 w 10678681"/>
              <a:gd name="connsiteY12" fmla="*/ 229568 h 1342734"/>
              <a:gd name="connsiteX13" fmla="*/ 9929077 w 10678681"/>
              <a:gd name="connsiteY13" fmla="*/ 254478 h 1342734"/>
              <a:gd name="connsiteX14" fmla="*/ 9840045 w 10678681"/>
              <a:gd name="connsiteY14" fmla="*/ 223033 h 1342734"/>
              <a:gd name="connsiteX15" fmla="*/ 9679638 w 10678681"/>
              <a:gd name="connsiteY15" fmla="*/ 277462 h 1342734"/>
              <a:gd name="connsiteX16" fmla="*/ 9498347 w 10678681"/>
              <a:gd name="connsiteY16" fmla="*/ 244723 h 1342734"/>
              <a:gd name="connsiteX17" fmla="*/ 9399702 w 10678681"/>
              <a:gd name="connsiteY17" fmla="*/ 276316 h 1342734"/>
              <a:gd name="connsiteX18" fmla="*/ 9378439 w 10678681"/>
              <a:gd name="connsiteY18" fmla="*/ 326244 h 1342734"/>
              <a:gd name="connsiteX19" fmla="*/ 9121744 w 10678681"/>
              <a:gd name="connsiteY19" fmla="*/ 365177 h 1342734"/>
              <a:gd name="connsiteX20" fmla="*/ 9061654 w 10678681"/>
              <a:gd name="connsiteY20" fmla="*/ 393730 h 1342734"/>
              <a:gd name="connsiteX21" fmla="*/ 8997577 w 10678681"/>
              <a:gd name="connsiteY21" fmla="*/ 380865 h 1342734"/>
              <a:gd name="connsiteX22" fmla="*/ 8907968 w 10678681"/>
              <a:gd name="connsiteY22" fmla="*/ 447345 h 1342734"/>
              <a:gd name="connsiteX23" fmla="*/ 8764163 w 10678681"/>
              <a:gd name="connsiteY23" fmla="*/ 471000 h 1342734"/>
              <a:gd name="connsiteX24" fmla="*/ 8680155 w 10678681"/>
              <a:gd name="connsiteY24" fmla="*/ 492404 h 1342734"/>
              <a:gd name="connsiteX25" fmla="*/ 8651436 w 10678681"/>
              <a:gd name="connsiteY25" fmla="*/ 511923 h 1342734"/>
              <a:gd name="connsiteX26" fmla="*/ 8609185 w 10678681"/>
              <a:gd name="connsiteY26" fmla="*/ 531525 h 1342734"/>
              <a:gd name="connsiteX27" fmla="*/ 8537091 w 10678681"/>
              <a:gd name="connsiteY27" fmla="*/ 574933 h 1342734"/>
              <a:gd name="connsiteX28" fmla="*/ 8435931 w 10678681"/>
              <a:gd name="connsiteY28" fmla="*/ 617926 h 1342734"/>
              <a:gd name="connsiteX29" fmla="*/ 8348623 w 10678681"/>
              <a:gd name="connsiteY29" fmla="*/ 600607 h 1342734"/>
              <a:gd name="connsiteX30" fmla="*/ 8344233 w 10678681"/>
              <a:gd name="connsiteY30" fmla="*/ 610922 h 1342734"/>
              <a:gd name="connsiteX31" fmla="*/ 8290622 w 10678681"/>
              <a:gd name="connsiteY31" fmla="*/ 622687 h 1342734"/>
              <a:gd name="connsiteX32" fmla="*/ 8086698 w 10678681"/>
              <a:gd name="connsiteY32" fmla="*/ 605185 h 1342734"/>
              <a:gd name="connsiteX33" fmla="*/ 7982378 w 10678681"/>
              <a:gd name="connsiteY33" fmla="*/ 629799 h 1342734"/>
              <a:gd name="connsiteX34" fmla="*/ 7947952 w 10678681"/>
              <a:gd name="connsiteY34" fmla="*/ 648003 h 1342734"/>
              <a:gd name="connsiteX35" fmla="*/ 7890112 w 10678681"/>
              <a:gd name="connsiteY35" fmla="*/ 677915 h 1342734"/>
              <a:gd name="connsiteX36" fmla="*/ 7853284 w 10678681"/>
              <a:gd name="connsiteY36" fmla="*/ 723588 h 1342734"/>
              <a:gd name="connsiteX37" fmla="*/ 7802383 w 10678681"/>
              <a:gd name="connsiteY37" fmla="*/ 739359 h 1342734"/>
              <a:gd name="connsiteX38" fmla="*/ 7730518 w 10678681"/>
              <a:gd name="connsiteY38" fmla="*/ 739526 h 1342734"/>
              <a:gd name="connsiteX39" fmla="*/ 7652907 w 10678681"/>
              <a:gd name="connsiteY39" fmla="*/ 783273 h 1342734"/>
              <a:gd name="connsiteX40" fmla="*/ 7606008 w 10678681"/>
              <a:gd name="connsiteY40" fmla="*/ 800717 h 1342734"/>
              <a:gd name="connsiteX41" fmla="*/ 7480223 w 10678681"/>
              <a:gd name="connsiteY41" fmla="*/ 856821 h 1342734"/>
              <a:gd name="connsiteX42" fmla="*/ 7356005 w 10678681"/>
              <a:gd name="connsiteY42" fmla="*/ 919462 h 1342734"/>
              <a:gd name="connsiteX43" fmla="*/ 7305396 w 10678681"/>
              <a:gd name="connsiteY43" fmla="*/ 986228 h 1342734"/>
              <a:gd name="connsiteX44" fmla="*/ 7266251 w 10678681"/>
              <a:gd name="connsiteY44" fmla="*/ 967864 h 1342734"/>
              <a:gd name="connsiteX45" fmla="*/ 7269396 w 10678681"/>
              <a:gd name="connsiteY45" fmla="*/ 989282 h 1342734"/>
              <a:gd name="connsiteX46" fmla="*/ 7258094 w 10678681"/>
              <a:gd name="connsiteY46" fmla="*/ 990679 h 1342734"/>
              <a:gd name="connsiteX47" fmla="*/ 7257893 w 10678681"/>
              <a:gd name="connsiteY47" fmla="*/ 991204 h 1342734"/>
              <a:gd name="connsiteX48" fmla="*/ 7247153 w 10678681"/>
              <a:gd name="connsiteY48" fmla="*/ 991550 h 1342734"/>
              <a:gd name="connsiteX49" fmla="*/ 7193612 w 10678681"/>
              <a:gd name="connsiteY49" fmla="*/ 987042 h 1342734"/>
              <a:gd name="connsiteX50" fmla="*/ 7132632 w 10678681"/>
              <a:gd name="connsiteY50" fmla="*/ 1042036 h 1342734"/>
              <a:gd name="connsiteX51" fmla="*/ 7105610 w 10678681"/>
              <a:gd name="connsiteY51" fmla="*/ 1053537 h 1342734"/>
              <a:gd name="connsiteX52" fmla="*/ 7069148 w 10678681"/>
              <a:gd name="connsiteY52" fmla="*/ 1047163 h 1342734"/>
              <a:gd name="connsiteX53" fmla="*/ 7039634 w 10678681"/>
              <a:gd name="connsiteY53" fmla="*/ 1059971 h 1342734"/>
              <a:gd name="connsiteX54" fmla="*/ 7033445 w 10678681"/>
              <a:gd name="connsiteY54" fmla="*/ 1063314 h 1342734"/>
              <a:gd name="connsiteX55" fmla="*/ 6999157 w 10678681"/>
              <a:gd name="connsiteY55" fmla="*/ 1055282 h 1342734"/>
              <a:gd name="connsiteX56" fmla="*/ 6981874 w 10678681"/>
              <a:gd name="connsiteY56" fmla="*/ 1053827 h 1342734"/>
              <a:gd name="connsiteX57" fmla="*/ 6976102 w 10678681"/>
              <a:gd name="connsiteY57" fmla="*/ 1047854 h 1342734"/>
              <a:gd name="connsiteX58" fmla="*/ 6951040 w 10678681"/>
              <a:gd name="connsiteY58" fmla="*/ 1048531 h 1342734"/>
              <a:gd name="connsiteX59" fmla="*/ 6948497 w 10678681"/>
              <a:gd name="connsiteY59" fmla="*/ 1050706 h 1342734"/>
              <a:gd name="connsiteX60" fmla="*/ 6926582 w 10678681"/>
              <a:gd name="connsiteY60" fmla="*/ 1043462 h 1342734"/>
              <a:gd name="connsiteX61" fmla="*/ 6833743 w 10678681"/>
              <a:gd name="connsiteY61" fmla="*/ 1027960 h 1342734"/>
              <a:gd name="connsiteX62" fmla="*/ 6687090 w 10678681"/>
              <a:gd name="connsiteY62" fmla="*/ 1063250 h 1342734"/>
              <a:gd name="connsiteX63" fmla="*/ 6437450 w 10678681"/>
              <a:gd name="connsiteY63" fmla="*/ 1101075 h 1342734"/>
              <a:gd name="connsiteX64" fmla="*/ 6327795 w 10678681"/>
              <a:gd name="connsiteY64" fmla="*/ 1088142 h 1342734"/>
              <a:gd name="connsiteX65" fmla="*/ 6136549 w 10678681"/>
              <a:gd name="connsiteY65" fmla="*/ 1100268 h 1342734"/>
              <a:gd name="connsiteX66" fmla="*/ 6004655 w 10678681"/>
              <a:gd name="connsiteY66" fmla="*/ 1114946 h 1342734"/>
              <a:gd name="connsiteX67" fmla="*/ 5936643 w 10678681"/>
              <a:gd name="connsiteY67" fmla="*/ 1095428 h 1342734"/>
              <a:gd name="connsiteX68" fmla="*/ 5912484 w 10678681"/>
              <a:gd name="connsiteY68" fmla="*/ 1112624 h 1342734"/>
              <a:gd name="connsiteX69" fmla="*/ 5908387 w 10678681"/>
              <a:gd name="connsiteY69" fmla="*/ 1116018 h 1342734"/>
              <a:gd name="connsiteX70" fmla="*/ 5890495 w 10678681"/>
              <a:gd name="connsiteY70" fmla="*/ 1120268 h 1342734"/>
              <a:gd name="connsiteX71" fmla="*/ 5887318 w 10678681"/>
              <a:gd name="connsiteY71" fmla="*/ 1133134 h 1342734"/>
              <a:gd name="connsiteX72" fmla="*/ 5861726 w 10678681"/>
              <a:gd name="connsiteY72" fmla="*/ 1147891 h 1342734"/>
              <a:gd name="connsiteX73" fmla="*/ 5805823 w 10678681"/>
              <a:gd name="connsiteY73" fmla="*/ 1152457 h 1342734"/>
              <a:gd name="connsiteX74" fmla="*/ 5689841 w 10678681"/>
              <a:gd name="connsiteY74" fmla="*/ 1176232 h 1342734"/>
              <a:gd name="connsiteX75" fmla="*/ 5605119 w 10678681"/>
              <a:gd name="connsiteY75" fmla="*/ 1190202 h 1342734"/>
              <a:gd name="connsiteX76" fmla="*/ 5488513 w 10678681"/>
              <a:gd name="connsiteY76" fmla="*/ 1205367 h 1342734"/>
              <a:gd name="connsiteX77" fmla="*/ 5402905 w 10678681"/>
              <a:gd name="connsiteY77" fmla="*/ 1241191 h 1342734"/>
              <a:gd name="connsiteX78" fmla="*/ 5285593 w 10678681"/>
              <a:gd name="connsiteY78" fmla="*/ 1273569 h 1342734"/>
              <a:gd name="connsiteX79" fmla="*/ 5192893 w 10678681"/>
              <a:gd name="connsiteY79" fmla="*/ 1247188 h 1342734"/>
              <a:gd name="connsiteX80" fmla="*/ 5186475 w 10678681"/>
              <a:gd name="connsiteY80" fmla="*/ 1257028 h 1342734"/>
              <a:gd name="connsiteX81" fmla="*/ 5126038 w 10678681"/>
              <a:gd name="connsiteY81" fmla="*/ 1263189 h 1342734"/>
              <a:gd name="connsiteX82" fmla="*/ 4894688 w 10678681"/>
              <a:gd name="connsiteY82" fmla="*/ 1247184 h 1342734"/>
              <a:gd name="connsiteX83" fmla="*/ 4788036 w 10678681"/>
              <a:gd name="connsiteY83" fmla="*/ 1238182 h 1342734"/>
              <a:gd name="connsiteX84" fmla="*/ 4747555 w 10678681"/>
              <a:gd name="connsiteY84" fmla="*/ 1252768 h 1342734"/>
              <a:gd name="connsiteX85" fmla="*/ 4679644 w 10678681"/>
              <a:gd name="connsiteY85" fmla="*/ 1276603 h 1342734"/>
              <a:gd name="connsiteX86" fmla="*/ 4632222 w 10678681"/>
              <a:gd name="connsiteY86" fmla="*/ 1318360 h 1342734"/>
              <a:gd name="connsiteX87" fmla="*/ 4617358 w 10678681"/>
              <a:gd name="connsiteY87" fmla="*/ 1327690 h 1342734"/>
              <a:gd name="connsiteX88" fmla="*/ 4589102 w 10678681"/>
              <a:gd name="connsiteY88" fmla="*/ 1321223 h 1342734"/>
              <a:gd name="connsiteX89" fmla="*/ 4578184 w 10678681"/>
              <a:gd name="connsiteY89" fmla="*/ 1326745 h 1342734"/>
              <a:gd name="connsiteX90" fmla="*/ 4574270 w 10678681"/>
              <a:gd name="connsiteY90" fmla="*/ 1325878 h 1342734"/>
              <a:gd name="connsiteX91" fmla="*/ 4564919 w 10678681"/>
              <a:gd name="connsiteY91" fmla="*/ 1325507 h 1342734"/>
              <a:gd name="connsiteX92" fmla="*/ 4566586 w 10678681"/>
              <a:gd name="connsiteY92" fmla="*/ 1316963 h 1342734"/>
              <a:gd name="connsiteX93" fmla="*/ 4556303 w 10678681"/>
              <a:gd name="connsiteY93" fmla="*/ 1300262 h 1342734"/>
              <a:gd name="connsiteX94" fmla="*/ 4502358 w 10678681"/>
              <a:gd name="connsiteY94" fmla="*/ 1302558 h 1342734"/>
              <a:gd name="connsiteX95" fmla="*/ 4498919 w 10678681"/>
              <a:gd name="connsiteY95" fmla="*/ 1312115 h 1342734"/>
              <a:gd name="connsiteX96" fmla="*/ 4492075 w 10678681"/>
              <a:gd name="connsiteY96" fmla="*/ 1313357 h 1342734"/>
              <a:gd name="connsiteX97" fmla="*/ 4487466 w 10678681"/>
              <a:gd name="connsiteY97" fmla="*/ 1304102 h 1342734"/>
              <a:gd name="connsiteX98" fmla="*/ 4398292 w 10678681"/>
              <a:gd name="connsiteY98" fmla="*/ 1278410 h 1342734"/>
              <a:gd name="connsiteX99" fmla="*/ 4306088 w 10678681"/>
              <a:gd name="connsiteY99" fmla="*/ 1282512 h 1342734"/>
              <a:gd name="connsiteX100" fmla="*/ 4188995 w 10678681"/>
              <a:gd name="connsiteY100" fmla="*/ 1296718 h 1342734"/>
              <a:gd name="connsiteX101" fmla="*/ 4136582 w 10678681"/>
              <a:gd name="connsiteY101" fmla="*/ 1287687 h 1342734"/>
              <a:gd name="connsiteX102" fmla="*/ 4064614 w 10678681"/>
              <a:gd name="connsiteY102" fmla="*/ 1296118 h 1342734"/>
              <a:gd name="connsiteX103" fmla="*/ 3900948 w 10678681"/>
              <a:gd name="connsiteY103" fmla="*/ 1322156 h 1342734"/>
              <a:gd name="connsiteX104" fmla="*/ 3787890 w 10678681"/>
              <a:gd name="connsiteY104" fmla="*/ 1322164 h 1342734"/>
              <a:gd name="connsiteX105" fmla="*/ 3745993 w 10678681"/>
              <a:gd name="connsiteY105" fmla="*/ 1342630 h 1342734"/>
              <a:gd name="connsiteX106" fmla="*/ 3675785 w 10678681"/>
              <a:gd name="connsiteY106" fmla="*/ 1326802 h 1342734"/>
              <a:gd name="connsiteX107" fmla="*/ 3623856 w 10678681"/>
              <a:gd name="connsiteY107" fmla="*/ 1290804 h 1342734"/>
              <a:gd name="connsiteX108" fmla="*/ 3564933 w 10678681"/>
              <a:gd name="connsiteY108" fmla="*/ 1287147 h 1342734"/>
              <a:gd name="connsiteX109" fmla="*/ 3550537 w 10678681"/>
              <a:gd name="connsiteY109" fmla="*/ 1317552 h 1342734"/>
              <a:gd name="connsiteX110" fmla="*/ 3487736 w 10678681"/>
              <a:gd name="connsiteY110" fmla="*/ 1303493 h 1342734"/>
              <a:gd name="connsiteX111" fmla="*/ 3392548 w 10678681"/>
              <a:gd name="connsiteY111" fmla="*/ 1278741 h 1342734"/>
              <a:gd name="connsiteX112" fmla="*/ 3337466 w 10678681"/>
              <a:gd name="connsiteY112" fmla="*/ 1272537 h 1342734"/>
              <a:gd name="connsiteX113" fmla="*/ 3175981 w 10678681"/>
              <a:gd name="connsiteY113" fmla="*/ 1208973 h 1342734"/>
              <a:gd name="connsiteX114" fmla="*/ 3036856 w 10678681"/>
              <a:gd name="connsiteY114" fmla="*/ 1214383 h 1342734"/>
              <a:gd name="connsiteX115" fmla="*/ 2824973 w 10678681"/>
              <a:gd name="connsiteY115" fmla="*/ 1134864 h 1342734"/>
              <a:gd name="connsiteX116" fmla="*/ 2804398 w 10678681"/>
              <a:gd name="connsiteY116" fmla="*/ 1125556 h 1342734"/>
              <a:gd name="connsiteX117" fmla="*/ 2736109 w 10678681"/>
              <a:gd name="connsiteY117" fmla="*/ 1137717 h 1342734"/>
              <a:gd name="connsiteX118" fmla="*/ 2659096 w 10678681"/>
              <a:gd name="connsiteY118" fmla="*/ 1150294 h 1342734"/>
              <a:gd name="connsiteX119" fmla="*/ 2567088 w 10678681"/>
              <a:gd name="connsiteY119" fmla="*/ 1181781 h 1342734"/>
              <a:gd name="connsiteX120" fmla="*/ 2454501 w 10678681"/>
              <a:gd name="connsiteY120" fmla="*/ 1155455 h 1342734"/>
              <a:gd name="connsiteX121" fmla="*/ 2385161 w 10678681"/>
              <a:gd name="connsiteY121" fmla="*/ 1161312 h 1342734"/>
              <a:gd name="connsiteX122" fmla="*/ 2273361 w 10678681"/>
              <a:gd name="connsiteY122" fmla="*/ 1134090 h 1342734"/>
              <a:gd name="connsiteX123" fmla="*/ 2132003 w 10678681"/>
              <a:gd name="connsiteY123" fmla="*/ 1139225 h 1342734"/>
              <a:gd name="connsiteX124" fmla="*/ 2041224 w 10678681"/>
              <a:gd name="connsiteY124" fmla="*/ 1147536 h 1342734"/>
              <a:gd name="connsiteX125" fmla="*/ 2010157 w 10678681"/>
              <a:gd name="connsiteY125" fmla="*/ 1152767 h 1342734"/>
              <a:gd name="connsiteX126" fmla="*/ 1859213 w 10678681"/>
              <a:gd name="connsiteY126" fmla="*/ 1199540 h 1342734"/>
              <a:gd name="connsiteX127" fmla="*/ 1735877 w 10678681"/>
              <a:gd name="connsiteY127" fmla="*/ 1246527 h 1342734"/>
              <a:gd name="connsiteX128" fmla="*/ 1705069 w 10678681"/>
              <a:gd name="connsiteY128" fmla="*/ 1251989 h 1342734"/>
              <a:gd name="connsiteX129" fmla="*/ 1307888 w 10678681"/>
              <a:gd name="connsiteY129" fmla="*/ 1283156 h 1342734"/>
              <a:gd name="connsiteX130" fmla="*/ 1220734 w 10678681"/>
              <a:gd name="connsiteY130" fmla="*/ 1257811 h 1342734"/>
              <a:gd name="connsiteX131" fmla="*/ 1021737 w 10678681"/>
              <a:gd name="connsiteY131" fmla="*/ 1238739 h 1342734"/>
              <a:gd name="connsiteX132" fmla="*/ 959820 w 10678681"/>
              <a:gd name="connsiteY132" fmla="*/ 1275863 h 1342734"/>
              <a:gd name="connsiteX133" fmla="*/ 929137 w 10678681"/>
              <a:gd name="connsiteY133" fmla="*/ 1273957 h 1342734"/>
              <a:gd name="connsiteX134" fmla="*/ 878849 w 10678681"/>
              <a:gd name="connsiteY134" fmla="*/ 1266740 h 1342734"/>
              <a:gd name="connsiteX135" fmla="*/ 800667 w 10678681"/>
              <a:gd name="connsiteY135" fmla="*/ 1282041 h 1342734"/>
              <a:gd name="connsiteX136" fmla="*/ 644906 w 10678681"/>
              <a:gd name="connsiteY136" fmla="*/ 1273685 h 1342734"/>
              <a:gd name="connsiteX137" fmla="*/ 379869 w 10678681"/>
              <a:gd name="connsiteY137" fmla="*/ 1339165 h 1342734"/>
              <a:gd name="connsiteX138" fmla="*/ 137696 w 10678681"/>
              <a:gd name="connsiteY138" fmla="*/ 1319217 h 1342734"/>
              <a:gd name="connsiteX139" fmla="*/ 54250 w 10678681"/>
              <a:gd name="connsiteY139" fmla="*/ 1315838 h 1342734"/>
              <a:gd name="connsiteX140" fmla="*/ 28042 w 10678681"/>
              <a:gd name="connsiteY140" fmla="*/ 1297822 h 1342734"/>
              <a:gd name="connsiteX141" fmla="*/ 0 w 10678681"/>
              <a:gd name="connsiteY141" fmla="*/ 1294612 h 1342734"/>
              <a:gd name="connsiteX142" fmla="*/ 0 w 10678681"/>
              <a:gd name="connsiteY142" fmla="*/ 0 h 1342734"/>
              <a:gd name="connsiteX0" fmla="*/ 0 w 10678681"/>
              <a:gd name="connsiteY0" fmla="*/ 0 h 1342734"/>
              <a:gd name="connsiteX1" fmla="*/ 10678681 w 10678681"/>
              <a:gd name="connsiteY1" fmla="*/ 0 h 1342734"/>
              <a:gd name="connsiteX2" fmla="*/ 10666019 w 10678681"/>
              <a:gd name="connsiteY2" fmla="*/ 7876 h 1342734"/>
              <a:gd name="connsiteX3" fmla="*/ 10632825 w 10678681"/>
              <a:gd name="connsiteY3" fmla="*/ 32153 h 1342734"/>
              <a:gd name="connsiteX4" fmla="*/ 10510605 w 10678681"/>
              <a:gd name="connsiteY4" fmla="*/ 30449 h 1342734"/>
              <a:gd name="connsiteX5" fmla="*/ 10456989 w 10678681"/>
              <a:gd name="connsiteY5" fmla="*/ 979 h 1342734"/>
              <a:gd name="connsiteX6" fmla="*/ 10438642 w 10678681"/>
              <a:gd name="connsiteY6" fmla="*/ 1524 h 1342734"/>
              <a:gd name="connsiteX7" fmla="*/ 10407146 w 10678681"/>
              <a:gd name="connsiteY7" fmla="*/ 43659 h 1342734"/>
              <a:gd name="connsiteX8" fmla="*/ 10341159 w 10678681"/>
              <a:gd name="connsiteY8" fmla="*/ 103824 h 1342734"/>
              <a:gd name="connsiteX9" fmla="*/ 10244930 w 10678681"/>
              <a:gd name="connsiteY9" fmla="*/ 94599 h 1342734"/>
              <a:gd name="connsiteX10" fmla="*/ 10115334 w 10678681"/>
              <a:gd name="connsiteY10" fmla="*/ 155658 h 1342734"/>
              <a:gd name="connsiteX11" fmla="*/ 10068157 w 10678681"/>
              <a:gd name="connsiteY11" fmla="*/ 215673 h 1342734"/>
              <a:gd name="connsiteX12" fmla="*/ 10045431 w 10678681"/>
              <a:gd name="connsiteY12" fmla="*/ 229568 h 1342734"/>
              <a:gd name="connsiteX13" fmla="*/ 9929077 w 10678681"/>
              <a:gd name="connsiteY13" fmla="*/ 254478 h 1342734"/>
              <a:gd name="connsiteX14" fmla="*/ 9840045 w 10678681"/>
              <a:gd name="connsiteY14" fmla="*/ 223033 h 1342734"/>
              <a:gd name="connsiteX15" fmla="*/ 9679638 w 10678681"/>
              <a:gd name="connsiteY15" fmla="*/ 277462 h 1342734"/>
              <a:gd name="connsiteX16" fmla="*/ 9498347 w 10678681"/>
              <a:gd name="connsiteY16" fmla="*/ 244723 h 1342734"/>
              <a:gd name="connsiteX17" fmla="*/ 9399702 w 10678681"/>
              <a:gd name="connsiteY17" fmla="*/ 276316 h 1342734"/>
              <a:gd name="connsiteX18" fmla="*/ 9378439 w 10678681"/>
              <a:gd name="connsiteY18" fmla="*/ 326244 h 1342734"/>
              <a:gd name="connsiteX19" fmla="*/ 9121744 w 10678681"/>
              <a:gd name="connsiteY19" fmla="*/ 365177 h 1342734"/>
              <a:gd name="connsiteX20" fmla="*/ 9061654 w 10678681"/>
              <a:gd name="connsiteY20" fmla="*/ 393730 h 1342734"/>
              <a:gd name="connsiteX21" fmla="*/ 8997577 w 10678681"/>
              <a:gd name="connsiteY21" fmla="*/ 380865 h 1342734"/>
              <a:gd name="connsiteX22" fmla="*/ 8907968 w 10678681"/>
              <a:gd name="connsiteY22" fmla="*/ 447345 h 1342734"/>
              <a:gd name="connsiteX23" fmla="*/ 8764163 w 10678681"/>
              <a:gd name="connsiteY23" fmla="*/ 471000 h 1342734"/>
              <a:gd name="connsiteX24" fmla="*/ 8680155 w 10678681"/>
              <a:gd name="connsiteY24" fmla="*/ 492404 h 1342734"/>
              <a:gd name="connsiteX25" fmla="*/ 8651436 w 10678681"/>
              <a:gd name="connsiteY25" fmla="*/ 511923 h 1342734"/>
              <a:gd name="connsiteX26" fmla="*/ 8609185 w 10678681"/>
              <a:gd name="connsiteY26" fmla="*/ 531525 h 1342734"/>
              <a:gd name="connsiteX27" fmla="*/ 8537091 w 10678681"/>
              <a:gd name="connsiteY27" fmla="*/ 574933 h 1342734"/>
              <a:gd name="connsiteX28" fmla="*/ 8435931 w 10678681"/>
              <a:gd name="connsiteY28" fmla="*/ 617926 h 1342734"/>
              <a:gd name="connsiteX29" fmla="*/ 8348623 w 10678681"/>
              <a:gd name="connsiteY29" fmla="*/ 600607 h 1342734"/>
              <a:gd name="connsiteX30" fmla="*/ 8344233 w 10678681"/>
              <a:gd name="connsiteY30" fmla="*/ 610922 h 1342734"/>
              <a:gd name="connsiteX31" fmla="*/ 8290622 w 10678681"/>
              <a:gd name="connsiteY31" fmla="*/ 622687 h 1342734"/>
              <a:gd name="connsiteX32" fmla="*/ 8086698 w 10678681"/>
              <a:gd name="connsiteY32" fmla="*/ 605185 h 1342734"/>
              <a:gd name="connsiteX33" fmla="*/ 7982378 w 10678681"/>
              <a:gd name="connsiteY33" fmla="*/ 629799 h 1342734"/>
              <a:gd name="connsiteX34" fmla="*/ 7947952 w 10678681"/>
              <a:gd name="connsiteY34" fmla="*/ 648003 h 1342734"/>
              <a:gd name="connsiteX35" fmla="*/ 7890112 w 10678681"/>
              <a:gd name="connsiteY35" fmla="*/ 677915 h 1342734"/>
              <a:gd name="connsiteX36" fmla="*/ 7853284 w 10678681"/>
              <a:gd name="connsiteY36" fmla="*/ 723588 h 1342734"/>
              <a:gd name="connsiteX37" fmla="*/ 7802383 w 10678681"/>
              <a:gd name="connsiteY37" fmla="*/ 739359 h 1342734"/>
              <a:gd name="connsiteX38" fmla="*/ 7730518 w 10678681"/>
              <a:gd name="connsiteY38" fmla="*/ 739526 h 1342734"/>
              <a:gd name="connsiteX39" fmla="*/ 7652907 w 10678681"/>
              <a:gd name="connsiteY39" fmla="*/ 783273 h 1342734"/>
              <a:gd name="connsiteX40" fmla="*/ 7606008 w 10678681"/>
              <a:gd name="connsiteY40" fmla="*/ 800717 h 1342734"/>
              <a:gd name="connsiteX41" fmla="*/ 7480223 w 10678681"/>
              <a:gd name="connsiteY41" fmla="*/ 856821 h 1342734"/>
              <a:gd name="connsiteX42" fmla="*/ 7356005 w 10678681"/>
              <a:gd name="connsiteY42" fmla="*/ 919462 h 1342734"/>
              <a:gd name="connsiteX43" fmla="*/ 7305396 w 10678681"/>
              <a:gd name="connsiteY43" fmla="*/ 986228 h 1342734"/>
              <a:gd name="connsiteX44" fmla="*/ 7266251 w 10678681"/>
              <a:gd name="connsiteY44" fmla="*/ 967864 h 1342734"/>
              <a:gd name="connsiteX45" fmla="*/ 7269396 w 10678681"/>
              <a:gd name="connsiteY45" fmla="*/ 989282 h 1342734"/>
              <a:gd name="connsiteX46" fmla="*/ 7258094 w 10678681"/>
              <a:gd name="connsiteY46" fmla="*/ 990679 h 1342734"/>
              <a:gd name="connsiteX47" fmla="*/ 7257893 w 10678681"/>
              <a:gd name="connsiteY47" fmla="*/ 991204 h 1342734"/>
              <a:gd name="connsiteX48" fmla="*/ 7247153 w 10678681"/>
              <a:gd name="connsiteY48" fmla="*/ 991550 h 1342734"/>
              <a:gd name="connsiteX49" fmla="*/ 7193612 w 10678681"/>
              <a:gd name="connsiteY49" fmla="*/ 987042 h 1342734"/>
              <a:gd name="connsiteX50" fmla="*/ 7132632 w 10678681"/>
              <a:gd name="connsiteY50" fmla="*/ 1042036 h 1342734"/>
              <a:gd name="connsiteX51" fmla="*/ 7105610 w 10678681"/>
              <a:gd name="connsiteY51" fmla="*/ 1053537 h 1342734"/>
              <a:gd name="connsiteX52" fmla="*/ 7069148 w 10678681"/>
              <a:gd name="connsiteY52" fmla="*/ 1047163 h 1342734"/>
              <a:gd name="connsiteX53" fmla="*/ 7039634 w 10678681"/>
              <a:gd name="connsiteY53" fmla="*/ 1059971 h 1342734"/>
              <a:gd name="connsiteX54" fmla="*/ 7033445 w 10678681"/>
              <a:gd name="connsiteY54" fmla="*/ 1063314 h 1342734"/>
              <a:gd name="connsiteX55" fmla="*/ 6999157 w 10678681"/>
              <a:gd name="connsiteY55" fmla="*/ 1055282 h 1342734"/>
              <a:gd name="connsiteX56" fmla="*/ 6981874 w 10678681"/>
              <a:gd name="connsiteY56" fmla="*/ 1053827 h 1342734"/>
              <a:gd name="connsiteX57" fmla="*/ 6976102 w 10678681"/>
              <a:gd name="connsiteY57" fmla="*/ 1047854 h 1342734"/>
              <a:gd name="connsiteX58" fmla="*/ 6951040 w 10678681"/>
              <a:gd name="connsiteY58" fmla="*/ 1048531 h 1342734"/>
              <a:gd name="connsiteX59" fmla="*/ 6948497 w 10678681"/>
              <a:gd name="connsiteY59" fmla="*/ 1050706 h 1342734"/>
              <a:gd name="connsiteX60" fmla="*/ 6926582 w 10678681"/>
              <a:gd name="connsiteY60" fmla="*/ 1043462 h 1342734"/>
              <a:gd name="connsiteX61" fmla="*/ 6833743 w 10678681"/>
              <a:gd name="connsiteY61" fmla="*/ 1027960 h 1342734"/>
              <a:gd name="connsiteX62" fmla="*/ 6687090 w 10678681"/>
              <a:gd name="connsiteY62" fmla="*/ 1063250 h 1342734"/>
              <a:gd name="connsiteX63" fmla="*/ 6437450 w 10678681"/>
              <a:gd name="connsiteY63" fmla="*/ 1101075 h 1342734"/>
              <a:gd name="connsiteX64" fmla="*/ 6327795 w 10678681"/>
              <a:gd name="connsiteY64" fmla="*/ 1088142 h 1342734"/>
              <a:gd name="connsiteX65" fmla="*/ 6136549 w 10678681"/>
              <a:gd name="connsiteY65" fmla="*/ 1100268 h 1342734"/>
              <a:gd name="connsiteX66" fmla="*/ 6004655 w 10678681"/>
              <a:gd name="connsiteY66" fmla="*/ 1114946 h 1342734"/>
              <a:gd name="connsiteX67" fmla="*/ 5936643 w 10678681"/>
              <a:gd name="connsiteY67" fmla="*/ 1095428 h 1342734"/>
              <a:gd name="connsiteX68" fmla="*/ 5912484 w 10678681"/>
              <a:gd name="connsiteY68" fmla="*/ 1112624 h 1342734"/>
              <a:gd name="connsiteX69" fmla="*/ 5908387 w 10678681"/>
              <a:gd name="connsiteY69" fmla="*/ 1116018 h 1342734"/>
              <a:gd name="connsiteX70" fmla="*/ 5890495 w 10678681"/>
              <a:gd name="connsiteY70" fmla="*/ 1120268 h 1342734"/>
              <a:gd name="connsiteX71" fmla="*/ 5887318 w 10678681"/>
              <a:gd name="connsiteY71" fmla="*/ 1133134 h 1342734"/>
              <a:gd name="connsiteX72" fmla="*/ 5861726 w 10678681"/>
              <a:gd name="connsiteY72" fmla="*/ 1147891 h 1342734"/>
              <a:gd name="connsiteX73" fmla="*/ 5805823 w 10678681"/>
              <a:gd name="connsiteY73" fmla="*/ 1152457 h 1342734"/>
              <a:gd name="connsiteX74" fmla="*/ 5689841 w 10678681"/>
              <a:gd name="connsiteY74" fmla="*/ 1176232 h 1342734"/>
              <a:gd name="connsiteX75" fmla="*/ 5605119 w 10678681"/>
              <a:gd name="connsiteY75" fmla="*/ 1190202 h 1342734"/>
              <a:gd name="connsiteX76" fmla="*/ 5488513 w 10678681"/>
              <a:gd name="connsiteY76" fmla="*/ 1205367 h 1342734"/>
              <a:gd name="connsiteX77" fmla="*/ 5402905 w 10678681"/>
              <a:gd name="connsiteY77" fmla="*/ 1241191 h 1342734"/>
              <a:gd name="connsiteX78" fmla="*/ 5285593 w 10678681"/>
              <a:gd name="connsiteY78" fmla="*/ 1273569 h 1342734"/>
              <a:gd name="connsiteX79" fmla="*/ 5192893 w 10678681"/>
              <a:gd name="connsiteY79" fmla="*/ 1247188 h 1342734"/>
              <a:gd name="connsiteX80" fmla="*/ 5186475 w 10678681"/>
              <a:gd name="connsiteY80" fmla="*/ 1257028 h 1342734"/>
              <a:gd name="connsiteX81" fmla="*/ 5126038 w 10678681"/>
              <a:gd name="connsiteY81" fmla="*/ 1263189 h 1342734"/>
              <a:gd name="connsiteX82" fmla="*/ 4894688 w 10678681"/>
              <a:gd name="connsiteY82" fmla="*/ 1247184 h 1342734"/>
              <a:gd name="connsiteX83" fmla="*/ 4788036 w 10678681"/>
              <a:gd name="connsiteY83" fmla="*/ 1238182 h 1342734"/>
              <a:gd name="connsiteX84" fmla="*/ 4747555 w 10678681"/>
              <a:gd name="connsiteY84" fmla="*/ 1252768 h 1342734"/>
              <a:gd name="connsiteX85" fmla="*/ 4679644 w 10678681"/>
              <a:gd name="connsiteY85" fmla="*/ 1276603 h 1342734"/>
              <a:gd name="connsiteX86" fmla="*/ 4632222 w 10678681"/>
              <a:gd name="connsiteY86" fmla="*/ 1318360 h 1342734"/>
              <a:gd name="connsiteX87" fmla="*/ 4617358 w 10678681"/>
              <a:gd name="connsiteY87" fmla="*/ 1327690 h 1342734"/>
              <a:gd name="connsiteX88" fmla="*/ 4589102 w 10678681"/>
              <a:gd name="connsiteY88" fmla="*/ 1321223 h 1342734"/>
              <a:gd name="connsiteX89" fmla="*/ 4578184 w 10678681"/>
              <a:gd name="connsiteY89" fmla="*/ 1326745 h 1342734"/>
              <a:gd name="connsiteX90" fmla="*/ 4574270 w 10678681"/>
              <a:gd name="connsiteY90" fmla="*/ 1325878 h 1342734"/>
              <a:gd name="connsiteX91" fmla="*/ 4564919 w 10678681"/>
              <a:gd name="connsiteY91" fmla="*/ 1325507 h 1342734"/>
              <a:gd name="connsiteX92" fmla="*/ 4566586 w 10678681"/>
              <a:gd name="connsiteY92" fmla="*/ 1316963 h 1342734"/>
              <a:gd name="connsiteX93" fmla="*/ 4556303 w 10678681"/>
              <a:gd name="connsiteY93" fmla="*/ 1300262 h 1342734"/>
              <a:gd name="connsiteX94" fmla="*/ 4502358 w 10678681"/>
              <a:gd name="connsiteY94" fmla="*/ 1302558 h 1342734"/>
              <a:gd name="connsiteX95" fmla="*/ 4498919 w 10678681"/>
              <a:gd name="connsiteY95" fmla="*/ 1312115 h 1342734"/>
              <a:gd name="connsiteX96" fmla="*/ 4492075 w 10678681"/>
              <a:gd name="connsiteY96" fmla="*/ 1313357 h 1342734"/>
              <a:gd name="connsiteX97" fmla="*/ 4487466 w 10678681"/>
              <a:gd name="connsiteY97" fmla="*/ 1304102 h 1342734"/>
              <a:gd name="connsiteX98" fmla="*/ 4398292 w 10678681"/>
              <a:gd name="connsiteY98" fmla="*/ 1278410 h 1342734"/>
              <a:gd name="connsiteX99" fmla="*/ 4306088 w 10678681"/>
              <a:gd name="connsiteY99" fmla="*/ 1282512 h 1342734"/>
              <a:gd name="connsiteX100" fmla="*/ 4188995 w 10678681"/>
              <a:gd name="connsiteY100" fmla="*/ 1296718 h 1342734"/>
              <a:gd name="connsiteX101" fmla="*/ 4136582 w 10678681"/>
              <a:gd name="connsiteY101" fmla="*/ 1287687 h 1342734"/>
              <a:gd name="connsiteX102" fmla="*/ 4064614 w 10678681"/>
              <a:gd name="connsiteY102" fmla="*/ 1296118 h 1342734"/>
              <a:gd name="connsiteX103" fmla="*/ 3900948 w 10678681"/>
              <a:gd name="connsiteY103" fmla="*/ 1322156 h 1342734"/>
              <a:gd name="connsiteX104" fmla="*/ 3787890 w 10678681"/>
              <a:gd name="connsiteY104" fmla="*/ 1322164 h 1342734"/>
              <a:gd name="connsiteX105" fmla="*/ 3745993 w 10678681"/>
              <a:gd name="connsiteY105" fmla="*/ 1342630 h 1342734"/>
              <a:gd name="connsiteX106" fmla="*/ 3675785 w 10678681"/>
              <a:gd name="connsiteY106" fmla="*/ 1326802 h 1342734"/>
              <a:gd name="connsiteX107" fmla="*/ 3623856 w 10678681"/>
              <a:gd name="connsiteY107" fmla="*/ 1290804 h 1342734"/>
              <a:gd name="connsiteX108" fmla="*/ 3564933 w 10678681"/>
              <a:gd name="connsiteY108" fmla="*/ 1287147 h 1342734"/>
              <a:gd name="connsiteX109" fmla="*/ 3550537 w 10678681"/>
              <a:gd name="connsiteY109" fmla="*/ 1317552 h 1342734"/>
              <a:gd name="connsiteX110" fmla="*/ 3487736 w 10678681"/>
              <a:gd name="connsiteY110" fmla="*/ 1303493 h 1342734"/>
              <a:gd name="connsiteX111" fmla="*/ 3392548 w 10678681"/>
              <a:gd name="connsiteY111" fmla="*/ 1278741 h 1342734"/>
              <a:gd name="connsiteX112" fmla="*/ 3337466 w 10678681"/>
              <a:gd name="connsiteY112" fmla="*/ 1272537 h 1342734"/>
              <a:gd name="connsiteX113" fmla="*/ 3175981 w 10678681"/>
              <a:gd name="connsiteY113" fmla="*/ 1208973 h 1342734"/>
              <a:gd name="connsiteX114" fmla="*/ 3036856 w 10678681"/>
              <a:gd name="connsiteY114" fmla="*/ 1214383 h 1342734"/>
              <a:gd name="connsiteX115" fmla="*/ 2824973 w 10678681"/>
              <a:gd name="connsiteY115" fmla="*/ 1134864 h 1342734"/>
              <a:gd name="connsiteX116" fmla="*/ 2804398 w 10678681"/>
              <a:gd name="connsiteY116" fmla="*/ 1125556 h 1342734"/>
              <a:gd name="connsiteX117" fmla="*/ 2736109 w 10678681"/>
              <a:gd name="connsiteY117" fmla="*/ 1137717 h 1342734"/>
              <a:gd name="connsiteX118" fmla="*/ 2659096 w 10678681"/>
              <a:gd name="connsiteY118" fmla="*/ 1150294 h 1342734"/>
              <a:gd name="connsiteX119" fmla="*/ 2567088 w 10678681"/>
              <a:gd name="connsiteY119" fmla="*/ 1181781 h 1342734"/>
              <a:gd name="connsiteX120" fmla="*/ 2454501 w 10678681"/>
              <a:gd name="connsiteY120" fmla="*/ 1155455 h 1342734"/>
              <a:gd name="connsiteX121" fmla="*/ 2385161 w 10678681"/>
              <a:gd name="connsiteY121" fmla="*/ 1161312 h 1342734"/>
              <a:gd name="connsiteX122" fmla="*/ 2273361 w 10678681"/>
              <a:gd name="connsiteY122" fmla="*/ 1134090 h 1342734"/>
              <a:gd name="connsiteX123" fmla="*/ 2132003 w 10678681"/>
              <a:gd name="connsiteY123" fmla="*/ 1139225 h 1342734"/>
              <a:gd name="connsiteX124" fmla="*/ 2041224 w 10678681"/>
              <a:gd name="connsiteY124" fmla="*/ 1147536 h 1342734"/>
              <a:gd name="connsiteX125" fmla="*/ 2010157 w 10678681"/>
              <a:gd name="connsiteY125" fmla="*/ 1152767 h 1342734"/>
              <a:gd name="connsiteX126" fmla="*/ 1859213 w 10678681"/>
              <a:gd name="connsiteY126" fmla="*/ 1199540 h 1342734"/>
              <a:gd name="connsiteX127" fmla="*/ 1735877 w 10678681"/>
              <a:gd name="connsiteY127" fmla="*/ 1246527 h 1342734"/>
              <a:gd name="connsiteX128" fmla="*/ 1705069 w 10678681"/>
              <a:gd name="connsiteY128" fmla="*/ 1251989 h 1342734"/>
              <a:gd name="connsiteX129" fmla="*/ 1307888 w 10678681"/>
              <a:gd name="connsiteY129" fmla="*/ 1283156 h 1342734"/>
              <a:gd name="connsiteX130" fmla="*/ 1220734 w 10678681"/>
              <a:gd name="connsiteY130" fmla="*/ 1257811 h 1342734"/>
              <a:gd name="connsiteX131" fmla="*/ 1021737 w 10678681"/>
              <a:gd name="connsiteY131" fmla="*/ 1238739 h 1342734"/>
              <a:gd name="connsiteX132" fmla="*/ 959820 w 10678681"/>
              <a:gd name="connsiteY132" fmla="*/ 1275863 h 1342734"/>
              <a:gd name="connsiteX133" fmla="*/ 929137 w 10678681"/>
              <a:gd name="connsiteY133" fmla="*/ 1273957 h 1342734"/>
              <a:gd name="connsiteX134" fmla="*/ 878849 w 10678681"/>
              <a:gd name="connsiteY134" fmla="*/ 1266740 h 1342734"/>
              <a:gd name="connsiteX135" fmla="*/ 800667 w 10678681"/>
              <a:gd name="connsiteY135" fmla="*/ 1282041 h 1342734"/>
              <a:gd name="connsiteX136" fmla="*/ 644906 w 10678681"/>
              <a:gd name="connsiteY136" fmla="*/ 1273685 h 1342734"/>
              <a:gd name="connsiteX137" fmla="*/ 379869 w 10678681"/>
              <a:gd name="connsiteY137" fmla="*/ 1339165 h 1342734"/>
              <a:gd name="connsiteX138" fmla="*/ 137696 w 10678681"/>
              <a:gd name="connsiteY138" fmla="*/ 1319217 h 1342734"/>
              <a:gd name="connsiteX139" fmla="*/ 54250 w 10678681"/>
              <a:gd name="connsiteY139" fmla="*/ 1315838 h 1342734"/>
              <a:gd name="connsiteX140" fmla="*/ 28042 w 10678681"/>
              <a:gd name="connsiteY140" fmla="*/ 1297822 h 1342734"/>
              <a:gd name="connsiteX141" fmla="*/ 0 w 10678681"/>
              <a:gd name="connsiteY141" fmla="*/ 1294612 h 1342734"/>
              <a:gd name="connsiteX142" fmla="*/ 0 w 10678681"/>
              <a:gd name="connsiteY142" fmla="*/ 0 h 1342734"/>
              <a:gd name="connsiteX0" fmla="*/ 0 w 10678681"/>
              <a:gd name="connsiteY0" fmla="*/ 0 h 1342734"/>
              <a:gd name="connsiteX1" fmla="*/ 10678681 w 10678681"/>
              <a:gd name="connsiteY1" fmla="*/ 0 h 1342734"/>
              <a:gd name="connsiteX2" fmla="*/ 10666019 w 10678681"/>
              <a:gd name="connsiteY2" fmla="*/ 7876 h 1342734"/>
              <a:gd name="connsiteX3" fmla="*/ 10632825 w 10678681"/>
              <a:gd name="connsiteY3" fmla="*/ 32153 h 1342734"/>
              <a:gd name="connsiteX4" fmla="*/ 10516219 w 10678681"/>
              <a:gd name="connsiteY4" fmla="*/ 45588 h 1342734"/>
              <a:gd name="connsiteX5" fmla="*/ 10456989 w 10678681"/>
              <a:gd name="connsiteY5" fmla="*/ 979 h 1342734"/>
              <a:gd name="connsiteX6" fmla="*/ 10438642 w 10678681"/>
              <a:gd name="connsiteY6" fmla="*/ 1524 h 1342734"/>
              <a:gd name="connsiteX7" fmla="*/ 10407146 w 10678681"/>
              <a:gd name="connsiteY7" fmla="*/ 43659 h 1342734"/>
              <a:gd name="connsiteX8" fmla="*/ 10341159 w 10678681"/>
              <a:gd name="connsiteY8" fmla="*/ 103824 h 1342734"/>
              <a:gd name="connsiteX9" fmla="*/ 10244930 w 10678681"/>
              <a:gd name="connsiteY9" fmla="*/ 94599 h 1342734"/>
              <a:gd name="connsiteX10" fmla="*/ 10115334 w 10678681"/>
              <a:gd name="connsiteY10" fmla="*/ 155658 h 1342734"/>
              <a:gd name="connsiteX11" fmla="*/ 10068157 w 10678681"/>
              <a:gd name="connsiteY11" fmla="*/ 215673 h 1342734"/>
              <a:gd name="connsiteX12" fmla="*/ 10045431 w 10678681"/>
              <a:gd name="connsiteY12" fmla="*/ 229568 h 1342734"/>
              <a:gd name="connsiteX13" fmla="*/ 9929077 w 10678681"/>
              <a:gd name="connsiteY13" fmla="*/ 254478 h 1342734"/>
              <a:gd name="connsiteX14" fmla="*/ 9840045 w 10678681"/>
              <a:gd name="connsiteY14" fmla="*/ 223033 h 1342734"/>
              <a:gd name="connsiteX15" fmla="*/ 9679638 w 10678681"/>
              <a:gd name="connsiteY15" fmla="*/ 277462 h 1342734"/>
              <a:gd name="connsiteX16" fmla="*/ 9498347 w 10678681"/>
              <a:gd name="connsiteY16" fmla="*/ 244723 h 1342734"/>
              <a:gd name="connsiteX17" fmla="*/ 9399702 w 10678681"/>
              <a:gd name="connsiteY17" fmla="*/ 276316 h 1342734"/>
              <a:gd name="connsiteX18" fmla="*/ 9378439 w 10678681"/>
              <a:gd name="connsiteY18" fmla="*/ 326244 h 1342734"/>
              <a:gd name="connsiteX19" fmla="*/ 9121744 w 10678681"/>
              <a:gd name="connsiteY19" fmla="*/ 365177 h 1342734"/>
              <a:gd name="connsiteX20" fmla="*/ 9061654 w 10678681"/>
              <a:gd name="connsiteY20" fmla="*/ 393730 h 1342734"/>
              <a:gd name="connsiteX21" fmla="*/ 8997577 w 10678681"/>
              <a:gd name="connsiteY21" fmla="*/ 380865 h 1342734"/>
              <a:gd name="connsiteX22" fmla="*/ 8907968 w 10678681"/>
              <a:gd name="connsiteY22" fmla="*/ 447345 h 1342734"/>
              <a:gd name="connsiteX23" fmla="*/ 8764163 w 10678681"/>
              <a:gd name="connsiteY23" fmla="*/ 471000 h 1342734"/>
              <a:gd name="connsiteX24" fmla="*/ 8680155 w 10678681"/>
              <a:gd name="connsiteY24" fmla="*/ 492404 h 1342734"/>
              <a:gd name="connsiteX25" fmla="*/ 8651436 w 10678681"/>
              <a:gd name="connsiteY25" fmla="*/ 511923 h 1342734"/>
              <a:gd name="connsiteX26" fmla="*/ 8609185 w 10678681"/>
              <a:gd name="connsiteY26" fmla="*/ 531525 h 1342734"/>
              <a:gd name="connsiteX27" fmla="*/ 8537091 w 10678681"/>
              <a:gd name="connsiteY27" fmla="*/ 574933 h 1342734"/>
              <a:gd name="connsiteX28" fmla="*/ 8435931 w 10678681"/>
              <a:gd name="connsiteY28" fmla="*/ 617926 h 1342734"/>
              <a:gd name="connsiteX29" fmla="*/ 8348623 w 10678681"/>
              <a:gd name="connsiteY29" fmla="*/ 600607 h 1342734"/>
              <a:gd name="connsiteX30" fmla="*/ 8344233 w 10678681"/>
              <a:gd name="connsiteY30" fmla="*/ 610922 h 1342734"/>
              <a:gd name="connsiteX31" fmla="*/ 8290622 w 10678681"/>
              <a:gd name="connsiteY31" fmla="*/ 622687 h 1342734"/>
              <a:gd name="connsiteX32" fmla="*/ 8086698 w 10678681"/>
              <a:gd name="connsiteY32" fmla="*/ 605185 h 1342734"/>
              <a:gd name="connsiteX33" fmla="*/ 7982378 w 10678681"/>
              <a:gd name="connsiteY33" fmla="*/ 629799 h 1342734"/>
              <a:gd name="connsiteX34" fmla="*/ 7947952 w 10678681"/>
              <a:gd name="connsiteY34" fmla="*/ 648003 h 1342734"/>
              <a:gd name="connsiteX35" fmla="*/ 7890112 w 10678681"/>
              <a:gd name="connsiteY35" fmla="*/ 677915 h 1342734"/>
              <a:gd name="connsiteX36" fmla="*/ 7853284 w 10678681"/>
              <a:gd name="connsiteY36" fmla="*/ 723588 h 1342734"/>
              <a:gd name="connsiteX37" fmla="*/ 7802383 w 10678681"/>
              <a:gd name="connsiteY37" fmla="*/ 739359 h 1342734"/>
              <a:gd name="connsiteX38" fmla="*/ 7730518 w 10678681"/>
              <a:gd name="connsiteY38" fmla="*/ 739526 h 1342734"/>
              <a:gd name="connsiteX39" fmla="*/ 7652907 w 10678681"/>
              <a:gd name="connsiteY39" fmla="*/ 783273 h 1342734"/>
              <a:gd name="connsiteX40" fmla="*/ 7606008 w 10678681"/>
              <a:gd name="connsiteY40" fmla="*/ 800717 h 1342734"/>
              <a:gd name="connsiteX41" fmla="*/ 7480223 w 10678681"/>
              <a:gd name="connsiteY41" fmla="*/ 856821 h 1342734"/>
              <a:gd name="connsiteX42" fmla="*/ 7356005 w 10678681"/>
              <a:gd name="connsiteY42" fmla="*/ 919462 h 1342734"/>
              <a:gd name="connsiteX43" fmla="*/ 7305396 w 10678681"/>
              <a:gd name="connsiteY43" fmla="*/ 986228 h 1342734"/>
              <a:gd name="connsiteX44" fmla="*/ 7266251 w 10678681"/>
              <a:gd name="connsiteY44" fmla="*/ 967864 h 1342734"/>
              <a:gd name="connsiteX45" fmla="*/ 7269396 w 10678681"/>
              <a:gd name="connsiteY45" fmla="*/ 989282 h 1342734"/>
              <a:gd name="connsiteX46" fmla="*/ 7258094 w 10678681"/>
              <a:gd name="connsiteY46" fmla="*/ 990679 h 1342734"/>
              <a:gd name="connsiteX47" fmla="*/ 7257893 w 10678681"/>
              <a:gd name="connsiteY47" fmla="*/ 991204 h 1342734"/>
              <a:gd name="connsiteX48" fmla="*/ 7247153 w 10678681"/>
              <a:gd name="connsiteY48" fmla="*/ 991550 h 1342734"/>
              <a:gd name="connsiteX49" fmla="*/ 7193612 w 10678681"/>
              <a:gd name="connsiteY49" fmla="*/ 987042 h 1342734"/>
              <a:gd name="connsiteX50" fmla="*/ 7132632 w 10678681"/>
              <a:gd name="connsiteY50" fmla="*/ 1042036 h 1342734"/>
              <a:gd name="connsiteX51" fmla="*/ 7105610 w 10678681"/>
              <a:gd name="connsiteY51" fmla="*/ 1053537 h 1342734"/>
              <a:gd name="connsiteX52" fmla="*/ 7069148 w 10678681"/>
              <a:gd name="connsiteY52" fmla="*/ 1047163 h 1342734"/>
              <a:gd name="connsiteX53" fmla="*/ 7039634 w 10678681"/>
              <a:gd name="connsiteY53" fmla="*/ 1059971 h 1342734"/>
              <a:gd name="connsiteX54" fmla="*/ 7033445 w 10678681"/>
              <a:gd name="connsiteY54" fmla="*/ 1063314 h 1342734"/>
              <a:gd name="connsiteX55" fmla="*/ 6999157 w 10678681"/>
              <a:gd name="connsiteY55" fmla="*/ 1055282 h 1342734"/>
              <a:gd name="connsiteX56" fmla="*/ 6981874 w 10678681"/>
              <a:gd name="connsiteY56" fmla="*/ 1053827 h 1342734"/>
              <a:gd name="connsiteX57" fmla="*/ 6976102 w 10678681"/>
              <a:gd name="connsiteY57" fmla="*/ 1047854 h 1342734"/>
              <a:gd name="connsiteX58" fmla="*/ 6951040 w 10678681"/>
              <a:gd name="connsiteY58" fmla="*/ 1048531 h 1342734"/>
              <a:gd name="connsiteX59" fmla="*/ 6948497 w 10678681"/>
              <a:gd name="connsiteY59" fmla="*/ 1050706 h 1342734"/>
              <a:gd name="connsiteX60" fmla="*/ 6926582 w 10678681"/>
              <a:gd name="connsiteY60" fmla="*/ 1043462 h 1342734"/>
              <a:gd name="connsiteX61" fmla="*/ 6833743 w 10678681"/>
              <a:gd name="connsiteY61" fmla="*/ 1027960 h 1342734"/>
              <a:gd name="connsiteX62" fmla="*/ 6687090 w 10678681"/>
              <a:gd name="connsiteY62" fmla="*/ 1063250 h 1342734"/>
              <a:gd name="connsiteX63" fmla="*/ 6437450 w 10678681"/>
              <a:gd name="connsiteY63" fmla="*/ 1101075 h 1342734"/>
              <a:gd name="connsiteX64" fmla="*/ 6327795 w 10678681"/>
              <a:gd name="connsiteY64" fmla="*/ 1088142 h 1342734"/>
              <a:gd name="connsiteX65" fmla="*/ 6136549 w 10678681"/>
              <a:gd name="connsiteY65" fmla="*/ 1100268 h 1342734"/>
              <a:gd name="connsiteX66" fmla="*/ 6004655 w 10678681"/>
              <a:gd name="connsiteY66" fmla="*/ 1114946 h 1342734"/>
              <a:gd name="connsiteX67" fmla="*/ 5936643 w 10678681"/>
              <a:gd name="connsiteY67" fmla="*/ 1095428 h 1342734"/>
              <a:gd name="connsiteX68" fmla="*/ 5912484 w 10678681"/>
              <a:gd name="connsiteY68" fmla="*/ 1112624 h 1342734"/>
              <a:gd name="connsiteX69" fmla="*/ 5908387 w 10678681"/>
              <a:gd name="connsiteY69" fmla="*/ 1116018 h 1342734"/>
              <a:gd name="connsiteX70" fmla="*/ 5890495 w 10678681"/>
              <a:gd name="connsiteY70" fmla="*/ 1120268 h 1342734"/>
              <a:gd name="connsiteX71" fmla="*/ 5887318 w 10678681"/>
              <a:gd name="connsiteY71" fmla="*/ 1133134 h 1342734"/>
              <a:gd name="connsiteX72" fmla="*/ 5861726 w 10678681"/>
              <a:gd name="connsiteY72" fmla="*/ 1147891 h 1342734"/>
              <a:gd name="connsiteX73" fmla="*/ 5805823 w 10678681"/>
              <a:gd name="connsiteY73" fmla="*/ 1152457 h 1342734"/>
              <a:gd name="connsiteX74" fmla="*/ 5689841 w 10678681"/>
              <a:gd name="connsiteY74" fmla="*/ 1176232 h 1342734"/>
              <a:gd name="connsiteX75" fmla="*/ 5605119 w 10678681"/>
              <a:gd name="connsiteY75" fmla="*/ 1190202 h 1342734"/>
              <a:gd name="connsiteX76" fmla="*/ 5488513 w 10678681"/>
              <a:gd name="connsiteY76" fmla="*/ 1205367 h 1342734"/>
              <a:gd name="connsiteX77" fmla="*/ 5402905 w 10678681"/>
              <a:gd name="connsiteY77" fmla="*/ 1241191 h 1342734"/>
              <a:gd name="connsiteX78" fmla="*/ 5285593 w 10678681"/>
              <a:gd name="connsiteY78" fmla="*/ 1273569 h 1342734"/>
              <a:gd name="connsiteX79" fmla="*/ 5192893 w 10678681"/>
              <a:gd name="connsiteY79" fmla="*/ 1247188 h 1342734"/>
              <a:gd name="connsiteX80" fmla="*/ 5186475 w 10678681"/>
              <a:gd name="connsiteY80" fmla="*/ 1257028 h 1342734"/>
              <a:gd name="connsiteX81" fmla="*/ 5126038 w 10678681"/>
              <a:gd name="connsiteY81" fmla="*/ 1263189 h 1342734"/>
              <a:gd name="connsiteX82" fmla="*/ 4894688 w 10678681"/>
              <a:gd name="connsiteY82" fmla="*/ 1247184 h 1342734"/>
              <a:gd name="connsiteX83" fmla="*/ 4788036 w 10678681"/>
              <a:gd name="connsiteY83" fmla="*/ 1238182 h 1342734"/>
              <a:gd name="connsiteX84" fmla="*/ 4747555 w 10678681"/>
              <a:gd name="connsiteY84" fmla="*/ 1252768 h 1342734"/>
              <a:gd name="connsiteX85" fmla="*/ 4679644 w 10678681"/>
              <a:gd name="connsiteY85" fmla="*/ 1276603 h 1342734"/>
              <a:gd name="connsiteX86" fmla="*/ 4632222 w 10678681"/>
              <a:gd name="connsiteY86" fmla="*/ 1318360 h 1342734"/>
              <a:gd name="connsiteX87" fmla="*/ 4617358 w 10678681"/>
              <a:gd name="connsiteY87" fmla="*/ 1327690 h 1342734"/>
              <a:gd name="connsiteX88" fmla="*/ 4589102 w 10678681"/>
              <a:gd name="connsiteY88" fmla="*/ 1321223 h 1342734"/>
              <a:gd name="connsiteX89" fmla="*/ 4578184 w 10678681"/>
              <a:gd name="connsiteY89" fmla="*/ 1326745 h 1342734"/>
              <a:gd name="connsiteX90" fmla="*/ 4574270 w 10678681"/>
              <a:gd name="connsiteY90" fmla="*/ 1325878 h 1342734"/>
              <a:gd name="connsiteX91" fmla="*/ 4564919 w 10678681"/>
              <a:gd name="connsiteY91" fmla="*/ 1325507 h 1342734"/>
              <a:gd name="connsiteX92" fmla="*/ 4566586 w 10678681"/>
              <a:gd name="connsiteY92" fmla="*/ 1316963 h 1342734"/>
              <a:gd name="connsiteX93" fmla="*/ 4556303 w 10678681"/>
              <a:gd name="connsiteY93" fmla="*/ 1300262 h 1342734"/>
              <a:gd name="connsiteX94" fmla="*/ 4502358 w 10678681"/>
              <a:gd name="connsiteY94" fmla="*/ 1302558 h 1342734"/>
              <a:gd name="connsiteX95" fmla="*/ 4498919 w 10678681"/>
              <a:gd name="connsiteY95" fmla="*/ 1312115 h 1342734"/>
              <a:gd name="connsiteX96" fmla="*/ 4492075 w 10678681"/>
              <a:gd name="connsiteY96" fmla="*/ 1313357 h 1342734"/>
              <a:gd name="connsiteX97" fmla="*/ 4487466 w 10678681"/>
              <a:gd name="connsiteY97" fmla="*/ 1304102 h 1342734"/>
              <a:gd name="connsiteX98" fmla="*/ 4398292 w 10678681"/>
              <a:gd name="connsiteY98" fmla="*/ 1278410 h 1342734"/>
              <a:gd name="connsiteX99" fmla="*/ 4306088 w 10678681"/>
              <a:gd name="connsiteY99" fmla="*/ 1282512 h 1342734"/>
              <a:gd name="connsiteX100" fmla="*/ 4188995 w 10678681"/>
              <a:gd name="connsiteY100" fmla="*/ 1296718 h 1342734"/>
              <a:gd name="connsiteX101" fmla="*/ 4136582 w 10678681"/>
              <a:gd name="connsiteY101" fmla="*/ 1287687 h 1342734"/>
              <a:gd name="connsiteX102" fmla="*/ 4064614 w 10678681"/>
              <a:gd name="connsiteY102" fmla="*/ 1296118 h 1342734"/>
              <a:gd name="connsiteX103" fmla="*/ 3900948 w 10678681"/>
              <a:gd name="connsiteY103" fmla="*/ 1322156 h 1342734"/>
              <a:gd name="connsiteX104" fmla="*/ 3787890 w 10678681"/>
              <a:gd name="connsiteY104" fmla="*/ 1322164 h 1342734"/>
              <a:gd name="connsiteX105" fmla="*/ 3745993 w 10678681"/>
              <a:gd name="connsiteY105" fmla="*/ 1342630 h 1342734"/>
              <a:gd name="connsiteX106" fmla="*/ 3675785 w 10678681"/>
              <a:gd name="connsiteY106" fmla="*/ 1326802 h 1342734"/>
              <a:gd name="connsiteX107" fmla="*/ 3623856 w 10678681"/>
              <a:gd name="connsiteY107" fmla="*/ 1290804 h 1342734"/>
              <a:gd name="connsiteX108" fmla="*/ 3564933 w 10678681"/>
              <a:gd name="connsiteY108" fmla="*/ 1287147 h 1342734"/>
              <a:gd name="connsiteX109" fmla="*/ 3550537 w 10678681"/>
              <a:gd name="connsiteY109" fmla="*/ 1317552 h 1342734"/>
              <a:gd name="connsiteX110" fmla="*/ 3487736 w 10678681"/>
              <a:gd name="connsiteY110" fmla="*/ 1303493 h 1342734"/>
              <a:gd name="connsiteX111" fmla="*/ 3392548 w 10678681"/>
              <a:gd name="connsiteY111" fmla="*/ 1278741 h 1342734"/>
              <a:gd name="connsiteX112" fmla="*/ 3337466 w 10678681"/>
              <a:gd name="connsiteY112" fmla="*/ 1272537 h 1342734"/>
              <a:gd name="connsiteX113" fmla="*/ 3175981 w 10678681"/>
              <a:gd name="connsiteY113" fmla="*/ 1208973 h 1342734"/>
              <a:gd name="connsiteX114" fmla="*/ 3036856 w 10678681"/>
              <a:gd name="connsiteY114" fmla="*/ 1214383 h 1342734"/>
              <a:gd name="connsiteX115" fmla="*/ 2824973 w 10678681"/>
              <a:gd name="connsiteY115" fmla="*/ 1134864 h 1342734"/>
              <a:gd name="connsiteX116" fmla="*/ 2804398 w 10678681"/>
              <a:gd name="connsiteY116" fmla="*/ 1125556 h 1342734"/>
              <a:gd name="connsiteX117" fmla="*/ 2736109 w 10678681"/>
              <a:gd name="connsiteY117" fmla="*/ 1137717 h 1342734"/>
              <a:gd name="connsiteX118" fmla="*/ 2659096 w 10678681"/>
              <a:gd name="connsiteY118" fmla="*/ 1150294 h 1342734"/>
              <a:gd name="connsiteX119" fmla="*/ 2567088 w 10678681"/>
              <a:gd name="connsiteY119" fmla="*/ 1181781 h 1342734"/>
              <a:gd name="connsiteX120" fmla="*/ 2454501 w 10678681"/>
              <a:gd name="connsiteY120" fmla="*/ 1155455 h 1342734"/>
              <a:gd name="connsiteX121" fmla="*/ 2385161 w 10678681"/>
              <a:gd name="connsiteY121" fmla="*/ 1161312 h 1342734"/>
              <a:gd name="connsiteX122" fmla="*/ 2273361 w 10678681"/>
              <a:gd name="connsiteY122" fmla="*/ 1134090 h 1342734"/>
              <a:gd name="connsiteX123" fmla="*/ 2132003 w 10678681"/>
              <a:gd name="connsiteY123" fmla="*/ 1139225 h 1342734"/>
              <a:gd name="connsiteX124" fmla="*/ 2041224 w 10678681"/>
              <a:gd name="connsiteY124" fmla="*/ 1147536 h 1342734"/>
              <a:gd name="connsiteX125" fmla="*/ 2010157 w 10678681"/>
              <a:gd name="connsiteY125" fmla="*/ 1152767 h 1342734"/>
              <a:gd name="connsiteX126" fmla="*/ 1859213 w 10678681"/>
              <a:gd name="connsiteY126" fmla="*/ 1199540 h 1342734"/>
              <a:gd name="connsiteX127" fmla="*/ 1735877 w 10678681"/>
              <a:gd name="connsiteY127" fmla="*/ 1246527 h 1342734"/>
              <a:gd name="connsiteX128" fmla="*/ 1705069 w 10678681"/>
              <a:gd name="connsiteY128" fmla="*/ 1251989 h 1342734"/>
              <a:gd name="connsiteX129" fmla="*/ 1307888 w 10678681"/>
              <a:gd name="connsiteY129" fmla="*/ 1283156 h 1342734"/>
              <a:gd name="connsiteX130" fmla="*/ 1220734 w 10678681"/>
              <a:gd name="connsiteY130" fmla="*/ 1257811 h 1342734"/>
              <a:gd name="connsiteX131" fmla="*/ 1021737 w 10678681"/>
              <a:gd name="connsiteY131" fmla="*/ 1238739 h 1342734"/>
              <a:gd name="connsiteX132" fmla="*/ 959820 w 10678681"/>
              <a:gd name="connsiteY132" fmla="*/ 1275863 h 1342734"/>
              <a:gd name="connsiteX133" fmla="*/ 929137 w 10678681"/>
              <a:gd name="connsiteY133" fmla="*/ 1273957 h 1342734"/>
              <a:gd name="connsiteX134" fmla="*/ 878849 w 10678681"/>
              <a:gd name="connsiteY134" fmla="*/ 1266740 h 1342734"/>
              <a:gd name="connsiteX135" fmla="*/ 800667 w 10678681"/>
              <a:gd name="connsiteY135" fmla="*/ 1282041 h 1342734"/>
              <a:gd name="connsiteX136" fmla="*/ 644906 w 10678681"/>
              <a:gd name="connsiteY136" fmla="*/ 1273685 h 1342734"/>
              <a:gd name="connsiteX137" fmla="*/ 379869 w 10678681"/>
              <a:gd name="connsiteY137" fmla="*/ 1339165 h 1342734"/>
              <a:gd name="connsiteX138" fmla="*/ 137696 w 10678681"/>
              <a:gd name="connsiteY138" fmla="*/ 1319217 h 1342734"/>
              <a:gd name="connsiteX139" fmla="*/ 54250 w 10678681"/>
              <a:gd name="connsiteY139" fmla="*/ 1315838 h 1342734"/>
              <a:gd name="connsiteX140" fmla="*/ 28042 w 10678681"/>
              <a:gd name="connsiteY140" fmla="*/ 1297822 h 1342734"/>
              <a:gd name="connsiteX141" fmla="*/ 0 w 10678681"/>
              <a:gd name="connsiteY141" fmla="*/ 1294612 h 1342734"/>
              <a:gd name="connsiteX142" fmla="*/ 0 w 10678681"/>
              <a:gd name="connsiteY142" fmla="*/ 0 h 1342734"/>
              <a:gd name="connsiteX0" fmla="*/ 0 w 10678681"/>
              <a:gd name="connsiteY0" fmla="*/ 0 h 1342734"/>
              <a:gd name="connsiteX1" fmla="*/ 10678681 w 10678681"/>
              <a:gd name="connsiteY1" fmla="*/ 0 h 1342734"/>
              <a:gd name="connsiteX2" fmla="*/ 10666019 w 10678681"/>
              <a:gd name="connsiteY2" fmla="*/ 7876 h 1342734"/>
              <a:gd name="connsiteX3" fmla="*/ 10632825 w 10678681"/>
              <a:gd name="connsiteY3" fmla="*/ 32153 h 1342734"/>
              <a:gd name="connsiteX4" fmla="*/ 10516219 w 10678681"/>
              <a:gd name="connsiteY4" fmla="*/ 45588 h 1342734"/>
              <a:gd name="connsiteX5" fmla="*/ 10456989 w 10678681"/>
              <a:gd name="connsiteY5" fmla="*/ 979 h 1342734"/>
              <a:gd name="connsiteX6" fmla="*/ 10438642 w 10678681"/>
              <a:gd name="connsiteY6" fmla="*/ 1524 h 1342734"/>
              <a:gd name="connsiteX7" fmla="*/ 10407146 w 10678681"/>
              <a:gd name="connsiteY7" fmla="*/ 43659 h 1342734"/>
              <a:gd name="connsiteX8" fmla="*/ 10341159 w 10678681"/>
              <a:gd name="connsiteY8" fmla="*/ 103824 h 1342734"/>
              <a:gd name="connsiteX9" fmla="*/ 10244930 w 10678681"/>
              <a:gd name="connsiteY9" fmla="*/ 94599 h 1342734"/>
              <a:gd name="connsiteX10" fmla="*/ 10115334 w 10678681"/>
              <a:gd name="connsiteY10" fmla="*/ 155658 h 1342734"/>
              <a:gd name="connsiteX11" fmla="*/ 10068157 w 10678681"/>
              <a:gd name="connsiteY11" fmla="*/ 215673 h 1342734"/>
              <a:gd name="connsiteX12" fmla="*/ 10045431 w 10678681"/>
              <a:gd name="connsiteY12" fmla="*/ 229568 h 1342734"/>
              <a:gd name="connsiteX13" fmla="*/ 9929077 w 10678681"/>
              <a:gd name="connsiteY13" fmla="*/ 254478 h 1342734"/>
              <a:gd name="connsiteX14" fmla="*/ 9840045 w 10678681"/>
              <a:gd name="connsiteY14" fmla="*/ 223033 h 1342734"/>
              <a:gd name="connsiteX15" fmla="*/ 9679638 w 10678681"/>
              <a:gd name="connsiteY15" fmla="*/ 277462 h 1342734"/>
              <a:gd name="connsiteX16" fmla="*/ 9498347 w 10678681"/>
              <a:gd name="connsiteY16" fmla="*/ 244723 h 1342734"/>
              <a:gd name="connsiteX17" fmla="*/ 9399702 w 10678681"/>
              <a:gd name="connsiteY17" fmla="*/ 276316 h 1342734"/>
              <a:gd name="connsiteX18" fmla="*/ 9378439 w 10678681"/>
              <a:gd name="connsiteY18" fmla="*/ 326244 h 1342734"/>
              <a:gd name="connsiteX19" fmla="*/ 9121744 w 10678681"/>
              <a:gd name="connsiteY19" fmla="*/ 365177 h 1342734"/>
              <a:gd name="connsiteX20" fmla="*/ 9061654 w 10678681"/>
              <a:gd name="connsiteY20" fmla="*/ 393730 h 1342734"/>
              <a:gd name="connsiteX21" fmla="*/ 8997577 w 10678681"/>
              <a:gd name="connsiteY21" fmla="*/ 380865 h 1342734"/>
              <a:gd name="connsiteX22" fmla="*/ 8907968 w 10678681"/>
              <a:gd name="connsiteY22" fmla="*/ 447345 h 1342734"/>
              <a:gd name="connsiteX23" fmla="*/ 8764163 w 10678681"/>
              <a:gd name="connsiteY23" fmla="*/ 471000 h 1342734"/>
              <a:gd name="connsiteX24" fmla="*/ 8680155 w 10678681"/>
              <a:gd name="connsiteY24" fmla="*/ 492404 h 1342734"/>
              <a:gd name="connsiteX25" fmla="*/ 8651436 w 10678681"/>
              <a:gd name="connsiteY25" fmla="*/ 511923 h 1342734"/>
              <a:gd name="connsiteX26" fmla="*/ 8609185 w 10678681"/>
              <a:gd name="connsiteY26" fmla="*/ 531525 h 1342734"/>
              <a:gd name="connsiteX27" fmla="*/ 8537091 w 10678681"/>
              <a:gd name="connsiteY27" fmla="*/ 574933 h 1342734"/>
              <a:gd name="connsiteX28" fmla="*/ 8435931 w 10678681"/>
              <a:gd name="connsiteY28" fmla="*/ 617926 h 1342734"/>
              <a:gd name="connsiteX29" fmla="*/ 8348623 w 10678681"/>
              <a:gd name="connsiteY29" fmla="*/ 600607 h 1342734"/>
              <a:gd name="connsiteX30" fmla="*/ 8344233 w 10678681"/>
              <a:gd name="connsiteY30" fmla="*/ 610922 h 1342734"/>
              <a:gd name="connsiteX31" fmla="*/ 8290622 w 10678681"/>
              <a:gd name="connsiteY31" fmla="*/ 622687 h 1342734"/>
              <a:gd name="connsiteX32" fmla="*/ 8086698 w 10678681"/>
              <a:gd name="connsiteY32" fmla="*/ 605185 h 1342734"/>
              <a:gd name="connsiteX33" fmla="*/ 7982378 w 10678681"/>
              <a:gd name="connsiteY33" fmla="*/ 629799 h 1342734"/>
              <a:gd name="connsiteX34" fmla="*/ 7947952 w 10678681"/>
              <a:gd name="connsiteY34" fmla="*/ 648003 h 1342734"/>
              <a:gd name="connsiteX35" fmla="*/ 7890112 w 10678681"/>
              <a:gd name="connsiteY35" fmla="*/ 677915 h 1342734"/>
              <a:gd name="connsiteX36" fmla="*/ 7853284 w 10678681"/>
              <a:gd name="connsiteY36" fmla="*/ 723588 h 1342734"/>
              <a:gd name="connsiteX37" fmla="*/ 7802383 w 10678681"/>
              <a:gd name="connsiteY37" fmla="*/ 739359 h 1342734"/>
              <a:gd name="connsiteX38" fmla="*/ 7730518 w 10678681"/>
              <a:gd name="connsiteY38" fmla="*/ 739526 h 1342734"/>
              <a:gd name="connsiteX39" fmla="*/ 7652907 w 10678681"/>
              <a:gd name="connsiteY39" fmla="*/ 783273 h 1342734"/>
              <a:gd name="connsiteX40" fmla="*/ 7606008 w 10678681"/>
              <a:gd name="connsiteY40" fmla="*/ 800717 h 1342734"/>
              <a:gd name="connsiteX41" fmla="*/ 7480223 w 10678681"/>
              <a:gd name="connsiteY41" fmla="*/ 856821 h 1342734"/>
              <a:gd name="connsiteX42" fmla="*/ 7356005 w 10678681"/>
              <a:gd name="connsiteY42" fmla="*/ 919462 h 1342734"/>
              <a:gd name="connsiteX43" fmla="*/ 7305396 w 10678681"/>
              <a:gd name="connsiteY43" fmla="*/ 986228 h 1342734"/>
              <a:gd name="connsiteX44" fmla="*/ 7266251 w 10678681"/>
              <a:gd name="connsiteY44" fmla="*/ 967864 h 1342734"/>
              <a:gd name="connsiteX45" fmla="*/ 7269396 w 10678681"/>
              <a:gd name="connsiteY45" fmla="*/ 989282 h 1342734"/>
              <a:gd name="connsiteX46" fmla="*/ 7258094 w 10678681"/>
              <a:gd name="connsiteY46" fmla="*/ 990679 h 1342734"/>
              <a:gd name="connsiteX47" fmla="*/ 7257893 w 10678681"/>
              <a:gd name="connsiteY47" fmla="*/ 991204 h 1342734"/>
              <a:gd name="connsiteX48" fmla="*/ 7247153 w 10678681"/>
              <a:gd name="connsiteY48" fmla="*/ 991550 h 1342734"/>
              <a:gd name="connsiteX49" fmla="*/ 7193612 w 10678681"/>
              <a:gd name="connsiteY49" fmla="*/ 987042 h 1342734"/>
              <a:gd name="connsiteX50" fmla="*/ 7132632 w 10678681"/>
              <a:gd name="connsiteY50" fmla="*/ 1042036 h 1342734"/>
              <a:gd name="connsiteX51" fmla="*/ 7105610 w 10678681"/>
              <a:gd name="connsiteY51" fmla="*/ 1053537 h 1342734"/>
              <a:gd name="connsiteX52" fmla="*/ 7069148 w 10678681"/>
              <a:gd name="connsiteY52" fmla="*/ 1047163 h 1342734"/>
              <a:gd name="connsiteX53" fmla="*/ 7039634 w 10678681"/>
              <a:gd name="connsiteY53" fmla="*/ 1059971 h 1342734"/>
              <a:gd name="connsiteX54" fmla="*/ 7033445 w 10678681"/>
              <a:gd name="connsiteY54" fmla="*/ 1063314 h 1342734"/>
              <a:gd name="connsiteX55" fmla="*/ 6999157 w 10678681"/>
              <a:gd name="connsiteY55" fmla="*/ 1055282 h 1342734"/>
              <a:gd name="connsiteX56" fmla="*/ 6981874 w 10678681"/>
              <a:gd name="connsiteY56" fmla="*/ 1053827 h 1342734"/>
              <a:gd name="connsiteX57" fmla="*/ 6976102 w 10678681"/>
              <a:gd name="connsiteY57" fmla="*/ 1047854 h 1342734"/>
              <a:gd name="connsiteX58" fmla="*/ 6951040 w 10678681"/>
              <a:gd name="connsiteY58" fmla="*/ 1048531 h 1342734"/>
              <a:gd name="connsiteX59" fmla="*/ 6948497 w 10678681"/>
              <a:gd name="connsiteY59" fmla="*/ 1050706 h 1342734"/>
              <a:gd name="connsiteX60" fmla="*/ 6926582 w 10678681"/>
              <a:gd name="connsiteY60" fmla="*/ 1043462 h 1342734"/>
              <a:gd name="connsiteX61" fmla="*/ 6833743 w 10678681"/>
              <a:gd name="connsiteY61" fmla="*/ 1027960 h 1342734"/>
              <a:gd name="connsiteX62" fmla="*/ 6687090 w 10678681"/>
              <a:gd name="connsiteY62" fmla="*/ 1063250 h 1342734"/>
              <a:gd name="connsiteX63" fmla="*/ 6437450 w 10678681"/>
              <a:gd name="connsiteY63" fmla="*/ 1101075 h 1342734"/>
              <a:gd name="connsiteX64" fmla="*/ 6327795 w 10678681"/>
              <a:gd name="connsiteY64" fmla="*/ 1088142 h 1342734"/>
              <a:gd name="connsiteX65" fmla="*/ 6136549 w 10678681"/>
              <a:gd name="connsiteY65" fmla="*/ 1100268 h 1342734"/>
              <a:gd name="connsiteX66" fmla="*/ 6004655 w 10678681"/>
              <a:gd name="connsiteY66" fmla="*/ 1114946 h 1342734"/>
              <a:gd name="connsiteX67" fmla="*/ 5936643 w 10678681"/>
              <a:gd name="connsiteY67" fmla="*/ 1095428 h 1342734"/>
              <a:gd name="connsiteX68" fmla="*/ 5912484 w 10678681"/>
              <a:gd name="connsiteY68" fmla="*/ 1112624 h 1342734"/>
              <a:gd name="connsiteX69" fmla="*/ 5908387 w 10678681"/>
              <a:gd name="connsiteY69" fmla="*/ 1116018 h 1342734"/>
              <a:gd name="connsiteX70" fmla="*/ 5890495 w 10678681"/>
              <a:gd name="connsiteY70" fmla="*/ 1120268 h 1342734"/>
              <a:gd name="connsiteX71" fmla="*/ 5887318 w 10678681"/>
              <a:gd name="connsiteY71" fmla="*/ 1133134 h 1342734"/>
              <a:gd name="connsiteX72" fmla="*/ 5861726 w 10678681"/>
              <a:gd name="connsiteY72" fmla="*/ 1147891 h 1342734"/>
              <a:gd name="connsiteX73" fmla="*/ 5805823 w 10678681"/>
              <a:gd name="connsiteY73" fmla="*/ 1152457 h 1342734"/>
              <a:gd name="connsiteX74" fmla="*/ 5689841 w 10678681"/>
              <a:gd name="connsiteY74" fmla="*/ 1176232 h 1342734"/>
              <a:gd name="connsiteX75" fmla="*/ 5605119 w 10678681"/>
              <a:gd name="connsiteY75" fmla="*/ 1190202 h 1342734"/>
              <a:gd name="connsiteX76" fmla="*/ 5488513 w 10678681"/>
              <a:gd name="connsiteY76" fmla="*/ 1205367 h 1342734"/>
              <a:gd name="connsiteX77" fmla="*/ 5402905 w 10678681"/>
              <a:gd name="connsiteY77" fmla="*/ 1241191 h 1342734"/>
              <a:gd name="connsiteX78" fmla="*/ 5285593 w 10678681"/>
              <a:gd name="connsiteY78" fmla="*/ 1273569 h 1342734"/>
              <a:gd name="connsiteX79" fmla="*/ 5192893 w 10678681"/>
              <a:gd name="connsiteY79" fmla="*/ 1247188 h 1342734"/>
              <a:gd name="connsiteX80" fmla="*/ 5186475 w 10678681"/>
              <a:gd name="connsiteY80" fmla="*/ 1257028 h 1342734"/>
              <a:gd name="connsiteX81" fmla="*/ 5126038 w 10678681"/>
              <a:gd name="connsiteY81" fmla="*/ 1263189 h 1342734"/>
              <a:gd name="connsiteX82" fmla="*/ 4894688 w 10678681"/>
              <a:gd name="connsiteY82" fmla="*/ 1247184 h 1342734"/>
              <a:gd name="connsiteX83" fmla="*/ 4788036 w 10678681"/>
              <a:gd name="connsiteY83" fmla="*/ 1238182 h 1342734"/>
              <a:gd name="connsiteX84" fmla="*/ 4747555 w 10678681"/>
              <a:gd name="connsiteY84" fmla="*/ 1252768 h 1342734"/>
              <a:gd name="connsiteX85" fmla="*/ 4679644 w 10678681"/>
              <a:gd name="connsiteY85" fmla="*/ 1276603 h 1342734"/>
              <a:gd name="connsiteX86" fmla="*/ 4632222 w 10678681"/>
              <a:gd name="connsiteY86" fmla="*/ 1318360 h 1342734"/>
              <a:gd name="connsiteX87" fmla="*/ 4617358 w 10678681"/>
              <a:gd name="connsiteY87" fmla="*/ 1327690 h 1342734"/>
              <a:gd name="connsiteX88" fmla="*/ 4589102 w 10678681"/>
              <a:gd name="connsiteY88" fmla="*/ 1321223 h 1342734"/>
              <a:gd name="connsiteX89" fmla="*/ 4578184 w 10678681"/>
              <a:gd name="connsiteY89" fmla="*/ 1326745 h 1342734"/>
              <a:gd name="connsiteX90" fmla="*/ 4574270 w 10678681"/>
              <a:gd name="connsiteY90" fmla="*/ 1325878 h 1342734"/>
              <a:gd name="connsiteX91" fmla="*/ 4564919 w 10678681"/>
              <a:gd name="connsiteY91" fmla="*/ 1325507 h 1342734"/>
              <a:gd name="connsiteX92" fmla="*/ 4566586 w 10678681"/>
              <a:gd name="connsiteY92" fmla="*/ 1316963 h 1342734"/>
              <a:gd name="connsiteX93" fmla="*/ 4556303 w 10678681"/>
              <a:gd name="connsiteY93" fmla="*/ 1300262 h 1342734"/>
              <a:gd name="connsiteX94" fmla="*/ 4502358 w 10678681"/>
              <a:gd name="connsiteY94" fmla="*/ 1302558 h 1342734"/>
              <a:gd name="connsiteX95" fmla="*/ 4498919 w 10678681"/>
              <a:gd name="connsiteY95" fmla="*/ 1312115 h 1342734"/>
              <a:gd name="connsiteX96" fmla="*/ 4492075 w 10678681"/>
              <a:gd name="connsiteY96" fmla="*/ 1313357 h 1342734"/>
              <a:gd name="connsiteX97" fmla="*/ 4487466 w 10678681"/>
              <a:gd name="connsiteY97" fmla="*/ 1304102 h 1342734"/>
              <a:gd name="connsiteX98" fmla="*/ 4398292 w 10678681"/>
              <a:gd name="connsiteY98" fmla="*/ 1278410 h 1342734"/>
              <a:gd name="connsiteX99" fmla="*/ 4306088 w 10678681"/>
              <a:gd name="connsiteY99" fmla="*/ 1282512 h 1342734"/>
              <a:gd name="connsiteX100" fmla="*/ 4188995 w 10678681"/>
              <a:gd name="connsiteY100" fmla="*/ 1296718 h 1342734"/>
              <a:gd name="connsiteX101" fmla="*/ 4136582 w 10678681"/>
              <a:gd name="connsiteY101" fmla="*/ 1287687 h 1342734"/>
              <a:gd name="connsiteX102" fmla="*/ 4064614 w 10678681"/>
              <a:gd name="connsiteY102" fmla="*/ 1296118 h 1342734"/>
              <a:gd name="connsiteX103" fmla="*/ 3900948 w 10678681"/>
              <a:gd name="connsiteY103" fmla="*/ 1322156 h 1342734"/>
              <a:gd name="connsiteX104" fmla="*/ 3787890 w 10678681"/>
              <a:gd name="connsiteY104" fmla="*/ 1322164 h 1342734"/>
              <a:gd name="connsiteX105" fmla="*/ 3745993 w 10678681"/>
              <a:gd name="connsiteY105" fmla="*/ 1342630 h 1342734"/>
              <a:gd name="connsiteX106" fmla="*/ 3675785 w 10678681"/>
              <a:gd name="connsiteY106" fmla="*/ 1326802 h 1342734"/>
              <a:gd name="connsiteX107" fmla="*/ 3623856 w 10678681"/>
              <a:gd name="connsiteY107" fmla="*/ 1290804 h 1342734"/>
              <a:gd name="connsiteX108" fmla="*/ 3564933 w 10678681"/>
              <a:gd name="connsiteY108" fmla="*/ 1287147 h 1342734"/>
              <a:gd name="connsiteX109" fmla="*/ 3550537 w 10678681"/>
              <a:gd name="connsiteY109" fmla="*/ 1317552 h 1342734"/>
              <a:gd name="connsiteX110" fmla="*/ 3487736 w 10678681"/>
              <a:gd name="connsiteY110" fmla="*/ 1303493 h 1342734"/>
              <a:gd name="connsiteX111" fmla="*/ 3392548 w 10678681"/>
              <a:gd name="connsiteY111" fmla="*/ 1278741 h 1342734"/>
              <a:gd name="connsiteX112" fmla="*/ 3337466 w 10678681"/>
              <a:gd name="connsiteY112" fmla="*/ 1272537 h 1342734"/>
              <a:gd name="connsiteX113" fmla="*/ 3175981 w 10678681"/>
              <a:gd name="connsiteY113" fmla="*/ 1208973 h 1342734"/>
              <a:gd name="connsiteX114" fmla="*/ 3036856 w 10678681"/>
              <a:gd name="connsiteY114" fmla="*/ 1214383 h 1342734"/>
              <a:gd name="connsiteX115" fmla="*/ 2824973 w 10678681"/>
              <a:gd name="connsiteY115" fmla="*/ 1134864 h 1342734"/>
              <a:gd name="connsiteX116" fmla="*/ 2804398 w 10678681"/>
              <a:gd name="connsiteY116" fmla="*/ 1125556 h 1342734"/>
              <a:gd name="connsiteX117" fmla="*/ 2736109 w 10678681"/>
              <a:gd name="connsiteY117" fmla="*/ 1137717 h 1342734"/>
              <a:gd name="connsiteX118" fmla="*/ 2659096 w 10678681"/>
              <a:gd name="connsiteY118" fmla="*/ 1150294 h 1342734"/>
              <a:gd name="connsiteX119" fmla="*/ 2567088 w 10678681"/>
              <a:gd name="connsiteY119" fmla="*/ 1181781 h 1342734"/>
              <a:gd name="connsiteX120" fmla="*/ 2454501 w 10678681"/>
              <a:gd name="connsiteY120" fmla="*/ 1155455 h 1342734"/>
              <a:gd name="connsiteX121" fmla="*/ 2385161 w 10678681"/>
              <a:gd name="connsiteY121" fmla="*/ 1161312 h 1342734"/>
              <a:gd name="connsiteX122" fmla="*/ 2273361 w 10678681"/>
              <a:gd name="connsiteY122" fmla="*/ 1134090 h 1342734"/>
              <a:gd name="connsiteX123" fmla="*/ 2132003 w 10678681"/>
              <a:gd name="connsiteY123" fmla="*/ 1139225 h 1342734"/>
              <a:gd name="connsiteX124" fmla="*/ 2041224 w 10678681"/>
              <a:gd name="connsiteY124" fmla="*/ 1147536 h 1342734"/>
              <a:gd name="connsiteX125" fmla="*/ 2010157 w 10678681"/>
              <a:gd name="connsiteY125" fmla="*/ 1152767 h 1342734"/>
              <a:gd name="connsiteX126" fmla="*/ 1859213 w 10678681"/>
              <a:gd name="connsiteY126" fmla="*/ 1199540 h 1342734"/>
              <a:gd name="connsiteX127" fmla="*/ 1735877 w 10678681"/>
              <a:gd name="connsiteY127" fmla="*/ 1246527 h 1342734"/>
              <a:gd name="connsiteX128" fmla="*/ 1705069 w 10678681"/>
              <a:gd name="connsiteY128" fmla="*/ 1251989 h 1342734"/>
              <a:gd name="connsiteX129" fmla="*/ 1307888 w 10678681"/>
              <a:gd name="connsiteY129" fmla="*/ 1283156 h 1342734"/>
              <a:gd name="connsiteX130" fmla="*/ 1220734 w 10678681"/>
              <a:gd name="connsiteY130" fmla="*/ 1257811 h 1342734"/>
              <a:gd name="connsiteX131" fmla="*/ 1021737 w 10678681"/>
              <a:gd name="connsiteY131" fmla="*/ 1238739 h 1342734"/>
              <a:gd name="connsiteX132" fmla="*/ 959820 w 10678681"/>
              <a:gd name="connsiteY132" fmla="*/ 1275863 h 1342734"/>
              <a:gd name="connsiteX133" fmla="*/ 929137 w 10678681"/>
              <a:gd name="connsiteY133" fmla="*/ 1273957 h 1342734"/>
              <a:gd name="connsiteX134" fmla="*/ 878849 w 10678681"/>
              <a:gd name="connsiteY134" fmla="*/ 1266740 h 1342734"/>
              <a:gd name="connsiteX135" fmla="*/ 800667 w 10678681"/>
              <a:gd name="connsiteY135" fmla="*/ 1282041 h 1342734"/>
              <a:gd name="connsiteX136" fmla="*/ 644906 w 10678681"/>
              <a:gd name="connsiteY136" fmla="*/ 1273685 h 1342734"/>
              <a:gd name="connsiteX137" fmla="*/ 379869 w 10678681"/>
              <a:gd name="connsiteY137" fmla="*/ 1339165 h 1342734"/>
              <a:gd name="connsiteX138" fmla="*/ 137696 w 10678681"/>
              <a:gd name="connsiteY138" fmla="*/ 1319217 h 1342734"/>
              <a:gd name="connsiteX139" fmla="*/ 54250 w 10678681"/>
              <a:gd name="connsiteY139" fmla="*/ 1315838 h 1342734"/>
              <a:gd name="connsiteX140" fmla="*/ 28042 w 10678681"/>
              <a:gd name="connsiteY140" fmla="*/ 1297822 h 1342734"/>
              <a:gd name="connsiteX141" fmla="*/ 0 w 10678681"/>
              <a:gd name="connsiteY141" fmla="*/ 1294612 h 1342734"/>
              <a:gd name="connsiteX142" fmla="*/ 0 w 10678681"/>
              <a:gd name="connsiteY142" fmla="*/ 0 h 1342734"/>
              <a:gd name="connsiteX0" fmla="*/ 0 w 10678681"/>
              <a:gd name="connsiteY0" fmla="*/ 0 h 1342734"/>
              <a:gd name="connsiteX1" fmla="*/ 10678681 w 10678681"/>
              <a:gd name="connsiteY1" fmla="*/ 0 h 1342734"/>
              <a:gd name="connsiteX2" fmla="*/ 10666019 w 10678681"/>
              <a:gd name="connsiteY2" fmla="*/ 7876 h 1342734"/>
              <a:gd name="connsiteX3" fmla="*/ 10632825 w 10678681"/>
              <a:gd name="connsiteY3" fmla="*/ 32153 h 1342734"/>
              <a:gd name="connsiteX4" fmla="*/ 10516219 w 10678681"/>
              <a:gd name="connsiteY4" fmla="*/ 45588 h 1342734"/>
              <a:gd name="connsiteX5" fmla="*/ 10456989 w 10678681"/>
              <a:gd name="connsiteY5" fmla="*/ 979 h 1342734"/>
              <a:gd name="connsiteX6" fmla="*/ 10438642 w 10678681"/>
              <a:gd name="connsiteY6" fmla="*/ 1524 h 1342734"/>
              <a:gd name="connsiteX7" fmla="*/ 10407146 w 10678681"/>
              <a:gd name="connsiteY7" fmla="*/ 43659 h 1342734"/>
              <a:gd name="connsiteX8" fmla="*/ 10341159 w 10678681"/>
              <a:gd name="connsiteY8" fmla="*/ 103824 h 1342734"/>
              <a:gd name="connsiteX9" fmla="*/ 10244930 w 10678681"/>
              <a:gd name="connsiteY9" fmla="*/ 94599 h 1342734"/>
              <a:gd name="connsiteX10" fmla="*/ 10115334 w 10678681"/>
              <a:gd name="connsiteY10" fmla="*/ 155658 h 1342734"/>
              <a:gd name="connsiteX11" fmla="*/ 10068157 w 10678681"/>
              <a:gd name="connsiteY11" fmla="*/ 215673 h 1342734"/>
              <a:gd name="connsiteX12" fmla="*/ 10045431 w 10678681"/>
              <a:gd name="connsiteY12" fmla="*/ 229568 h 1342734"/>
              <a:gd name="connsiteX13" fmla="*/ 9929077 w 10678681"/>
              <a:gd name="connsiteY13" fmla="*/ 254478 h 1342734"/>
              <a:gd name="connsiteX14" fmla="*/ 9840045 w 10678681"/>
              <a:gd name="connsiteY14" fmla="*/ 223033 h 1342734"/>
              <a:gd name="connsiteX15" fmla="*/ 9679638 w 10678681"/>
              <a:gd name="connsiteY15" fmla="*/ 277462 h 1342734"/>
              <a:gd name="connsiteX16" fmla="*/ 9498347 w 10678681"/>
              <a:gd name="connsiteY16" fmla="*/ 244723 h 1342734"/>
              <a:gd name="connsiteX17" fmla="*/ 9399702 w 10678681"/>
              <a:gd name="connsiteY17" fmla="*/ 276316 h 1342734"/>
              <a:gd name="connsiteX18" fmla="*/ 9322314 w 10678681"/>
              <a:gd name="connsiteY18" fmla="*/ 333814 h 1342734"/>
              <a:gd name="connsiteX19" fmla="*/ 9121744 w 10678681"/>
              <a:gd name="connsiteY19" fmla="*/ 365177 h 1342734"/>
              <a:gd name="connsiteX20" fmla="*/ 9061654 w 10678681"/>
              <a:gd name="connsiteY20" fmla="*/ 393730 h 1342734"/>
              <a:gd name="connsiteX21" fmla="*/ 8997577 w 10678681"/>
              <a:gd name="connsiteY21" fmla="*/ 380865 h 1342734"/>
              <a:gd name="connsiteX22" fmla="*/ 8907968 w 10678681"/>
              <a:gd name="connsiteY22" fmla="*/ 447345 h 1342734"/>
              <a:gd name="connsiteX23" fmla="*/ 8764163 w 10678681"/>
              <a:gd name="connsiteY23" fmla="*/ 471000 h 1342734"/>
              <a:gd name="connsiteX24" fmla="*/ 8680155 w 10678681"/>
              <a:gd name="connsiteY24" fmla="*/ 492404 h 1342734"/>
              <a:gd name="connsiteX25" fmla="*/ 8651436 w 10678681"/>
              <a:gd name="connsiteY25" fmla="*/ 511923 h 1342734"/>
              <a:gd name="connsiteX26" fmla="*/ 8609185 w 10678681"/>
              <a:gd name="connsiteY26" fmla="*/ 531525 h 1342734"/>
              <a:gd name="connsiteX27" fmla="*/ 8537091 w 10678681"/>
              <a:gd name="connsiteY27" fmla="*/ 574933 h 1342734"/>
              <a:gd name="connsiteX28" fmla="*/ 8435931 w 10678681"/>
              <a:gd name="connsiteY28" fmla="*/ 617926 h 1342734"/>
              <a:gd name="connsiteX29" fmla="*/ 8348623 w 10678681"/>
              <a:gd name="connsiteY29" fmla="*/ 600607 h 1342734"/>
              <a:gd name="connsiteX30" fmla="*/ 8344233 w 10678681"/>
              <a:gd name="connsiteY30" fmla="*/ 610922 h 1342734"/>
              <a:gd name="connsiteX31" fmla="*/ 8290622 w 10678681"/>
              <a:gd name="connsiteY31" fmla="*/ 622687 h 1342734"/>
              <a:gd name="connsiteX32" fmla="*/ 8086698 w 10678681"/>
              <a:gd name="connsiteY32" fmla="*/ 605185 h 1342734"/>
              <a:gd name="connsiteX33" fmla="*/ 7982378 w 10678681"/>
              <a:gd name="connsiteY33" fmla="*/ 629799 h 1342734"/>
              <a:gd name="connsiteX34" fmla="*/ 7947952 w 10678681"/>
              <a:gd name="connsiteY34" fmla="*/ 648003 h 1342734"/>
              <a:gd name="connsiteX35" fmla="*/ 7890112 w 10678681"/>
              <a:gd name="connsiteY35" fmla="*/ 677915 h 1342734"/>
              <a:gd name="connsiteX36" fmla="*/ 7853284 w 10678681"/>
              <a:gd name="connsiteY36" fmla="*/ 723588 h 1342734"/>
              <a:gd name="connsiteX37" fmla="*/ 7802383 w 10678681"/>
              <a:gd name="connsiteY37" fmla="*/ 739359 h 1342734"/>
              <a:gd name="connsiteX38" fmla="*/ 7730518 w 10678681"/>
              <a:gd name="connsiteY38" fmla="*/ 739526 h 1342734"/>
              <a:gd name="connsiteX39" fmla="*/ 7652907 w 10678681"/>
              <a:gd name="connsiteY39" fmla="*/ 783273 h 1342734"/>
              <a:gd name="connsiteX40" fmla="*/ 7606008 w 10678681"/>
              <a:gd name="connsiteY40" fmla="*/ 800717 h 1342734"/>
              <a:gd name="connsiteX41" fmla="*/ 7480223 w 10678681"/>
              <a:gd name="connsiteY41" fmla="*/ 856821 h 1342734"/>
              <a:gd name="connsiteX42" fmla="*/ 7356005 w 10678681"/>
              <a:gd name="connsiteY42" fmla="*/ 919462 h 1342734"/>
              <a:gd name="connsiteX43" fmla="*/ 7305396 w 10678681"/>
              <a:gd name="connsiteY43" fmla="*/ 986228 h 1342734"/>
              <a:gd name="connsiteX44" fmla="*/ 7266251 w 10678681"/>
              <a:gd name="connsiteY44" fmla="*/ 967864 h 1342734"/>
              <a:gd name="connsiteX45" fmla="*/ 7269396 w 10678681"/>
              <a:gd name="connsiteY45" fmla="*/ 989282 h 1342734"/>
              <a:gd name="connsiteX46" fmla="*/ 7258094 w 10678681"/>
              <a:gd name="connsiteY46" fmla="*/ 990679 h 1342734"/>
              <a:gd name="connsiteX47" fmla="*/ 7257893 w 10678681"/>
              <a:gd name="connsiteY47" fmla="*/ 991204 h 1342734"/>
              <a:gd name="connsiteX48" fmla="*/ 7247153 w 10678681"/>
              <a:gd name="connsiteY48" fmla="*/ 991550 h 1342734"/>
              <a:gd name="connsiteX49" fmla="*/ 7193612 w 10678681"/>
              <a:gd name="connsiteY49" fmla="*/ 987042 h 1342734"/>
              <a:gd name="connsiteX50" fmla="*/ 7132632 w 10678681"/>
              <a:gd name="connsiteY50" fmla="*/ 1042036 h 1342734"/>
              <a:gd name="connsiteX51" fmla="*/ 7105610 w 10678681"/>
              <a:gd name="connsiteY51" fmla="*/ 1053537 h 1342734"/>
              <a:gd name="connsiteX52" fmla="*/ 7069148 w 10678681"/>
              <a:gd name="connsiteY52" fmla="*/ 1047163 h 1342734"/>
              <a:gd name="connsiteX53" fmla="*/ 7039634 w 10678681"/>
              <a:gd name="connsiteY53" fmla="*/ 1059971 h 1342734"/>
              <a:gd name="connsiteX54" fmla="*/ 7033445 w 10678681"/>
              <a:gd name="connsiteY54" fmla="*/ 1063314 h 1342734"/>
              <a:gd name="connsiteX55" fmla="*/ 6999157 w 10678681"/>
              <a:gd name="connsiteY55" fmla="*/ 1055282 h 1342734"/>
              <a:gd name="connsiteX56" fmla="*/ 6981874 w 10678681"/>
              <a:gd name="connsiteY56" fmla="*/ 1053827 h 1342734"/>
              <a:gd name="connsiteX57" fmla="*/ 6976102 w 10678681"/>
              <a:gd name="connsiteY57" fmla="*/ 1047854 h 1342734"/>
              <a:gd name="connsiteX58" fmla="*/ 6951040 w 10678681"/>
              <a:gd name="connsiteY58" fmla="*/ 1048531 h 1342734"/>
              <a:gd name="connsiteX59" fmla="*/ 6948497 w 10678681"/>
              <a:gd name="connsiteY59" fmla="*/ 1050706 h 1342734"/>
              <a:gd name="connsiteX60" fmla="*/ 6926582 w 10678681"/>
              <a:gd name="connsiteY60" fmla="*/ 1043462 h 1342734"/>
              <a:gd name="connsiteX61" fmla="*/ 6833743 w 10678681"/>
              <a:gd name="connsiteY61" fmla="*/ 1027960 h 1342734"/>
              <a:gd name="connsiteX62" fmla="*/ 6687090 w 10678681"/>
              <a:gd name="connsiteY62" fmla="*/ 1063250 h 1342734"/>
              <a:gd name="connsiteX63" fmla="*/ 6437450 w 10678681"/>
              <a:gd name="connsiteY63" fmla="*/ 1101075 h 1342734"/>
              <a:gd name="connsiteX64" fmla="*/ 6327795 w 10678681"/>
              <a:gd name="connsiteY64" fmla="*/ 1088142 h 1342734"/>
              <a:gd name="connsiteX65" fmla="*/ 6136549 w 10678681"/>
              <a:gd name="connsiteY65" fmla="*/ 1100268 h 1342734"/>
              <a:gd name="connsiteX66" fmla="*/ 6004655 w 10678681"/>
              <a:gd name="connsiteY66" fmla="*/ 1114946 h 1342734"/>
              <a:gd name="connsiteX67" fmla="*/ 5936643 w 10678681"/>
              <a:gd name="connsiteY67" fmla="*/ 1095428 h 1342734"/>
              <a:gd name="connsiteX68" fmla="*/ 5912484 w 10678681"/>
              <a:gd name="connsiteY68" fmla="*/ 1112624 h 1342734"/>
              <a:gd name="connsiteX69" fmla="*/ 5908387 w 10678681"/>
              <a:gd name="connsiteY69" fmla="*/ 1116018 h 1342734"/>
              <a:gd name="connsiteX70" fmla="*/ 5890495 w 10678681"/>
              <a:gd name="connsiteY70" fmla="*/ 1120268 h 1342734"/>
              <a:gd name="connsiteX71" fmla="*/ 5887318 w 10678681"/>
              <a:gd name="connsiteY71" fmla="*/ 1133134 h 1342734"/>
              <a:gd name="connsiteX72" fmla="*/ 5861726 w 10678681"/>
              <a:gd name="connsiteY72" fmla="*/ 1147891 h 1342734"/>
              <a:gd name="connsiteX73" fmla="*/ 5805823 w 10678681"/>
              <a:gd name="connsiteY73" fmla="*/ 1152457 h 1342734"/>
              <a:gd name="connsiteX74" fmla="*/ 5689841 w 10678681"/>
              <a:gd name="connsiteY74" fmla="*/ 1176232 h 1342734"/>
              <a:gd name="connsiteX75" fmla="*/ 5605119 w 10678681"/>
              <a:gd name="connsiteY75" fmla="*/ 1190202 h 1342734"/>
              <a:gd name="connsiteX76" fmla="*/ 5488513 w 10678681"/>
              <a:gd name="connsiteY76" fmla="*/ 1205367 h 1342734"/>
              <a:gd name="connsiteX77" fmla="*/ 5402905 w 10678681"/>
              <a:gd name="connsiteY77" fmla="*/ 1241191 h 1342734"/>
              <a:gd name="connsiteX78" fmla="*/ 5285593 w 10678681"/>
              <a:gd name="connsiteY78" fmla="*/ 1273569 h 1342734"/>
              <a:gd name="connsiteX79" fmla="*/ 5192893 w 10678681"/>
              <a:gd name="connsiteY79" fmla="*/ 1247188 h 1342734"/>
              <a:gd name="connsiteX80" fmla="*/ 5186475 w 10678681"/>
              <a:gd name="connsiteY80" fmla="*/ 1257028 h 1342734"/>
              <a:gd name="connsiteX81" fmla="*/ 5126038 w 10678681"/>
              <a:gd name="connsiteY81" fmla="*/ 1263189 h 1342734"/>
              <a:gd name="connsiteX82" fmla="*/ 4894688 w 10678681"/>
              <a:gd name="connsiteY82" fmla="*/ 1247184 h 1342734"/>
              <a:gd name="connsiteX83" fmla="*/ 4788036 w 10678681"/>
              <a:gd name="connsiteY83" fmla="*/ 1238182 h 1342734"/>
              <a:gd name="connsiteX84" fmla="*/ 4747555 w 10678681"/>
              <a:gd name="connsiteY84" fmla="*/ 1252768 h 1342734"/>
              <a:gd name="connsiteX85" fmla="*/ 4679644 w 10678681"/>
              <a:gd name="connsiteY85" fmla="*/ 1276603 h 1342734"/>
              <a:gd name="connsiteX86" fmla="*/ 4632222 w 10678681"/>
              <a:gd name="connsiteY86" fmla="*/ 1318360 h 1342734"/>
              <a:gd name="connsiteX87" fmla="*/ 4617358 w 10678681"/>
              <a:gd name="connsiteY87" fmla="*/ 1327690 h 1342734"/>
              <a:gd name="connsiteX88" fmla="*/ 4589102 w 10678681"/>
              <a:gd name="connsiteY88" fmla="*/ 1321223 h 1342734"/>
              <a:gd name="connsiteX89" fmla="*/ 4578184 w 10678681"/>
              <a:gd name="connsiteY89" fmla="*/ 1326745 h 1342734"/>
              <a:gd name="connsiteX90" fmla="*/ 4574270 w 10678681"/>
              <a:gd name="connsiteY90" fmla="*/ 1325878 h 1342734"/>
              <a:gd name="connsiteX91" fmla="*/ 4564919 w 10678681"/>
              <a:gd name="connsiteY91" fmla="*/ 1325507 h 1342734"/>
              <a:gd name="connsiteX92" fmla="*/ 4566586 w 10678681"/>
              <a:gd name="connsiteY92" fmla="*/ 1316963 h 1342734"/>
              <a:gd name="connsiteX93" fmla="*/ 4556303 w 10678681"/>
              <a:gd name="connsiteY93" fmla="*/ 1300262 h 1342734"/>
              <a:gd name="connsiteX94" fmla="*/ 4502358 w 10678681"/>
              <a:gd name="connsiteY94" fmla="*/ 1302558 h 1342734"/>
              <a:gd name="connsiteX95" fmla="*/ 4498919 w 10678681"/>
              <a:gd name="connsiteY95" fmla="*/ 1312115 h 1342734"/>
              <a:gd name="connsiteX96" fmla="*/ 4492075 w 10678681"/>
              <a:gd name="connsiteY96" fmla="*/ 1313357 h 1342734"/>
              <a:gd name="connsiteX97" fmla="*/ 4487466 w 10678681"/>
              <a:gd name="connsiteY97" fmla="*/ 1304102 h 1342734"/>
              <a:gd name="connsiteX98" fmla="*/ 4398292 w 10678681"/>
              <a:gd name="connsiteY98" fmla="*/ 1278410 h 1342734"/>
              <a:gd name="connsiteX99" fmla="*/ 4306088 w 10678681"/>
              <a:gd name="connsiteY99" fmla="*/ 1282512 h 1342734"/>
              <a:gd name="connsiteX100" fmla="*/ 4188995 w 10678681"/>
              <a:gd name="connsiteY100" fmla="*/ 1296718 h 1342734"/>
              <a:gd name="connsiteX101" fmla="*/ 4136582 w 10678681"/>
              <a:gd name="connsiteY101" fmla="*/ 1287687 h 1342734"/>
              <a:gd name="connsiteX102" fmla="*/ 4064614 w 10678681"/>
              <a:gd name="connsiteY102" fmla="*/ 1296118 h 1342734"/>
              <a:gd name="connsiteX103" fmla="*/ 3900948 w 10678681"/>
              <a:gd name="connsiteY103" fmla="*/ 1322156 h 1342734"/>
              <a:gd name="connsiteX104" fmla="*/ 3787890 w 10678681"/>
              <a:gd name="connsiteY104" fmla="*/ 1322164 h 1342734"/>
              <a:gd name="connsiteX105" fmla="*/ 3745993 w 10678681"/>
              <a:gd name="connsiteY105" fmla="*/ 1342630 h 1342734"/>
              <a:gd name="connsiteX106" fmla="*/ 3675785 w 10678681"/>
              <a:gd name="connsiteY106" fmla="*/ 1326802 h 1342734"/>
              <a:gd name="connsiteX107" fmla="*/ 3623856 w 10678681"/>
              <a:gd name="connsiteY107" fmla="*/ 1290804 h 1342734"/>
              <a:gd name="connsiteX108" fmla="*/ 3564933 w 10678681"/>
              <a:gd name="connsiteY108" fmla="*/ 1287147 h 1342734"/>
              <a:gd name="connsiteX109" fmla="*/ 3550537 w 10678681"/>
              <a:gd name="connsiteY109" fmla="*/ 1317552 h 1342734"/>
              <a:gd name="connsiteX110" fmla="*/ 3487736 w 10678681"/>
              <a:gd name="connsiteY110" fmla="*/ 1303493 h 1342734"/>
              <a:gd name="connsiteX111" fmla="*/ 3392548 w 10678681"/>
              <a:gd name="connsiteY111" fmla="*/ 1278741 h 1342734"/>
              <a:gd name="connsiteX112" fmla="*/ 3337466 w 10678681"/>
              <a:gd name="connsiteY112" fmla="*/ 1272537 h 1342734"/>
              <a:gd name="connsiteX113" fmla="*/ 3175981 w 10678681"/>
              <a:gd name="connsiteY113" fmla="*/ 1208973 h 1342734"/>
              <a:gd name="connsiteX114" fmla="*/ 3036856 w 10678681"/>
              <a:gd name="connsiteY114" fmla="*/ 1214383 h 1342734"/>
              <a:gd name="connsiteX115" fmla="*/ 2824973 w 10678681"/>
              <a:gd name="connsiteY115" fmla="*/ 1134864 h 1342734"/>
              <a:gd name="connsiteX116" fmla="*/ 2804398 w 10678681"/>
              <a:gd name="connsiteY116" fmla="*/ 1125556 h 1342734"/>
              <a:gd name="connsiteX117" fmla="*/ 2736109 w 10678681"/>
              <a:gd name="connsiteY117" fmla="*/ 1137717 h 1342734"/>
              <a:gd name="connsiteX118" fmla="*/ 2659096 w 10678681"/>
              <a:gd name="connsiteY118" fmla="*/ 1150294 h 1342734"/>
              <a:gd name="connsiteX119" fmla="*/ 2567088 w 10678681"/>
              <a:gd name="connsiteY119" fmla="*/ 1181781 h 1342734"/>
              <a:gd name="connsiteX120" fmla="*/ 2454501 w 10678681"/>
              <a:gd name="connsiteY120" fmla="*/ 1155455 h 1342734"/>
              <a:gd name="connsiteX121" fmla="*/ 2385161 w 10678681"/>
              <a:gd name="connsiteY121" fmla="*/ 1161312 h 1342734"/>
              <a:gd name="connsiteX122" fmla="*/ 2273361 w 10678681"/>
              <a:gd name="connsiteY122" fmla="*/ 1134090 h 1342734"/>
              <a:gd name="connsiteX123" fmla="*/ 2132003 w 10678681"/>
              <a:gd name="connsiteY123" fmla="*/ 1139225 h 1342734"/>
              <a:gd name="connsiteX124" fmla="*/ 2041224 w 10678681"/>
              <a:gd name="connsiteY124" fmla="*/ 1147536 h 1342734"/>
              <a:gd name="connsiteX125" fmla="*/ 2010157 w 10678681"/>
              <a:gd name="connsiteY125" fmla="*/ 1152767 h 1342734"/>
              <a:gd name="connsiteX126" fmla="*/ 1859213 w 10678681"/>
              <a:gd name="connsiteY126" fmla="*/ 1199540 h 1342734"/>
              <a:gd name="connsiteX127" fmla="*/ 1735877 w 10678681"/>
              <a:gd name="connsiteY127" fmla="*/ 1246527 h 1342734"/>
              <a:gd name="connsiteX128" fmla="*/ 1705069 w 10678681"/>
              <a:gd name="connsiteY128" fmla="*/ 1251989 h 1342734"/>
              <a:gd name="connsiteX129" fmla="*/ 1307888 w 10678681"/>
              <a:gd name="connsiteY129" fmla="*/ 1283156 h 1342734"/>
              <a:gd name="connsiteX130" fmla="*/ 1220734 w 10678681"/>
              <a:gd name="connsiteY130" fmla="*/ 1257811 h 1342734"/>
              <a:gd name="connsiteX131" fmla="*/ 1021737 w 10678681"/>
              <a:gd name="connsiteY131" fmla="*/ 1238739 h 1342734"/>
              <a:gd name="connsiteX132" fmla="*/ 959820 w 10678681"/>
              <a:gd name="connsiteY132" fmla="*/ 1275863 h 1342734"/>
              <a:gd name="connsiteX133" fmla="*/ 929137 w 10678681"/>
              <a:gd name="connsiteY133" fmla="*/ 1273957 h 1342734"/>
              <a:gd name="connsiteX134" fmla="*/ 878849 w 10678681"/>
              <a:gd name="connsiteY134" fmla="*/ 1266740 h 1342734"/>
              <a:gd name="connsiteX135" fmla="*/ 800667 w 10678681"/>
              <a:gd name="connsiteY135" fmla="*/ 1282041 h 1342734"/>
              <a:gd name="connsiteX136" fmla="*/ 644906 w 10678681"/>
              <a:gd name="connsiteY136" fmla="*/ 1273685 h 1342734"/>
              <a:gd name="connsiteX137" fmla="*/ 379869 w 10678681"/>
              <a:gd name="connsiteY137" fmla="*/ 1339165 h 1342734"/>
              <a:gd name="connsiteX138" fmla="*/ 137696 w 10678681"/>
              <a:gd name="connsiteY138" fmla="*/ 1319217 h 1342734"/>
              <a:gd name="connsiteX139" fmla="*/ 54250 w 10678681"/>
              <a:gd name="connsiteY139" fmla="*/ 1315838 h 1342734"/>
              <a:gd name="connsiteX140" fmla="*/ 28042 w 10678681"/>
              <a:gd name="connsiteY140" fmla="*/ 1297822 h 1342734"/>
              <a:gd name="connsiteX141" fmla="*/ 0 w 10678681"/>
              <a:gd name="connsiteY141" fmla="*/ 1294612 h 1342734"/>
              <a:gd name="connsiteX142" fmla="*/ 0 w 10678681"/>
              <a:gd name="connsiteY142" fmla="*/ 0 h 1342734"/>
              <a:gd name="connsiteX0" fmla="*/ 0 w 10678681"/>
              <a:gd name="connsiteY0" fmla="*/ 0 h 1342734"/>
              <a:gd name="connsiteX1" fmla="*/ 10678681 w 10678681"/>
              <a:gd name="connsiteY1" fmla="*/ 0 h 1342734"/>
              <a:gd name="connsiteX2" fmla="*/ 10666019 w 10678681"/>
              <a:gd name="connsiteY2" fmla="*/ 7876 h 1342734"/>
              <a:gd name="connsiteX3" fmla="*/ 10632825 w 10678681"/>
              <a:gd name="connsiteY3" fmla="*/ 32153 h 1342734"/>
              <a:gd name="connsiteX4" fmla="*/ 10516219 w 10678681"/>
              <a:gd name="connsiteY4" fmla="*/ 45588 h 1342734"/>
              <a:gd name="connsiteX5" fmla="*/ 10456989 w 10678681"/>
              <a:gd name="connsiteY5" fmla="*/ 979 h 1342734"/>
              <a:gd name="connsiteX6" fmla="*/ 10438642 w 10678681"/>
              <a:gd name="connsiteY6" fmla="*/ 1524 h 1342734"/>
              <a:gd name="connsiteX7" fmla="*/ 10407146 w 10678681"/>
              <a:gd name="connsiteY7" fmla="*/ 43659 h 1342734"/>
              <a:gd name="connsiteX8" fmla="*/ 10341159 w 10678681"/>
              <a:gd name="connsiteY8" fmla="*/ 103824 h 1342734"/>
              <a:gd name="connsiteX9" fmla="*/ 10244930 w 10678681"/>
              <a:gd name="connsiteY9" fmla="*/ 94599 h 1342734"/>
              <a:gd name="connsiteX10" fmla="*/ 10115334 w 10678681"/>
              <a:gd name="connsiteY10" fmla="*/ 155658 h 1342734"/>
              <a:gd name="connsiteX11" fmla="*/ 10068157 w 10678681"/>
              <a:gd name="connsiteY11" fmla="*/ 215673 h 1342734"/>
              <a:gd name="connsiteX12" fmla="*/ 10045431 w 10678681"/>
              <a:gd name="connsiteY12" fmla="*/ 229568 h 1342734"/>
              <a:gd name="connsiteX13" fmla="*/ 9929077 w 10678681"/>
              <a:gd name="connsiteY13" fmla="*/ 254478 h 1342734"/>
              <a:gd name="connsiteX14" fmla="*/ 9840045 w 10678681"/>
              <a:gd name="connsiteY14" fmla="*/ 223033 h 1342734"/>
              <a:gd name="connsiteX15" fmla="*/ 9679638 w 10678681"/>
              <a:gd name="connsiteY15" fmla="*/ 277462 h 1342734"/>
              <a:gd name="connsiteX16" fmla="*/ 9498347 w 10678681"/>
              <a:gd name="connsiteY16" fmla="*/ 244723 h 1342734"/>
              <a:gd name="connsiteX17" fmla="*/ 9399702 w 10678681"/>
              <a:gd name="connsiteY17" fmla="*/ 276316 h 1342734"/>
              <a:gd name="connsiteX18" fmla="*/ 9316702 w 10678681"/>
              <a:gd name="connsiteY18" fmla="*/ 356523 h 1342734"/>
              <a:gd name="connsiteX19" fmla="*/ 9121744 w 10678681"/>
              <a:gd name="connsiteY19" fmla="*/ 365177 h 1342734"/>
              <a:gd name="connsiteX20" fmla="*/ 9061654 w 10678681"/>
              <a:gd name="connsiteY20" fmla="*/ 393730 h 1342734"/>
              <a:gd name="connsiteX21" fmla="*/ 8997577 w 10678681"/>
              <a:gd name="connsiteY21" fmla="*/ 380865 h 1342734"/>
              <a:gd name="connsiteX22" fmla="*/ 8907968 w 10678681"/>
              <a:gd name="connsiteY22" fmla="*/ 447345 h 1342734"/>
              <a:gd name="connsiteX23" fmla="*/ 8764163 w 10678681"/>
              <a:gd name="connsiteY23" fmla="*/ 471000 h 1342734"/>
              <a:gd name="connsiteX24" fmla="*/ 8680155 w 10678681"/>
              <a:gd name="connsiteY24" fmla="*/ 492404 h 1342734"/>
              <a:gd name="connsiteX25" fmla="*/ 8651436 w 10678681"/>
              <a:gd name="connsiteY25" fmla="*/ 511923 h 1342734"/>
              <a:gd name="connsiteX26" fmla="*/ 8609185 w 10678681"/>
              <a:gd name="connsiteY26" fmla="*/ 531525 h 1342734"/>
              <a:gd name="connsiteX27" fmla="*/ 8537091 w 10678681"/>
              <a:gd name="connsiteY27" fmla="*/ 574933 h 1342734"/>
              <a:gd name="connsiteX28" fmla="*/ 8435931 w 10678681"/>
              <a:gd name="connsiteY28" fmla="*/ 617926 h 1342734"/>
              <a:gd name="connsiteX29" fmla="*/ 8348623 w 10678681"/>
              <a:gd name="connsiteY29" fmla="*/ 600607 h 1342734"/>
              <a:gd name="connsiteX30" fmla="*/ 8344233 w 10678681"/>
              <a:gd name="connsiteY30" fmla="*/ 610922 h 1342734"/>
              <a:gd name="connsiteX31" fmla="*/ 8290622 w 10678681"/>
              <a:gd name="connsiteY31" fmla="*/ 622687 h 1342734"/>
              <a:gd name="connsiteX32" fmla="*/ 8086698 w 10678681"/>
              <a:gd name="connsiteY32" fmla="*/ 605185 h 1342734"/>
              <a:gd name="connsiteX33" fmla="*/ 7982378 w 10678681"/>
              <a:gd name="connsiteY33" fmla="*/ 629799 h 1342734"/>
              <a:gd name="connsiteX34" fmla="*/ 7947952 w 10678681"/>
              <a:gd name="connsiteY34" fmla="*/ 648003 h 1342734"/>
              <a:gd name="connsiteX35" fmla="*/ 7890112 w 10678681"/>
              <a:gd name="connsiteY35" fmla="*/ 677915 h 1342734"/>
              <a:gd name="connsiteX36" fmla="*/ 7853284 w 10678681"/>
              <a:gd name="connsiteY36" fmla="*/ 723588 h 1342734"/>
              <a:gd name="connsiteX37" fmla="*/ 7802383 w 10678681"/>
              <a:gd name="connsiteY37" fmla="*/ 739359 h 1342734"/>
              <a:gd name="connsiteX38" fmla="*/ 7730518 w 10678681"/>
              <a:gd name="connsiteY38" fmla="*/ 739526 h 1342734"/>
              <a:gd name="connsiteX39" fmla="*/ 7652907 w 10678681"/>
              <a:gd name="connsiteY39" fmla="*/ 783273 h 1342734"/>
              <a:gd name="connsiteX40" fmla="*/ 7606008 w 10678681"/>
              <a:gd name="connsiteY40" fmla="*/ 800717 h 1342734"/>
              <a:gd name="connsiteX41" fmla="*/ 7480223 w 10678681"/>
              <a:gd name="connsiteY41" fmla="*/ 856821 h 1342734"/>
              <a:gd name="connsiteX42" fmla="*/ 7356005 w 10678681"/>
              <a:gd name="connsiteY42" fmla="*/ 919462 h 1342734"/>
              <a:gd name="connsiteX43" fmla="*/ 7305396 w 10678681"/>
              <a:gd name="connsiteY43" fmla="*/ 986228 h 1342734"/>
              <a:gd name="connsiteX44" fmla="*/ 7266251 w 10678681"/>
              <a:gd name="connsiteY44" fmla="*/ 967864 h 1342734"/>
              <a:gd name="connsiteX45" fmla="*/ 7269396 w 10678681"/>
              <a:gd name="connsiteY45" fmla="*/ 989282 h 1342734"/>
              <a:gd name="connsiteX46" fmla="*/ 7258094 w 10678681"/>
              <a:gd name="connsiteY46" fmla="*/ 990679 h 1342734"/>
              <a:gd name="connsiteX47" fmla="*/ 7257893 w 10678681"/>
              <a:gd name="connsiteY47" fmla="*/ 991204 h 1342734"/>
              <a:gd name="connsiteX48" fmla="*/ 7247153 w 10678681"/>
              <a:gd name="connsiteY48" fmla="*/ 991550 h 1342734"/>
              <a:gd name="connsiteX49" fmla="*/ 7193612 w 10678681"/>
              <a:gd name="connsiteY49" fmla="*/ 987042 h 1342734"/>
              <a:gd name="connsiteX50" fmla="*/ 7132632 w 10678681"/>
              <a:gd name="connsiteY50" fmla="*/ 1042036 h 1342734"/>
              <a:gd name="connsiteX51" fmla="*/ 7105610 w 10678681"/>
              <a:gd name="connsiteY51" fmla="*/ 1053537 h 1342734"/>
              <a:gd name="connsiteX52" fmla="*/ 7069148 w 10678681"/>
              <a:gd name="connsiteY52" fmla="*/ 1047163 h 1342734"/>
              <a:gd name="connsiteX53" fmla="*/ 7039634 w 10678681"/>
              <a:gd name="connsiteY53" fmla="*/ 1059971 h 1342734"/>
              <a:gd name="connsiteX54" fmla="*/ 7033445 w 10678681"/>
              <a:gd name="connsiteY54" fmla="*/ 1063314 h 1342734"/>
              <a:gd name="connsiteX55" fmla="*/ 6999157 w 10678681"/>
              <a:gd name="connsiteY55" fmla="*/ 1055282 h 1342734"/>
              <a:gd name="connsiteX56" fmla="*/ 6981874 w 10678681"/>
              <a:gd name="connsiteY56" fmla="*/ 1053827 h 1342734"/>
              <a:gd name="connsiteX57" fmla="*/ 6976102 w 10678681"/>
              <a:gd name="connsiteY57" fmla="*/ 1047854 h 1342734"/>
              <a:gd name="connsiteX58" fmla="*/ 6951040 w 10678681"/>
              <a:gd name="connsiteY58" fmla="*/ 1048531 h 1342734"/>
              <a:gd name="connsiteX59" fmla="*/ 6948497 w 10678681"/>
              <a:gd name="connsiteY59" fmla="*/ 1050706 h 1342734"/>
              <a:gd name="connsiteX60" fmla="*/ 6926582 w 10678681"/>
              <a:gd name="connsiteY60" fmla="*/ 1043462 h 1342734"/>
              <a:gd name="connsiteX61" fmla="*/ 6833743 w 10678681"/>
              <a:gd name="connsiteY61" fmla="*/ 1027960 h 1342734"/>
              <a:gd name="connsiteX62" fmla="*/ 6687090 w 10678681"/>
              <a:gd name="connsiteY62" fmla="*/ 1063250 h 1342734"/>
              <a:gd name="connsiteX63" fmla="*/ 6437450 w 10678681"/>
              <a:gd name="connsiteY63" fmla="*/ 1101075 h 1342734"/>
              <a:gd name="connsiteX64" fmla="*/ 6327795 w 10678681"/>
              <a:gd name="connsiteY64" fmla="*/ 1088142 h 1342734"/>
              <a:gd name="connsiteX65" fmla="*/ 6136549 w 10678681"/>
              <a:gd name="connsiteY65" fmla="*/ 1100268 h 1342734"/>
              <a:gd name="connsiteX66" fmla="*/ 6004655 w 10678681"/>
              <a:gd name="connsiteY66" fmla="*/ 1114946 h 1342734"/>
              <a:gd name="connsiteX67" fmla="*/ 5936643 w 10678681"/>
              <a:gd name="connsiteY67" fmla="*/ 1095428 h 1342734"/>
              <a:gd name="connsiteX68" fmla="*/ 5912484 w 10678681"/>
              <a:gd name="connsiteY68" fmla="*/ 1112624 h 1342734"/>
              <a:gd name="connsiteX69" fmla="*/ 5908387 w 10678681"/>
              <a:gd name="connsiteY69" fmla="*/ 1116018 h 1342734"/>
              <a:gd name="connsiteX70" fmla="*/ 5890495 w 10678681"/>
              <a:gd name="connsiteY70" fmla="*/ 1120268 h 1342734"/>
              <a:gd name="connsiteX71" fmla="*/ 5887318 w 10678681"/>
              <a:gd name="connsiteY71" fmla="*/ 1133134 h 1342734"/>
              <a:gd name="connsiteX72" fmla="*/ 5861726 w 10678681"/>
              <a:gd name="connsiteY72" fmla="*/ 1147891 h 1342734"/>
              <a:gd name="connsiteX73" fmla="*/ 5805823 w 10678681"/>
              <a:gd name="connsiteY73" fmla="*/ 1152457 h 1342734"/>
              <a:gd name="connsiteX74" fmla="*/ 5689841 w 10678681"/>
              <a:gd name="connsiteY74" fmla="*/ 1176232 h 1342734"/>
              <a:gd name="connsiteX75" fmla="*/ 5605119 w 10678681"/>
              <a:gd name="connsiteY75" fmla="*/ 1190202 h 1342734"/>
              <a:gd name="connsiteX76" fmla="*/ 5488513 w 10678681"/>
              <a:gd name="connsiteY76" fmla="*/ 1205367 h 1342734"/>
              <a:gd name="connsiteX77" fmla="*/ 5402905 w 10678681"/>
              <a:gd name="connsiteY77" fmla="*/ 1241191 h 1342734"/>
              <a:gd name="connsiteX78" fmla="*/ 5285593 w 10678681"/>
              <a:gd name="connsiteY78" fmla="*/ 1273569 h 1342734"/>
              <a:gd name="connsiteX79" fmla="*/ 5192893 w 10678681"/>
              <a:gd name="connsiteY79" fmla="*/ 1247188 h 1342734"/>
              <a:gd name="connsiteX80" fmla="*/ 5186475 w 10678681"/>
              <a:gd name="connsiteY80" fmla="*/ 1257028 h 1342734"/>
              <a:gd name="connsiteX81" fmla="*/ 5126038 w 10678681"/>
              <a:gd name="connsiteY81" fmla="*/ 1263189 h 1342734"/>
              <a:gd name="connsiteX82" fmla="*/ 4894688 w 10678681"/>
              <a:gd name="connsiteY82" fmla="*/ 1247184 h 1342734"/>
              <a:gd name="connsiteX83" fmla="*/ 4788036 w 10678681"/>
              <a:gd name="connsiteY83" fmla="*/ 1238182 h 1342734"/>
              <a:gd name="connsiteX84" fmla="*/ 4747555 w 10678681"/>
              <a:gd name="connsiteY84" fmla="*/ 1252768 h 1342734"/>
              <a:gd name="connsiteX85" fmla="*/ 4679644 w 10678681"/>
              <a:gd name="connsiteY85" fmla="*/ 1276603 h 1342734"/>
              <a:gd name="connsiteX86" fmla="*/ 4632222 w 10678681"/>
              <a:gd name="connsiteY86" fmla="*/ 1318360 h 1342734"/>
              <a:gd name="connsiteX87" fmla="*/ 4617358 w 10678681"/>
              <a:gd name="connsiteY87" fmla="*/ 1327690 h 1342734"/>
              <a:gd name="connsiteX88" fmla="*/ 4589102 w 10678681"/>
              <a:gd name="connsiteY88" fmla="*/ 1321223 h 1342734"/>
              <a:gd name="connsiteX89" fmla="*/ 4578184 w 10678681"/>
              <a:gd name="connsiteY89" fmla="*/ 1326745 h 1342734"/>
              <a:gd name="connsiteX90" fmla="*/ 4574270 w 10678681"/>
              <a:gd name="connsiteY90" fmla="*/ 1325878 h 1342734"/>
              <a:gd name="connsiteX91" fmla="*/ 4564919 w 10678681"/>
              <a:gd name="connsiteY91" fmla="*/ 1325507 h 1342734"/>
              <a:gd name="connsiteX92" fmla="*/ 4566586 w 10678681"/>
              <a:gd name="connsiteY92" fmla="*/ 1316963 h 1342734"/>
              <a:gd name="connsiteX93" fmla="*/ 4556303 w 10678681"/>
              <a:gd name="connsiteY93" fmla="*/ 1300262 h 1342734"/>
              <a:gd name="connsiteX94" fmla="*/ 4502358 w 10678681"/>
              <a:gd name="connsiteY94" fmla="*/ 1302558 h 1342734"/>
              <a:gd name="connsiteX95" fmla="*/ 4498919 w 10678681"/>
              <a:gd name="connsiteY95" fmla="*/ 1312115 h 1342734"/>
              <a:gd name="connsiteX96" fmla="*/ 4492075 w 10678681"/>
              <a:gd name="connsiteY96" fmla="*/ 1313357 h 1342734"/>
              <a:gd name="connsiteX97" fmla="*/ 4487466 w 10678681"/>
              <a:gd name="connsiteY97" fmla="*/ 1304102 h 1342734"/>
              <a:gd name="connsiteX98" fmla="*/ 4398292 w 10678681"/>
              <a:gd name="connsiteY98" fmla="*/ 1278410 h 1342734"/>
              <a:gd name="connsiteX99" fmla="*/ 4306088 w 10678681"/>
              <a:gd name="connsiteY99" fmla="*/ 1282512 h 1342734"/>
              <a:gd name="connsiteX100" fmla="*/ 4188995 w 10678681"/>
              <a:gd name="connsiteY100" fmla="*/ 1296718 h 1342734"/>
              <a:gd name="connsiteX101" fmla="*/ 4136582 w 10678681"/>
              <a:gd name="connsiteY101" fmla="*/ 1287687 h 1342734"/>
              <a:gd name="connsiteX102" fmla="*/ 4064614 w 10678681"/>
              <a:gd name="connsiteY102" fmla="*/ 1296118 h 1342734"/>
              <a:gd name="connsiteX103" fmla="*/ 3900948 w 10678681"/>
              <a:gd name="connsiteY103" fmla="*/ 1322156 h 1342734"/>
              <a:gd name="connsiteX104" fmla="*/ 3787890 w 10678681"/>
              <a:gd name="connsiteY104" fmla="*/ 1322164 h 1342734"/>
              <a:gd name="connsiteX105" fmla="*/ 3745993 w 10678681"/>
              <a:gd name="connsiteY105" fmla="*/ 1342630 h 1342734"/>
              <a:gd name="connsiteX106" fmla="*/ 3675785 w 10678681"/>
              <a:gd name="connsiteY106" fmla="*/ 1326802 h 1342734"/>
              <a:gd name="connsiteX107" fmla="*/ 3623856 w 10678681"/>
              <a:gd name="connsiteY107" fmla="*/ 1290804 h 1342734"/>
              <a:gd name="connsiteX108" fmla="*/ 3564933 w 10678681"/>
              <a:gd name="connsiteY108" fmla="*/ 1287147 h 1342734"/>
              <a:gd name="connsiteX109" fmla="*/ 3550537 w 10678681"/>
              <a:gd name="connsiteY109" fmla="*/ 1317552 h 1342734"/>
              <a:gd name="connsiteX110" fmla="*/ 3487736 w 10678681"/>
              <a:gd name="connsiteY110" fmla="*/ 1303493 h 1342734"/>
              <a:gd name="connsiteX111" fmla="*/ 3392548 w 10678681"/>
              <a:gd name="connsiteY111" fmla="*/ 1278741 h 1342734"/>
              <a:gd name="connsiteX112" fmla="*/ 3337466 w 10678681"/>
              <a:gd name="connsiteY112" fmla="*/ 1272537 h 1342734"/>
              <a:gd name="connsiteX113" fmla="*/ 3175981 w 10678681"/>
              <a:gd name="connsiteY113" fmla="*/ 1208973 h 1342734"/>
              <a:gd name="connsiteX114" fmla="*/ 3036856 w 10678681"/>
              <a:gd name="connsiteY114" fmla="*/ 1214383 h 1342734"/>
              <a:gd name="connsiteX115" fmla="*/ 2824973 w 10678681"/>
              <a:gd name="connsiteY115" fmla="*/ 1134864 h 1342734"/>
              <a:gd name="connsiteX116" fmla="*/ 2804398 w 10678681"/>
              <a:gd name="connsiteY116" fmla="*/ 1125556 h 1342734"/>
              <a:gd name="connsiteX117" fmla="*/ 2736109 w 10678681"/>
              <a:gd name="connsiteY117" fmla="*/ 1137717 h 1342734"/>
              <a:gd name="connsiteX118" fmla="*/ 2659096 w 10678681"/>
              <a:gd name="connsiteY118" fmla="*/ 1150294 h 1342734"/>
              <a:gd name="connsiteX119" fmla="*/ 2567088 w 10678681"/>
              <a:gd name="connsiteY119" fmla="*/ 1181781 h 1342734"/>
              <a:gd name="connsiteX120" fmla="*/ 2454501 w 10678681"/>
              <a:gd name="connsiteY120" fmla="*/ 1155455 h 1342734"/>
              <a:gd name="connsiteX121" fmla="*/ 2385161 w 10678681"/>
              <a:gd name="connsiteY121" fmla="*/ 1161312 h 1342734"/>
              <a:gd name="connsiteX122" fmla="*/ 2273361 w 10678681"/>
              <a:gd name="connsiteY122" fmla="*/ 1134090 h 1342734"/>
              <a:gd name="connsiteX123" fmla="*/ 2132003 w 10678681"/>
              <a:gd name="connsiteY123" fmla="*/ 1139225 h 1342734"/>
              <a:gd name="connsiteX124" fmla="*/ 2041224 w 10678681"/>
              <a:gd name="connsiteY124" fmla="*/ 1147536 h 1342734"/>
              <a:gd name="connsiteX125" fmla="*/ 2010157 w 10678681"/>
              <a:gd name="connsiteY125" fmla="*/ 1152767 h 1342734"/>
              <a:gd name="connsiteX126" fmla="*/ 1859213 w 10678681"/>
              <a:gd name="connsiteY126" fmla="*/ 1199540 h 1342734"/>
              <a:gd name="connsiteX127" fmla="*/ 1735877 w 10678681"/>
              <a:gd name="connsiteY127" fmla="*/ 1246527 h 1342734"/>
              <a:gd name="connsiteX128" fmla="*/ 1705069 w 10678681"/>
              <a:gd name="connsiteY128" fmla="*/ 1251989 h 1342734"/>
              <a:gd name="connsiteX129" fmla="*/ 1307888 w 10678681"/>
              <a:gd name="connsiteY129" fmla="*/ 1283156 h 1342734"/>
              <a:gd name="connsiteX130" fmla="*/ 1220734 w 10678681"/>
              <a:gd name="connsiteY130" fmla="*/ 1257811 h 1342734"/>
              <a:gd name="connsiteX131" fmla="*/ 1021737 w 10678681"/>
              <a:gd name="connsiteY131" fmla="*/ 1238739 h 1342734"/>
              <a:gd name="connsiteX132" fmla="*/ 959820 w 10678681"/>
              <a:gd name="connsiteY132" fmla="*/ 1275863 h 1342734"/>
              <a:gd name="connsiteX133" fmla="*/ 929137 w 10678681"/>
              <a:gd name="connsiteY133" fmla="*/ 1273957 h 1342734"/>
              <a:gd name="connsiteX134" fmla="*/ 878849 w 10678681"/>
              <a:gd name="connsiteY134" fmla="*/ 1266740 h 1342734"/>
              <a:gd name="connsiteX135" fmla="*/ 800667 w 10678681"/>
              <a:gd name="connsiteY135" fmla="*/ 1282041 h 1342734"/>
              <a:gd name="connsiteX136" fmla="*/ 644906 w 10678681"/>
              <a:gd name="connsiteY136" fmla="*/ 1273685 h 1342734"/>
              <a:gd name="connsiteX137" fmla="*/ 379869 w 10678681"/>
              <a:gd name="connsiteY137" fmla="*/ 1339165 h 1342734"/>
              <a:gd name="connsiteX138" fmla="*/ 137696 w 10678681"/>
              <a:gd name="connsiteY138" fmla="*/ 1319217 h 1342734"/>
              <a:gd name="connsiteX139" fmla="*/ 54250 w 10678681"/>
              <a:gd name="connsiteY139" fmla="*/ 1315838 h 1342734"/>
              <a:gd name="connsiteX140" fmla="*/ 28042 w 10678681"/>
              <a:gd name="connsiteY140" fmla="*/ 1297822 h 1342734"/>
              <a:gd name="connsiteX141" fmla="*/ 0 w 10678681"/>
              <a:gd name="connsiteY141" fmla="*/ 1294612 h 1342734"/>
              <a:gd name="connsiteX142" fmla="*/ 0 w 10678681"/>
              <a:gd name="connsiteY142" fmla="*/ 0 h 1342734"/>
              <a:gd name="connsiteX0" fmla="*/ 0 w 10678681"/>
              <a:gd name="connsiteY0" fmla="*/ 0 h 1342734"/>
              <a:gd name="connsiteX1" fmla="*/ 10678681 w 10678681"/>
              <a:gd name="connsiteY1" fmla="*/ 0 h 1342734"/>
              <a:gd name="connsiteX2" fmla="*/ 10666019 w 10678681"/>
              <a:gd name="connsiteY2" fmla="*/ 7876 h 1342734"/>
              <a:gd name="connsiteX3" fmla="*/ 10632825 w 10678681"/>
              <a:gd name="connsiteY3" fmla="*/ 32153 h 1342734"/>
              <a:gd name="connsiteX4" fmla="*/ 10516219 w 10678681"/>
              <a:gd name="connsiteY4" fmla="*/ 45588 h 1342734"/>
              <a:gd name="connsiteX5" fmla="*/ 10456989 w 10678681"/>
              <a:gd name="connsiteY5" fmla="*/ 979 h 1342734"/>
              <a:gd name="connsiteX6" fmla="*/ 10438642 w 10678681"/>
              <a:gd name="connsiteY6" fmla="*/ 1524 h 1342734"/>
              <a:gd name="connsiteX7" fmla="*/ 10407146 w 10678681"/>
              <a:gd name="connsiteY7" fmla="*/ 43659 h 1342734"/>
              <a:gd name="connsiteX8" fmla="*/ 10341159 w 10678681"/>
              <a:gd name="connsiteY8" fmla="*/ 103824 h 1342734"/>
              <a:gd name="connsiteX9" fmla="*/ 10244930 w 10678681"/>
              <a:gd name="connsiteY9" fmla="*/ 94599 h 1342734"/>
              <a:gd name="connsiteX10" fmla="*/ 10115334 w 10678681"/>
              <a:gd name="connsiteY10" fmla="*/ 155658 h 1342734"/>
              <a:gd name="connsiteX11" fmla="*/ 10068157 w 10678681"/>
              <a:gd name="connsiteY11" fmla="*/ 215673 h 1342734"/>
              <a:gd name="connsiteX12" fmla="*/ 10045431 w 10678681"/>
              <a:gd name="connsiteY12" fmla="*/ 229568 h 1342734"/>
              <a:gd name="connsiteX13" fmla="*/ 9929077 w 10678681"/>
              <a:gd name="connsiteY13" fmla="*/ 254478 h 1342734"/>
              <a:gd name="connsiteX14" fmla="*/ 9840045 w 10678681"/>
              <a:gd name="connsiteY14" fmla="*/ 223033 h 1342734"/>
              <a:gd name="connsiteX15" fmla="*/ 9679638 w 10678681"/>
              <a:gd name="connsiteY15" fmla="*/ 277462 h 1342734"/>
              <a:gd name="connsiteX16" fmla="*/ 9498347 w 10678681"/>
              <a:gd name="connsiteY16" fmla="*/ 244723 h 1342734"/>
              <a:gd name="connsiteX17" fmla="*/ 9399702 w 10678681"/>
              <a:gd name="connsiteY17" fmla="*/ 276316 h 1342734"/>
              <a:gd name="connsiteX18" fmla="*/ 9316702 w 10678681"/>
              <a:gd name="connsiteY18" fmla="*/ 356523 h 1342734"/>
              <a:gd name="connsiteX19" fmla="*/ 9121744 w 10678681"/>
              <a:gd name="connsiteY19" fmla="*/ 365177 h 1342734"/>
              <a:gd name="connsiteX20" fmla="*/ 9061654 w 10678681"/>
              <a:gd name="connsiteY20" fmla="*/ 393730 h 1342734"/>
              <a:gd name="connsiteX21" fmla="*/ 8997577 w 10678681"/>
              <a:gd name="connsiteY21" fmla="*/ 380865 h 1342734"/>
              <a:gd name="connsiteX22" fmla="*/ 8907968 w 10678681"/>
              <a:gd name="connsiteY22" fmla="*/ 447345 h 1342734"/>
              <a:gd name="connsiteX23" fmla="*/ 8764163 w 10678681"/>
              <a:gd name="connsiteY23" fmla="*/ 471000 h 1342734"/>
              <a:gd name="connsiteX24" fmla="*/ 8680155 w 10678681"/>
              <a:gd name="connsiteY24" fmla="*/ 492404 h 1342734"/>
              <a:gd name="connsiteX25" fmla="*/ 8651436 w 10678681"/>
              <a:gd name="connsiteY25" fmla="*/ 511923 h 1342734"/>
              <a:gd name="connsiteX26" fmla="*/ 8609185 w 10678681"/>
              <a:gd name="connsiteY26" fmla="*/ 531525 h 1342734"/>
              <a:gd name="connsiteX27" fmla="*/ 8537091 w 10678681"/>
              <a:gd name="connsiteY27" fmla="*/ 574933 h 1342734"/>
              <a:gd name="connsiteX28" fmla="*/ 8435931 w 10678681"/>
              <a:gd name="connsiteY28" fmla="*/ 617926 h 1342734"/>
              <a:gd name="connsiteX29" fmla="*/ 8348623 w 10678681"/>
              <a:gd name="connsiteY29" fmla="*/ 600607 h 1342734"/>
              <a:gd name="connsiteX30" fmla="*/ 8344233 w 10678681"/>
              <a:gd name="connsiteY30" fmla="*/ 610922 h 1342734"/>
              <a:gd name="connsiteX31" fmla="*/ 8290622 w 10678681"/>
              <a:gd name="connsiteY31" fmla="*/ 622687 h 1342734"/>
              <a:gd name="connsiteX32" fmla="*/ 8086698 w 10678681"/>
              <a:gd name="connsiteY32" fmla="*/ 605185 h 1342734"/>
              <a:gd name="connsiteX33" fmla="*/ 7982378 w 10678681"/>
              <a:gd name="connsiteY33" fmla="*/ 629799 h 1342734"/>
              <a:gd name="connsiteX34" fmla="*/ 7947952 w 10678681"/>
              <a:gd name="connsiteY34" fmla="*/ 648003 h 1342734"/>
              <a:gd name="connsiteX35" fmla="*/ 7890112 w 10678681"/>
              <a:gd name="connsiteY35" fmla="*/ 677915 h 1342734"/>
              <a:gd name="connsiteX36" fmla="*/ 7853284 w 10678681"/>
              <a:gd name="connsiteY36" fmla="*/ 723588 h 1342734"/>
              <a:gd name="connsiteX37" fmla="*/ 7802383 w 10678681"/>
              <a:gd name="connsiteY37" fmla="*/ 739359 h 1342734"/>
              <a:gd name="connsiteX38" fmla="*/ 7730518 w 10678681"/>
              <a:gd name="connsiteY38" fmla="*/ 739526 h 1342734"/>
              <a:gd name="connsiteX39" fmla="*/ 7652907 w 10678681"/>
              <a:gd name="connsiteY39" fmla="*/ 783273 h 1342734"/>
              <a:gd name="connsiteX40" fmla="*/ 7606008 w 10678681"/>
              <a:gd name="connsiteY40" fmla="*/ 800717 h 1342734"/>
              <a:gd name="connsiteX41" fmla="*/ 7480223 w 10678681"/>
              <a:gd name="connsiteY41" fmla="*/ 856821 h 1342734"/>
              <a:gd name="connsiteX42" fmla="*/ 7356005 w 10678681"/>
              <a:gd name="connsiteY42" fmla="*/ 919462 h 1342734"/>
              <a:gd name="connsiteX43" fmla="*/ 7305396 w 10678681"/>
              <a:gd name="connsiteY43" fmla="*/ 986228 h 1342734"/>
              <a:gd name="connsiteX44" fmla="*/ 7266251 w 10678681"/>
              <a:gd name="connsiteY44" fmla="*/ 967864 h 1342734"/>
              <a:gd name="connsiteX45" fmla="*/ 7269396 w 10678681"/>
              <a:gd name="connsiteY45" fmla="*/ 989282 h 1342734"/>
              <a:gd name="connsiteX46" fmla="*/ 7258094 w 10678681"/>
              <a:gd name="connsiteY46" fmla="*/ 990679 h 1342734"/>
              <a:gd name="connsiteX47" fmla="*/ 7257893 w 10678681"/>
              <a:gd name="connsiteY47" fmla="*/ 991204 h 1342734"/>
              <a:gd name="connsiteX48" fmla="*/ 7247153 w 10678681"/>
              <a:gd name="connsiteY48" fmla="*/ 991550 h 1342734"/>
              <a:gd name="connsiteX49" fmla="*/ 7193612 w 10678681"/>
              <a:gd name="connsiteY49" fmla="*/ 987042 h 1342734"/>
              <a:gd name="connsiteX50" fmla="*/ 7132632 w 10678681"/>
              <a:gd name="connsiteY50" fmla="*/ 1042036 h 1342734"/>
              <a:gd name="connsiteX51" fmla="*/ 7105610 w 10678681"/>
              <a:gd name="connsiteY51" fmla="*/ 1053537 h 1342734"/>
              <a:gd name="connsiteX52" fmla="*/ 7069148 w 10678681"/>
              <a:gd name="connsiteY52" fmla="*/ 1047163 h 1342734"/>
              <a:gd name="connsiteX53" fmla="*/ 7039634 w 10678681"/>
              <a:gd name="connsiteY53" fmla="*/ 1059971 h 1342734"/>
              <a:gd name="connsiteX54" fmla="*/ 7033445 w 10678681"/>
              <a:gd name="connsiteY54" fmla="*/ 1063314 h 1342734"/>
              <a:gd name="connsiteX55" fmla="*/ 6999157 w 10678681"/>
              <a:gd name="connsiteY55" fmla="*/ 1055282 h 1342734"/>
              <a:gd name="connsiteX56" fmla="*/ 6981874 w 10678681"/>
              <a:gd name="connsiteY56" fmla="*/ 1053827 h 1342734"/>
              <a:gd name="connsiteX57" fmla="*/ 6976102 w 10678681"/>
              <a:gd name="connsiteY57" fmla="*/ 1047854 h 1342734"/>
              <a:gd name="connsiteX58" fmla="*/ 6951040 w 10678681"/>
              <a:gd name="connsiteY58" fmla="*/ 1048531 h 1342734"/>
              <a:gd name="connsiteX59" fmla="*/ 6948497 w 10678681"/>
              <a:gd name="connsiteY59" fmla="*/ 1050706 h 1342734"/>
              <a:gd name="connsiteX60" fmla="*/ 6926582 w 10678681"/>
              <a:gd name="connsiteY60" fmla="*/ 1043462 h 1342734"/>
              <a:gd name="connsiteX61" fmla="*/ 6833743 w 10678681"/>
              <a:gd name="connsiteY61" fmla="*/ 1027960 h 1342734"/>
              <a:gd name="connsiteX62" fmla="*/ 6687090 w 10678681"/>
              <a:gd name="connsiteY62" fmla="*/ 1063250 h 1342734"/>
              <a:gd name="connsiteX63" fmla="*/ 6437450 w 10678681"/>
              <a:gd name="connsiteY63" fmla="*/ 1101075 h 1342734"/>
              <a:gd name="connsiteX64" fmla="*/ 6327795 w 10678681"/>
              <a:gd name="connsiteY64" fmla="*/ 1088142 h 1342734"/>
              <a:gd name="connsiteX65" fmla="*/ 6136549 w 10678681"/>
              <a:gd name="connsiteY65" fmla="*/ 1100268 h 1342734"/>
              <a:gd name="connsiteX66" fmla="*/ 6004655 w 10678681"/>
              <a:gd name="connsiteY66" fmla="*/ 1114946 h 1342734"/>
              <a:gd name="connsiteX67" fmla="*/ 5936643 w 10678681"/>
              <a:gd name="connsiteY67" fmla="*/ 1095428 h 1342734"/>
              <a:gd name="connsiteX68" fmla="*/ 5912484 w 10678681"/>
              <a:gd name="connsiteY68" fmla="*/ 1112624 h 1342734"/>
              <a:gd name="connsiteX69" fmla="*/ 5908387 w 10678681"/>
              <a:gd name="connsiteY69" fmla="*/ 1116018 h 1342734"/>
              <a:gd name="connsiteX70" fmla="*/ 5890495 w 10678681"/>
              <a:gd name="connsiteY70" fmla="*/ 1120268 h 1342734"/>
              <a:gd name="connsiteX71" fmla="*/ 5887318 w 10678681"/>
              <a:gd name="connsiteY71" fmla="*/ 1133134 h 1342734"/>
              <a:gd name="connsiteX72" fmla="*/ 5861726 w 10678681"/>
              <a:gd name="connsiteY72" fmla="*/ 1147891 h 1342734"/>
              <a:gd name="connsiteX73" fmla="*/ 5805823 w 10678681"/>
              <a:gd name="connsiteY73" fmla="*/ 1152457 h 1342734"/>
              <a:gd name="connsiteX74" fmla="*/ 5689841 w 10678681"/>
              <a:gd name="connsiteY74" fmla="*/ 1176232 h 1342734"/>
              <a:gd name="connsiteX75" fmla="*/ 5605119 w 10678681"/>
              <a:gd name="connsiteY75" fmla="*/ 1190202 h 1342734"/>
              <a:gd name="connsiteX76" fmla="*/ 5488513 w 10678681"/>
              <a:gd name="connsiteY76" fmla="*/ 1205367 h 1342734"/>
              <a:gd name="connsiteX77" fmla="*/ 5402905 w 10678681"/>
              <a:gd name="connsiteY77" fmla="*/ 1241191 h 1342734"/>
              <a:gd name="connsiteX78" fmla="*/ 5285593 w 10678681"/>
              <a:gd name="connsiteY78" fmla="*/ 1273569 h 1342734"/>
              <a:gd name="connsiteX79" fmla="*/ 5192893 w 10678681"/>
              <a:gd name="connsiteY79" fmla="*/ 1247188 h 1342734"/>
              <a:gd name="connsiteX80" fmla="*/ 5186475 w 10678681"/>
              <a:gd name="connsiteY80" fmla="*/ 1257028 h 1342734"/>
              <a:gd name="connsiteX81" fmla="*/ 5126038 w 10678681"/>
              <a:gd name="connsiteY81" fmla="*/ 1263189 h 1342734"/>
              <a:gd name="connsiteX82" fmla="*/ 4894688 w 10678681"/>
              <a:gd name="connsiteY82" fmla="*/ 1247184 h 1342734"/>
              <a:gd name="connsiteX83" fmla="*/ 4788036 w 10678681"/>
              <a:gd name="connsiteY83" fmla="*/ 1238182 h 1342734"/>
              <a:gd name="connsiteX84" fmla="*/ 4747555 w 10678681"/>
              <a:gd name="connsiteY84" fmla="*/ 1252768 h 1342734"/>
              <a:gd name="connsiteX85" fmla="*/ 4679644 w 10678681"/>
              <a:gd name="connsiteY85" fmla="*/ 1276603 h 1342734"/>
              <a:gd name="connsiteX86" fmla="*/ 4632222 w 10678681"/>
              <a:gd name="connsiteY86" fmla="*/ 1318360 h 1342734"/>
              <a:gd name="connsiteX87" fmla="*/ 4617358 w 10678681"/>
              <a:gd name="connsiteY87" fmla="*/ 1327690 h 1342734"/>
              <a:gd name="connsiteX88" fmla="*/ 4589102 w 10678681"/>
              <a:gd name="connsiteY88" fmla="*/ 1321223 h 1342734"/>
              <a:gd name="connsiteX89" fmla="*/ 4578184 w 10678681"/>
              <a:gd name="connsiteY89" fmla="*/ 1326745 h 1342734"/>
              <a:gd name="connsiteX90" fmla="*/ 4574270 w 10678681"/>
              <a:gd name="connsiteY90" fmla="*/ 1325878 h 1342734"/>
              <a:gd name="connsiteX91" fmla="*/ 4564919 w 10678681"/>
              <a:gd name="connsiteY91" fmla="*/ 1325507 h 1342734"/>
              <a:gd name="connsiteX92" fmla="*/ 4566586 w 10678681"/>
              <a:gd name="connsiteY92" fmla="*/ 1316963 h 1342734"/>
              <a:gd name="connsiteX93" fmla="*/ 4556303 w 10678681"/>
              <a:gd name="connsiteY93" fmla="*/ 1300262 h 1342734"/>
              <a:gd name="connsiteX94" fmla="*/ 4502358 w 10678681"/>
              <a:gd name="connsiteY94" fmla="*/ 1302558 h 1342734"/>
              <a:gd name="connsiteX95" fmla="*/ 4498919 w 10678681"/>
              <a:gd name="connsiteY95" fmla="*/ 1312115 h 1342734"/>
              <a:gd name="connsiteX96" fmla="*/ 4492075 w 10678681"/>
              <a:gd name="connsiteY96" fmla="*/ 1313357 h 1342734"/>
              <a:gd name="connsiteX97" fmla="*/ 4487466 w 10678681"/>
              <a:gd name="connsiteY97" fmla="*/ 1304102 h 1342734"/>
              <a:gd name="connsiteX98" fmla="*/ 4398292 w 10678681"/>
              <a:gd name="connsiteY98" fmla="*/ 1278410 h 1342734"/>
              <a:gd name="connsiteX99" fmla="*/ 4306088 w 10678681"/>
              <a:gd name="connsiteY99" fmla="*/ 1282512 h 1342734"/>
              <a:gd name="connsiteX100" fmla="*/ 4188995 w 10678681"/>
              <a:gd name="connsiteY100" fmla="*/ 1296718 h 1342734"/>
              <a:gd name="connsiteX101" fmla="*/ 4136582 w 10678681"/>
              <a:gd name="connsiteY101" fmla="*/ 1287687 h 1342734"/>
              <a:gd name="connsiteX102" fmla="*/ 4064614 w 10678681"/>
              <a:gd name="connsiteY102" fmla="*/ 1296118 h 1342734"/>
              <a:gd name="connsiteX103" fmla="*/ 3900948 w 10678681"/>
              <a:gd name="connsiteY103" fmla="*/ 1322156 h 1342734"/>
              <a:gd name="connsiteX104" fmla="*/ 3787890 w 10678681"/>
              <a:gd name="connsiteY104" fmla="*/ 1322164 h 1342734"/>
              <a:gd name="connsiteX105" fmla="*/ 3745993 w 10678681"/>
              <a:gd name="connsiteY105" fmla="*/ 1342630 h 1342734"/>
              <a:gd name="connsiteX106" fmla="*/ 3675785 w 10678681"/>
              <a:gd name="connsiteY106" fmla="*/ 1326802 h 1342734"/>
              <a:gd name="connsiteX107" fmla="*/ 3623856 w 10678681"/>
              <a:gd name="connsiteY107" fmla="*/ 1290804 h 1342734"/>
              <a:gd name="connsiteX108" fmla="*/ 3564933 w 10678681"/>
              <a:gd name="connsiteY108" fmla="*/ 1287147 h 1342734"/>
              <a:gd name="connsiteX109" fmla="*/ 3550537 w 10678681"/>
              <a:gd name="connsiteY109" fmla="*/ 1317552 h 1342734"/>
              <a:gd name="connsiteX110" fmla="*/ 3487736 w 10678681"/>
              <a:gd name="connsiteY110" fmla="*/ 1303493 h 1342734"/>
              <a:gd name="connsiteX111" fmla="*/ 3392548 w 10678681"/>
              <a:gd name="connsiteY111" fmla="*/ 1278741 h 1342734"/>
              <a:gd name="connsiteX112" fmla="*/ 3337466 w 10678681"/>
              <a:gd name="connsiteY112" fmla="*/ 1272537 h 1342734"/>
              <a:gd name="connsiteX113" fmla="*/ 3175981 w 10678681"/>
              <a:gd name="connsiteY113" fmla="*/ 1208973 h 1342734"/>
              <a:gd name="connsiteX114" fmla="*/ 3036856 w 10678681"/>
              <a:gd name="connsiteY114" fmla="*/ 1214383 h 1342734"/>
              <a:gd name="connsiteX115" fmla="*/ 2824973 w 10678681"/>
              <a:gd name="connsiteY115" fmla="*/ 1134864 h 1342734"/>
              <a:gd name="connsiteX116" fmla="*/ 2804398 w 10678681"/>
              <a:gd name="connsiteY116" fmla="*/ 1125556 h 1342734"/>
              <a:gd name="connsiteX117" fmla="*/ 2736109 w 10678681"/>
              <a:gd name="connsiteY117" fmla="*/ 1137717 h 1342734"/>
              <a:gd name="connsiteX118" fmla="*/ 2659096 w 10678681"/>
              <a:gd name="connsiteY118" fmla="*/ 1150294 h 1342734"/>
              <a:gd name="connsiteX119" fmla="*/ 2567088 w 10678681"/>
              <a:gd name="connsiteY119" fmla="*/ 1181781 h 1342734"/>
              <a:gd name="connsiteX120" fmla="*/ 2454501 w 10678681"/>
              <a:gd name="connsiteY120" fmla="*/ 1155455 h 1342734"/>
              <a:gd name="connsiteX121" fmla="*/ 2385161 w 10678681"/>
              <a:gd name="connsiteY121" fmla="*/ 1161312 h 1342734"/>
              <a:gd name="connsiteX122" fmla="*/ 2273361 w 10678681"/>
              <a:gd name="connsiteY122" fmla="*/ 1134090 h 1342734"/>
              <a:gd name="connsiteX123" fmla="*/ 2132003 w 10678681"/>
              <a:gd name="connsiteY123" fmla="*/ 1139225 h 1342734"/>
              <a:gd name="connsiteX124" fmla="*/ 2041224 w 10678681"/>
              <a:gd name="connsiteY124" fmla="*/ 1147536 h 1342734"/>
              <a:gd name="connsiteX125" fmla="*/ 2010157 w 10678681"/>
              <a:gd name="connsiteY125" fmla="*/ 1152767 h 1342734"/>
              <a:gd name="connsiteX126" fmla="*/ 1859213 w 10678681"/>
              <a:gd name="connsiteY126" fmla="*/ 1199540 h 1342734"/>
              <a:gd name="connsiteX127" fmla="*/ 1735877 w 10678681"/>
              <a:gd name="connsiteY127" fmla="*/ 1246527 h 1342734"/>
              <a:gd name="connsiteX128" fmla="*/ 1705069 w 10678681"/>
              <a:gd name="connsiteY128" fmla="*/ 1251989 h 1342734"/>
              <a:gd name="connsiteX129" fmla="*/ 1307888 w 10678681"/>
              <a:gd name="connsiteY129" fmla="*/ 1283156 h 1342734"/>
              <a:gd name="connsiteX130" fmla="*/ 1220734 w 10678681"/>
              <a:gd name="connsiteY130" fmla="*/ 1257811 h 1342734"/>
              <a:gd name="connsiteX131" fmla="*/ 1021737 w 10678681"/>
              <a:gd name="connsiteY131" fmla="*/ 1238739 h 1342734"/>
              <a:gd name="connsiteX132" fmla="*/ 959820 w 10678681"/>
              <a:gd name="connsiteY132" fmla="*/ 1275863 h 1342734"/>
              <a:gd name="connsiteX133" fmla="*/ 929137 w 10678681"/>
              <a:gd name="connsiteY133" fmla="*/ 1273957 h 1342734"/>
              <a:gd name="connsiteX134" fmla="*/ 878849 w 10678681"/>
              <a:gd name="connsiteY134" fmla="*/ 1266740 h 1342734"/>
              <a:gd name="connsiteX135" fmla="*/ 800667 w 10678681"/>
              <a:gd name="connsiteY135" fmla="*/ 1282041 h 1342734"/>
              <a:gd name="connsiteX136" fmla="*/ 644906 w 10678681"/>
              <a:gd name="connsiteY136" fmla="*/ 1273685 h 1342734"/>
              <a:gd name="connsiteX137" fmla="*/ 379869 w 10678681"/>
              <a:gd name="connsiteY137" fmla="*/ 1339165 h 1342734"/>
              <a:gd name="connsiteX138" fmla="*/ 137696 w 10678681"/>
              <a:gd name="connsiteY138" fmla="*/ 1319217 h 1342734"/>
              <a:gd name="connsiteX139" fmla="*/ 54250 w 10678681"/>
              <a:gd name="connsiteY139" fmla="*/ 1315838 h 1342734"/>
              <a:gd name="connsiteX140" fmla="*/ 28042 w 10678681"/>
              <a:gd name="connsiteY140" fmla="*/ 1297822 h 1342734"/>
              <a:gd name="connsiteX141" fmla="*/ 0 w 10678681"/>
              <a:gd name="connsiteY141" fmla="*/ 1294612 h 1342734"/>
              <a:gd name="connsiteX142" fmla="*/ 0 w 10678681"/>
              <a:gd name="connsiteY142" fmla="*/ 0 h 1342734"/>
              <a:gd name="connsiteX0" fmla="*/ 0 w 10678681"/>
              <a:gd name="connsiteY0" fmla="*/ 0 h 1342734"/>
              <a:gd name="connsiteX1" fmla="*/ 10678681 w 10678681"/>
              <a:gd name="connsiteY1" fmla="*/ 0 h 1342734"/>
              <a:gd name="connsiteX2" fmla="*/ 10666019 w 10678681"/>
              <a:gd name="connsiteY2" fmla="*/ 7876 h 1342734"/>
              <a:gd name="connsiteX3" fmla="*/ 10632825 w 10678681"/>
              <a:gd name="connsiteY3" fmla="*/ 32153 h 1342734"/>
              <a:gd name="connsiteX4" fmla="*/ 10516219 w 10678681"/>
              <a:gd name="connsiteY4" fmla="*/ 45588 h 1342734"/>
              <a:gd name="connsiteX5" fmla="*/ 10456989 w 10678681"/>
              <a:gd name="connsiteY5" fmla="*/ 979 h 1342734"/>
              <a:gd name="connsiteX6" fmla="*/ 10438642 w 10678681"/>
              <a:gd name="connsiteY6" fmla="*/ 1524 h 1342734"/>
              <a:gd name="connsiteX7" fmla="*/ 10407146 w 10678681"/>
              <a:gd name="connsiteY7" fmla="*/ 43659 h 1342734"/>
              <a:gd name="connsiteX8" fmla="*/ 10341159 w 10678681"/>
              <a:gd name="connsiteY8" fmla="*/ 103824 h 1342734"/>
              <a:gd name="connsiteX9" fmla="*/ 10244930 w 10678681"/>
              <a:gd name="connsiteY9" fmla="*/ 94599 h 1342734"/>
              <a:gd name="connsiteX10" fmla="*/ 10115334 w 10678681"/>
              <a:gd name="connsiteY10" fmla="*/ 155658 h 1342734"/>
              <a:gd name="connsiteX11" fmla="*/ 10068157 w 10678681"/>
              <a:gd name="connsiteY11" fmla="*/ 215673 h 1342734"/>
              <a:gd name="connsiteX12" fmla="*/ 10045431 w 10678681"/>
              <a:gd name="connsiteY12" fmla="*/ 229568 h 1342734"/>
              <a:gd name="connsiteX13" fmla="*/ 9929077 w 10678681"/>
              <a:gd name="connsiteY13" fmla="*/ 254478 h 1342734"/>
              <a:gd name="connsiteX14" fmla="*/ 9840045 w 10678681"/>
              <a:gd name="connsiteY14" fmla="*/ 223033 h 1342734"/>
              <a:gd name="connsiteX15" fmla="*/ 9679638 w 10678681"/>
              <a:gd name="connsiteY15" fmla="*/ 277462 h 1342734"/>
              <a:gd name="connsiteX16" fmla="*/ 9498347 w 10678681"/>
              <a:gd name="connsiteY16" fmla="*/ 244723 h 1342734"/>
              <a:gd name="connsiteX17" fmla="*/ 9366026 w 10678681"/>
              <a:gd name="connsiteY17" fmla="*/ 299024 h 1342734"/>
              <a:gd name="connsiteX18" fmla="*/ 9316702 w 10678681"/>
              <a:gd name="connsiteY18" fmla="*/ 356523 h 1342734"/>
              <a:gd name="connsiteX19" fmla="*/ 9121744 w 10678681"/>
              <a:gd name="connsiteY19" fmla="*/ 365177 h 1342734"/>
              <a:gd name="connsiteX20" fmla="*/ 9061654 w 10678681"/>
              <a:gd name="connsiteY20" fmla="*/ 393730 h 1342734"/>
              <a:gd name="connsiteX21" fmla="*/ 8997577 w 10678681"/>
              <a:gd name="connsiteY21" fmla="*/ 380865 h 1342734"/>
              <a:gd name="connsiteX22" fmla="*/ 8907968 w 10678681"/>
              <a:gd name="connsiteY22" fmla="*/ 447345 h 1342734"/>
              <a:gd name="connsiteX23" fmla="*/ 8764163 w 10678681"/>
              <a:gd name="connsiteY23" fmla="*/ 471000 h 1342734"/>
              <a:gd name="connsiteX24" fmla="*/ 8680155 w 10678681"/>
              <a:gd name="connsiteY24" fmla="*/ 492404 h 1342734"/>
              <a:gd name="connsiteX25" fmla="*/ 8651436 w 10678681"/>
              <a:gd name="connsiteY25" fmla="*/ 511923 h 1342734"/>
              <a:gd name="connsiteX26" fmla="*/ 8609185 w 10678681"/>
              <a:gd name="connsiteY26" fmla="*/ 531525 h 1342734"/>
              <a:gd name="connsiteX27" fmla="*/ 8537091 w 10678681"/>
              <a:gd name="connsiteY27" fmla="*/ 574933 h 1342734"/>
              <a:gd name="connsiteX28" fmla="*/ 8435931 w 10678681"/>
              <a:gd name="connsiteY28" fmla="*/ 617926 h 1342734"/>
              <a:gd name="connsiteX29" fmla="*/ 8348623 w 10678681"/>
              <a:gd name="connsiteY29" fmla="*/ 600607 h 1342734"/>
              <a:gd name="connsiteX30" fmla="*/ 8344233 w 10678681"/>
              <a:gd name="connsiteY30" fmla="*/ 610922 h 1342734"/>
              <a:gd name="connsiteX31" fmla="*/ 8290622 w 10678681"/>
              <a:gd name="connsiteY31" fmla="*/ 622687 h 1342734"/>
              <a:gd name="connsiteX32" fmla="*/ 8086698 w 10678681"/>
              <a:gd name="connsiteY32" fmla="*/ 605185 h 1342734"/>
              <a:gd name="connsiteX33" fmla="*/ 7982378 w 10678681"/>
              <a:gd name="connsiteY33" fmla="*/ 629799 h 1342734"/>
              <a:gd name="connsiteX34" fmla="*/ 7947952 w 10678681"/>
              <a:gd name="connsiteY34" fmla="*/ 648003 h 1342734"/>
              <a:gd name="connsiteX35" fmla="*/ 7890112 w 10678681"/>
              <a:gd name="connsiteY35" fmla="*/ 677915 h 1342734"/>
              <a:gd name="connsiteX36" fmla="*/ 7853284 w 10678681"/>
              <a:gd name="connsiteY36" fmla="*/ 723588 h 1342734"/>
              <a:gd name="connsiteX37" fmla="*/ 7802383 w 10678681"/>
              <a:gd name="connsiteY37" fmla="*/ 739359 h 1342734"/>
              <a:gd name="connsiteX38" fmla="*/ 7730518 w 10678681"/>
              <a:gd name="connsiteY38" fmla="*/ 739526 h 1342734"/>
              <a:gd name="connsiteX39" fmla="*/ 7652907 w 10678681"/>
              <a:gd name="connsiteY39" fmla="*/ 783273 h 1342734"/>
              <a:gd name="connsiteX40" fmla="*/ 7606008 w 10678681"/>
              <a:gd name="connsiteY40" fmla="*/ 800717 h 1342734"/>
              <a:gd name="connsiteX41" fmla="*/ 7480223 w 10678681"/>
              <a:gd name="connsiteY41" fmla="*/ 856821 h 1342734"/>
              <a:gd name="connsiteX42" fmla="*/ 7356005 w 10678681"/>
              <a:gd name="connsiteY42" fmla="*/ 919462 h 1342734"/>
              <a:gd name="connsiteX43" fmla="*/ 7305396 w 10678681"/>
              <a:gd name="connsiteY43" fmla="*/ 986228 h 1342734"/>
              <a:gd name="connsiteX44" fmla="*/ 7266251 w 10678681"/>
              <a:gd name="connsiteY44" fmla="*/ 967864 h 1342734"/>
              <a:gd name="connsiteX45" fmla="*/ 7269396 w 10678681"/>
              <a:gd name="connsiteY45" fmla="*/ 989282 h 1342734"/>
              <a:gd name="connsiteX46" fmla="*/ 7258094 w 10678681"/>
              <a:gd name="connsiteY46" fmla="*/ 990679 h 1342734"/>
              <a:gd name="connsiteX47" fmla="*/ 7257893 w 10678681"/>
              <a:gd name="connsiteY47" fmla="*/ 991204 h 1342734"/>
              <a:gd name="connsiteX48" fmla="*/ 7247153 w 10678681"/>
              <a:gd name="connsiteY48" fmla="*/ 991550 h 1342734"/>
              <a:gd name="connsiteX49" fmla="*/ 7193612 w 10678681"/>
              <a:gd name="connsiteY49" fmla="*/ 987042 h 1342734"/>
              <a:gd name="connsiteX50" fmla="*/ 7132632 w 10678681"/>
              <a:gd name="connsiteY50" fmla="*/ 1042036 h 1342734"/>
              <a:gd name="connsiteX51" fmla="*/ 7105610 w 10678681"/>
              <a:gd name="connsiteY51" fmla="*/ 1053537 h 1342734"/>
              <a:gd name="connsiteX52" fmla="*/ 7069148 w 10678681"/>
              <a:gd name="connsiteY52" fmla="*/ 1047163 h 1342734"/>
              <a:gd name="connsiteX53" fmla="*/ 7039634 w 10678681"/>
              <a:gd name="connsiteY53" fmla="*/ 1059971 h 1342734"/>
              <a:gd name="connsiteX54" fmla="*/ 7033445 w 10678681"/>
              <a:gd name="connsiteY54" fmla="*/ 1063314 h 1342734"/>
              <a:gd name="connsiteX55" fmla="*/ 6999157 w 10678681"/>
              <a:gd name="connsiteY55" fmla="*/ 1055282 h 1342734"/>
              <a:gd name="connsiteX56" fmla="*/ 6981874 w 10678681"/>
              <a:gd name="connsiteY56" fmla="*/ 1053827 h 1342734"/>
              <a:gd name="connsiteX57" fmla="*/ 6976102 w 10678681"/>
              <a:gd name="connsiteY57" fmla="*/ 1047854 h 1342734"/>
              <a:gd name="connsiteX58" fmla="*/ 6951040 w 10678681"/>
              <a:gd name="connsiteY58" fmla="*/ 1048531 h 1342734"/>
              <a:gd name="connsiteX59" fmla="*/ 6948497 w 10678681"/>
              <a:gd name="connsiteY59" fmla="*/ 1050706 h 1342734"/>
              <a:gd name="connsiteX60" fmla="*/ 6926582 w 10678681"/>
              <a:gd name="connsiteY60" fmla="*/ 1043462 h 1342734"/>
              <a:gd name="connsiteX61" fmla="*/ 6833743 w 10678681"/>
              <a:gd name="connsiteY61" fmla="*/ 1027960 h 1342734"/>
              <a:gd name="connsiteX62" fmla="*/ 6687090 w 10678681"/>
              <a:gd name="connsiteY62" fmla="*/ 1063250 h 1342734"/>
              <a:gd name="connsiteX63" fmla="*/ 6437450 w 10678681"/>
              <a:gd name="connsiteY63" fmla="*/ 1101075 h 1342734"/>
              <a:gd name="connsiteX64" fmla="*/ 6327795 w 10678681"/>
              <a:gd name="connsiteY64" fmla="*/ 1088142 h 1342734"/>
              <a:gd name="connsiteX65" fmla="*/ 6136549 w 10678681"/>
              <a:gd name="connsiteY65" fmla="*/ 1100268 h 1342734"/>
              <a:gd name="connsiteX66" fmla="*/ 6004655 w 10678681"/>
              <a:gd name="connsiteY66" fmla="*/ 1114946 h 1342734"/>
              <a:gd name="connsiteX67" fmla="*/ 5936643 w 10678681"/>
              <a:gd name="connsiteY67" fmla="*/ 1095428 h 1342734"/>
              <a:gd name="connsiteX68" fmla="*/ 5912484 w 10678681"/>
              <a:gd name="connsiteY68" fmla="*/ 1112624 h 1342734"/>
              <a:gd name="connsiteX69" fmla="*/ 5908387 w 10678681"/>
              <a:gd name="connsiteY69" fmla="*/ 1116018 h 1342734"/>
              <a:gd name="connsiteX70" fmla="*/ 5890495 w 10678681"/>
              <a:gd name="connsiteY70" fmla="*/ 1120268 h 1342734"/>
              <a:gd name="connsiteX71" fmla="*/ 5887318 w 10678681"/>
              <a:gd name="connsiteY71" fmla="*/ 1133134 h 1342734"/>
              <a:gd name="connsiteX72" fmla="*/ 5861726 w 10678681"/>
              <a:gd name="connsiteY72" fmla="*/ 1147891 h 1342734"/>
              <a:gd name="connsiteX73" fmla="*/ 5805823 w 10678681"/>
              <a:gd name="connsiteY73" fmla="*/ 1152457 h 1342734"/>
              <a:gd name="connsiteX74" fmla="*/ 5689841 w 10678681"/>
              <a:gd name="connsiteY74" fmla="*/ 1176232 h 1342734"/>
              <a:gd name="connsiteX75" fmla="*/ 5605119 w 10678681"/>
              <a:gd name="connsiteY75" fmla="*/ 1190202 h 1342734"/>
              <a:gd name="connsiteX76" fmla="*/ 5488513 w 10678681"/>
              <a:gd name="connsiteY76" fmla="*/ 1205367 h 1342734"/>
              <a:gd name="connsiteX77" fmla="*/ 5402905 w 10678681"/>
              <a:gd name="connsiteY77" fmla="*/ 1241191 h 1342734"/>
              <a:gd name="connsiteX78" fmla="*/ 5285593 w 10678681"/>
              <a:gd name="connsiteY78" fmla="*/ 1273569 h 1342734"/>
              <a:gd name="connsiteX79" fmla="*/ 5192893 w 10678681"/>
              <a:gd name="connsiteY79" fmla="*/ 1247188 h 1342734"/>
              <a:gd name="connsiteX80" fmla="*/ 5186475 w 10678681"/>
              <a:gd name="connsiteY80" fmla="*/ 1257028 h 1342734"/>
              <a:gd name="connsiteX81" fmla="*/ 5126038 w 10678681"/>
              <a:gd name="connsiteY81" fmla="*/ 1263189 h 1342734"/>
              <a:gd name="connsiteX82" fmla="*/ 4894688 w 10678681"/>
              <a:gd name="connsiteY82" fmla="*/ 1247184 h 1342734"/>
              <a:gd name="connsiteX83" fmla="*/ 4788036 w 10678681"/>
              <a:gd name="connsiteY83" fmla="*/ 1238182 h 1342734"/>
              <a:gd name="connsiteX84" fmla="*/ 4747555 w 10678681"/>
              <a:gd name="connsiteY84" fmla="*/ 1252768 h 1342734"/>
              <a:gd name="connsiteX85" fmla="*/ 4679644 w 10678681"/>
              <a:gd name="connsiteY85" fmla="*/ 1276603 h 1342734"/>
              <a:gd name="connsiteX86" fmla="*/ 4632222 w 10678681"/>
              <a:gd name="connsiteY86" fmla="*/ 1318360 h 1342734"/>
              <a:gd name="connsiteX87" fmla="*/ 4617358 w 10678681"/>
              <a:gd name="connsiteY87" fmla="*/ 1327690 h 1342734"/>
              <a:gd name="connsiteX88" fmla="*/ 4589102 w 10678681"/>
              <a:gd name="connsiteY88" fmla="*/ 1321223 h 1342734"/>
              <a:gd name="connsiteX89" fmla="*/ 4578184 w 10678681"/>
              <a:gd name="connsiteY89" fmla="*/ 1326745 h 1342734"/>
              <a:gd name="connsiteX90" fmla="*/ 4574270 w 10678681"/>
              <a:gd name="connsiteY90" fmla="*/ 1325878 h 1342734"/>
              <a:gd name="connsiteX91" fmla="*/ 4564919 w 10678681"/>
              <a:gd name="connsiteY91" fmla="*/ 1325507 h 1342734"/>
              <a:gd name="connsiteX92" fmla="*/ 4566586 w 10678681"/>
              <a:gd name="connsiteY92" fmla="*/ 1316963 h 1342734"/>
              <a:gd name="connsiteX93" fmla="*/ 4556303 w 10678681"/>
              <a:gd name="connsiteY93" fmla="*/ 1300262 h 1342734"/>
              <a:gd name="connsiteX94" fmla="*/ 4502358 w 10678681"/>
              <a:gd name="connsiteY94" fmla="*/ 1302558 h 1342734"/>
              <a:gd name="connsiteX95" fmla="*/ 4498919 w 10678681"/>
              <a:gd name="connsiteY95" fmla="*/ 1312115 h 1342734"/>
              <a:gd name="connsiteX96" fmla="*/ 4492075 w 10678681"/>
              <a:gd name="connsiteY96" fmla="*/ 1313357 h 1342734"/>
              <a:gd name="connsiteX97" fmla="*/ 4487466 w 10678681"/>
              <a:gd name="connsiteY97" fmla="*/ 1304102 h 1342734"/>
              <a:gd name="connsiteX98" fmla="*/ 4398292 w 10678681"/>
              <a:gd name="connsiteY98" fmla="*/ 1278410 h 1342734"/>
              <a:gd name="connsiteX99" fmla="*/ 4306088 w 10678681"/>
              <a:gd name="connsiteY99" fmla="*/ 1282512 h 1342734"/>
              <a:gd name="connsiteX100" fmla="*/ 4188995 w 10678681"/>
              <a:gd name="connsiteY100" fmla="*/ 1296718 h 1342734"/>
              <a:gd name="connsiteX101" fmla="*/ 4136582 w 10678681"/>
              <a:gd name="connsiteY101" fmla="*/ 1287687 h 1342734"/>
              <a:gd name="connsiteX102" fmla="*/ 4064614 w 10678681"/>
              <a:gd name="connsiteY102" fmla="*/ 1296118 h 1342734"/>
              <a:gd name="connsiteX103" fmla="*/ 3900948 w 10678681"/>
              <a:gd name="connsiteY103" fmla="*/ 1322156 h 1342734"/>
              <a:gd name="connsiteX104" fmla="*/ 3787890 w 10678681"/>
              <a:gd name="connsiteY104" fmla="*/ 1322164 h 1342734"/>
              <a:gd name="connsiteX105" fmla="*/ 3745993 w 10678681"/>
              <a:gd name="connsiteY105" fmla="*/ 1342630 h 1342734"/>
              <a:gd name="connsiteX106" fmla="*/ 3675785 w 10678681"/>
              <a:gd name="connsiteY106" fmla="*/ 1326802 h 1342734"/>
              <a:gd name="connsiteX107" fmla="*/ 3623856 w 10678681"/>
              <a:gd name="connsiteY107" fmla="*/ 1290804 h 1342734"/>
              <a:gd name="connsiteX108" fmla="*/ 3564933 w 10678681"/>
              <a:gd name="connsiteY108" fmla="*/ 1287147 h 1342734"/>
              <a:gd name="connsiteX109" fmla="*/ 3550537 w 10678681"/>
              <a:gd name="connsiteY109" fmla="*/ 1317552 h 1342734"/>
              <a:gd name="connsiteX110" fmla="*/ 3487736 w 10678681"/>
              <a:gd name="connsiteY110" fmla="*/ 1303493 h 1342734"/>
              <a:gd name="connsiteX111" fmla="*/ 3392548 w 10678681"/>
              <a:gd name="connsiteY111" fmla="*/ 1278741 h 1342734"/>
              <a:gd name="connsiteX112" fmla="*/ 3337466 w 10678681"/>
              <a:gd name="connsiteY112" fmla="*/ 1272537 h 1342734"/>
              <a:gd name="connsiteX113" fmla="*/ 3175981 w 10678681"/>
              <a:gd name="connsiteY113" fmla="*/ 1208973 h 1342734"/>
              <a:gd name="connsiteX114" fmla="*/ 3036856 w 10678681"/>
              <a:gd name="connsiteY114" fmla="*/ 1214383 h 1342734"/>
              <a:gd name="connsiteX115" fmla="*/ 2824973 w 10678681"/>
              <a:gd name="connsiteY115" fmla="*/ 1134864 h 1342734"/>
              <a:gd name="connsiteX116" fmla="*/ 2804398 w 10678681"/>
              <a:gd name="connsiteY116" fmla="*/ 1125556 h 1342734"/>
              <a:gd name="connsiteX117" fmla="*/ 2736109 w 10678681"/>
              <a:gd name="connsiteY117" fmla="*/ 1137717 h 1342734"/>
              <a:gd name="connsiteX118" fmla="*/ 2659096 w 10678681"/>
              <a:gd name="connsiteY118" fmla="*/ 1150294 h 1342734"/>
              <a:gd name="connsiteX119" fmla="*/ 2567088 w 10678681"/>
              <a:gd name="connsiteY119" fmla="*/ 1181781 h 1342734"/>
              <a:gd name="connsiteX120" fmla="*/ 2454501 w 10678681"/>
              <a:gd name="connsiteY120" fmla="*/ 1155455 h 1342734"/>
              <a:gd name="connsiteX121" fmla="*/ 2385161 w 10678681"/>
              <a:gd name="connsiteY121" fmla="*/ 1161312 h 1342734"/>
              <a:gd name="connsiteX122" fmla="*/ 2273361 w 10678681"/>
              <a:gd name="connsiteY122" fmla="*/ 1134090 h 1342734"/>
              <a:gd name="connsiteX123" fmla="*/ 2132003 w 10678681"/>
              <a:gd name="connsiteY123" fmla="*/ 1139225 h 1342734"/>
              <a:gd name="connsiteX124" fmla="*/ 2041224 w 10678681"/>
              <a:gd name="connsiteY124" fmla="*/ 1147536 h 1342734"/>
              <a:gd name="connsiteX125" fmla="*/ 2010157 w 10678681"/>
              <a:gd name="connsiteY125" fmla="*/ 1152767 h 1342734"/>
              <a:gd name="connsiteX126" fmla="*/ 1859213 w 10678681"/>
              <a:gd name="connsiteY126" fmla="*/ 1199540 h 1342734"/>
              <a:gd name="connsiteX127" fmla="*/ 1735877 w 10678681"/>
              <a:gd name="connsiteY127" fmla="*/ 1246527 h 1342734"/>
              <a:gd name="connsiteX128" fmla="*/ 1705069 w 10678681"/>
              <a:gd name="connsiteY128" fmla="*/ 1251989 h 1342734"/>
              <a:gd name="connsiteX129" fmla="*/ 1307888 w 10678681"/>
              <a:gd name="connsiteY129" fmla="*/ 1283156 h 1342734"/>
              <a:gd name="connsiteX130" fmla="*/ 1220734 w 10678681"/>
              <a:gd name="connsiteY130" fmla="*/ 1257811 h 1342734"/>
              <a:gd name="connsiteX131" fmla="*/ 1021737 w 10678681"/>
              <a:gd name="connsiteY131" fmla="*/ 1238739 h 1342734"/>
              <a:gd name="connsiteX132" fmla="*/ 959820 w 10678681"/>
              <a:gd name="connsiteY132" fmla="*/ 1275863 h 1342734"/>
              <a:gd name="connsiteX133" fmla="*/ 929137 w 10678681"/>
              <a:gd name="connsiteY133" fmla="*/ 1273957 h 1342734"/>
              <a:gd name="connsiteX134" fmla="*/ 878849 w 10678681"/>
              <a:gd name="connsiteY134" fmla="*/ 1266740 h 1342734"/>
              <a:gd name="connsiteX135" fmla="*/ 800667 w 10678681"/>
              <a:gd name="connsiteY135" fmla="*/ 1282041 h 1342734"/>
              <a:gd name="connsiteX136" fmla="*/ 644906 w 10678681"/>
              <a:gd name="connsiteY136" fmla="*/ 1273685 h 1342734"/>
              <a:gd name="connsiteX137" fmla="*/ 379869 w 10678681"/>
              <a:gd name="connsiteY137" fmla="*/ 1339165 h 1342734"/>
              <a:gd name="connsiteX138" fmla="*/ 137696 w 10678681"/>
              <a:gd name="connsiteY138" fmla="*/ 1319217 h 1342734"/>
              <a:gd name="connsiteX139" fmla="*/ 54250 w 10678681"/>
              <a:gd name="connsiteY139" fmla="*/ 1315838 h 1342734"/>
              <a:gd name="connsiteX140" fmla="*/ 28042 w 10678681"/>
              <a:gd name="connsiteY140" fmla="*/ 1297822 h 1342734"/>
              <a:gd name="connsiteX141" fmla="*/ 0 w 10678681"/>
              <a:gd name="connsiteY141" fmla="*/ 1294612 h 1342734"/>
              <a:gd name="connsiteX142" fmla="*/ 0 w 10678681"/>
              <a:gd name="connsiteY142" fmla="*/ 0 h 1342734"/>
              <a:gd name="connsiteX0" fmla="*/ 0 w 10678681"/>
              <a:gd name="connsiteY0" fmla="*/ 0 h 1342734"/>
              <a:gd name="connsiteX1" fmla="*/ 10678681 w 10678681"/>
              <a:gd name="connsiteY1" fmla="*/ 0 h 1342734"/>
              <a:gd name="connsiteX2" fmla="*/ 10666019 w 10678681"/>
              <a:gd name="connsiteY2" fmla="*/ 7876 h 1342734"/>
              <a:gd name="connsiteX3" fmla="*/ 10632825 w 10678681"/>
              <a:gd name="connsiteY3" fmla="*/ 32153 h 1342734"/>
              <a:gd name="connsiteX4" fmla="*/ 10516219 w 10678681"/>
              <a:gd name="connsiteY4" fmla="*/ 45588 h 1342734"/>
              <a:gd name="connsiteX5" fmla="*/ 10456989 w 10678681"/>
              <a:gd name="connsiteY5" fmla="*/ 979 h 1342734"/>
              <a:gd name="connsiteX6" fmla="*/ 10438642 w 10678681"/>
              <a:gd name="connsiteY6" fmla="*/ 1524 h 1342734"/>
              <a:gd name="connsiteX7" fmla="*/ 10407146 w 10678681"/>
              <a:gd name="connsiteY7" fmla="*/ 43659 h 1342734"/>
              <a:gd name="connsiteX8" fmla="*/ 10341159 w 10678681"/>
              <a:gd name="connsiteY8" fmla="*/ 103824 h 1342734"/>
              <a:gd name="connsiteX9" fmla="*/ 10244930 w 10678681"/>
              <a:gd name="connsiteY9" fmla="*/ 94599 h 1342734"/>
              <a:gd name="connsiteX10" fmla="*/ 10115334 w 10678681"/>
              <a:gd name="connsiteY10" fmla="*/ 155658 h 1342734"/>
              <a:gd name="connsiteX11" fmla="*/ 10068157 w 10678681"/>
              <a:gd name="connsiteY11" fmla="*/ 215673 h 1342734"/>
              <a:gd name="connsiteX12" fmla="*/ 10045431 w 10678681"/>
              <a:gd name="connsiteY12" fmla="*/ 229568 h 1342734"/>
              <a:gd name="connsiteX13" fmla="*/ 9929077 w 10678681"/>
              <a:gd name="connsiteY13" fmla="*/ 254478 h 1342734"/>
              <a:gd name="connsiteX14" fmla="*/ 9840045 w 10678681"/>
              <a:gd name="connsiteY14" fmla="*/ 223033 h 1342734"/>
              <a:gd name="connsiteX15" fmla="*/ 9679638 w 10678681"/>
              <a:gd name="connsiteY15" fmla="*/ 277462 h 1342734"/>
              <a:gd name="connsiteX16" fmla="*/ 9498347 w 10678681"/>
              <a:gd name="connsiteY16" fmla="*/ 244723 h 1342734"/>
              <a:gd name="connsiteX17" fmla="*/ 9366026 w 10678681"/>
              <a:gd name="connsiteY17" fmla="*/ 299024 h 1342734"/>
              <a:gd name="connsiteX18" fmla="*/ 9316702 w 10678681"/>
              <a:gd name="connsiteY18" fmla="*/ 356523 h 1342734"/>
              <a:gd name="connsiteX19" fmla="*/ 9121744 w 10678681"/>
              <a:gd name="connsiteY19" fmla="*/ 365177 h 1342734"/>
              <a:gd name="connsiteX20" fmla="*/ 9061654 w 10678681"/>
              <a:gd name="connsiteY20" fmla="*/ 393730 h 1342734"/>
              <a:gd name="connsiteX21" fmla="*/ 8997577 w 10678681"/>
              <a:gd name="connsiteY21" fmla="*/ 380865 h 1342734"/>
              <a:gd name="connsiteX22" fmla="*/ 8907968 w 10678681"/>
              <a:gd name="connsiteY22" fmla="*/ 447345 h 1342734"/>
              <a:gd name="connsiteX23" fmla="*/ 8764163 w 10678681"/>
              <a:gd name="connsiteY23" fmla="*/ 471000 h 1342734"/>
              <a:gd name="connsiteX24" fmla="*/ 8680155 w 10678681"/>
              <a:gd name="connsiteY24" fmla="*/ 492404 h 1342734"/>
              <a:gd name="connsiteX25" fmla="*/ 8651436 w 10678681"/>
              <a:gd name="connsiteY25" fmla="*/ 511923 h 1342734"/>
              <a:gd name="connsiteX26" fmla="*/ 8609185 w 10678681"/>
              <a:gd name="connsiteY26" fmla="*/ 531525 h 1342734"/>
              <a:gd name="connsiteX27" fmla="*/ 8537091 w 10678681"/>
              <a:gd name="connsiteY27" fmla="*/ 574933 h 1342734"/>
              <a:gd name="connsiteX28" fmla="*/ 8435931 w 10678681"/>
              <a:gd name="connsiteY28" fmla="*/ 617926 h 1342734"/>
              <a:gd name="connsiteX29" fmla="*/ 8348623 w 10678681"/>
              <a:gd name="connsiteY29" fmla="*/ 600607 h 1342734"/>
              <a:gd name="connsiteX30" fmla="*/ 8344233 w 10678681"/>
              <a:gd name="connsiteY30" fmla="*/ 610922 h 1342734"/>
              <a:gd name="connsiteX31" fmla="*/ 8290622 w 10678681"/>
              <a:gd name="connsiteY31" fmla="*/ 622687 h 1342734"/>
              <a:gd name="connsiteX32" fmla="*/ 8086698 w 10678681"/>
              <a:gd name="connsiteY32" fmla="*/ 605185 h 1342734"/>
              <a:gd name="connsiteX33" fmla="*/ 7982378 w 10678681"/>
              <a:gd name="connsiteY33" fmla="*/ 629799 h 1342734"/>
              <a:gd name="connsiteX34" fmla="*/ 7947952 w 10678681"/>
              <a:gd name="connsiteY34" fmla="*/ 648003 h 1342734"/>
              <a:gd name="connsiteX35" fmla="*/ 7890112 w 10678681"/>
              <a:gd name="connsiteY35" fmla="*/ 677915 h 1342734"/>
              <a:gd name="connsiteX36" fmla="*/ 7853284 w 10678681"/>
              <a:gd name="connsiteY36" fmla="*/ 723588 h 1342734"/>
              <a:gd name="connsiteX37" fmla="*/ 7802383 w 10678681"/>
              <a:gd name="connsiteY37" fmla="*/ 739359 h 1342734"/>
              <a:gd name="connsiteX38" fmla="*/ 7730518 w 10678681"/>
              <a:gd name="connsiteY38" fmla="*/ 739526 h 1342734"/>
              <a:gd name="connsiteX39" fmla="*/ 7652907 w 10678681"/>
              <a:gd name="connsiteY39" fmla="*/ 783273 h 1342734"/>
              <a:gd name="connsiteX40" fmla="*/ 7606008 w 10678681"/>
              <a:gd name="connsiteY40" fmla="*/ 800717 h 1342734"/>
              <a:gd name="connsiteX41" fmla="*/ 7480223 w 10678681"/>
              <a:gd name="connsiteY41" fmla="*/ 856821 h 1342734"/>
              <a:gd name="connsiteX42" fmla="*/ 7356005 w 10678681"/>
              <a:gd name="connsiteY42" fmla="*/ 919462 h 1342734"/>
              <a:gd name="connsiteX43" fmla="*/ 7305396 w 10678681"/>
              <a:gd name="connsiteY43" fmla="*/ 986228 h 1342734"/>
              <a:gd name="connsiteX44" fmla="*/ 7266251 w 10678681"/>
              <a:gd name="connsiteY44" fmla="*/ 967864 h 1342734"/>
              <a:gd name="connsiteX45" fmla="*/ 7269396 w 10678681"/>
              <a:gd name="connsiteY45" fmla="*/ 989282 h 1342734"/>
              <a:gd name="connsiteX46" fmla="*/ 7258094 w 10678681"/>
              <a:gd name="connsiteY46" fmla="*/ 990679 h 1342734"/>
              <a:gd name="connsiteX47" fmla="*/ 7257893 w 10678681"/>
              <a:gd name="connsiteY47" fmla="*/ 991204 h 1342734"/>
              <a:gd name="connsiteX48" fmla="*/ 7247153 w 10678681"/>
              <a:gd name="connsiteY48" fmla="*/ 991550 h 1342734"/>
              <a:gd name="connsiteX49" fmla="*/ 7193612 w 10678681"/>
              <a:gd name="connsiteY49" fmla="*/ 987042 h 1342734"/>
              <a:gd name="connsiteX50" fmla="*/ 7132632 w 10678681"/>
              <a:gd name="connsiteY50" fmla="*/ 1042036 h 1342734"/>
              <a:gd name="connsiteX51" fmla="*/ 7105610 w 10678681"/>
              <a:gd name="connsiteY51" fmla="*/ 1053537 h 1342734"/>
              <a:gd name="connsiteX52" fmla="*/ 7069148 w 10678681"/>
              <a:gd name="connsiteY52" fmla="*/ 1047163 h 1342734"/>
              <a:gd name="connsiteX53" fmla="*/ 7039634 w 10678681"/>
              <a:gd name="connsiteY53" fmla="*/ 1059971 h 1342734"/>
              <a:gd name="connsiteX54" fmla="*/ 7033445 w 10678681"/>
              <a:gd name="connsiteY54" fmla="*/ 1063314 h 1342734"/>
              <a:gd name="connsiteX55" fmla="*/ 6999157 w 10678681"/>
              <a:gd name="connsiteY55" fmla="*/ 1055282 h 1342734"/>
              <a:gd name="connsiteX56" fmla="*/ 6981874 w 10678681"/>
              <a:gd name="connsiteY56" fmla="*/ 1053827 h 1342734"/>
              <a:gd name="connsiteX57" fmla="*/ 6976102 w 10678681"/>
              <a:gd name="connsiteY57" fmla="*/ 1047854 h 1342734"/>
              <a:gd name="connsiteX58" fmla="*/ 6951040 w 10678681"/>
              <a:gd name="connsiteY58" fmla="*/ 1048531 h 1342734"/>
              <a:gd name="connsiteX59" fmla="*/ 6948497 w 10678681"/>
              <a:gd name="connsiteY59" fmla="*/ 1050706 h 1342734"/>
              <a:gd name="connsiteX60" fmla="*/ 6926582 w 10678681"/>
              <a:gd name="connsiteY60" fmla="*/ 1043462 h 1342734"/>
              <a:gd name="connsiteX61" fmla="*/ 6833743 w 10678681"/>
              <a:gd name="connsiteY61" fmla="*/ 1027960 h 1342734"/>
              <a:gd name="connsiteX62" fmla="*/ 6687090 w 10678681"/>
              <a:gd name="connsiteY62" fmla="*/ 1063250 h 1342734"/>
              <a:gd name="connsiteX63" fmla="*/ 6437450 w 10678681"/>
              <a:gd name="connsiteY63" fmla="*/ 1101075 h 1342734"/>
              <a:gd name="connsiteX64" fmla="*/ 6327795 w 10678681"/>
              <a:gd name="connsiteY64" fmla="*/ 1088142 h 1342734"/>
              <a:gd name="connsiteX65" fmla="*/ 6136549 w 10678681"/>
              <a:gd name="connsiteY65" fmla="*/ 1100268 h 1342734"/>
              <a:gd name="connsiteX66" fmla="*/ 6004655 w 10678681"/>
              <a:gd name="connsiteY66" fmla="*/ 1114946 h 1342734"/>
              <a:gd name="connsiteX67" fmla="*/ 5936643 w 10678681"/>
              <a:gd name="connsiteY67" fmla="*/ 1095428 h 1342734"/>
              <a:gd name="connsiteX68" fmla="*/ 5912484 w 10678681"/>
              <a:gd name="connsiteY68" fmla="*/ 1112624 h 1342734"/>
              <a:gd name="connsiteX69" fmla="*/ 5908387 w 10678681"/>
              <a:gd name="connsiteY69" fmla="*/ 1116018 h 1342734"/>
              <a:gd name="connsiteX70" fmla="*/ 5890495 w 10678681"/>
              <a:gd name="connsiteY70" fmla="*/ 1120268 h 1342734"/>
              <a:gd name="connsiteX71" fmla="*/ 5887318 w 10678681"/>
              <a:gd name="connsiteY71" fmla="*/ 1133134 h 1342734"/>
              <a:gd name="connsiteX72" fmla="*/ 5861726 w 10678681"/>
              <a:gd name="connsiteY72" fmla="*/ 1147891 h 1342734"/>
              <a:gd name="connsiteX73" fmla="*/ 5805823 w 10678681"/>
              <a:gd name="connsiteY73" fmla="*/ 1152457 h 1342734"/>
              <a:gd name="connsiteX74" fmla="*/ 5689841 w 10678681"/>
              <a:gd name="connsiteY74" fmla="*/ 1176232 h 1342734"/>
              <a:gd name="connsiteX75" fmla="*/ 5605119 w 10678681"/>
              <a:gd name="connsiteY75" fmla="*/ 1190202 h 1342734"/>
              <a:gd name="connsiteX76" fmla="*/ 5488513 w 10678681"/>
              <a:gd name="connsiteY76" fmla="*/ 1205367 h 1342734"/>
              <a:gd name="connsiteX77" fmla="*/ 5402905 w 10678681"/>
              <a:gd name="connsiteY77" fmla="*/ 1241191 h 1342734"/>
              <a:gd name="connsiteX78" fmla="*/ 5285593 w 10678681"/>
              <a:gd name="connsiteY78" fmla="*/ 1273569 h 1342734"/>
              <a:gd name="connsiteX79" fmla="*/ 5192893 w 10678681"/>
              <a:gd name="connsiteY79" fmla="*/ 1247188 h 1342734"/>
              <a:gd name="connsiteX80" fmla="*/ 5186475 w 10678681"/>
              <a:gd name="connsiteY80" fmla="*/ 1257028 h 1342734"/>
              <a:gd name="connsiteX81" fmla="*/ 5126038 w 10678681"/>
              <a:gd name="connsiteY81" fmla="*/ 1263189 h 1342734"/>
              <a:gd name="connsiteX82" fmla="*/ 4894688 w 10678681"/>
              <a:gd name="connsiteY82" fmla="*/ 1247184 h 1342734"/>
              <a:gd name="connsiteX83" fmla="*/ 4788036 w 10678681"/>
              <a:gd name="connsiteY83" fmla="*/ 1238182 h 1342734"/>
              <a:gd name="connsiteX84" fmla="*/ 4747555 w 10678681"/>
              <a:gd name="connsiteY84" fmla="*/ 1252768 h 1342734"/>
              <a:gd name="connsiteX85" fmla="*/ 4679644 w 10678681"/>
              <a:gd name="connsiteY85" fmla="*/ 1276603 h 1342734"/>
              <a:gd name="connsiteX86" fmla="*/ 4632222 w 10678681"/>
              <a:gd name="connsiteY86" fmla="*/ 1318360 h 1342734"/>
              <a:gd name="connsiteX87" fmla="*/ 4617358 w 10678681"/>
              <a:gd name="connsiteY87" fmla="*/ 1327690 h 1342734"/>
              <a:gd name="connsiteX88" fmla="*/ 4589102 w 10678681"/>
              <a:gd name="connsiteY88" fmla="*/ 1321223 h 1342734"/>
              <a:gd name="connsiteX89" fmla="*/ 4578184 w 10678681"/>
              <a:gd name="connsiteY89" fmla="*/ 1326745 h 1342734"/>
              <a:gd name="connsiteX90" fmla="*/ 4574270 w 10678681"/>
              <a:gd name="connsiteY90" fmla="*/ 1325878 h 1342734"/>
              <a:gd name="connsiteX91" fmla="*/ 4564919 w 10678681"/>
              <a:gd name="connsiteY91" fmla="*/ 1325507 h 1342734"/>
              <a:gd name="connsiteX92" fmla="*/ 4566586 w 10678681"/>
              <a:gd name="connsiteY92" fmla="*/ 1316963 h 1342734"/>
              <a:gd name="connsiteX93" fmla="*/ 4556303 w 10678681"/>
              <a:gd name="connsiteY93" fmla="*/ 1300262 h 1342734"/>
              <a:gd name="connsiteX94" fmla="*/ 4502358 w 10678681"/>
              <a:gd name="connsiteY94" fmla="*/ 1302558 h 1342734"/>
              <a:gd name="connsiteX95" fmla="*/ 4498919 w 10678681"/>
              <a:gd name="connsiteY95" fmla="*/ 1312115 h 1342734"/>
              <a:gd name="connsiteX96" fmla="*/ 4492075 w 10678681"/>
              <a:gd name="connsiteY96" fmla="*/ 1313357 h 1342734"/>
              <a:gd name="connsiteX97" fmla="*/ 4487466 w 10678681"/>
              <a:gd name="connsiteY97" fmla="*/ 1304102 h 1342734"/>
              <a:gd name="connsiteX98" fmla="*/ 4398292 w 10678681"/>
              <a:gd name="connsiteY98" fmla="*/ 1278410 h 1342734"/>
              <a:gd name="connsiteX99" fmla="*/ 4306088 w 10678681"/>
              <a:gd name="connsiteY99" fmla="*/ 1282512 h 1342734"/>
              <a:gd name="connsiteX100" fmla="*/ 4188995 w 10678681"/>
              <a:gd name="connsiteY100" fmla="*/ 1296718 h 1342734"/>
              <a:gd name="connsiteX101" fmla="*/ 4136582 w 10678681"/>
              <a:gd name="connsiteY101" fmla="*/ 1287687 h 1342734"/>
              <a:gd name="connsiteX102" fmla="*/ 4064614 w 10678681"/>
              <a:gd name="connsiteY102" fmla="*/ 1296118 h 1342734"/>
              <a:gd name="connsiteX103" fmla="*/ 3900948 w 10678681"/>
              <a:gd name="connsiteY103" fmla="*/ 1322156 h 1342734"/>
              <a:gd name="connsiteX104" fmla="*/ 3787890 w 10678681"/>
              <a:gd name="connsiteY104" fmla="*/ 1322164 h 1342734"/>
              <a:gd name="connsiteX105" fmla="*/ 3745993 w 10678681"/>
              <a:gd name="connsiteY105" fmla="*/ 1342630 h 1342734"/>
              <a:gd name="connsiteX106" fmla="*/ 3675785 w 10678681"/>
              <a:gd name="connsiteY106" fmla="*/ 1326802 h 1342734"/>
              <a:gd name="connsiteX107" fmla="*/ 3623856 w 10678681"/>
              <a:gd name="connsiteY107" fmla="*/ 1290804 h 1342734"/>
              <a:gd name="connsiteX108" fmla="*/ 3564933 w 10678681"/>
              <a:gd name="connsiteY108" fmla="*/ 1287147 h 1342734"/>
              <a:gd name="connsiteX109" fmla="*/ 3550537 w 10678681"/>
              <a:gd name="connsiteY109" fmla="*/ 1317552 h 1342734"/>
              <a:gd name="connsiteX110" fmla="*/ 3487736 w 10678681"/>
              <a:gd name="connsiteY110" fmla="*/ 1303493 h 1342734"/>
              <a:gd name="connsiteX111" fmla="*/ 3392548 w 10678681"/>
              <a:gd name="connsiteY111" fmla="*/ 1278741 h 1342734"/>
              <a:gd name="connsiteX112" fmla="*/ 3337466 w 10678681"/>
              <a:gd name="connsiteY112" fmla="*/ 1272537 h 1342734"/>
              <a:gd name="connsiteX113" fmla="*/ 3175981 w 10678681"/>
              <a:gd name="connsiteY113" fmla="*/ 1208973 h 1342734"/>
              <a:gd name="connsiteX114" fmla="*/ 3036856 w 10678681"/>
              <a:gd name="connsiteY114" fmla="*/ 1214383 h 1342734"/>
              <a:gd name="connsiteX115" fmla="*/ 2824973 w 10678681"/>
              <a:gd name="connsiteY115" fmla="*/ 1134864 h 1342734"/>
              <a:gd name="connsiteX116" fmla="*/ 2804398 w 10678681"/>
              <a:gd name="connsiteY116" fmla="*/ 1125556 h 1342734"/>
              <a:gd name="connsiteX117" fmla="*/ 2736109 w 10678681"/>
              <a:gd name="connsiteY117" fmla="*/ 1137717 h 1342734"/>
              <a:gd name="connsiteX118" fmla="*/ 2659096 w 10678681"/>
              <a:gd name="connsiteY118" fmla="*/ 1150294 h 1342734"/>
              <a:gd name="connsiteX119" fmla="*/ 2567088 w 10678681"/>
              <a:gd name="connsiteY119" fmla="*/ 1181781 h 1342734"/>
              <a:gd name="connsiteX120" fmla="*/ 2454501 w 10678681"/>
              <a:gd name="connsiteY120" fmla="*/ 1155455 h 1342734"/>
              <a:gd name="connsiteX121" fmla="*/ 2385161 w 10678681"/>
              <a:gd name="connsiteY121" fmla="*/ 1161312 h 1342734"/>
              <a:gd name="connsiteX122" fmla="*/ 2273361 w 10678681"/>
              <a:gd name="connsiteY122" fmla="*/ 1134090 h 1342734"/>
              <a:gd name="connsiteX123" fmla="*/ 2132003 w 10678681"/>
              <a:gd name="connsiteY123" fmla="*/ 1139225 h 1342734"/>
              <a:gd name="connsiteX124" fmla="*/ 2041224 w 10678681"/>
              <a:gd name="connsiteY124" fmla="*/ 1147536 h 1342734"/>
              <a:gd name="connsiteX125" fmla="*/ 2010157 w 10678681"/>
              <a:gd name="connsiteY125" fmla="*/ 1152767 h 1342734"/>
              <a:gd name="connsiteX126" fmla="*/ 1859213 w 10678681"/>
              <a:gd name="connsiteY126" fmla="*/ 1199540 h 1342734"/>
              <a:gd name="connsiteX127" fmla="*/ 1735877 w 10678681"/>
              <a:gd name="connsiteY127" fmla="*/ 1246527 h 1342734"/>
              <a:gd name="connsiteX128" fmla="*/ 1705069 w 10678681"/>
              <a:gd name="connsiteY128" fmla="*/ 1251989 h 1342734"/>
              <a:gd name="connsiteX129" fmla="*/ 1307888 w 10678681"/>
              <a:gd name="connsiteY129" fmla="*/ 1283156 h 1342734"/>
              <a:gd name="connsiteX130" fmla="*/ 1220734 w 10678681"/>
              <a:gd name="connsiteY130" fmla="*/ 1257811 h 1342734"/>
              <a:gd name="connsiteX131" fmla="*/ 1021737 w 10678681"/>
              <a:gd name="connsiteY131" fmla="*/ 1238739 h 1342734"/>
              <a:gd name="connsiteX132" fmla="*/ 959820 w 10678681"/>
              <a:gd name="connsiteY132" fmla="*/ 1275863 h 1342734"/>
              <a:gd name="connsiteX133" fmla="*/ 929137 w 10678681"/>
              <a:gd name="connsiteY133" fmla="*/ 1273957 h 1342734"/>
              <a:gd name="connsiteX134" fmla="*/ 878849 w 10678681"/>
              <a:gd name="connsiteY134" fmla="*/ 1266740 h 1342734"/>
              <a:gd name="connsiteX135" fmla="*/ 800667 w 10678681"/>
              <a:gd name="connsiteY135" fmla="*/ 1282041 h 1342734"/>
              <a:gd name="connsiteX136" fmla="*/ 644906 w 10678681"/>
              <a:gd name="connsiteY136" fmla="*/ 1273685 h 1342734"/>
              <a:gd name="connsiteX137" fmla="*/ 379869 w 10678681"/>
              <a:gd name="connsiteY137" fmla="*/ 1339165 h 1342734"/>
              <a:gd name="connsiteX138" fmla="*/ 137696 w 10678681"/>
              <a:gd name="connsiteY138" fmla="*/ 1319217 h 1342734"/>
              <a:gd name="connsiteX139" fmla="*/ 54250 w 10678681"/>
              <a:gd name="connsiteY139" fmla="*/ 1315838 h 1342734"/>
              <a:gd name="connsiteX140" fmla="*/ 28042 w 10678681"/>
              <a:gd name="connsiteY140" fmla="*/ 1297822 h 1342734"/>
              <a:gd name="connsiteX141" fmla="*/ 0 w 10678681"/>
              <a:gd name="connsiteY141" fmla="*/ 1294612 h 1342734"/>
              <a:gd name="connsiteX142" fmla="*/ 0 w 10678681"/>
              <a:gd name="connsiteY142" fmla="*/ 0 h 1342734"/>
              <a:gd name="connsiteX0" fmla="*/ 0 w 10678681"/>
              <a:gd name="connsiteY0" fmla="*/ 0 h 1342734"/>
              <a:gd name="connsiteX1" fmla="*/ 10678681 w 10678681"/>
              <a:gd name="connsiteY1" fmla="*/ 0 h 1342734"/>
              <a:gd name="connsiteX2" fmla="*/ 10666019 w 10678681"/>
              <a:gd name="connsiteY2" fmla="*/ 7876 h 1342734"/>
              <a:gd name="connsiteX3" fmla="*/ 10632825 w 10678681"/>
              <a:gd name="connsiteY3" fmla="*/ 32153 h 1342734"/>
              <a:gd name="connsiteX4" fmla="*/ 10516219 w 10678681"/>
              <a:gd name="connsiteY4" fmla="*/ 45588 h 1342734"/>
              <a:gd name="connsiteX5" fmla="*/ 10456989 w 10678681"/>
              <a:gd name="connsiteY5" fmla="*/ 979 h 1342734"/>
              <a:gd name="connsiteX6" fmla="*/ 10438642 w 10678681"/>
              <a:gd name="connsiteY6" fmla="*/ 1524 h 1342734"/>
              <a:gd name="connsiteX7" fmla="*/ 10407146 w 10678681"/>
              <a:gd name="connsiteY7" fmla="*/ 43659 h 1342734"/>
              <a:gd name="connsiteX8" fmla="*/ 10341159 w 10678681"/>
              <a:gd name="connsiteY8" fmla="*/ 103824 h 1342734"/>
              <a:gd name="connsiteX9" fmla="*/ 10244930 w 10678681"/>
              <a:gd name="connsiteY9" fmla="*/ 94599 h 1342734"/>
              <a:gd name="connsiteX10" fmla="*/ 10115334 w 10678681"/>
              <a:gd name="connsiteY10" fmla="*/ 155658 h 1342734"/>
              <a:gd name="connsiteX11" fmla="*/ 10068157 w 10678681"/>
              <a:gd name="connsiteY11" fmla="*/ 215673 h 1342734"/>
              <a:gd name="connsiteX12" fmla="*/ 10045431 w 10678681"/>
              <a:gd name="connsiteY12" fmla="*/ 229568 h 1342734"/>
              <a:gd name="connsiteX13" fmla="*/ 9929077 w 10678681"/>
              <a:gd name="connsiteY13" fmla="*/ 254478 h 1342734"/>
              <a:gd name="connsiteX14" fmla="*/ 9840045 w 10678681"/>
              <a:gd name="connsiteY14" fmla="*/ 223033 h 1342734"/>
              <a:gd name="connsiteX15" fmla="*/ 9679638 w 10678681"/>
              <a:gd name="connsiteY15" fmla="*/ 277462 h 1342734"/>
              <a:gd name="connsiteX16" fmla="*/ 9498347 w 10678681"/>
              <a:gd name="connsiteY16" fmla="*/ 244723 h 1342734"/>
              <a:gd name="connsiteX17" fmla="*/ 9366026 w 10678681"/>
              <a:gd name="connsiteY17" fmla="*/ 299024 h 1342734"/>
              <a:gd name="connsiteX18" fmla="*/ 9316702 w 10678681"/>
              <a:gd name="connsiteY18" fmla="*/ 356523 h 1342734"/>
              <a:gd name="connsiteX19" fmla="*/ 9121744 w 10678681"/>
              <a:gd name="connsiteY19" fmla="*/ 365177 h 1342734"/>
              <a:gd name="connsiteX20" fmla="*/ 9061654 w 10678681"/>
              <a:gd name="connsiteY20" fmla="*/ 393730 h 1342734"/>
              <a:gd name="connsiteX21" fmla="*/ 8997577 w 10678681"/>
              <a:gd name="connsiteY21" fmla="*/ 380865 h 1342734"/>
              <a:gd name="connsiteX22" fmla="*/ 8907968 w 10678681"/>
              <a:gd name="connsiteY22" fmla="*/ 447345 h 1342734"/>
              <a:gd name="connsiteX23" fmla="*/ 8764163 w 10678681"/>
              <a:gd name="connsiteY23" fmla="*/ 471000 h 1342734"/>
              <a:gd name="connsiteX24" fmla="*/ 8680155 w 10678681"/>
              <a:gd name="connsiteY24" fmla="*/ 492404 h 1342734"/>
              <a:gd name="connsiteX25" fmla="*/ 8651436 w 10678681"/>
              <a:gd name="connsiteY25" fmla="*/ 511923 h 1342734"/>
              <a:gd name="connsiteX26" fmla="*/ 8609185 w 10678681"/>
              <a:gd name="connsiteY26" fmla="*/ 531525 h 1342734"/>
              <a:gd name="connsiteX27" fmla="*/ 8537091 w 10678681"/>
              <a:gd name="connsiteY27" fmla="*/ 574933 h 1342734"/>
              <a:gd name="connsiteX28" fmla="*/ 8435931 w 10678681"/>
              <a:gd name="connsiteY28" fmla="*/ 617926 h 1342734"/>
              <a:gd name="connsiteX29" fmla="*/ 8348623 w 10678681"/>
              <a:gd name="connsiteY29" fmla="*/ 600607 h 1342734"/>
              <a:gd name="connsiteX30" fmla="*/ 8344233 w 10678681"/>
              <a:gd name="connsiteY30" fmla="*/ 610922 h 1342734"/>
              <a:gd name="connsiteX31" fmla="*/ 8290622 w 10678681"/>
              <a:gd name="connsiteY31" fmla="*/ 622687 h 1342734"/>
              <a:gd name="connsiteX32" fmla="*/ 8086698 w 10678681"/>
              <a:gd name="connsiteY32" fmla="*/ 605185 h 1342734"/>
              <a:gd name="connsiteX33" fmla="*/ 7982378 w 10678681"/>
              <a:gd name="connsiteY33" fmla="*/ 629799 h 1342734"/>
              <a:gd name="connsiteX34" fmla="*/ 7947952 w 10678681"/>
              <a:gd name="connsiteY34" fmla="*/ 648003 h 1342734"/>
              <a:gd name="connsiteX35" fmla="*/ 7890112 w 10678681"/>
              <a:gd name="connsiteY35" fmla="*/ 677915 h 1342734"/>
              <a:gd name="connsiteX36" fmla="*/ 7853284 w 10678681"/>
              <a:gd name="connsiteY36" fmla="*/ 723588 h 1342734"/>
              <a:gd name="connsiteX37" fmla="*/ 7802383 w 10678681"/>
              <a:gd name="connsiteY37" fmla="*/ 739359 h 1342734"/>
              <a:gd name="connsiteX38" fmla="*/ 7730518 w 10678681"/>
              <a:gd name="connsiteY38" fmla="*/ 739526 h 1342734"/>
              <a:gd name="connsiteX39" fmla="*/ 7652907 w 10678681"/>
              <a:gd name="connsiteY39" fmla="*/ 783273 h 1342734"/>
              <a:gd name="connsiteX40" fmla="*/ 7606008 w 10678681"/>
              <a:gd name="connsiteY40" fmla="*/ 800717 h 1342734"/>
              <a:gd name="connsiteX41" fmla="*/ 7480223 w 10678681"/>
              <a:gd name="connsiteY41" fmla="*/ 856821 h 1342734"/>
              <a:gd name="connsiteX42" fmla="*/ 7356005 w 10678681"/>
              <a:gd name="connsiteY42" fmla="*/ 919462 h 1342734"/>
              <a:gd name="connsiteX43" fmla="*/ 7305396 w 10678681"/>
              <a:gd name="connsiteY43" fmla="*/ 986228 h 1342734"/>
              <a:gd name="connsiteX44" fmla="*/ 7266251 w 10678681"/>
              <a:gd name="connsiteY44" fmla="*/ 967864 h 1342734"/>
              <a:gd name="connsiteX45" fmla="*/ 7269396 w 10678681"/>
              <a:gd name="connsiteY45" fmla="*/ 989282 h 1342734"/>
              <a:gd name="connsiteX46" fmla="*/ 7258094 w 10678681"/>
              <a:gd name="connsiteY46" fmla="*/ 990679 h 1342734"/>
              <a:gd name="connsiteX47" fmla="*/ 7257893 w 10678681"/>
              <a:gd name="connsiteY47" fmla="*/ 991204 h 1342734"/>
              <a:gd name="connsiteX48" fmla="*/ 7247153 w 10678681"/>
              <a:gd name="connsiteY48" fmla="*/ 991550 h 1342734"/>
              <a:gd name="connsiteX49" fmla="*/ 7193612 w 10678681"/>
              <a:gd name="connsiteY49" fmla="*/ 987042 h 1342734"/>
              <a:gd name="connsiteX50" fmla="*/ 7132632 w 10678681"/>
              <a:gd name="connsiteY50" fmla="*/ 1042036 h 1342734"/>
              <a:gd name="connsiteX51" fmla="*/ 7105610 w 10678681"/>
              <a:gd name="connsiteY51" fmla="*/ 1053537 h 1342734"/>
              <a:gd name="connsiteX52" fmla="*/ 7069148 w 10678681"/>
              <a:gd name="connsiteY52" fmla="*/ 1047163 h 1342734"/>
              <a:gd name="connsiteX53" fmla="*/ 7039634 w 10678681"/>
              <a:gd name="connsiteY53" fmla="*/ 1059971 h 1342734"/>
              <a:gd name="connsiteX54" fmla="*/ 7033445 w 10678681"/>
              <a:gd name="connsiteY54" fmla="*/ 1063314 h 1342734"/>
              <a:gd name="connsiteX55" fmla="*/ 6999157 w 10678681"/>
              <a:gd name="connsiteY55" fmla="*/ 1055282 h 1342734"/>
              <a:gd name="connsiteX56" fmla="*/ 6981874 w 10678681"/>
              <a:gd name="connsiteY56" fmla="*/ 1053827 h 1342734"/>
              <a:gd name="connsiteX57" fmla="*/ 6976102 w 10678681"/>
              <a:gd name="connsiteY57" fmla="*/ 1047854 h 1342734"/>
              <a:gd name="connsiteX58" fmla="*/ 6951040 w 10678681"/>
              <a:gd name="connsiteY58" fmla="*/ 1048531 h 1342734"/>
              <a:gd name="connsiteX59" fmla="*/ 6948497 w 10678681"/>
              <a:gd name="connsiteY59" fmla="*/ 1050706 h 1342734"/>
              <a:gd name="connsiteX60" fmla="*/ 6926582 w 10678681"/>
              <a:gd name="connsiteY60" fmla="*/ 1043462 h 1342734"/>
              <a:gd name="connsiteX61" fmla="*/ 6833743 w 10678681"/>
              <a:gd name="connsiteY61" fmla="*/ 1027960 h 1342734"/>
              <a:gd name="connsiteX62" fmla="*/ 6687090 w 10678681"/>
              <a:gd name="connsiteY62" fmla="*/ 1063250 h 1342734"/>
              <a:gd name="connsiteX63" fmla="*/ 6431838 w 10678681"/>
              <a:gd name="connsiteY63" fmla="*/ 1063226 h 1342734"/>
              <a:gd name="connsiteX64" fmla="*/ 6327795 w 10678681"/>
              <a:gd name="connsiteY64" fmla="*/ 1088142 h 1342734"/>
              <a:gd name="connsiteX65" fmla="*/ 6136549 w 10678681"/>
              <a:gd name="connsiteY65" fmla="*/ 1100268 h 1342734"/>
              <a:gd name="connsiteX66" fmla="*/ 6004655 w 10678681"/>
              <a:gd name="connsiteY66" fmla="*/ 1114946 h 1342734"/>
              <a:gd name="connsiteX67" fmla="*/ 5936643 w 10678681"/>
              <a:gd name="connsiteY67" fmla="*/ 1095428 h 1342734"/>
              <a:gd name="connsiteX68" fmla="*/ 5912484 w 10678681"/>
              <a:gd name="connsiteY68" fmla="*/ 1112624 h 1342734"/>
              <a:gd name="connsiteX69" fmla="*/ 5908387 w 10678681"/>
              <a:gd name="connsiteY69" fmla="*/ 1116018 h 1342734"/>
              <a:gd name="connsiteX70" fmla="*/ 5890495 w 10678681"/>
              <a:gd name="connsiteY70" fmla="*/ 1120268 h 1342734"/>
              <a:gd name="connsiteX71" fmla="*/ 5887318 w 10678681"/>
              <a:gd name="connsiteY71" fmla="*/ 1133134 h 1342734"/>
              <a:gd name="connsiteX72" fmla="*/ 5861726 w 10678681"/>
              <a:gd name="connsiteY72" fmla="*/ 1147891 h 1342734"/>
              <a:gd name="connsiteX73" fmla="*/ 5805823 w 10678681"/>
              <a:gd name="connsiteY73" fmla="*/ 1152457 h 1342734"/>
              <a:gd name="connsiteX74" fmla="*/ 5689841 w 10678681"/>
              <a:gd name="connsiteY74" fmla="*/ 1176232 h 1342734"/>
              <a:gd name="connsiteX75" fmla="*/ 5605119 w 10678681"/>
              <a:gd name="connsiteY75" fmla="*/ 1190202 h 1342734"/>
              <a:gd name="connsiteX76" fmla="*/ 5488513 w 10678681"/>
              <a:gd name="connsiteY76" fmla="*/ 1205367 h 1342734"/>
              <a:gd name="connsiteX77" fmla="*/ 5402905 w 10678681"/>
              <a:gd name="connsiteY77" fmla="*/ 1241191 h 1342734"/>
              <a:gd name="connsiteX78" fmla="*/ 5285593 w 10678681"/>
              <a:gd name="connsiteY78" fmla="*/ 1273569 h 1342734"/>
              <a:gd name="connsiteX79" fmla="*/ 5192893 w 10678681"/>
              <a:gd name="connsiteY79" fmla="*/ 1247188 h 1342734"/>
              <a:gd name="connsiteX80" fmla="*/ 5186475 w 10678681"/>
              <a:gd name="connsiteY80" fmla="*/ 1257028 h 1342734"/>
              <a:gd name="connsiteX81" fmla="*/ 5126038 w 10678681"/>
              <a:gd name="connsiteY81" fmla="*/ 1263189 h 1342734"/>
              <a:gd name="connsiteX82" fmla="*/ 4894688 w 10678681"/>
              <a:gd name="connsiteY82" fmla="*/ 1247184 h 1342734"/>
              <a:gd name="connsiteX83" fmla="*/ 4788036 w 10678681"/>
              <a:gd name="connsiteY83" fmla="*/ 1238182 h 1342734"/>
              <a:gd name="connsiteX84" fmla="*/ 4747555 w 10678681"/>
              <a:gd name="connsiteY84" fmla="*/ 1252768 h 1342734"/>
              <a:gd name="connsiteX85" fmla="*/ 4679644 w 10678681"/>
              <a:gd name="connsiteY85" fmla="*/ 1276603 h 1342734"/>
              <a:gd name="connsiteX86" fmla="*/ 4632222 w 10678681"/>
              <a:gd name="connsiteY86" fmla="*/ 1318360 h 1342734"/>
              <a:gd name="connsiteX87" fmla="*/ 4617358 w 10678681"/>
              <a:gd name="connsiteY87" fmla="*/ 1327690 h 1342734"/>
              <a:gd name="connsiteX88" fmla="*/ 4589102 w 10678681"/>
              <a:gd name="connsiteY88" fmla="*/ 1321223 h 1342734"/>
              <a:gd name="connsiteX89" fmla="*/ 4578184 w 10678681"/>
              <a:gd name="connsiteY89" fmla="*/ 1326745 h 1342734"/>
              <a:gd name="connsiteX90" fmla="*/ 4574270 w 10678681"/>
              <a:gd name="connsiteY90" fmla="*/ 1325878 h 1342734"/>
              <a:gd name="connsiteX91" fmla="*/ 4564919 w 10678681"/>
              <a:gd name="connsiteY91" fmla="*/ 1325507 h 1342734"/>
              <a:gd name="connsiteX92" fmla="*/ 4566586 w 10678681"/>
              <a:gd name="connsiteY92" fmla="*/ 1316963 h 1342734"/>
              <a:gd name="connsiteX93" fmla="*/ 4556303 w 10678681"/>
              <a:gd name="connsiteY93" fmla="*/ 1300262 h 1342734"/>
              <a:gd name="connsiteX94" fmla="*/ 4502358 w 10678681"/>
              <a:gd name="connsiteY94" fmla="*/ 1302558 h 1342734"/>
              <a:gd name="connsiteX95" fmla="*/ 4498919 w 10678681"/>
              <a:gd name="connsiteY95" fmla="*/ 1312115 h 1342734"/>
              <a:gd name="connsiteX96" fmla="*/ 4492075 w 10678681"/>
              <a:gd name="connsiteY96" fmla="*/ 1313357 h 1342734"/>
              <a:gd name="connsiteX97" fmla="*/ 4487466 w 10678681"/>
              <a:gd name="connsiteY97" fmla="*/ 1304102 h 1342734"/>
              <a:gd name="connsiteX98" fmla="*/ 4398292 w 10678681"/>
              <a:gd name="connsiteY98" fmla="*/ 1278410 h 1342734"/>
              <a:gd name="connsiteX99" fmla="*/ 4306088 w 10678681"/>
              <a:gd name="connsiteY99" fmla="*/ 1282512 h 1342734"/>
              <a:gd name="connsiteX100" fmla="*/ 4188995 w 10678681"/>
              <a:gd name="connsiteY100" fmla="*/ 1296718 h 1342734"/>
              <a:gd name="connsiteX101" fmla="*/ 4136582 w 10678681"/>
              <a:gd name="connsiteY101" fmla="*/ 1287687 h 1342734"/>
              <a:gd name="connsiteX102" fmla="*/ 4064614 w 10678681"/>
              <a:gd name="connsiteY102" fmla="*/ 1296118 h 1342734"/>
              <a:gd name="connsiteX103" fmla="*/ 3900948 w 10678681"/>
              <a:gd name="connsiteY103" fmla="*/ 1322156 h 1342734"/>
              <a:gd name="connsiteX104" fmla="*/ 3787890 w 10678681"/>
              <a:gd name="connsiteY104" fmla="*/ 1322164 h 1342734"/>
              <a:gd name="connsiteX105" fmla="*/ 3745993 w 10678681"/>
              <a:gd name="connsiteY105" fmla="*/ 1342630 h 1342734"/>
              <a:gd name="connsiteX106" fmla="*/ 3675785 w 10678681"/>
              <a:gd name="connsiteY106" fmla="*/ 1326802 h 1342734"/>
              <a:gd name="connsiteX107" fmla="*/ 3623856 w 10678681"/>
              <a:gd name="connsiteY107" fmla="*/ 1290804 h 1342734"/>
              <a:gd name="connsiteX108" fmla="*/ 3564933 w 10678681"/>
              <a:gd name="connsiteY108" fmla="*/ 1287147 h 1342734"/>
              <a:gd name="connsiteX109" fmla="*/ 3550537 w 10678681"/>
              <a:gd name="connsiteY109" fmla="*/ 1317552 h 1342734"/>
              <a:gd name="connsiteX110" fmla="*/ 3487736 w 10678681"/>
              <a:gd name="connsiteY110" fmla="*/ 1303493 h 1342734"/>
              <a:gd name="connsiteX111" fmla="*/ 3392548 w 10678681"/>
              <a:gd name="connsiteY111" fmla="*/ 1278741 h 1342734"/>
              <a:gd name="connsiteX112" fmla="*/ 3337466 w 10678681"/>
              <a:gd name="connsiteY112" fmla="*/ 1272537 h 1342734"/>
              <a:gd name="connsiteX113" fmla="*/ 3175981 w 10678681"/>
              <a:gd name="connsiteY113" fmla="*/ 1208973 h 1342734"/>
              <a:gd name="connsiteX114" fmla="*/ 3036856 w 10678681"/>
              <a:gd name="connsiteY114" fmla="*/ 1214383 h 1342734"/>
              <a:gd name="connsiteX115" fmla="*/ 2824973 w 10678681"/>
              <a:gd name="connsiteY115" fmla="*/ 1134864 h 1342734"/>
              <a:gd name="connsiteX116" fmla="*/ 2804398 w 10678681"/>
              <a:gd name="connsiteY116" fmla="*/ 1125556 h 1342734"/>
              <a:gd name="connsiteX117" fmla="*/ 2736109 w 10678681"/>
              <a:gd name="connsiteY117" fmla="*/ 1137717 h 1342734"/>
              <a:gd name="connsiteX118" fmla="*/ 2659096 w 10678681"/>
              <a:gd name="connsiteY118" fmla="*/ 1150294 h 1342734"/>
              <a:gd name="connsiteX119" fmla="*/ 2567088 w 10678681"/>
              <a:gd name="connsiteY119" fmla="*/ 1181781 h 1342734"/>
              <a:gd name="connsiteX120" fmla="*/ 2454501 w 10678681"/>
              <a:gd name="connsiteY120" fmla="*/ 1155455 h 1342734"/>
              <a:gd name="connsiteX121" fmla="*/ 2385161 w 10678681"/>
              <a:gd name="connsiteY121" fmla="*/ 1161312 h 1342734"/>
              <a:gd name="connsiteX122" fmla="*/ 2273361 w 10678681"/>
              <a:gd name="connsiteY122" fmla="*/ 1134090 h 1342734"/>
              <a:gd name="connsiteX123" fmla="*/ 2132003 w 10678681"/>
              <a:gd name="connsiteY123" fmla="*/ 1139225 h 1342734"/>
              <a:gd name="connsiteX124" fmla="*/ 2041224 w 10678681"/>
              <a:gd name="connsiteY124" fmla="*/ 1147536 h 1342734"/>
              <a:gd name="connsiteX125" fmla="*/ 2010157 w 10678681"/>
              <a:gd name="connsiteY125" fmla="*/ 1152767 h 1342734"/>
              <a:gd name="connsiteX126" fmla="*/ 1859213 w 10678681"/>
              <a:gd name="connsiteY126" fmla="*/ 1199540 h 1342734"/>
              <a:gd name="connsiteX127" fmla="*/ 1735877 w 10678681"/>
              <a:gd name="connsiteY127" fmla="*/ 1246527 h 1342734"/>
              <a:gd name="connsiteX128" fmla="*/ 1705069 w 10678681"/>
              <a:gd name="connsiteY128" fmla="*/ 1251989 h 1342734"/>
              <a:gd name="connsiteX129" fmla="*/ 1307888 w 10678681"/>
              <a:gd name="connsiteY129" fmla="*/ 1283156 h 1342734"/>
              <a:gd name="connsiteX130" fmla="*/ 1220734 w 10678681"/>
              <a:gd name="connsiteY130" fmla="*/ 1257811 h 1342734"/>
              <a:gd name="connsiteX131" fmla="*/ 1021737 w 10678681"/>
              <a:gd name="connsiteY131" fmla="*/ 1238739 h 1342734"/>
              <a:gd name="connsiteX132" fmla="*/ 959820 w 10678681"/>
              <a:gd name="connsiteY132" fmla="*/ 1275863 h 1342734"/>
              <a:gd name="connsiteX133" fmla="*/ 929137 w 10678681"/>
              <a:gd name="connsiteY133" fmla="*/ 1273957 h 1342734"/>
              <a:gd name="connsiteX134" fmla="*/ 878849 w 10678681"/>
              <a:gd name="connsiteY134" fmla="*/ 1266740 h 1342734"/>
              <a:gd name="connsiteX135" fmla="*/ 800667 w 10678681"/>
              <a:gd name="connsiteY135" fmla="*/ 1282041 h 1342734"/>
              <a:gd name="connsiteX136" fmla="*/ 644906 w 10678681"/>
              <a:gd name="connsiteY136" fmla="*/ 1273685 h 1342734"/>
              <a:gd name="connsiteX137" fmla="*/ 379869 w 10678681"/>
              <a:gd name="connsiteY137" fmla="*/ 1339165 h 1342734"/>
              <a:gd name="connsiteX138" fmla="*/ 137696 w 10678681"/>
              <a:gd name="connsiteY138" fmla="*/ 1319217 h 1342734"/>
              <a:gd name="connsiteX139" fmla="*/ 54250 w 10678681"/>
              <a:gd name="connsiteY139" fmla="*/ 1315838 h 1342734"/>
              <a:gd name="connsiteX140" fmla="*/ 28042 w 10678681"/>
              <a:gd name="connsiteY140" fmla="*/ 1297822 h 1342734"/>
              <a:gd name="connsiteX141" fmla="*/ 0 w 10678681"/>
              <a:gd name="connsiteY141" fmla="*/ 1294612 h 1342734"/>
              <a:gd name="connsiteX142" fmla="*/ 0 w 10678681"/>
              <a:gd name="connsiteY142" fmla="*/ 0 h 1342734"/>
              <a:gd name="connsiteX0" fmla="*/ 0 w 10678681"/>
              <a:gd name="connsiteY0" fmla="*/ 0 h 1342734"/>
              <a:gd name="connsiteX1" fmla="*/ 10678681 w 10678681"/>
              <a:gd name="connsiteY1" fmla="*/ 0 h 1342734"/>
              <a:gd name="connsiteX2" fmla="*/ 10666019 w 10678681"/>
              <a:gd name="connsiteY2" fmla="*/ 7876 h 1342734"/>
              <a:gd name="connsiteX3" fmla="*/ 10632825 w 10678681"/>
              <a:gd name="connsiteY3" fmla="*/ 32153 h 1342734"/>
              <a:gd name="connsiteX4" fmla="*/ 10516219 w 10678681"/>
              <a:gd name="connsiteY4" fmla="*/ 45588 h 1342734"/>
              <a:gd name="connsiteX5" fmla="*/ 10456989 w 10678681"/>
              <a:gd name="connsiteY5" fmla="*/ 979 h 1342734"/>
              <a:gd name="connsiteX6" fmla="*/ 10438642 w 10678681"/>
              <a:gd name="connsiteY6" fmla="*/ 1524 h 1342734"/>
              <a:gd name="connsiteX7" fmla="*/ 10407146 w 10678681"/>
              <a:gd name="connsiteY7" fmla="*/ 43659 h 1342734"/>
              <a:gd name="connsiteX8" fmla="*/ 10341159 w 10678681"/>
              <a:gd name="connsiteY8" fmla="*/ 103824 h 1342734"/>
              <a:gd name="connsiteX9" fmla="*/ 10244930 w 10678681"/>
              <a:gd name="connsiteY9" fmla="*/ 94599 h 1342734"/>
              <a:gd name="connsiteX10" fmla="*/ 10115334 w 10678681"/>
              <a:gd name="connsiteY10" fmla="*/ 155658 h 1342734"/>
              <a:gd name="connsiteX11" fmla="*/ 10068157 w 10678681"/>
              <a:gd name="connsiteY11" fmla="*/ 215673 h 1342734"/>
              <a:gd name="connsiteX12" fmla="*/ 10045431 w 10678681"/>
              <a:gd name="connsiteY12" fmla="*/ 229568 h 1342734"/>
              <a:gd name="connsiteX13" fmla="*/ 9929077 w 10678681"/>
              <a:gd name="connsiteY13" fmla="*/ 254478 h 1342734"/>
              <a:gd name="connsiteX14" fmla="*/ 9840045 w 10678681"/>
              <a:gd name="connsiteY14" fmla="*/ 223033 h 1342734"/>
              <a:gd name="connsiteX15" fmla="*/ 9679638 w 10678681"/>
              <a:gd name="connsiteY15" fmla="*/ 277462 h 1342734"/>
              <a:gd name="connsiteX16" fmla="*/ 9498347 w 10678681"/>
              <a:gd name="connsiteY16" fmla="*/ 244723 h 1342734"/>
              <a:gd name="connsiteX17" fmla="*/ 9366026 w 10678681"/>
              <a:gd name="connsiteY17" fmla="*/ 299024 h 1342734"/>
              <a:gd name="connsiteX18" fmla="*/ 9316702 w 10678681"/>
              <a:gd name="connsiteY18" fmla="*/ 356523 h 1342734"/>
              <a:gd name="connsiteX19" fmla="*/ 9121744 w 10678681"/>
              <a:gd name="connsiteY19" fmla="*/ 365177 h 1342734"/>
              <a:gd name="connsiteX20" fmla="*/ 9061654 w 10678681"/>
              <a:gd name="connsiteY20" fmla="*/ 393730 h 1342734"/>
              <a:gd name="connsiteX21" fmla="*/ 8997577 w 10678681"/>
              <a:gd name="connsiteY21" fmla="*/ 380865 h 1342734"/>
              <a:gd name="connsiteX22" fmla="*/ 8907968 w 10678681"/>
              <a:gd name="connsiteY22" fmla="*/ 447345 h 1342734"/>
              <a:gd name="connsiteX23" fmla="*/ 8764163 w 10678681"/>
              <a:gd name="connsiteY23" fmla="*/ 471000 h 1342734"/>
              <a:gd name="connsiteX24" fmla="*/ 8680155 w 10678681"/>
              <a:gd name="connsiteY24" fmla="*/ 492404 h 1342734"/>
              <a:gd name="connsiteX25" fmla="*/ 8651436 w 10678681"/>
              <a:gd name="connsiteY25" fmla="*/ 511923 h 1342734"/>
              <a:gd name="connsiteX26" fmla="*/ 8609185 w 10678681"/>
              <a:gd name="connsiteY26" fmla="*/ 531525 h 1342734"/>
              <a:gd name="connsiteX27" fmla="*/ 8537091 w 10678681"/>
              <a:gd name="connsiteY27" fmla="*/ 574933 h 1342734"/>
              <a:gd name="connsiteX28" fmla="*/ 8435931 w 10678681"/>
              <a:gd name="connsiteY28" fmla="*/ 617926 h 1342734"/>
              <a:gd name="connsiteX29" fmla="*/ 8348623 w 10678681"/>
              <a:gd name="connsiteY29" fmla="*/ 600607 h 1342734"/>
              <a:gd name="connsiteX30" fmla="*/ 8344233 w 10678681"/>
              <a:gd name="connsiteY30" fmla="*/ 610922 h 1342734"/>
              <a:gd name="connsiteX31" fmla="*/ 8290622 w 10678681"/>
              <a:gd name="connsiteY31" fmla="*/ 622687 h 1342734"/>
              <a:gd name="connsiteX32" fmla="*/ 8086698 w 10678681"/>
              <a:gd name="connsiteY32" fmla="*/ 605185 h 1342734"/>
              <a:gd name="connsiteX33" fmla="*/ 7982378 w 10678681"/>
              <a:gd name="connsiteY33" fmla="*/ 629799 h 1342734"/>
              <a:gd name="connsiteX34" fmla="*/ 7947952 w 10678681"/>
              <a:gd name="connsiteY34" fmla="*/ 648003 h 1342734"/>
              <a:gd name="connsiteX35" fmla="*/ 7890112 w 10678681"/>
              <a:gd name="connsiteY35" fmla="*/ 677915 h 1342734"/>
              <a:gd name="connsiteX36" fmla="*/ 7853284 w 10678681"/>
              <a:gd name="connsiteY36" fmla="*/ 723588 h 1342734"/>
              <a:gd name="connsiteX37" fmla="*/ 7802383 w 10678681"/>
              <a:gd name="connsiteY37" fmla="*/ 739359 h 1342734"/>
              <a:gd name="connsiteX38" fmla="*/ 7730518 w 10678681"/>
              <a:gd name="connsiteY38" fmla="*/ 739526 h 1342734"/>
              <a:gd name="connsiteX39" fmla="*/ 7652907 w 10678681"/>
              <a:gd name="connsiteY39" fmla="*/ 783273 h 1342734"/>
              <a:gd name="connsiteX40" fmla="*/ 7606008 w 10678681"/>
              <a:gd name="connsiteY40" fmla="*/ 800717 h 1342734"/>
              <a:gd name="connsiteX41" fmla="*/ 7480223 w 10678681"/>
              <a:gd name="connsiteY41" fmla="*/ 856821 h 1342734"/>
              <a:gd name="connsiteX42" fmla="*/ 7356005 w 10678681"/>
              <a:gd name="connsiteY42" fmla="*/ 919462 h 1342734"/>
              <a:gd name="connsiteX43" fmla="*/ 7305396 w 10678681"/>
              <a:gd name="connsiteY43" fmla="*/ 986228 h 1342734"/>
              <a:gd name="connsiteX44" fmla="*/ 7266251 w 10678681"/>
              <a:gd name="connsiteY44" fmla="*/ 967864 h 1342734"/>
              <a:gd name="connsiteX45" fmla="*/ 7269396 w 10678681"/>
              <a:gd name="connsiteY45" fmla="*/ 989282 h 1342734"/>
              <a:gd name="connsiteX46" fmla="*/ 7258094 w 10678681"/>
              <a:gd name="connsiteY46" fmla="*/ 990679 h 1342734"/>
              <a:gd name="connsiteX47" fmla="*/ 7257893 w 10678681"/>
              <a:gd name="connsiteY47" fmla="*/ 991204 h 1342734"/>
              <a:gd name="connsiteX48" fmla="*/ 7247153 w 10678681"/>
              <a:gd name="connsiteY48" fmla="*/ 991550 h 1342734"/>
              <a:gd name="connsiteX49" fmla="*/ 7193612 w 10678681"/>
              <a:gd name="connsiteY49" fmla="*/ 987042 h 1342734"/>
              <a:gd name="connsiteX50" fmla="*/ 7132632 w 10678681"/>
              <a:gd name="connsiteY50" fmla="*/ 1042036 h 1342734"/>
              <a:gd name="connsiteX51" fmla="*/ 7105610 w 10678681"/>
              <a:gd name="connsiteY51" fmla="*/ 1053537 h 1342734"/>
              <a:gd name="connsiteX52" fmla="*/ 7069148 w 10678681"/>
              <a:gd name="connsiteY52" fmla="*/ 1047163 h 1342734"/>
              <a:gd name="connsiteX53" fmla="*/ 7039634 w 10678681"/>
              <a:gd name="connsiteY53" fmla="*/ 1059971 h 1342734"/>
              <a:gd name="connsiteX54" fmla="*/ 7033445 w 10678681"/>
              <a:gd name="connsiteY54" fmla="*/ 1063314 h 1342734"/>
              <a:gd name="connsiteX55" fmla="*/ 6999157 w 10678681"/>
              <a:gd name="connsiteY55" fmla="*/ 1055282 h 1342734"/>
              <a:gd name="connsiteX56" fmla="*/ 6981874 w 10678681"/>
              <a:gd name="connsiteY56" fmla="*/ 1053827 h 1342734"/>
              <a:gd name="connsiteX57" fmla="*/ 6976102 w 10678681"/>
              <a:gd name="connsiteY57" fmla="*/ 1047854 h 1342734"/>
              <a:gd name="connsiteX58" fmla="*/ 6951040 w 10678681"/>
              <a:gd name="connsiteY58" fmla="*/ 1048531 h 1342734"/>
              <a:gd name="connsiteX59" fmla="*/ 6948497 w 10678681"/>
              <a:gd name="connsiteY59" fmla="*/ 1050706 h 1342734"/>
              <a:gd name="connsiteX60" fmla="*/ 6926582 w 10678681"/>
              <a:gd name="connsiteY60" fmla="*/ 1043462 h 1342734"/>
              <a:gd name="connsiteX61" fmla="*/ 6833743 w 10678681"/>
              <a:gd name="connsiteY61" fmla="*/ 1027960 h 1342734"/>
              <a:gd name="connsiteX62" fmla="*/ 6687090 w 10678681"/>
              <a:gd name="connsiteY62" fmla="*/ 1063250 h 1342734"/>
              <a:gd name="connsiteX63" fmla="*/ 6431838 w 10678681"/>
              <a:gd name="connsiteY63" fmla="*/ 1063226 h 1342734"/>
              <a:gd name="connsiteX64" fmla="*/ 6327795 w 10678681"/>
              <a:gd name="connsiteY64" fmla="*/ 1088142 h 1342734"/>
              <a:gd name="connsiteX65" fmla="*/ 6136549 w 10678681"/>
              <a:gd name="connsiteY65" fmla="*/ 1100268 h 1342734"/>
              <a:gd name="connsiteX66" fmla="*/ 6004655 w 10678681"/>
              <a:gd name="connsiteY66" fmla="*/ 1114946 h 1342734"/>
              <a:gd name="connsiteX67" fmla="*/ 5936643 w 10678681"/>
              <a:gd name="connsiteY67" fmla="*/ 1095428 h 1342734"/>
              <a:gd name="connsiteX68" fmla="*/ 5912484 w 10678681"/>
              <a:gd name="connsiteY68" fmla="*/ 1112624 h 1342734"/>
              <a:gd name="connsiteX69" fmla="*/ 5908387 w 10678681"/>
              <a:gd name="connsiteY69" fmla="*/ 1116018 h 1342734"/>
              <a:gd name="connsiteX70" fmla="*/ 5890495 w 10678681"/>
              <a:gd name="connsiteY70" fmla="*/ 1120268 h 1342734"/>
              <a:gd name="connsiteX71" fmla="*/ 5887318 w 10678681"/>
              <a:gd name="connsiteY71" fmla="*/ 1133134 h 1342734"/>
              <a:gd name="connsiteX72" fmla="*/ 5861726 w 10678681"/>
              <a:gd name="connsiteY72" fmla="*/ 1147891 h 1342734"/>
              <a:gd name="connsiteX73" fmla="*/ 5805823 w 10678681"/>
              <a:gd name="connsiteY73" fmla="*/ 1152457 h 1342734"/>
              <a:gd name="connsiteX74" fmla="*/ 5689841 w 10678681"/>
              <a:gd name="connsiteY74" fmla="*/ 1176232 h 1342734"/>
              <a:gd name="connsiteX75" fmla="*/ 5605119 w 10678681"/>
              <a:gd name="connsiteY75" fmla="*/ 1190202 h 1342734"/>
              <a:gd name="connsiteX76" fmla="*/ 5488513 w 10678681"/>
              <a:gd name="connsiteY76" fmla="*/ 1205367 h 1342734"/>
              <a:gd name="connsiteX77" fmla="*/ 5402905 w 10678681"/>
              <a:gd name="connsiteY77" fmla="*/ 1241191 h 1342734"/>
              <a:gd name="connsiteX78" fmla="*/ 5285593 w 10678681"/>
              <a:gd name="connsiteY78" fmla="*/ 1273569 h 1342734"/>
              <a:gd name="connsiteX79" fmla="*/ 5192893 w 10678681"/>
              <a:gd name="connsiteY79" fmla="*/ 1247188 h 1342734"/>
              <a:gd name="connsiteX80" fmla="*/ 5186475 w 10678681"/>
              <a:gd name="connsiteY80" fmla="*/ 1257028 h 1342734"/>
              <a:gd name="connsiteX81" fmla="*/ 5126038 w 10678681"/>
              <a:gd name="connsiteY81" fmla="*/ 1263189 h 1342734"/>
              <a:gd name="connsiteX82" fmla="*/ 4894688 w 10678681"/>
              <a:gd name="connsiteY82" fmla="*/ 1247184 h 1342734"/>
              <a:gd name="connsiteX83" fmla="*/ 4788036 w 10678681"/>
              <a:gd name="connsiteY83" fmla="*/ 1238182 h 1342734"/>
              <a:gd name="connsiteX84" fmla="*/ 4747555 w 10678681"/>
              <a:gd name="connsiteY84" fmla="*/ 1252768 h 1342734"/>
              <a:gd name="connsiteX85" fmla="*/ 4679644 w 10678681"/>
              <a:gd name="connsiteY85" fmla="*/ 1276603 h 1342734"/>
              <a:gd name="connsiteX86" fmla="*/ 4632222 w 10678681"/>
              <a:gd name="connsiteY86" fmla="*/ 1318360 h 1342734"/>
              <a:gd name="connsiteX87" fmla="*/ 4617358 w 10678681"/>
              <a:gd name="connsiteY87" fmla="*/ 1327690 h 1342734"/>
              <a:gd name="connsiteX88" fmla="*/ 4589102 w 10678681"/>
              <a:gd name="connsiteY88" fmla="*/ 1321223 h 1342734"/>
              <a:gd name="connsiteX89" fmla="*/ 4578184 w 10678681"/>
              <a:gd name="connsiteY89" fmla="*/ 1326745 h 1342734"/>
              <a:gd name="connsiteX90" fmla="*/ 4574270 w 10678681"/>
              <a:gd name="connsiteY90" fmla="*/ 1325878 h 1342734"/>
              <a:gd name="connsiteX91" fmla="*/ 4564919 w 10678681"/>
              <a:gd name="connsiteY91" fmla="*/ 1325507 h 1342734"/>
              <a:gd name="connsiteX92" fmla="*/ 4566586 w 10678681"/>
              <a:gd name="connsiteY92" fmla="*/ 1316963 h 1342734"/>
              <a:gd name="connsiteX93" fmla="*/ 4556303 w 10678681"/>
              <a:gd name="connsiteY93" fmla="*/ 1300262 h 1342734"/>
              <a:gd name="connsiteX94" fmla="*/ 4502358 w 10678681"/>
              <a:gd name="connsiteY94" fmla="*/ 1302558 h 1342734"/>
              <a:gd name="connsiteX95" fmla="*/ 4498919 w 10678681"/>
              <a:gd name="connsiteY95" fmla="*/ 1312115 h 1342734"/>
              <a:gd name="connsiteX96" fmla="*/ 4492075 w 10678681"/>
              <a:gd name="connsiteY96" fmla="*/ 1313357 h 1342734"/>
              <a:gd name="connsiteX97" fmla="*/ 4487466 w 10678681"/>
              <a:gd name="connsiteY97" fmla="*/ 1304102 h 1342734"/>
              <a:gd name="connsiteX98" fmla="*/ 4398292 w 10678681"/>
              <a:gd name="connsiteY98" fmla="*/ 1278410 h 1342734"/>
              <a:gd name="connsiteX99" fmla="*/ 4306088 w 10678681"/>
              <a:gd name="connsiteY99" fmla="*/ 1282512 h 1342734"/>
              <a:gd name="connsiteX100" fmla="*/ 4188995 w 10678681"/>
              <a:gd name="connsiteY100" fmla="*/ 1296718 h 1342734"/>
              <a:gd name="connsiteX101" fmla="*/ 4136582 w 10678681"/>
              <a:gd name="connsiteY101" fmla="*/ 1287687 h 1342734"/>
              <a:gd name="connsiteX102" fmla="*/ 4064614 w 10678681"/>
              <a:gd name="connsiteY102" fmla="*/ 1296118 h 1342734"/>
              <a:gd name="connsiteX103" fmla="*/ 3900948 w 10678681"/>
              <a:gd name="connsiteY103" fmla="*/ 1322156 h 1342734"/>
              <a:gd name="connsiteX104" fmla="*/ 3787890 w 10678681"/>
              <a:gd name="connsiteY104" fmla="*/ 1322164 h 1342734"/>
              <a:gd name="connsiteX105" fmla="*/ 3745993 w 10678681"/>
              <a:gd name="connsiteY105" fmla="*/ 1342630 h 1342734"/>
              <a:gd name="connsiteX106" fmla="*/ 3675785 w 10678681"/>
              <a:gd name="connsiteY106" fmla="*/ 1326802 h 1342734"/>
              <a:gd name="connsiteX107" fmla="*/ 3623856 w 10678681"/>
              <a:gd name="connsiteY107" fmla="*/ 1290804 h 1342734"/>
              <a:gd name="connsiteX108" fmla="*/ 3564933 w 10678681"/>
              <a:gd name="connsiteY108" fmla="*/ 1287147 h 1342734"/>
              <a:gd name="connsiteX109" fmla="*/ 3550537 w 10678681"/>
              <a:gd name="connsiteY109" fmla="*/ 1317552 h 1342734"/>
              <a:gd name="connsiteX110" fmla="*/ 3487736 w 10678681"/>
              <a:gd name="connsiteY110" fmla="*/ 1303493 h 1342734"/>
              <a:gd name="connsiteX111" fmla="*/ 3392548 w 10678681"/>
              <a:gd name="connsiteY111" fmla="*/ 1278741 h 1342734"/>
              <a:gd name="connsiteX112" fmla="*/ 3337466 w 10678681"/>
              <a:gd name="connsiteY112" fmla="*/ 1272537 h 1342734"/>
              <a:gd name="connsiteX113" fmla="*/ 3175981 w 10678681"/>
              <a:gd name="connsiteY113" fmla="*/ 1208973 h 1342734"/>
              <a:gd name="connsiteX114" fmla="*/ 3036856 w 10678681"/>
              <a:gd name="connsiteY114" fmla="*/ 1214383 h 1342734"/>
              <a:gd name="connsiteX115" fmla="*/ 2824973 w 10678681"/>
              <a:gd name="connsiteY115" fmla="*/ 1134864 h 1342734"/>
              <a:gd name="connsiteX116" fmla="*/ 2804398 w 10678681"/>
              <a:gd name="connsiteY116" fmla="*/ 1125556 h 1342734"/>
              <a:gd name="connsiteX117" fmla="*/ 2736109 w 10678681"/>
              <a:gd name="connsiteY117" fmla="*/ 1137717 h 1342734"/>
              <a:gd name="connsiteX118" fmla="*/ 2659096 w 10678681"/>
              <a:gd name="connsiteY118" fmla="*/ 1150294 h 1342734"/>
              <a:gd name="connsiteX119" fmla="*/ 2567088 w 10678681"/>
              <a:gd name="connsiteY119" fmla="*/ 1181781 h 1342734"/>
              <a:gd name="connsiteX120" fmla="*/ 2454501 w 10678681"/>
              <a:gd name="connsiteY120" fmla="*/ 1155455 h 1342734"/>
              <a:gd name="connsiteX121" fmla="*/ 2385161 w 10678681"/>
              <a:gd name="connsiteY121" fmla="*/ 1161312 h 1342734"/>
              <a:gd name="connsiteX122" fmla="*/ 2273361 w 10678681"/>
              <a:gd name="connsiteY122" fmla="*/ 1134090 h 1342734"/>
              <a:gd name="connsiteX123" fmla="*/ 2132003 w 10678681"/>
              <a:gd name="connsiteY123" fmla="*/ 1139225 h 1342734"/>
              <a:gd name="connsiteX124" fmla="*/ 2041224 w 10678681"/>
              <a:gd name="connsiteY124" fmla="*/ 1147536 h 1342734"/>
              <a:gd name="connsiteX125" fmla="*/ 2010157 w 10678681"/>
              <a:gd name="connsiteY125" fmla="*/ 1152767 h 1342734"/>
              <a:gd name="connsiteX126" fmla="*/ 1859213 w 10678681"/>
              <a:gd name="connsiteY126" fmla="*/ 1199540 h 1342734"/>
              <a:gd name="connsiteX127" fmla="*/ 1735877 w 10678681"/>
              <a:gd name="connsiteY127" fmla="*/ 1246527 h 1342734"/>
              <a:gd name="connsiteX128" fmla="*/ 1705069 w 10678681"/>
              <a:gd name="connsiteY128" fmla="*/ 1251989 h 1342734"/>
              <a:gd name="connsiteX129" fmla="*/ 1307888 w 10678681"/>
              <a:gd name="connsiteY129" fmla="*/ 1283156 h 1342734"/>
              <a:gd name="connsiteX130" fmla="*/ 1220734 w 10678681"/>
              <a:gd name="connsiteY130" fmla="*/ 1257811 h 1342734"/>
              <a:gd name="connsiteX131" fmla="*/ 1021737 w 10678681"/>
              <a:gd name="connsiteY131" fmla="*/ 1238739 h 1342734"/>
              <a:gd name="connsiteX132" fmla="*/ 959820 w 10678681"/>
              <a:gd name="connsiteY132" fmla="*/ 1275863 h 1342734"/>
              <a:gd name="connsiteX133" fmla="*/ 929137 w 10678681"/>
              <a:gd name="connsiteY133" fmla="*/ 1273957 h 1342734"/>
              <a:gd name="connsiteX134" fmla="*/ 878849 w 10678681"/>
              <a:gd name="connsiteY134" fmla="*/ 1266740 h 1342734"/>
              <a:gd name="connsiteX135" fmla="*/ 800667 w 10678681"/>
              <a:gd name="connsiteY135" fmla="*/ 1282041 h 1342734"/>
              <a:gd name="connsiteX136" fmla="*/ 644906 w 10678681"/>
              <a:gd name="connsiteY136" fmla="*/ 1273685 h 1342734"/>
              <a:gd name="connsiteX137" fmla="*/ 379869 w 10678681"/>
              <a:gd name="connsiteY137" fmla="*/ 1339165 h 1342734"/>
              <a:gd name="connsiteX138" fmla="*/ 137696 w 10678681"/>
              <a:gd name="connsiteY138" fmla="*/ 1319217 h 1342734"/>
              <a:gd name="connsiteX139" fmla="*/ 54250 w 10678681"/>
              <a:gd name="connsiteY139" fmla="*/ 1315838 h 1342734"/>
              <a:gd name="connsiteX140" fmla="*/ 28042 w 10678681"/>
              <a:gd name="connsiteY140" fmla="*/ 1297822 h 1342734"/>
              <a:gd name="connsiteX141" fmla="*/ 0 w 10678681"/>
              <a:gd name="connsiteY141" fmla="*/ 1294612 h 1342734"/>
              <a:gd name="connsiteX142" fmla="*/ 0 w 10678681"/>
              <a:gd name="connsiteY142" fmla="*/ 0 h 1342734"/>
              <a:gd name="connsiteX0" fmla="*/ 0 w 10678681"/>
              <a:gd name="connsiteY0" fmla="*/ 0 h 1342734"/>
              <a:gd name="connsiteX1" fmla="*/ 10678681 w 10678681"/>
              <a:gd name="connsiteY1" fmla="*/ 0 h 1342734"/>
              <a:gd name="connsiteX2" fmla="*/ 10666019 w 10678681"/>
              <a:gd name="connsiteY2" fmla="*/ 7876 h 1342734"/>
              <a:gd name="connsiteX3" fmla="*/ 10632825 w 10678681"/>
              <a:gd name="connsiteY3" fmla="*/ 32153 h 1342734"/>
              <a:gd name="connsiteX4" fmla="*/ 10516219 w 10678681"/>
              <a:gd name="connsiteY4" fmla="*/ 45588 h 1342734"/>
              <a:gd name="connsiteX5" fmla="*/ 10456989 w 10678681"/>
              <a:gd name="connsiteY5" fmla="*/ 979 h 1342734"/>
              <a:gd name="connsiteX6" fmla="*/ 10438642 w 10678681"/>
              <a:gd name="connsiteY6" fmla="*/ 1524 h 1342734"/>
              <a:gd name="connsiteX7" fmla="*/ 10407146 w 10678681"/>
              <a:gd name="connsiteY7" fmla="*/ 43659 h 1342734"/>
              <a:gd name="connsiteX8" fmla="*/ 10341159 w 10678681"/>
              <a:gd name="connsiteY8" fmla="*/ 103824 h 1342734"/>
              <a:gd name="connsiteX9" fmla="*/ 10244930 w 10678681"/>
              <a:gd name="connsiteY9" fmla="*/ 94599 h 1342734"/>
              <a:gd name="connsiteX10" fmla="*/ 10115334 w 10678681"/>
              <a:gd name="connsiteY10" fmla="*/ 155658 h 1342734"/>
              <a:gd name="connsiteX11" fmla="*/ 10068157 w 10678681"/>
              <a:gd name="connsiteY11" fmla="*/ 215673 h 1342734"/>
              <a:gd name="connsiteX12" fmla="*/ 10045431 w 10678681"/>
              <a:gd name="connsiteY12" fmla="*/ 229568 h 1342734"/>
              <a:gd name="connsiteX13" fmla="*/ 9929077 w 10678681"/>
              <a:gd name="connsiteY13" fmla="*/ 254478 h 1342734"/>
              <a:gd name="connsiteX14" fmla="*/ 9840045 w 10678681"/>
              <a:gd name="connsiteY14" fmla="*/ 223033 h 1342734"/>
              <a:gd name="connsiteX15" fmla="*/ 9679638 w 10678681"/>
              <a:gd name="connsiteY15" fmla="*/ 277462 h 1342734"/>
              <a:gd name="connsiteX16" fmla="*/ 9498347 w 10678681"/>
              <a:gd name="connsiteY16" fmla="*/ 244723 h 1342734"/>
              <a:gd name="connsiteX17" fmla="*/ 9366026 w 10678681"/>
              <a:gd name="connsiteY17" fmla="*/ 299024 h 1342734"/>
              <a:gd name="connsiteX18" fmla="*/ 9316702 w 10678681"/>
              <a:gd name="connsiteY18" fmla="*/ 356523 h 1342734"/>
              <a:gd name="connsiteX19" fmla="*/ 9121744 w 10678681"/>
              <a:gd name="connsiteY19" fmla="*/ 365177 h 1342734"/>
              <a:gd name="connsiteX20" fmla="*/ 9061654 w 10678681"/>
              <a:gd name="connsiteY20" fmla="*/ 393730 h 1342734"/>
              <a:gd name="connsiteX21" fmla="*/ 8997577 w 10678681"/>
              <a:gd name="connsiteY21" fmla="*/ 380865 h 1342734"/>
              <a:gd name="connsiteX22" fmla="*/ 8907968 w 10678681"/>
              <a:gd name="connsiteY22" fmla="*/ 447345 h 1342734"/>
              <a:gd name="connsiteX23" fmla="*/ 8764163 w 10678681"/>
              <a:gd name="connsiteY23" fmla="*/ 471000 h 1342734"/>
              <a:gd name="connsiteX24" fmla="*/ 8680155 w 10678681"/>
              <a:gd name="connsiteY24" fmla="*/ 492404 h 1342734"/>
              <a:gd name="connsiteX25" fmla="*/ 8651436 w 10678681"/>
              <a:gd name="connsiteY25" fmla="*/ 511923 h 1342734"/>
              <a:gd name="connsiteX26" fmla="*/ 8609185 w 10678681"/>
              <a:gd name="connsiteY26" fmla="*/ 531525 h 1342734"/>
              <a:gd name="connsiteX27" fmla="*/ 8537091 w 10678681"/>
              <a:gd name="connsiteY27" fmla="*/ 574933 h 1342734"/>
              <a:gd name="connsiteX28" fmla="*/ 8435931 w 10678681"/>
              <a:gd name="connsiteY28" fmla="*/ 617926 h 1342734"/>
              <a:gd name="connsiteX29" fmla="*/ 8348623 w 10678681"/>
              <a:gd name="connsiteY29" fmla="*/ 600607 h 1342734"/>
              <a:gd name="connsiteX30" fmla="*/ 8344233 w 10678681"/>
              <a:gd name="connsiteY30" fmla="*/ 610922 h 1342734"/>
              <a:gd name="connsiteX31" fmla="*/ 8290622 w 10678681"/>
              <a:gd name="connsiteY31" fmla="*/ 622687 h 1342734"/>
              <a:gd name="connsiteX32" fmla="*/ 8086698 w 10678681"/>
              <a:gd name="connsiteY32" fmla="*/ 605185 h 1342734"/>
              <a:gd name="connsiteX33" fmla="*/ 7982378 w 10678681"/>
              <a:gd name="connsiteY33" fmla="*/ 629799 h 1342734"/>
              <a:gd name="connsiteX34" fmla="*/ 7947952 w 10678681"/>
              <a:gd name="connsiteY34" fmla="*/ 648003 h 1342734"/>
              <a:gd name="connsiteX35" fmla="*/ 7890112 w 10678681"/>
              <a:gd name="connsiteY35" fmla="*/ 677915 h 1342734"/>
              <a:gd name="connsiteX36" fmla="*/ 7853284 w 10678681"/>
              <a:gd name="connsiteY36" fmla="*/ 723588 h 1342734"/>
              <a:gd name="connsiteX37" fmla="*/ 7802383 w 10678681"/>
              <a:gd name="connsiteY37" fmla="*/ 739359 h 1342734"/>
              <a:gd name="connsiteX38" fmla="*/ 7730518 w 10678681"/>
              <a:gd name="connsiteY38" fmla="*/ 739526 h 1342734"/>
              <a:gd name="connsiteX39" fmla="*/ 7652907 w 10678681"/>
              <a:gd name="connsiteY39" fmla="*/ 783273 h 1342734"/>
              <a:gd name="connsiteX40" fmla="*/ 7606008 w 10678681"/>
              <a:gd name="connsiteY40" fmla="*/ 800717 h 1342734"/>
              <a:gd name="connsiteX41" fmla="*/ 7480223 w 10678681"/>
              <a:gd name="connsiteY41" fmla="*/ 856821 h 1342734"/>
              <a:gd name="connsiteX42" fmla="*/ 7356005 w 10678681"/>
              <a:gd name="connsiteY42" fmla="*/ 919462 h 1342734"/>
              <a:gd name="connsiteX43" fmla="*/ 7305396 w 10678681"/>
              <a:gd name="connsiteY43" fmla="*/ 986228 h 1342734"/>
              <a:gd name="connsiteX44" fmla="*/ 7266251 w 10678681"/>
              <a:gd name="connsiteY44" fmla="*/ 967864 h 1342734"/>
              <a:gd name="connsiteX45" fmla="*/ 7269396 w 10678681"/>
              <a:gd name="connsiteY45" fmla="*/ 989282 h 1342734"/>
              <a:gd name="connsiteX46" fmla="*/ 7258094 w 10678681"/>
              <a:gd name="connsiteY46" fmla="*/ 990679 h 1342734"/>
              <a:gd name="connsiteX47" fmla="*/ 7257893 w 10678681"/>
              <a:gd name="connsiteY47" fmla="*/ 991204 h 1342734"/>
              <a:gd name="connsiteX48" fmla="*/ 7247153 w 10678681"/>
              <a:gd name="connsiteY48" fmla="*/ 991550 h 1342734"/>
              <a:gd name="connsiteX49" fmla="*/ 7193612 w 10678681"/>
              <a:gd name="connsiteY49" fmla="*/ 987042 h 1342734"/>
              <a:gd name="connsiteX50" fmla="*/ 7132632 w 10678681"/>
              <a:gd name="connsiteY50" fmla="*/ 1042036 h 1342734"/>
              <a:gd name="connsiteX51" fmla="*/ 7105610 w 10678681"/>
              <a:gd name="connsiteY51" fmla="*/ 1053537 h 1342734"/>
              <a:gd name="connsiteX52" fmla="*/ 7069148 w 10678681"/>
              <a:gd name="connsiteY52" fmla="*/ 1047163 h 1342734"/>
              <a:gd name="connsiteX53" fmla="*/ 7039634 w 10678681"/>
              <a:gd name="connsiteY53" fmla="*/ 1059971 h 1342734"/>
              <a:gd name="connsiteX54" fmla="*/ 7033445 w 10678681"/>
              <a:gd name="connsiteY54" fmla="*/ 1063314 h 1342734"/>
              <a:gd name="connsiteX55" fmla="*/ 6999157 w 10678681"/>
              <a:gd name="connsiteY55" fmla="*/ 1055282 h 1342734"/>
              <a:gd name="connsiteX56" fmla="*/ 6981874 w 10678681"/>
              <a:gd name="connsiteY56" fmla="*/ 1053827 h 1342734"/>
              <a:gd name="connsiteX57" fmla="*/ 6976102 w 10678681"/>
              <a:gd name="connsiteY57" fmla="*/ 1047854 h 1342734"/>
              <a:gd name="connsiteX58" fmla="*/ 6951040 w 10678681"/>
              <a:gd name="connsiteY58" fmla="*/ 1048531 h 1342734"/>
              <a:gd name="connsiteX59" fmla="*/ 6948497 w 10678681"/>
              <a:gd name="connsiteY59" fmla="*/ 1050706 h 1342734"/>
              <a:gd name="connsiteX60" fmla="*/ 6926582 w 10678681"/>
              <a:gd name="connsiteY60" fmla="*/ 1043462 h 1342734"/>
              <a:gd name="connsiteX61" fmla="*/ 6833743 w 10678681"/>
              <a:gd name="connsiteY61" fmla="*/ 1027960 h 1342734"/>
              <a:gd name="connsiteX62" fmla="*/ 6687090 w 10678681"/>
              <a:gd name="connsiteY62" fmla="*/ 1063250 h 1342734"/>
              <a:gd name="connsiteX63" fmla="*/ 6431838 w 10678681"/>
              <a:gd name="connsiteY63" fmla="*/ 1063226 h 1342734"/>
              <a:gd name="connsiteX64" fmla="*/ 6327795 w 10678681"/>
              <a:gd name="connsiteY64" fmla="*/ 1088142 h 1342734"/>
              <a:gd name="connsiteX65" fmla="*/ 6136549 w 10678681"/>
              <a:gd name="connsiteY65" fmla="*/ 1100268 h 1342734"/>
              <a:gd name="connsiteX66" fmla="*/ 6004655 w 10678681"/>
              <a:gd name="connsiteY66" fmla="*/ 1114946 h 1342734"/>
              <a:gd name="connsiteX67" fmla="*/ 5936643 w 10678681"/>
              <a:gd name="connsiteY67" fmla="*/ 1095428 h 1342734"/>
              <a:gd name="connsiteX68" fmla="*/ 5912484 w 10678681"/>
              <a:gd name="connsiteY68" fmla="*/ 1112624 h 1342734"/>
              <a:gd name="connsiteX69" fmla="*/ 5908387 w 10678681"/>
              <a:gd name="connsiteY69" fmla="*/ 1116018 h 1342734"/>
              <a:gd name="connsiteX70" fmla="*/ 5890495 w 10678681"/>
              <a:gd name="connsiteY70" fmla="*/ 1120268 h 1342734"/>
              <a:gd name="connsiteX71" fmla="*/ 5887318 w 10678681"/>
              <a:gd name="connsiteY71" fmla="*/ 1133134 h 1342734"/>
              <a:gd name="connsiteX72" fmla="*/ 5861726 w 10678681"/>
              <a:gd name="connsiteY72" fmla="*/ 1147891 h 1342734"/>
              <a:gd name="connsiteX73" fmla="*/ 5805823 w 10678681"/>
              <a:gd name="connsiteY73" fmla="*/ 1152457 h 1342734"/>
              <a:gd name="connsiteX74" fmla="*/ 5689841 w 10678681"/>
              <a:gd name="connsiteY74" fmla="*/ 1176232 h 1342734"/>
              <a:gd name="connsiteX75" fmla="*/ 5605119 w 10678681"/>
              <a:gd name="connsiteY75" fmla="*/ 1190202 h 1342734"/>
              <a:gd name="connsiteX76" fmla="*/ 5488513 w 10678681"/>
              <a:gd name="connsiteY76" fmla="*/ 1205367 h 1342734"/>
              <a:gd name="connsiteX77" fmla="*/ 5402905 w 10678681"/>
              <a:gd name="connsiteY77" fmla="*/ 1241191 h 1342734"/>
              <a:gd name="connsiteX78" fmla="*/ 5285593 w 10678681"/>
              <a:gd name="connsiteY78" fmla="*/ 1273569 h 1342734"/>
              <a:gd name="connsiteX79" fmla="*/ 5192893 w 10678681"/>
              <a:gd name="connsiteY79" fmla="*/ 1247188 h 1342734"/>
              <a:gd name="connsiteX80" fmla="*/ 5186475 w 10678681"/>
              <a:gd name="connsiteY80" fmla="*/ 1257028 h 1342734"/>
              <a:gd name="connsiteX81" fmla="*/ 5126038 w 10678681"/>
              <a:gd name="connsiteY81" fmla="*/ 1263189 h 1342734"/>
              <a:gd name="connsiteX82" fmla="*/ 4894688 w 10678681"/>
              <a:gd name="connsiteY82" fmla="*/ 1247184 h 1342734"/>
              <a:gd name="connsiteX83" fmla="*/ 4788036 w 10678681"/>
              <a:gd name="connsiteY83" fmla="*/ 1238182 h 1342734"/>
              <a:gd name="connsiteX84" fmla="*/ 4747555 w 10678681"/>
              <a:gd name="connsiteY84" fmla="*/ 1252768 h 1342734"/>
              <a:gd name="connsiteX85" fmla="*/ 4679644 w 10678681"/>
              <a:gd name="connsiteY85" fmla="*/ 1276603 h 1342734"/>
              <a:gd name="connsiteX86" fmla="*/ 4632222 w 10678681"/>
              <a:gd name="connsiteY86" fmla="*/ 1318360 h 1342734"/>
              <a:gd name="connsiteX87" fmla="*/ 4617358 w 10678681"/>
              <a:gd name="connsiteY87" fmla="*/ 1327690 h 1342734"/>
              <a:gd name="connsiteX88" fmla="*/ 4589102 w 10678681"/>
              <a:gd name="connsiteY88" fmla="*/ 1321223 h 1342734"/>
              <a:gd name="connsiteX89" fmla="*/ 4578184 w 10678681"/>
              <a:gd name="connsiteY89" fmla="*/ 1326745 h 1342734"/>
              <a:gd name="connsiteX90" fmla="*/ 4574270 w 10678681"/>
              <a:gd name="connsiteY90" fmla="*/ 1325878 h 1342734"/>
              <a:gd name="connsiteX91" fmla="*/ 4564919 w 10678681"/>
              <a:gd name="connsiteY91" fmla="*/ 1325507 h 1342734"/>
              <a:gd name="connsiteX92" fmla="*/ 4566586 w 10678681"/>
              <a:gd name="connsiteY92" fmla="*/ 1316963 h 1342734"/>
              <a:gd name="connsiteX93" fmla="*/ 4556303 w 10678681"/>
              <a:gd name="connsiteY93" fmla="*/ 1300262 h 1342734"/>
              <a:gd name="connsiteX94" fmla="*/ 4502358 w 10678681"/>
              <a:gd name="connsiteY94" fmla="*/ 1302558 h 1342734"/>
              <a:gd name="connsiteX95" fmla="*/ 4498919 w 10678681"/>
              <a:gd name="connsiteY95" fmla="*/ 1312115 h 1342734"/>
              <a:gd name="connsiteX96" fmla="*/ 4492075 w 10678681"/>
              <a:gd name="connsiteY96" fmla="*/ 1313357 h 1342734"/>
              <a:gd name="connsiteX97" fmla="*/ 4487466 w 10678681"/>
              <a:gd name="connsiteY97" fmla="*/ 1304102 h 1342734"/>
              <a:gd name="connsiteX98" fmla="*/ 4398292 w 10678681"/>
              <a:gd name="connsiteY98" fmla="*/ 1278410 h 1342734"/>
              <a:gd name="connsiteX99" fmla="*/ 4306088 w 10678681"/>
              <a:gd name="connsiteY99" fmla="*/ 1282512 h 1342734"/>
              <a:gd name="connsiteX100" fmla="*/ 4188995 w 10678681"/>
              <a:gd name="connsiteY100" fmla="*/ 1296718 h 1342734"/>
              <a:gd name="connsiteX101" fmla="*/ 4136582 w 10678681"/>
              <a:gd name="connsiteY101" fmla="*/ 1287687 h 1342734"/>
              <a:gd name="connsiteX102" fmla="*/ 4064614 w 10678681"/>
              <a:gd name="connsiteY102" fmla="*/ 1296118 h 1342734"/>
              <a:gd name="connsiteX103" fmla="*/ 3900948 w 10678681"/>
              <a:gd name="connsiteY103" fmla="*/ 1322156 h 1342734"/>
              <a:gd name="connsiteX104" fmla="*/ 3787890 w 10678681"/>
              <a:gd name="connsiteY104" fmla="*/ 1322164 h 1342734"/>
              <a:gd name="connsiteX105" fmla="*/ 3745993 w 10678681"/>
              <a:gd name="connsiteY105" fmla="*/ 1342630 h 1342734"/>
              <a:gd name="connsiteX106" fmla="*/ 3675785 w 10678681"/>
              <a:gd name="connsiteY106" fmla="*/ 1326802 h 1342734"/>
              <a:gd name="connsiteX107" fmla="*/ 3623856 w 10678681"/>
              <a:gd name="connsiteY107" fmla="*/ 1290804 h 1342734"/>
              <a:gd name="connsiteX108" fmla="*/ 3564933 w 10678681"/>
              <a:gd name="connsiteY108" fmla="*/ 1287147 h 1342734"/>
              <a:gd name="connsiteX109" fmla="*/ 3550537 w 10678681"/>
              <a:gd name="connsiteY109" fmla="*/ 1317552 h 1342734"/>
              <a:gd name="connsiteX110" fmla="*/ 3487736 w 10678681"/>
              <a:gd name="connsiteY110" fmla="*/ 1303493 h 1342734"/>
              <a:gd name="connsiteX111" fmla="*/ 3392548 w 10678681"/>
              <a:gd name="connsiteY111" fmla="*/ 1278741 h 1342734"/>
              <a:gd name="connsiteX112" fmla="*/ 3337466 w 10678681"/>
              <a:gd name="connsiteY112" fmla="*/ 1272537 h 1342734"/>
              <a:gd name="connsiteX113" fmla="*/ 3175981 w 10678681"/>
              <a:gd name="connsiteY113" fmla="*/ 1208973 h 1342734"/>
              <a:gd name="connsiteX114" fmla="*/ 3036856 w 10678681"/>
              <a:gd name="connsiteY114" fmla="*/ 1214383 h 1342734"/>
              <a:gd name="connsiteX115" fmla="*/ 2824973 w 10678681"/>
              <a:gd name="connsiteY115" fmla="*/ 1134864 h 1342734"/>
              <a:gd name="connsiteX116" fmla="*/ 2804398 w 10678681"/>
              <a:gd name="connsiteY116" fmla="*/ 1125556 h 1342734"/>
              <a:gd name="connsiteX117" fmla="*/ 2736109 w 10678681"/>
              <a:gd name="connsiteY117" fmla="*/ 1137717 h 1342734"/>
              <a:gd name="connsiteX118" fmla="*/ 2659096 w 10678681"/>
              <a:gd name="connsiteY118" fmla="*/ 1150294 h 1342734"/>
              <a:gd name="connsiteX119" fmla="*/ 2567088 w 10678681"/>
              <a:gd name="connsiteY119" fmla="*/ 1181781 h 1342734"/>
              <a:gd name="connsiteX120" fmla="*/ 2454501 w 10678681"/>
              <a:gd name="connsiteY120" fmla="*/ 1155455 h 1342734"/>
              <a:gd name="connsiteX121" fmla="*/ 2385161 w 10678681"/>
              <a:gd name="connsiteY121" fmla="*/ 1161312 h 1342734"/>
              <a:gd name="connsiteX122" fmla="*/ 2273361 w 10678681"/>
              <a:gd name="connsiteY122" fmla="*/ 1134090 h 1342734"/>
              <a:gd name="connsiteX123" fmla="*/ 2132003 w 10678681"/>
              <a:gd name="connsiteY123" fmla="*/ 1139225 h 1342734"/>
              <a:gd name="connsiteX124" fmla="*/ 2041224 w 10678681"/>
              <a:gd name="connsiteY124" fmla="*/ 1147536 h 1342734"/>
              <a:gd name="connsiteX125" fmla="*/ 2010157 w 10678681"/>
              <a:gd name="connsiteY125" fmla="*/ 1152767 h 1342734"/>
              <a:gd name="connsiteX126" fmla="*/ 1859213 w 10678681"/>
              <a:gd name="connsiteY126" fmla="*/ 1199540 h 1342734"/>
              <a:gd name="connsiteX127" fmla="*/ 1735877 w 10678681"/>
              <a:gd name="connsiteY127" fmla="*/ 1246527 h 1342734"/>
              <a:gd name="connsiteX128" fmla="*/ 1705069 w 10678681"/>
              <a:gd name="connsiteY128" fmla="*/ 1251989 h 1342734"/>
              <a:gd name="connsiteX129" fmla="*/ 1307888 w 10678681"/>
              <a:gd name="connsiteY129" fmla="*/ 1283156 h 1342734"/>
              <a:gd name="connsiteX130" fmla="*/ 1220734 w 10678681"/>
              <a:gd name="connsiteY130" fmla="*/ 1257811 h 1342734"/>
              <a:gd name="connsiteX131" fmla="*/ 1021737 w 10678681"/>
              <a:gd name="connsiteY131" fmla="*/ 1238739 h 1342734"/>
              <a:gd name="connsiteX132" fmla="*/ 959820 w 10678681"/>
              <a:gd name="connsiteY132" fmla="*/ 1275863 h 1342734"/>
              <a:gd name="connsiteX133" fmla="*/ 929137 w 10678681"/>
              <a:gd name="connsiteY133" fmla="*/ 1273957 h 1342734"/>
              <a:gd name="connsiteX134" fmla="*/ 878849 w 10678681"/>
              <a:gd name="connsiteY134" fmla="*/ 1266740 h 1342734"/>
              <a:gd name="connsiteX135" fmla="*/ 800667 w 10678681"/>
              <a:gd name="connsiteY135" fmla="*/ 1282041 h 1342734"/>
              <a:gd name="connsiteX136" fmla="*/ 644906 w 10678681"/>
              <a:gd name="connsiteY136" fmla="*/ 1273685 h 1342734"/>
              <a:gd name="connsiteX137" fmla="*/ 379869 w 10678681"/>
              <a:gd name="connsiteY137" fmla="*/ 1339165 h 1342734"/>
              <a:gd name="connsiteX138" fmla="*/ 137696 w 10678681"/>
              <a:gd name="connsiteY138" fmla="*/ 1319217 h 1342734"/>
              <a:gd name="connsiteX139" fmla="*/ 54250 w 10678681"/>
              <a:gd name="connsiteY139" fmla="*/ 1315838 h 1342734"/>
              <a:gd name="connsiteX140" fmla="*/ 28042 w 10678681"/>
              <a:gd name="connsiteY140" fmla="*/ 1297822 h 1342734"/>
              <a:gd name="connsiteX141" fmla="*/ 0 w 10678681"/>
              <a:gd name="connsiteY141" fmla="*/ 1294612 h 1342734"/>
              <a:gd name="connsiteX142" fmla="*/ 0 w 10678681"/>
              <a:gd name="connsiteY142" fmla="*/ 0 h 1342734"/>
              <a:gd name="connsiteX0" fmla="*/ 0 w 10678681"/>
              <a:gd name="connsiteY0" fmla="*/ 0 h 1342734"/>
              <a:gd name="connsiteX1" fmla="*/ 10678681 w 10678681"/>
              <a:gd name="connsiteY1" fmla="*/ 0 h 1342734"/>
              <a:gd name="connsiteX2" fmla="*/ 10666019 w 10678681"/>
              <a:gd name="connsiteY2" fmla="*/ 7876 h 1342734"/>
              <a:gd name="connsiteX3" fmla="*/ 10632825 w 10678681"/>
              <a:gd name="connsiteY3" fmla="*/ 32153 h 1342734"/>
              <a:gd name="connsiteX4" fmla="*/ 10516219 w 10678681"/>
              <a:gd name="connsiteY4" fmla="*/ 45588 h 1342734"/>
              <a:gd name="connsiteX5" fmla="*/ 10456989 w 10678681"/>
              <a:gd name="connsiteY5" fmla="*/ 979 h 1342734"/>
              <a:gd name="connsiteX6" fmla="*/ 10438642 w 10678681"/>
              <a:gd name="connsiteY6" fmla="*/ 1524 h 1342734"/>
              <a:gd name="connsiteX7" fmla="*/ 10407146 w 10678681"/>
              <a:gd name="connsiteY7" fmla="*/ 43659 h 1342734"/>
              <a:gd name="connsiteX8" fmla="*/ 10341159 w 10678681"/>
              <a:gd name="connsiteY8" fmla="*/ 103824 h 1342734"/>
              <a:gd name="connsiteX9" fmla="*/ 10244930 w 10678681"/>
              <a:gd name="connsiteY9" fmla="*/ 94599 h 1342734"/>
              <a:gd name="connsiteX10" fmla="*/ 10115334 w 10678681"/>
              <a:gd name="connsiteY10" fmla="*/ 155658 h 1342734"/>
              <a:gd name="connsiteX11" fmla="*/ 10068157 w 10678681"/>
              <a:gd name="connsiteY11" fmla="*/ 215673 h 1342734"/>
              <a:gd name="connsiteX12" fmla="*/ 10045431 w 10678681"/>
              <a:gd name="connsiteY12" fmla="*/ 229568 h 1342734"/>
              <a:gd name="connsiteX13" fmla="*/ 9929077 w 10678681"/>
              <a:gd name="connsiteY13" fmla="*/ 254478 h 1342734"/>
              <a:gd name="connsiteX14" fmla="*/ 9840045 w 10678681"/>
              <a:gd name="connsiteY14" fmla="*/ 223033 h 1342734"/>
              <a:gd name="connsiteX15" fmla="*/ 9679638 w 10678681"/>
              <a:gd name="connsiteY15" fmla="*/ 277462 h 1342734"/>
              <a:gd name="connsiteX16" fmla="*/ 9498347 w 10678681"/>
              <a:gd name="connsiteY16" fmla="*/ 244723 h 1342734"/>
              <a:gd name="connsiteX17" fmla="*/ 9366026 w 10678681"/>
              <a:gd name="connsiteY17" fmla="*/ 299024 h 1342734"/>
              <a:gd name="connsiteX18" fmla="*/ 9316702 w 10678681"/>
              <a:gd name="connsiteY18" fmla="*/ 356523 h 1342734"/>
              <a:gd name="connsiteX19" fmla="*/ 9121744 w 10678681"/>
              <a:gd name="connsiteY19" fmla="*/ 365177 h 1342734"/>
              <a:gd name="connsiteX20" fmla="*/ 9061654 w 10678681"/>
              <a:gd name="connsiteY20" fmla="*/ 393730 h 1342734"/>
              <a:gd name="connsiteX21" fmla="*/ 8997577 w 10678681"/>
              <a:gd name="connsiteY21" fmla="*/ 380865 h 1342734"/>
              <a:gd name="connsiteX22" fmla="*/ 8907968 w 10678681"/>
              <a:gd name="connsiteY22" fmla="*/ 447345 h 1342734"/>
              <a:gd name="connsiteX23" fmla="*/ 8764163 w 10678681"/>
              <a:gd name="connsiteY23" fmla="*/ 471000 h 1342734"/>
              <a:gd name="connsiteX24" fmla="*/ 8680155 w 10678681"/>
              <a:gd name="connsiteY24" fmla="*/ 492404 h 1342734"/>
              <a:gd name="connsiteX25" fmla="*/ 8651436 w 10678681"/>
              <a:gd name="connsiteY25" fmla="*/ 511923 h 1342734"/>
              <a:gd name="connsiteX26" fmla="*/ 8609185 w 10678681"/>
              <a:gd name="connsiteY26" fmla="*/ 531525 h 1342734"/>
              <a:gd name="connsiteX27" fmla="*/ 8537091 w 10678681"/>
              <a:gd name="connsiteY27" fmla="*/ 574933 h 1342734"/>
              <a:gd name="connsiteX28" fmla="*/ 8435931 w 10678681"/>
              <a:gd name="connsiteY28" fmla="*/ 617926 h 1342734"/>
              <a:gd name="connsiteX29" fmla="*/ 8348623 w 10678681"/>
              <a:gd name="connsiteY29" fmla="*/ 600607 h 1342734"/>
              <a:gd name="connsiteX30" fmla="*/ 8344233 w 10678681"/>
              <a:gd name="connsiteY30" fmla="*/ 610922 h 1342734"/>
              <a:gd name="connsiteX31" fmla="*/ 8290622 w 10678681"/>
              <a:gd name="connsiteY31" fmla="*/ 622687 h 1342734"/>
              <a:gd name="connsiteX32" fmla="*/ 8086698 w 10678681"/>
              <a:gd name="connsiteY32" fmla="*/ 605185 h 1342734"/>
              <a:gd name="connsiteX33" fmla="*/ 7982378 w 10678681"/>
              <a:gd name="connsiteY33" fmla="*/ 629799 h 1342734"/>
              <a:gd name="connsiteX34" fmla="*/ 7947952 w 10678681"/>
              <a:gd name="connsiteY34" fmla="*/ 648003 h 1342734"/>
              <a:gd name="connsiteX35" fmla="*/ 7890112 w 10678681"/>
              <a:gd name="connsiteY35" fmla="*/ 677915 h 1342734"/>
              <a:gd name="connsiteX36" fmla="*/ 7853284 w 10678681"/>
              <a:gd name="connsiteY36" fmla="*/ 723588 h 1342734"/>
              <a:gd name="connsiteX37" fmla="*/ 7802383 w 10678681"/>
              <a:gd name="connsiteY37" fmla="*/ 739359 h 1342734"/>
              <a:gd name="connsiteX38" fmla="*/ 7730518 w 10678681"/>
              <a:gd name="connsiteY38" fmla="*/ 739526 h 1342734"/>
              <a:gd name="connsiteX39" fmla="*/ 7652907 w 10678681"/>
              <a:gd name="connsiteY39" fmla="*/ 783273 h 1342734"/>
              <a:gd name="connsiteX40" fmla="*/ 7606008 w 10678681"/>
              <a:gd name="connsiteY40" fmla="*/ 800717 h 1342734"/>
              <a:gd name="connsiteX41" fmla="*/ 7480223 w 10678681"/>
              <a:gd name="connsiteY41" fmla="*/ 856821 h 1342734"/>
              <a:gd name="connsiteX42" fmla="*/ 7356005 w 10678681"/>
              <a:gd name="connsiteY42" fmla="*/ 919462 h 1342734"/>
              <a:gd name="connsiteX43" fmla="*/ 7305396 w 10678681"/>
              <a:gd name="connsiteY43" fmla="*/ 986228 h 1342734"/>
              <a:gd name="connsiteX44" fmla="*/ 7266251 w 10678681"/>
              <a:gd name="connsiteY44" fmla="*/ 967864 h 1342734"/>
              <a:gd name="connsiteX45" fmla="*/ 7258094 w 10678681"/>
              <a:gd name="connsiteY45" fmla="*/ 990679 h 1342734"/>
              <a:gd name="connsiteX46" fmla="*/ 7257893 w 10678681"/>
              <a:gd name="connsiteY46" fmla="*/ 991204 h 1342734"/>
              <a:gd name="connsiteX47" fmla="*/ 7247153 w 10678681"/>
              <a:gd name="connsiteY47" fmla="*/ 991550 h 1342734"/>
              <a:gd name="connsiteX48" fmla="*/ 7193612 w 10678681"/>
              <a:gd name="connsiteY48" fmla="*/ 987042 h 1342734"/>
              <a:gd name="connsiteX49" fmla="*/ 7132632 w 10678681"/>
              <a:gd name="connsiteY49" fmla="*/ 1042036 h 1342734"/>
              <a:gd name="connsiteX50" fmla="*/ 7105610 w 10678681"/>
              <a:gd name="connsiteY50" fmla="*/ 1053537 h 1342734"/>
              <a:gd name="connsiteX51" fmla="*/ 7069148 w 10678681"/>
              <a:gd name="connsiteY51" fmla="*/ 1047163 h 1342734"/>
              <a:gd name="connsiteX52" fmla="*/ 7039634 w 10678681"/>
              <a:gd name="connsiteY52" fmla="*/ 1059971 h 1342734"/>
              <a:gd name="connsiteX53" fmla="*/ 7033445 w 10678681"/>
              <a:gd name="connsiteY53" fmla="*/ 1063314 h 1342734"/>
              <a:gd name="connsiteX54" fmla="*/ 6999157 w 10678681"/>
              <a:gd name="connsiteY54" fmla="*/ 1055282 h 1342734"/>
              <a:gd name="connsiteX55" fmla="*/ 6981874 w 10678681"/>
              <a:gd name="connsiteY55" fmla="*/ 1053827 h 1342734"/>
              <a:gd name="connsiteX56" fmla="*/ 6976102 w 10678681"/>
              <a:gd name="connsiteY56" fmla="*/ 1047854 h 1342734"/>
              <a:gd name="connsiteX57" fmla="*/ 6951040 w 10678681"/>
              <a:gd name="connsiteY57" fmla="*/ 1048531 h 1342734"/>
              <a:gd name="connsiteX58" fmla="*/ 6948497 w 10678681"/>
              <a:gd name="connsiteY58" fmla="*/ 1050706 h 1342734"/>
              <a:gd name="connsiteX59" fmla="*/ 6926582 w 10678681"/>
              <a:gd name="connsiteY59" fmla="*/ 1043462 h 1342734"/>
              <a:gd name="connsiteX60" fmla="*/ 6833743 w 10678681"/>
              <a:gd name="connsiteY60" fmla="*/ 1027960 h 1342734"/>
              <a:gd name="connsiteX61" fmla="*/ 6687090 w 10678681"/>
              <a:gd name="connsiteY61" fmla="*/ 1063250 h 1342734"/>
              <a:gd name="connsiteX62" fmla="*/ 6431838 w 10678681"/>
              <a:gd name="connsiteY62" fmla="*/ 1063226 h 1342734"/>
              <a:gd name="connsiteX63" fmla="*/ 6327795 w 10678681"/>
              <a:gd name="connsiteY63" fmla="*/ 1088142 h 1342734"/>
              <a:gd name="connsiteX64" fmla="*/ 6136549 w 10678681"/>
              <a:gd name="connsiteY64" fmla="*/ 1100268 h 1342734"/>
              <a:gd name="connsiteX65" fmla="*/ 6004655 w 10678681"/>
              <a:gd name="connsiteY65" fmla="*/ 1114946 h 1342734"/>
              <a:gd name="connsiteX66" fmla="*/ 5936643 w 10678681"/>
              <a:gd name="connsiteY66" fmla="*/ 1095428 h 1342734"/>
              <a:gd name="connsiteX67" fmla="*/ 5912484 w 10678681"/>
              <a:gd name="connsiteY67" fmla="*/ 1112624 h 1342734"/>
              <a:gd name="connsiteX68" fmla="*/ 5908387 w 10678681"/>
              <a:gd name="connsiteY68" fmla="*/ 1116018 h 1342734"/>
              <a:gd name="connsiteX69" fmla="*/ 5890495 w 10678681"/>
              <a:gd name="connsiteY69" fmla="*/ 1120268 h 1342734"/>
              <a:gd name="connsiteX70" fmla="*/ 5887318 w 10678681"/>
              <a:gd name="connsiteY70" fmla="*/ 1133134 h 1342734"/>
              <a:gd name="connsiteX71" fmla="*/ 5861726 w 10678681"/>
              <a:gd name="connsiteY71" fmla="*/ 1147891 h 1342734"/>
              <a:gd name="connsiteX72" fmla="*/ 5805823 w 10678681"/>
              <a:gd name="connsiteY72" fmla="*/ 1152457 h 1342734"/>
              <a:gd name="connsiteX73" fmla="*/ 5689841 w 10678681"/>
              <a:gd name="connsiteY73" fmla="*/ 1176232 h 1342734"/>
              <a:gd name="connsiteX74" fmla="*/ 5605119 w 10678681"/>
              <a:gd name="connsiteY74" fmla="*/ 1190202 h 1342734"/>
              <a:gd name="connsiteX75" fmla="*/ 5488513 w 10678681"/>
              <a:gd name="connsiteY75" fmla="*/ 1205367 h 1342734"/>
              <a:gd name="connsiteX76" fmla="*/ 5402905 w 10678681"/>
              <a:gd name="connsiteY76" fmla="*/ 1241191 h 1342734"/>
              <a:gd name="connsiteX77" fmla="*/ 5285593 w 10678681"/>
              <a:gd name="connsiteY77" fmla="*/ 1273569 h 1342734"/>
              <a:gd name="connsiteX78" fmla="*/ 5192893 w 10678681"/>
              <a:gd name="connsiteY78" fmla="*/ 1247188 h 1342734"/>
              <a:gd name="connsiteX79" fmla="*/ 5186475 w 10678681"/>
              <a:gd name="connsiteY79" fmla="*/ 1257028 h 1342734"/>
              <a:gd name="connsiteX80" fmla="*/ 5126038 w 10678681"/>
              <a:gd name="connsiteY80" fmla="*/ 1263189 h 1342734"/>
              <a:gd name="connsiteX81" fmla="*/ 4894688 w 10678681"/>
              <a:gd name="connsiteY81" fmla="*/ 1247184 h 1342734"/>
              <a:gd name="connsiteX82" fmla="*/ 4788036 w 10678681"/>
              <a:gd name="connsiteY82" fmla="*/ 1238182 h 1342734"/>
              <a:gd name="connsiteX83" fmla="*/ 4747555 w 10678681"/>
              <a:gd name="connsiteY83" fmla="*/ 1252768 h 1342734"/>
              <a:gd name="connsiteX84" fmla="*/ 4679644 w 10678681"/>
              <a:gd name="connsiteY84" fmla="*/ 1276603 h 1342734"/>
              <a:gd name="connsiteX85" fmla="*/ 4632222 w 10678681"/>
              <a:gd name="connsiteY85" fmla="*/ 1318360 h 1342734"/>
              <a:gd name="connsiteX86" fmla="*/ 4617358 w 10678681"/>
              <a:gd name="connsiteY86" fmla="*/ 1327690 h 1342734"/>
              <a:gd name="connsiteX87" fmla="*/ 4589102 w 10678681"/>
              <a:gd name="connsiteY87" fmla="*/ 1321223 h 1342734"/>
              <a:gd name="connsiteX88" fmla="*/ 4578184 w 10678681"/>
              <a:gd name="connsiteY88" fmla="*/ 1326745 h 1342734"/>
              <a:gd name="connsiteX89" fmla="*/ 4574270 w 10678681"/>
              <a:gd name="connsiteY89" fmla="*/ 1325878 h 1342734"/>
              <a:gd name="connsiteX90" fmla="*/ 4564919 w 10678681"/>
              <a:gd name="connsiteY90" fmla="*/ 1325507 h 1342734"/>
              <a:gd name="connsiteX91" fmla="*/ 4566586 w 10678681"/>
              <a:gd name="connsiteY91" fmla="*/ 1316963 h 1342734"/>
              <a:gd name="connsiteX92" fmla="*/ 4556303 w 10678681"/>
              <a:gd name="connsiteY92" fmla="*/ 1300262 h 1342734"/>
              <a:gd name="connsiteX93" fmla="*/ 4502358 w 10678681"/>
              <a:gd name="connsiteY93" fmla="*/ 1302558 h 1342734"/>
              <a:gd name="connsiteX94" fmla="*/ 4498919 w 10678681"/>
              <a:gd name="connsiteY94" fmla="*/ 1312115 h 1342734"/>
              <a:gd name="connsiteX95" fmla="*/ 4492075 w 10678681"/>
              <a:gd name="connsiteY95" fmla="*/ 1313357 h 1342734"/>
              <a:gd name="connsiteX96" fmla="*/ 4487466 w 10678681"/>
              <a:gd name="connsiteY96" fmla="*/ 1304102 h 1342734"/>
              <a:gd name="connsiteX97" fmla="*/ 4398292 w 10678681"/>
              <a:gd name="connsiteY97" fmla="*/ 1278410 h 1342734"/>
              <a:gd name="connsiteX98" fmla="*/ 4306088 w 10678681"/>
              <a:gd name="connsiteY98" fmla="*/ 1282512 h 1342734"/>
              <a:gd name="connsiteX99" fmla="*/ 4188995 w 10678681"/>
              <a:gd name="connsiteY99" fmla="*/ 1296718 h 1342734"/>
              <a:gd name="connsiteX100" fmla="*/ 4136582 w 10678681"/>
              <a:gd name="connsiteY100" fmla="*/ 1287687 h 1342734"/>
              <a:gd name="connsiteX101" fmla="*/ 4064614 w 10678681"/>
              <a:gd name="connsiteY101" fmla="*/ 1296118 h 1342734"/>
              <a:gd name="connsiteX102" fmla="*/ 3900948 w 10678681"/>
              <a:gd name="connsiteY102" fmla="*/ 1322156 h 1342734"/>
              <a:gd name="connsiteX103" fmla="*/ 3787890 w 10678681"/>
              <a:gd name="connsiteY103" fmla="*/ 1322164 h 1342734"/>
              <a:gd name="connsiteX104" fmla="*/ 3745993 w 10678681"/>
              <a:gd name="connsiteY104" fmla="*/ 1342630 h 1342734"/>
              <a:gd name="connsiteX105" fmla="*/ 3675785 w 10678681"/>
              <a:gd name="connsiteY105" fmla="*/ 1326802 h 1342734"/>
              <a:gd name="connsiteX106" fmla="*/ 3623856 w 10678681"/>
              <a:gd name="connsiteY106" fmla="*/ 1290804 h 1342734"/>
              <a:gd name="connsiteX107" fmla="*/ 3564933 w 10678681"/>
              <a:gd name="connsiteY107" fmla="*/ 1287147 h 1342734"/>
              <a:gd name="connsiteX108" fmla="*/ 3550537 w 10678681"/>
              <a:gd name="connsiteY108" fmla="*/ 1317552 h 1342734"/>
              <a:gd name="connsiteX109" fmla="*/ 3487736 w 10678681"/>
              <a:gd name="connsiteY109" fmla="*/ 1303493 h 1342734"/>
              <a:gd name="connsiteX110" fmla="*/ 3392548 w 10678681"/>
              <a:gd name="connsiteY110" fmla="*/ 1278741 h 1342734"/>
              <a:gd name="connsiteX111" fmla="*/ 3337466 w 10678681"/>
              <a:gd name="connsiteY111" fmla="*/ 1272537 h 1342734"/>
              <a:gd name="connsiteX112" fmla="*/ 3175981 w 10678681"/>
              <a:gd name="connsiteY112" fmla="*/ 1208973 h 1342734"/>
              <a:gd name="connsiteX113" fmla="*/ 3036856 w 10678681"/>
              <a:gd name="connsiteY113" fmla="*/ 1214383 h 1342734"/>
              <a:gd name="connsiteX114" fmla="*/ 2824973 w 10678681"/>
              <a:gd name="connsiteY114" fmla="*/ 1134864 h 1342734"/>
              <a:gd name="connsiteX115" fmla="*/ 2804398 w 10678681"/>
              <a:gd name="connsiteY115" fmla="*/ 1125556 h 1342734"/>
              <a:gd name="connsiteX116" fmla="*/ 2736109 w 10678681"/>
              <a:gd name="connsiteY116" fmla="*/ 1137717 h 1342734"/>
              <a:gd name="connsiteX117" fmla="*/ 2659096 w 10678681"/>
              <a:gd name="connsiteY117" fmla="*/ 1150294 h 1342734"/>
              <a:gd name="connsiteX118" fmla="*/ 2567088 w 10678681"/>
              <a:gd name="connsiteY118" fmla="*/ 1181781 h 1342734"/>
              <a:gd name="connsiteX119" fmla="*/ 2454501 w 10678681"/>
              <a:gd name="connsiteY119" fmla="*/ 1155455 h 1342734"/>
              <a:gd name="connsiteX120" fmla="*/ 2385161 w 10678681"/>
              <a:gd name="connsiteY120" fmla="*/ 1161312 h 1342734"/>
              <a:gd name="connsiteX121" fmla="*/ 2273361 w 10678681"/>
              <a:gd name="connsiteY121" fmla="*/ 1134090 h 1342734"/>
              <a:gd name="connsiteX122" fmla="*/ 2132003 w 10678681"/>
              <a:gd name="connsiteY122" fmla="*/ 1139225 h 1342734"/>
              <a:gd name="connsiteX123" fmla="*/ 2041224 w 10678681"/>
              <a:gd name="connsiteY123" fmla="*/ 1147536 h 1342734"/>
              <a:gd name="connsiteX124" fmla="*/ 2010157 w 10678681"/>
              <a:gd name="connsiteY124" fmla="*/ 1152767 h 1342734"/>
              <a:gd name="connsiteX125" fmla="*/ 1859213 w 10678681"/>
              <a:gd name="connsiteY125" fmla="*/ 1199540 h 1342734"/>
              <a:gd name="connsiteX126" fmla="*/ 1735877 w 10678681"/>
              <a:gd name="connsiteY126" fmla="*/ 1246527 h 1342734"/>
              <a:gd name="connsiteX127" fmla="*/ 1705069 w 10678681"/>
              <a:gd name="connsiteY127" fmla="*/ 1251989 h 1342734"/>
              <a:gd name="connsiteX128" fmla="*/ 1307888 w 10678681"/>
              <a:gd name="connsiteY128" fmla="*/ 1283156 h 1342734"/>
              <a:gd name="connsiteX129" fmla="*/ 1220734 w 10678681"/>
              <a:gd name="connsiteY129" fmla="*/ 1257811 h 1342734"/>
              <a:gd name="connsiteX130" fmla="*/ 1021737 w 10678681"/>
              <a:gd name="connsiteY130" fmla="*/ 1238739 h 1342734"/>
              <a:gd name="connsiteX131" fmla="*/ 959820 w 10678681"/>
              <a:gd name="connsiteY131" fmla="*/ 1275863 h 1342734"/>
              <a:gd name="connsiteX132" fmla="*/ 929137 w 10678681"/>
              <a:gd name="connsiteY132" fmla="*/ 1273957 h 1342734"/>
              <a:gd name="connsiteX133" fmla="*/ 878849 w 10678681"/>
              <a:gd name="connsiteY133" fmla="*/ 1266740 h 1342734"/>
              <a:gd name="connsiteX134" fmla="*/ 800667 w 10678681"/>
              <a:gd name="connsiteY134" fmla="*/ 1282041 h 1342734"/>
              <a:gd name="connsiteX135" fmla="*/ 644906 w 10678681"/>
              <a:gd name="connsiteY135" fmla="*/ 1273685 h 1342734"/>
              <a:gd name="connsiteX136" fmla="*/ 379869 w 10678681"/>
              <a:gd name="connsiteY136" fmla="*/ 1339165 h 1342734"/>
              <a:gd name="connsiteX137" fmla="*/ 137696 w 10678681"/>
              <a:gd name="connsiteY137" fmla="*/ 1319217 h 1342734"/>
              <a:gd name="connsiteX138" fmla="*/ 54250 w 10678681"/>
              <a:gd name="connsiteY138" fmla="*/ 1315838 h 1342734"/>
              <a:gd name="connsiteX139" fmla="*/ 28042 w 10678681"/>
              <a:gd name="connsiteY139" fmla="*/ 1297822 h 1342734"/>
              <a:gd name="connsiteX140" fmla="*/ 0 w 10678681"/>
              <a:gd name="connsiteY140" fmla="*/ 1294612 h 1342734"/>
              <a:gd name="connsiteX141" fmla="*/ 0 w 10678681"/>
              <a:gd name="connsiteY141" fmla="*/ 0 h 1342734"/>
              <a:gd name="connsiteX0" fmla="*/ 0 w 10678681"/>
              <a:gd name="connsiteY0" fmla="*/ 0 h 1342734"/>
              <a:gd name="connsiteX1" fmla="*/ 10678681 w 10678681"/>
              <a:gd name="connsiteY1" fmla="*/ 0 h 1342734"/>
              <a:gd name="connsiteX2" fmla="*/ 10666019 w 10678681"/>
              <a:gd name="connsiteY2" fmla="*/ 7876 h 1342734"/>
              <a:gd name="connsiteX3" fmla="*/ 10632825 w 10678681"/>
              <a:gd name="connsiteY3" fmla="*/ 32153 h 1342734"/>
              <a:gd name="connsiteX4" fmla="*/ 10516219 w 10678681"/>
              <a:gd name="connsiteY4" fmla="*/ 45588 h 1342734"/>
              <a:gd name="connsiteX5" fmla="*/ 10456989 w 10678681"/>
              <a:gd name="connsiteY5" fmla="*/ 979 h 1342734"/>
              <a:gd name="connsiteX6" fmla="*/ 10438642 w 10678681"/>
              <a:gd name="connsiteY6" fmla="*/ 1524 h 1342734"/>
              <a:gd name="connsiteX7" fmla="*/ 10407146 w 10678681"/>
              <a:gd name="connsiteY7" fmla="*/ 43659 h 1342734"/>
              <a:gd name="connsiteX8" fmla="*/ 10341159 w 10678681"/>
              <a:gd name="connsiteY8" fmla="*/ 103824 h 1342734"/>
              <a:gd name="connsiteX9" fmla="*/ 10244930 w 10678681"/>
              <a:gd name="connsiteY9" fmla="*/ 94599 h 1342734"/>
              <a:gd name="connsiteX10" fmla="*/ 10115334 w 10678681"/>
              <a:gd name="connsiteY10" fmla="*/ 155658 h 1342734"/>
              <a:gd name="connsiteX11" fmla="*/ 10068157 w 10678681"/>
              <a:gd name="connsiteY11" fmla="*/ 215673 h 1342734"/>
              <a:gd name="connsiteX12" fmla="*/ 10045431 w 10678681"/>
              <a:gd name="connsiteY12" fmla="*/ 229568 h 1342734"/>
              <a:gd name="connsiteX13" fmla="*/ 9929077 w 10678681"/>
              <a:gd name="connsiteY13" fmla="*/ 254478 h 1342734"/>
              <a:gd name="connsiteX14" fmla="*/ 9840045 w 10678681"/>
              <a:gd name="connsiteY14" fmla="*/ 223033 h 1342734"/>
              <a:gd name="connsiteX15" fmla="*/ 9679638 w 10678681"/>
              <a:gd name="connsiteY15" fmla="*/ 277462 h 1342734"/>
              <a:gd name="connsiteX16" fmla="*/ 9498347 w 10678681"/>
              <a:gd name="connsiteY16" fmla="*/ 244723 h 1342734"/>
              <a:gd name="connsiteX17" fmla="*/ 9366026 w 10678681"/>
              <a:gd name="connsiteY17" fmla="*/ 299024 h 1342734"/>
              <a:gd name="connsiteX18" fmla="*/ 9316702 w 10678681"/>
              <a:gd name="connsiteY18" fmla="*/ 356523 h 1342734"/>
              <a:gd name="connsiteX19" fmla="*/ 9121744 w 10678681"/>
              <a:gd name="connsiteY19" fmla="*/ 365177 h 1342734"/>
              <a:gd name="connsiteX20" fmla="*/ 9061654 w 10678681"/>
              <a:gd name="connsiteY20" fmla="*/ 393730 h 1342734"/>
              <a:gd name="connsiteX21" fmla="*/ 8997577 w 10678681"/>
              <a:gd name="connsiteY21" fmla="*/ 380865 h 1342734"/>
              <a:gd name="connsiteX22" fmla="*/ 8907968 w 10678681"/>
              <a:gd name="connsiteY22" fmla="*/ 447345 h 1342734"/>
              <a:gd name="connsiteX23" fmla="*/ 8764163 w 10678681"/>
              <a:gd name="connsiteY23" fmla="*/ 471000 h 1342734"/>
              <a:gd name="connsiteX24" fmla="*/ 8680155 w 10678681"/>
              <a:gd name="connsiteY24" fmla="*/ 492404 h 1342734"/>
              <a:gd name="connsiteX25" fmla="*/ 8651436 w 10678681"/>
              <a:gd name="connsiteY25" fmla="*/ 511923 h 1342734"/>
              <a:gd name="connsiteX26" fmla="*/ 8609185 w 10678681"/>
              <a:gd name="connsiteY26" fmla="*/ 531525 h 1342734"/>
              <a:gd name="connsiteX27" fmla="*/ 8537091 w 10678681"/>
              <a:gd name="connsiteY27" fmla="*/ 574933 h 1342734"/>
              <a:gd name="connsiteX28" fmla="*/ 8435931 w 10678681"/>
              <a:gd name="connsiteY28" fmla="*/ 617926 h 1342734"/>
              <a:gd name="connsiteX29" fmla="*/ 8348623 w 10678681"/>
              <a:gd name="connsiteY29" fmla="*/ 600607 h 1342734"/>
              <a:gd name="connsiteX30" fmla="*/ 8344233 w 10678681"/>
              <a:gd name="connsiteY30" fmla="*/ 610922 h 1342734"/>
              <a:gd name="connsiteX31" fmla="*/ 8290622 w 10678681"/>
              <a:gd name="connsiteY31" fmla="*/ 622687 h 1342734"/>
              <a:gd name="connsiteX32" fmla="*/ 8086698 w 10678681"/>
              <a:gd name="connsiteY32" fmla="*/ 605185 h 1342734"/>
              <a:gd name="connsiteX33" fmla="*/ 7982378 w 10678681"/>
              <a:gd name="connsiteY33" fmla="*/ 629799 h 1342734"/>
              <a:gd name="connsiteX34" fmla="*/ 7947952 w 10678681"/>
              <a:gd name="connsiteY34" fmla="*/ 648003 h 1342734"/>
              <a:gd name="connsiteX35" fmla="*/ 7890112 w 10678681"/>
              <a:gd name="connsiteY35" fmla="*/ 677915 h 1342734"/>
              <a:gd name="connsiteX36" fmla="*/ 7853284 w 10678681"/>
              <a:gd name="connsiteY36" fmla="*/ 723588 h 1342734"/>
              <a:gd name="connsiteX37" fmla="*/ 7802383 w 10678681"/>
              <a:gd name="connsiteY37" fmla="*/ 739359 h 1342734"/>
              <a:gd name="connsiteX38" fmla="*/ 7730518 w 10678681"/>
              <a:gd name="connsiteY38" fmla="*/ 739526 h 1342734"/>
              <a:gd name="connsiteX39" fmla="*/ 7720084 w 10678681"/>
              <a:gd name="connsiteY39" fmla="*/ 760750 h 1342734"/>
              <a:gd name="connsiteX40" fmla="*/ 7652907 w 10678681"/>
              <a:gd name="connsiteY40" fmla="*/ 783273 h 1342734"/>
              <a:gd name="connsiteX41" fmla="*/ 7606008 w 10678681"/>
              <a:gd name="connsiteY41" fmla="*/ 800717 h 1342734"/>
              <a:gd name="connsiteX42" fmla="*/ 7480223 w 10678681"/>
              <a:gd name="connsiteY42" fmla="*/ 856821 h 1342734"/>
              <a:gd name="connsiteX43" fmla="*/ 7356005 w 10678681"/>
              <a:gd name="connsiteY43" fmla="*/ 919462 h 1342734"/>
              <a:gd name="connsiteX44" fmla="*/ 7305396 w 10678681"/>
              <a:gd name="connsiteY44" fmla="*/ 986228 h 1342734"/>
              <a:gd name="connsiteX45" fmla="*/ 7266251 w 10678681"/>
              <a:gd name="connsiteY45" fmla="*/ 967864 h 1342734"/>
              <a:gd name="connsiteX46" fmla="*/ 7258094 w 10678681"/>
              <a:gd name="connsiteY46" fmla="*/ 990679 h 1342734"/>
              <a:gd name="connsiteX47" fmla="*/ 7257893 w 10678681"/>
              <a:gd name="connsiteY47" fmla="*/ 991204 h 1342734"/>
              <a:gd name="connsiteX48" fmla="*/ 7247153 w 10678681"/>
              <a:gd name="connsiteY48" fmla="*/ 991550 h 1342734"/>
              <a:gd name="connsiteX49" fmla="*/ 7193612 w 10678681"/>
              <a:gd name="connsiteY49" fmla="*/ 987042 h 1342734"/>
              <a:gd name="connsiteX50" fmla="*/ 7132632 w 10678681"/>
              <a:gd name="connsiteY50" fmla="*/ 1042036 h 1342734"/>
              <a:gd name="connsiteX51" fmla="*/ 7105610 w 10678681"/>
              <a:gd name="connsiteY51" fmla="*/ 1053537 h 1342734"/>
              <a:gd name="connsiteX52" fmla="*/ 7069148 w 10678681"/>
              <a:gd name="connsiteY52" fmla="*/ 1047163 h 1342734"/>
              <a:gd name="connsiteX53" fmla="*/ 7039634 w 10678681"/>
              <a:gd name="connsiteY53" fmla="*/ 1059971 h 1342734"/>
              <a:gd name="connsiteX54" fmla="*/ 7033445 w 10678681"/>
              <a:gd name="connsiteY54" fmla="*/ 1063314 h 1342734"/>
              <a:gd name="connsiteX55" fmla="*/ 6999157 w 10678681"/>
              <a:gd name="connsiteY55" fmla="*/ 1055282 h 1342734"/>
              <a:gd name="connsiteX56" fmla="*/ 6981874 w 10678681"/>
              <a:gd name="connsiteY56" fmla="*/ 1053827 h 1342734"/>
              <a:gd name="connsiteX57" fmla="*/ 6976102 w 10678681"/>
              <a:gd name="connsiteY57" fmla="*/ 1047854 h 1342734"/>
              <a:gd name="connsiteX58" fmla="*/ 6951040 w 10678681"/>
              <a:gd name="connsiteY58" fmla="*/ 1048531 h 1342734"/>
              <a:gd name="connsiteX59" fmla="*/ 6948497 w 10678681"/>
              <a:gd name="connsiteY59" fmla="*/ 1050706 h 1342734"/>
              <a:gd name="connsiteX60" fmla="*/ 6926582 w 10678681"/>
              <a:gd name="connsiteY60" fmla="*/ 1043462 h 1342734"/>
              <a:gd name="connsiteX61" fmla="*/ 6833743 w 10678681"/>
              <a:gd name="connsiteY61" fmla="*/ 1027960 h 1342734"/>
              <a:gd name="connsiteX62" fmla="*/ 6687090 w 10678681"/>
              <a:gd name="connsiteY62" fmla="*/ 1063250 h 1342734"/>
              <a:gd name="connsiteX63" fmla="*/ 6431838 w 10678681"/>
              <a:gd name="connsiteY63" fmla="*/ 1063226 h 1342734"/>
              <a:gd name="connsiteX64" fmla="*/ 6327795 w 10678681"/>
              <a:gd name="connsiteY64" fmla="*/ 1088142 h 1342734"/>
              <a:gd name="connsiteX65" fmla="*/ 6136549 w 10678681"/>
              <a:gd name="connsiteY65" fmla="*/ 1100268 h 1342734"/>
              <a:gd name="connsiteX66" fmla="*/ 6004655 w 10678681"/>
              <a:gd name="connsiteY66" fmla="*/ 1114946 h 1342734"/>
              <a:gd name="connsiteX67" fmla="*/ 5936643 w 10678681"/>
              <a:gd name="connsiteY67" fmla="*/ 1095428 h 1342734"/>
              <a:gd name="connsiteX68" fmla="*/ 5912484 w 10678681"/>
              <a:gd name="connsiteY68" fmla="*/ 1112624 h 1342734"/>
              <a:gd name="connsiteX69" fmla="*/ 5908387 w 10678681"/>
              <a:gd name="connsiteY69" fmla="*/ 1116018 h 1342734"/>
              <a:gd name="connsiteX70" fmla="*/ 5890495 w 10678681"/>
              <a:gd name="connsiteY70" fmla="*/ 1120268 h 1342734"/>
              <a:gd name="connsiteX71" fmla="*/ 5887318 w 10678681"/>
              <a:gd name="connsiteY71" fmla="*/ 1133134 h 1342734"/>
              <a:gd name="connsiteX72" fmla="*/ 5861726 w 10678681"/>
              <a:gd name="connsiteY72" fmla="*/ 1147891 h 1342734"/>
              <a:gd name="connsiteX73" fmla="*/ 5805823 w 10678681"/>
              <a:gd name="connsiteY73" fmla="*/ 1152457 h 1342734"/>
              <a:gd name="connsiteX74" fmla="*/ 5689841 w 10678681"/>
              <a:gd name="connsiteY74" fmla="*/ 1176232 h 1342734"/>
              <a:gd name="connsiteX75" fmla="*/ 5605119 w 10678681"/>
              <a:gd name="connsiteY75" fmla="*/ 1190202 h 1342734"/>
              <a:gd name="connsiteX76" fmla="*/ 5488513 w 10678681"/>
              <a:gd name="connsiteY76" fmla="*/ 1205367 h 1342734"/>
              <a:gd name="connsiteX77" fmla="*/ 5402905 w 10678681"/>
              <a:gd name="connsiteY77" fmla="*/ 1241191 h 1342734"/>
              <a:gd name="connsiteX78" fmla="*/ 5285593 w 10678681"/>
              <a:gd name="connsiteY78" fmla="*/ 1273569 h 1342734"/>
              <a:gd name="connsiteX79" fmla="*/ 5192893 w 10678681"/>
              <a:gd name="connsiteY79" fmla="*/ 1247188 h 1342734"/>
              <a:gd name="connsiteX80" fmla="*/ 5186475 w 10678681"/>
              <a:gd name="connsiteY80" fmla="*/ 1257028 h 1342734"/>
              <a:gd name="connsiteX81" fmla="*/ 5126038 w 10678681"/>
              <a:gd name="connsiteY81" fmla="*/ 1263189 h 1342734"/>
              <a:gd name="connsiteX82" fmla="*/ 4894688 w 10678681"/>
              <a:gd name="connsiteY82" fmla="*/ 1247184 h 1342734"/>
              <a:gd name="connsiteX83" fmla="*/ 4788036 w 10678681"/>
              <a:gd name="connsiteY83" fmla="*/ 1238182 h 1342734"/>
              <a:gd name="connsiteX84" fmla="*/ 4747555 w 10678681"/>
              <a:gd name="connsiteY84" fmla="*/ 1252768 h 1342734"/>
              <a:gd name="connsiteX85" fmla="*/ 4679644 w 10678681"/>
              <a:gd name="connsiteY85" fmla="*/ 1276603 h 1342734"/>
              <a:gd name="connsiteX86" fmla="*/ 4632222 w 10678681"/>
              <a:gd name="connsiteY86" fmla="*/ 1318360 h 1342734"/>
              <a:gd name="connsiteX87" fmla="*/ 4617358 w 10678681"/>
              <a:gd name="connsiteY87" fmla="*/ 1327690 h 1342734"/>
              <a:gd name="connsiteX88" fmla="*/ 4589102 w 10678681"/>
              <a:gd name="connsiteY88" fmla="*/ 1321223 h 1342734"/>
              <a:gd name="connsiteX89" fmla="*/ 4578184 w 10678681"/>
              <a:gd name="connsiteY89" fmla="*/ 1326745 h 1342734"/>
              <a:gd name="connsiteX90" fmla="*/ 4574270 w 10678681"/>
              <a:gd name="connsiteY90" fmla="*/ 1325878 h 1342734"/>
              <a:gd name="connsiteX91" fmla="*/ 4564919 w 10678681"/>
              <a:gd name="connsiteY91" fmla="*/ 1325507 h 1342734"/>
              <a:gd name="connsiteX92" fmla="*/ 4566586 w 10678681"/>
              <a:gd name="connsiteY92" fmla="*/ 1316963 h 1342734"/>
              <a:gd name="connsiteX93" fmla="*/ 4556303 w 10678681"/>
              <a:gd name="connsiteY93" fmla="*/ 1300262 h 1342734"/>
              <a:gd name="connsiteX94" fmla="*/ 4502358 w 10678681"/>
              <a:gd name="connsiteY94" fmla="*/ 1302558 h 1342734"/>
              <a:gd name="connsiteX95" fmla="*/ 4498919 w 10678681"/>
              <a:gd name="connsiteY95" fmla="*/ 1312115 h 1342734"/>
              <a:gd name="connsiteX96" fmla="*/ 4492075 w 10678681"/>
              <a:gd name="connsiteY96" fmla="*/ 1313357 h 1342734"/>
              <a:gd name="connsiteX97" fmla="*/ 4487466 w 10678681"/>
              <a:gd name="connsiteY97" fmla="*/ 1304102 h 1342734"/>
              <a:gd name="connsiteX98" fmla="*/ 4398292 w 10678681"/>
              <a:gd name="connsiteY98" fmla="*/ 1278410 h 1342734"/>
              <a:gd name="connsiteX99" fmla="*/ 4306088 w 10678681"/>
              <a:gd name="connsiteY99" fmla="*/ 1282512 h 1342734"/>
              <a:gd name="connsiteX100" fmla="*/ 4188995 w 10678681"/>
              <a:gd name="connsiteY100" fmla="*/ 1296718 h 1342734"/>
              <a:gd name="connsiteX101" fmla="*/ 4136582 w 10678681"/>
              <a:gd name="connsiteY101" fmla="*/ 1287687 h 1342734"/>
              <a:gd name="connsiteX102" fmla="*/ 4064614 w 10678681"/>
              <a:gd name="connsiteY102" fmla="*/ 1296118 h 1342734"/>
              <a:gd name="connsiteX103" fmla="*/ 3900948 w 10678681"/>
              <a:gd name="connsiteY103" fmla="*/ 1322156 h 1342734"/>
              <a:gd name="connsiteX104" fmla="*/ 3787890 w 10678681"/>
              <a:gd name="connsiteY104" fmla="*/ 1322164 h 1342734"/>
              <a:gd name="connsiteX105" fmla="*/ 3745993 w 10678681"/>
              <a:gd name="connsiteY105" fmla="*/ 1342630 h 1342734"/>
              <a:gd name="connsiteX106" fmla="*/ 3675785 w 10678681"/>
              <a:gd name="connsiteY106" fmla="*/ 1326802 h 1342734"/>
              <a:gd name="connsiteX107" fmla="*/ 3623856 w 10678681"/>
              <a:gd name="connsiteY107" fmla="*/ 1290804 h 1342734"/>
              <a:gd name="connsiteX108" fmla="*/ 3564933 w 10678681"/>
              <a:gd name="connsiteY108" fmla="*/ 1287147 h 1342734"/>
              <a:gd name="connsiteX109" fmla="*/ 3550537 w 10678681"/>
              <a:gd name="connsiteY109" fmla="*/ 1317552 h 1342734"/>
              <a:gd name="connsiteX110" fmla="*/ 3487736 w 10678681"/>
              <a:gd name="connsiteY110" fmla="*/ 1303493 h 1342734"/>
              <a:gd name="connsiteX111" fmla="*/ 3392548 w 10678681"/>
              <a:gd name="connsiteY111" fmla="*/ 1278741 h 1342734"/>
              <a:gd name="connsiteX112" fmla="*/ 3337466 w 10678681"/>
              <a:gd name="connsiteY112" fmla="*/ 1272537 h 1342734"/>
              <a:gd name="connsiteX113" fmla="*/ 3175981 w 10678681"/>
              <a:gd name="connsiteY113" fmla="*/ 1208973 h 1342734"/>
              <a:gd name="connsiteX114" fmla="*/ 3036856 w 10678681"/>
              <a:gd name="connsiteY114" fmla="*/ 1214383 h 1342734"/>
              <a:gd name="connsiteX115" fmla="*/ 2824973 w 10678681"/>
              <a:gd name="connsiteY115" fmla="*/ 1134864 h 1342734"/>
              <a:gd name="connsiteX116" fmla="*/ 2804398 w 10678681"/>
              <a:gd name="connsiteY116" fmla="*/ 1125556 h 1342734"/>
              <a:gd name="connsiteX117" fmla="*/ 2736109 w 10678681"/>
              <a:gd name="connsiteY117" fmla="*/ 1137717 h 1342734"/>
              <a:gd name="connsiteX118" fmla="*/ 2659096 w 10678681"/>
              <a:gd name="connsiteY118" fmla="*/ 1150294 h 1342734"/>
              <a:gd name="connsiteX119" fmla="*/ 2567088 w 10678681"/>
              <a:gd name="connsiteY119" fmla="*/ 1181781 h 1342734"/>
              <a:gd name="connsiteX120" fmla="*/ 2454501 w 10678681"/>
              <a:gd name="connsiteY120" fmla="*/ 1155455 h 1342734"/>
              <a:gd name="connsiteX121" fmla="*/ 2385161 w 10678681"/>
              <a:gd name="connsiteY121" fmla="*/ 1161312 h 1342734"/>
              <a:gd name="connsiteX122" fmla="*/ 2273361 w 10678681"/>
              <a:gd name="connsiteY122" fmla="*/ 1134090 h 1342734"/>
              <a:gd name="connsiteX123" fmla="*/ 2132003 w 10678681"/>
              <a:gd name="connsiteY123" fmla="*/ 1139225 h 1342734"/>
              <a:gd name="connsiteX124" fmla="*/ 2041224 w 10678681"/>
              <a:gd name="connsiteY124" fmla="*/ 1147536 h 1342734"/>
              <a:gd name="connsiteX125" fmla="*/ 2010157 w 10678681"/>
              <a:gd name="connsiteY125" fmla="*/ 1152767 h 1342734"/>
              <a:gd name="connsiteX126" fmla="*/ 1859213 w 10678681"/>
              <a:gd name="connsiteY126" fmla="*/ 1199540 h 1342734"/>
              <a:gd name="connsiteX127" fmla="*/ 1735877 w 10678681"/>
              <a:gd name="connsiteY127" fmla="*/ 1246527 h 1342734"/>
              <a:gd name="connsiteX128" fmla="*/ 1705069 w 10678681"/>
              <a:gd name="connsiteY128" fmla="*/ 1251989 h 1342734"/>
              <a:gd name="connsiteX129" fmla="*/ 1307888 w 10678681"/>
              <a:gd name="connsiteY129" fmla="*/ 1283156 h 1342734"/>
              <a:gd name="connsiteX130" fmla="*/ 1220734 w 10678681"/>
              <a:gd name="connsiteY130" fmla="*/ 1257811 h 1342734"/>
              <a:gd name="connsiteX131" fmla="*/ 1021737 w 10678681"/>
              <a:gd name="connsiteY131" fmla="*/ 1238739 h 1342734"/>
              <a:gd name="connsiteX132" fmla="*/ 959820 w 10678681"/>
              <a:gd name="connsiteY132" fmla="*/ 1275863 h 1342734"/>
              <a:gd name="connsiteX133" fmla="*/ 929137 w 10678681"/>
              <a:gd name="connsiteY133" fmla="*/ 1273957 h 1342734"/>
              <a:gd name="connsiteX134" fmla="*/ 878849 w 10678681"/>
              <a:gd name="connsiteY134" fmla="*/ 1266740 h 1342734"/>
              <a:gd name="connsiteX135" fmla="*/ 800667 w 10678681"/>
              <a:gd name="connsiteY135" fmla="*/ 1282041 h 1342734"/>
              <a:gd name="connsiteX136" fmla="*/ 644906 w 10678681"/>
              <a:gd name="connsiteY136" fmla="*/ 1273685 h 1342734"/>
              <a:gd name="connsiteX137" fmla="*/ 379869 w 10678681"/>
              <a:gd name="connsiteY137" fmla="*/ 1339165 h 1342734"/>
              <a:gd name="connsiteX138" fmla="*/ 137696 w 10678681"/>
              <a:gd name="connsiteY138" fmla="*/ 1319217 h 1342734"/>
              <a:gd name="connsiteX139" fmla="*/ 54250 w 10678681"/>
              <a:gd name="connsiteY139" fmla="*/ 1315838 h 1342734"/>
              <a:gd name="connsiteX140" fmla="*/ 28042 w 10678681"/>
              <a:gd name="connsiteY140" fmla="*/ 1297822 h 1342734"/>
              <a:gd name="connsiteX141" fmla="*/ 0 w 10678681"/>
              <a:gd name="connsiteY141" fmla="*/ 1294612 h 1342734"/>
              <a:gd name="connsiteX142" fmla="*/ 0 w 10678681"/>
              <a:gd name="connsiteY142" fmla="*/ 0 h 1342734"/>
              <a:gd name="connsiteX0" fmla="*/ 0 w 10678681"/>
              <a:gd name="connsiteY0" fmla="*/ 0 h 1342734"/>
              <a:gd name="connsiteX1" fmla="*/ 10678681 w 10678681"/>
              <a:gd name="connsiteY1" fmla="*/ 0 h 1342734"/>
              <a:gd name="connsiteX2" fmla="*/ 10666019 w 10678681"/>
              <a:gd name="connsiteY2" fmla="*/ 7876 h 1342734"/>
              <a:gd name="connsiteX3" fmla="*/ 10632825 w 10678681"/>
              <a:gd name="connsiteY3" fmla="*/ 32153 h 1342734"/>
              <a:gd name="connsiteX4" fmla="*/ 10516219 w 10678681"/>
              <a:gd name="connsiteY4" fmla="*/ 45588 h 1342734"/>
              <a:gd name="connsiteX5" fmla="*/ 10456989 w 10678681"/>
              <a:gd name="connsiteY5" fmla="*/ 979 h 1342734"/>
              <a:gd name="connsiteX6" fmla="*/ 10438642 w 10678681"/>
              <a:gd name="connsiteY6" fmla="*/ 1524 h 1342734"/>
              <a:gd name="connsiteX7" fmla="*/ 10407146 w 10678681"/>
              <a:gd name="connsiteY7" fmla="*/ 43659 h 1342734"/>
              <a:gd name="connsiteX8" fmla="*/ 10341159 w 10678681"/>
              <a:gd name="connsiteY8" fmla="*/ 103824 h 1342734"/>
              <a:gd name="connsiteX9" fmla="*/ 10244930 w 10678681"/>
              <a:gd name="connsiteY9" fmla="*/ 94599 h 1342734"/>
              <a:gd name="connsiteX10" fmla="*/ 10115334 w 10678681"/>
              <a:gd name="connsiteY10" fmla="*/ 155658 h 1342734"/>
              <a:gd name="connsiteX11" fmla="*/ 10068157 w 10678681"/>
              <a:gd name="connsiteY11" fmla="*/ 215673 h 1342734"/>
              <a:gd name="connsiteX12" fmla="*/ 10045431 w 10678681"/>
              <a:gd name="connsiteY12" fmla="*/ 229568 h 1342734"/>
              <a:gd name="connsiteX13" fmla="*/ 9929077 w 10678681"/>
              <a:gd name="connsiteY13" fmla="*/ 254478 h 1342734"/>
              <a:gd name="connsiteX14" fmla="*/ 9840045 w 10678681"/>
              <a:gd name="connsiteY14" fmla="*/ 223033 h 1342734"/>
              <a:gd name="connsiteX15" fmla="*/ 9679638 w 10678681"/>
              <a:gd name="connsiteY15" fmla="*/ 277462 h 1342734"/>
              <a:gd name="connsiteX16" fmla="*/ 9498347 w 10678681"/>
              <a:gd name="connsiteY16" fmla="*/ 244723 h 1342734"/>
              <a:gd name="connsiteX17" fmla="*/ 9366026 w 10678681"/>
              <a:gd name="connsiteY17" fmla="*/ 299024 h 1342734"/>
              <a:gd name="connsiteX18" fmla="*/ 9316702 w 10678681"/>
              <a:gd name="connsiteY18" fmla="*/ 356523 h 1342734"/>
              <a:gd name="connsiteX19" fmla="*/ 9121744 w 10678681"/>
              <a:gd name="connsiteY19" fmla="*/ 365177 h 1342734"/>
              <a:gd name="connsiteX20" fmla="*/ 9061654 w 10678681"/>
              <a:gd name="connsiteY20" fmla="*/ 393730 h 1342734"/>
              <a:gd name="connsiteX21" fmla="*/ 8997577 w 10678681"/>
              <a:gd name="connsiteY21" fmla="*/ 380865 h 1342734"/>
              <a:gd name="connsiteX22" fmla="*/ 8907968 w 10678681"/>
              <a:gd name="connsiteY22" fmla="*/ 447345 h 1342734"/>
              <a:gd name="connsiteX23" fmla="*/ 8764163 w 10678681"/>
              <a:gd name="connsiteY23" fmla="*/ 471000 h 1342734"/>
              <a:gd name="connsiteX24" fmla="*/ 8680155 w 10678681"/>
              <a:gd name="connsiteY24" fmla="*/ 492404 h 1342734"/>
              <a:gd name="connsiteX25" fmla="*/ 8651436 w 10678681"/>
              <a:gd name="connsiteY25" fmla="*/ 511923 h 1342734"/>
              <a:gd name="connsiteX26" fmla="*/ 8609185 w 10678681"/>
              <a:gd name="connsiteY26" fmla="*/ 531525 h 1342734"/>
              <a:gd name="connsiteX27" fmla="*/ 8537091 w 10678681"/>
              <a:gd name="connsiteY27" fmla="*/ 574933 h 1342734"/>
              <a:gd name="connsiteX28" fmla="*/ 8435931 w 10678681"/>
              <a:gd name="connsiteY28" fmla="*/ 617926 h 1342734"/>
              <a:gd name="connsiteX29" fmla="*/ 8348623 w 10678681"/>
              <a:gd name="connsiteY29" fmla="*/ 600607 h 1342734"/>
              <a:gd name="connsiteX30" fmla="*/ 8344233 w 10678681"/>
              <a:gd name="connsiteY30" fmla="*/ 610922 h 1342734"/>
              <a:gd name="connsiteX31" fmla="*/ 8086698 w 10678681"/>
              <a:gd name="connsiteY31" fmla="*/ 605185 h 1342734"/>
              <a:gd name="connsiteX32" fmla="*/ 7982378 w 10678681"/>
              <a:gd name="connsiteY32" fmla="*/ 629799 h 1342734"/>
              <a:gd name="connsiteX33" fmla="*/ 7947952 w 10678681"/>
              <a:gd name="connsiteY33" fmla="*/ 648003 h 1342734"/>
              <a:gd name="connsiteX34" fmla="*/ 7890112 w 10678681"/>
              <a:gd name="connsiteY34" fmla="*/ 677915 h 1342734"/>
              <a:gd name="connsiteX35" fmla="*/ 7853284 w 10678681"/>
              <a:gd name="connsiteY35" fmla="*/ 723588 h 1342734"/>
              <a:gd name="connsiteX36" fmla="*/ 7802383 w 10678681"/>
              <a:gd name="connsiteY36" fmla="*/ 739359 h 1342734"/>
              <a:gd name="connsiteX37" fmla="*/ 7730518 w 10678681"/>
              <a:gd name="connsiteY37" fmla="*/ 739526 h 1342734"/>
              <a:gd name="connsiteX38" fmla="*/ 7720084 w 10678681"/>
              <a:gd name="connsiteY38" fmla="*/ 760750 h 1342734"/>
              <a:gd name="connsiteX39" fmla="*/ 7652907 w 10678681"/>
              <a:gd name="connsiteY39" fmla="*/ 783273 h 1342734"/>
              <a:gd name="connsiteX40" fmla="*/ 7606008 w 10678681"/>
              <a:gd name="connsiteY40" fmla="*/ 800717 h 1342734"/>
              <a:gd name="connsiteX41" fmla="*/ 7480223 w 10678681"/>
              <a:gd name="connsiteY41" fmla="*/ 856821 h 1342734"/>
              <a:gd name="connsiteX42" fmla="*/ 7356005 w 10678681"/>
              <a:gd name="connsiteY42" fmla="*/ 919462 h 1342734"/>
              <a:gd name="connsiteX43" fmla="*/ 7305396 w 10678681"/>
              <a:gd name="connsiteY43" fmla="*/ 986228 h 1342734"/>
              <a:gd name="connsiteX44" fmla="*/ 7266251 w 10678681"/>
              <a:gd name="connsiteY44" fmla="*/ 967864 h 1342734"/>
              <a:gd name="connsiteX45" fmla="*/ 7258094 w 10678681"/>
              <a:gd name="connsiteY45" fmla="*/ 990679 h 1342734"/>
              <a:gd name="connsiteX46" fmla="*/ 7257893 w 10678681"/>
              <a:gd name="connsiteY46" fmla="*/ 991204 h 1342734"/>
              <a:gd name="connsiteX47" fmla="*/ 7247153 w 10678681"/>
              <a:gd name="connsiteY47" fmla="*/ 991550 h 1342734"/>
              <a:gd name="connsiteX48" fmla="*/ 7193612 w 10678681"/>
              <a:gd name="connsiteY48" fmla="*/ 987042 h 1342734"/>
              <a:gd name="connsiteX49" fmla="*/ 7132632 w 10678681"/>
              <a:gd name="connsiteY49" fmla="*/ 1042036 h 1342734"/>
              <a:gd name="connsiteX50" fmla="*/ 7105610 w 10678681"/>
              <a:gd name="connsiteY50" fmla="*/ 1053537 h 1342734"/>
              <a:gd name="connsiteX51" fmla="*/ 7069148 w 10678681"/>
              <a:gd name="connsiteY51" fmla="*/ 1047163 h 1342734"/>
              <a:gd name="connsiteX52" fmla="*/ 7039634 w 10678681"/>
              <a:gd name="connsiteY52" fmla="*/ 1059971 h 1342734"/>
              <a:gd name="connsiteX53" fmla="*/ 7033445 w 10678681"/>
              <a:gd name="connsiteY53" fmla="*/ 1063314 h 1342734"/>
              <a:gd name="connsiteX54" fmla="*/ 6999157 w 10678681"/>
              <a:gd name="connsiteY54" fmla="*/ 1055282 h 1342734"/>
              <a:gd name="connsiteX55" fmla="*/ 6981874 w 10678681"/>
              <a:gd name="connsiteY55" fmla="*/ 1053827 h 1342734"/>
              <a:gd name="connsiteX56" fmla="*/ 6976102 w 10678681"/>
              <a:gd name="connsiteY56" fmla="*/ 1047854 h 1342734"/>
              <a:gd name="connsiteX57" fmla="*/ 6951040 w 10678681"/>
              <a:gd name="connsiteY57" fmla="*/ 1048531 h 1342734"/>
              <a:gd name="connsiteX58" fmla="*/ 6948497 w 10678681"/>
              <a:gd name="connsiteY58" fmla="*/ 1050706 h 1342734"/>
              <a:gd name="connsiteX59" fmla="*/ 6926582 w 10678681"/>
              <a:gd name="connsiteY59" fmla="*/ 1043462 h 1342734"/>
              <a:gd name="connsiteX60" fmla="*/ 6833743 w 10678681"/>
              <a:gd name="connsiteY60" fmla="*/ 1027960 h 1342734"/>
              <a:gd name="connsiteX61" fmla="*/ 6687090 w 10678681"/>
              <a:gd name="connsiteY61" fmla="*/ 1063250 h 1342734"/>
              <a:gd name="connsiteX62" fmla="*/ 6431838 w 10678681"/>
              <a:gd name="connsiteY62" fmla="*/ 1063226 h 1342734"/>
              <a:gd name="connsiteX63" fmla="*/ 6327795 w 10678681"/>
              <a:gd name="connsiteY63" fmla="*/ 1088142 h 1342734"/>
              <a:gd name="connsiteX64" fmla="*/ 6136549 w 10678681"/>
              <a:gd name="connsiteY64" fmla="*/ 1100268 h 1342734"/>
              <a:gd name="connsiteX65" fmla="*/ 6004655 w 10678681"/>
              <a:gd name="connsiteY65" fmla="*/ 1114946 h 1342734"/>
              <a:gd name="connsiteX66" fmla="*/ 5936643 w 10678681"/>
              <a:gd name="connsiteY66" fmla="*/ 1095428 h 1342734"/>
              <a:gd name="connsiteX67" fmla="*/ 5912484 w 10678681"/>
              <a:gd name="connsiteY67" fmla="*/ 1112624 h 1342734"/>
              <a:gd name="connsiteX68" fmla="*/ 5908387 w 10678681"/>
              <a:gd name="connsiteY68" fmla="*/ 1116018 h 1342734"/>
              <a:gd name="connsiteX69" fmla="*/ 5890495 w 10678681"/>
              <a:gd name="connsiteY69" fmla="*/ 1120268 h 1342734"/>
              <a:gd name="connsiteX70" fmla="*/ 5887318 w 10678681"/>
              <a:gd name="connsiteY70" fmla="*/ 1133134 h 1342734"/>
              <a:gd name="connsiteX71" fmla="*/ 5861726 w 10678681"/>
              <a:gd name="connsiteY71" fmla="*/ 1147891 h 1342734"/>
              <a:gd name="connsiteX72" fmla="*/ 5805823 w 10678681"/>
              <a:gd name="connsiteY72" fmla="*/ 1152457 h 1342734"/>
              <a:gd name="connsiteX73" fmla="*/ 5689841 w 10678681"/>
              <a:gd name="connsiteY73" fmla="*/ 1176232 h 1342734"/>
              <a:gd name="connsiteX74" fmla="*/ 5605119 w 10678681"/>
              <a:gd name="connsiteY74" fmla="*/ 1190202 h 1342734"/>
              <a:gd name="connsiteX75" fmla="*/ 5488513 w 10678681"/>
              <a:gd name="connsiteY75" fmla="*/ 1205367 h 1342734"/>
              <a:gd name="connsiteX76" fmla="*/ 5402905 w 10678681"/>
              <a:gd name="connsiteY76" fmla="*/ 1241191 h 1342734"/>
              <a:gd name="connsiteX77" fmla="*/ 5285593 w 10678681"/>
              <a:gd name="connsiteY77" fmla="*/ 1273569 h 1342734"/>
              <a:gd name="connsiteX78" fmla="*/ 5192893 w 10678681"/>
              <a:gd name="connsiteY78" fmla="*/ 1247188 h 1342734"/>
              <a:gd name="connsiteX79" fmla="*/ 5186475 w 10678681"/>
              <a:gd name="connsiteY79" fmla="*/ 1257028 h 1342734"/>
              <a:gd name="connsiteX80" fmla="*/ 5126038 w 10678681"/>
              <a:gd name="connsiteY80" fmla="*/ 1263189 h 1342734"/>
              <a:gd name="connsiteX81" fmla="*/ 4894688 w 10678681"/>
              <a:gd name="connsiteY81" fmla="*/ 1247184 h 1342734"/>
              <a:gd name="connsiteX82" fmla="*/ 4788036 w 10678681"/>
              <a:gd name="connsiteY82" fmla="*/ 1238182 h 1342734"/>
              <a:gd name="connsiteX83" fmla="*/ 4747555 w 10678681"/>
              <a:gd name="connsiteY83" fmla="*/ 1252768 h 1342734"/>
              <a:gd name="connsiteX84" fmla="*/ 4679644 w 10678681"/>
              <a:gd name="connsiteY84" fmla="*/ 1276603 h 1342734"/>
              <a:gd name="connsiteX85" fmla="*/ 4632222 w 10678681"/>
              <a:gd name="connsiteY85" fmla="*/ 1318360 h 1342734"/>
              <a:gd name="connsiteX86" fmla="*/ 4617358 w 10678681"/>
              <a:gd name="connsiteY86" fmla="*/ 1327690 h 1342734"/>
              <a:gd name="connsiteX87" fmla="*/ 4589102 w 10678681"/>
              <a:gd name="connsiteY87" fmla="*/ 1321223 h 1342734"/>
              <a:gd name="connsiteX88" fmla="*/ 4578184 w 10678681"/>
              <a:gd name="connsiteY88" fmla="*/ 1326745 h 1342734"/>
              <a:gd name="connsiteX89" fmla="*/ 4574270 w 10678681"/>
              <a:gd name="connsiteY89" fmla="*/ 1325878 h 1342734"/>
              <a:gd name="connsiteX90" fmla="*/ 4564919 w 10678681"/>
              <a:gd name="connsiteY90" fmla="*/ 1325507 h 1342734"/>
              <a:gd name="connsiteX91" fmla="*/ 4566586 w 10678681"/>
              <a:gd name="connsiteY91" fmla="*/ 1316963 h 1342734"/>
              <a:gd name="connsiteX92" fmla="*/ 4556303 w 10678681"/>
              <a:gd name="connsiteY92" fmla="*/ 1300262 h 1342734"/>
              <a:gd name="connsiteX93" fmla="*/ 4502358 w 10678681"/>
              <a:gd name="connsiteY93" fmla="*/ 1302558 h 1342734"/>
              <a:gd name="connsiteX94" fmla="*/ 4498919 w 10678681"/>
              <a:gd name="connsiteY94" fmla="*/ 1312115 h 1342734"/>
              <a:gd name="connsiteX95" fmla="*/ 4492075 w 10678681"/>
              <a:gd name="connsiteY95" fmla="*/ 1313357 h 1342734"/>
              <a:gd name="connsiteX96" fmla="*/ 4487466 w 10678681"/>
              <a:gd name="connsiteY96" fmla="*/ 1304102 h 1342734"/>
              <a:gd name="connsiteX97" fmla="*/ 4398292 w 10678681"/>
              <a:gd name="connsiteY97" fmla="*/ 1278410 h 1342734"/>
              <a:gd name="connsiteX98" fmla="*/ 4306088 w 10678681"/>
              <a:gd name="connsiteY98" fmla="*/ 1282512 h 1342734"/>
              <a:gd name="connsiteX99" fmla="*/ 4188995 w 10678681"/>
              <a:gd name="connsiteY99" fmla="*/ 1296718 h 1342734"/>
              <a:gd name="connsiteX100" fmla="*/ 4136582 w 10678681"/>
              <a:gd name="connsiteY100" fmla="*/ 1287687 h 1342734"/>
              <a:gd name="connsiteX101" fmla="*/ 4064614 w 10678681"/>
              <a:gd name="connsiteY101" fmla="*/ 1296118 h 1342734"/>
              <a:gd name="connsiteX102" fmla="*/ 3900948 w 10678681"/>
              <a:gd name="connsiteY102" fmla="*/ 1322156 h 1342734"/>
              <a:gd name="connsiteX103" fmla="*/ 3787890 w 10678681"/>
              <a:gd name="connsiteY103" fmla="*/ 1322164 h 1342734"/>
              <a:gd name="connsiteX104" fmla="*/ 3745993 w 10678681"/>
              <a:gd name="connsiteY104" fmla="*/ 1342630 h 1342734"/>
              <a:gd name="connsiteX105" fmla="*/ 3675785 w 10678681"/>
              <a:gd name="connsiteY105" fmla="*/ 1326802 h 1342734"/>
              <a:gd name="connsiteX106" fmla="*/ 3623856 w 10678681"/>
              <a:gd name="connsiteY106" fmla="*/ 1290804 h 1342734"/>
              <a:gd name="connsiteX107" fmla="*/ 3564933 w 10678681"/>
              <a:gd name="connsiteY107" fmla="*/ 1287147 h 1342734"/>
              <a:gd name="connsiteX108" fmla="*/ 3550537 w 10678681"/>
              <a:gd name="connsiteY108" fmla="*/ 1317552 h 1342734"/>
              <a:gd name="connsiteX109" fmla="*/ 3487736 w 10678681"/>
              <a:gd name="connsiteY109" fmla="*/ 1303493 h 1342734"/>
              <a:gd name="connsiteX110" fmla="*/ 3392548 w 10678681"/>
              <a:gd name="connsiteY110" fmla="*/ 1278741 h 1342734"/>
              <a:gd name="connsiteX111" fmla="*/ 3337466 w 10678681"/>
              <a:gd name="connsiteY111" fmla="*/ 1272537 h 1342734"/>
              <a:gd name="connsiteX112" fmla="*/ 3175981 w 10678681"/>
              <a:gd name="connsiteY112" fmla="*/ 1208973 h 1342734"/>
              <a:gd name="connsiteX113" fmla="*/ 3036856 w 10678681"/>
              <a:gd name="connsiteY113" fmla="*/ 1214383 h 1342734"/>
              <a:gd name="connsiteX114" fmla="*/ 2824973 w 10678681"/>
              <a:gd name="connsiteY114" fmla="*/ 1134864 h 1342734"/>
              <a:gd name="connsiteX115" fmla="*/ 2804398 w 10678681"/>
              <a:gd name="connsiteY115" fmla="*/ 1125556 h 1342734"/>
              <a:gd name="connsiteX116" fmla="*/ 2736109 w 10678681"/>
              <a:gd name="connsiteY116" fmla="*/ 1137717 h 1342734"/>
              <a:gd name="connsiteX117" fmla="*/ 2659096 w 10678681"/>
              <a:gd name="connsiteY117" fmla="*/ 1150294 h 1342734"/>
              <a:gd name="connsiteX118" fmla="*/ 2567088 w 10678681"/>
              <a:gd name="connsiteY118" fmla="*/ 1181781 h 1342734"/>
              <a:gd name="connsiteX119" fmla="*/ 2454501 w 10678681"/>
              <a:gd name="connsiteY119" fmla="*/ 1155455 h 1342734"/>
              <a:gd name="connsiteX120" fmla="*/ 2385161 w 10678681"/>
              <a:gd name="connsiteY120" fmla="*/ 1161312 h 1342734"/>
              <a:gd name="connsiteX121" fmla="*/ 2273361 w 10678681"/>
              <a:gd name="connsiteY121" fmla="*/ 1134090 h 1342734"/>
              <a:gd name="connsiteX122" fmla="*/ 2132003 w 10678681"/>
              <a:gd name="connsiteY122" fmla="*/ 1139225 h 1342734"/>
              <a:gd name="connsiteX123" fmla="*/ 2041224 w 10678681"/>
              <a:gd name="connsiteY123" fmla="*/ 1147536 h 1342734"/>
              <a:gd name="connsiteX124" fmla="*/ 2010157 w 10678681"/>
              <a:gd name="connsiteY124" fmla="*/ 1152767 h 1342734"/>
              <a:gd name="connsiteX125" fmla="*/ 1859213 w 10678681"/>
              <a:gd name="connsiteY125" fmla="*/ 1199540 h 1342734"/>
              <a:gd name="connsiteX126" fmla="*/ 1735877 w 10678681"/>
              <a:gd name="connsiteY126" fmla="*/ 1246527 h 1342734"/>
              <a:gd name="connsiteX127" fmla="*/ 1705069 w 10678681"/>
              <a:gd name="connsiteY127" fmla="*/ 1251989 h 1342734"/>
              <a:gd name="connsiteX128" fmla="*/ 1307888 w 10678681"/>
              <a:gd name="connsiteY128" fmla="*/ 1283156 h 1342734"/>
              <a:gd name="connsiteX129" fmla="*/ 1220734 w 10678681"/>
              <a:gd name="connsiteY129" fmla="*/ 1257811 h 1342734"/>
              <a:gd name="connsiteX130" fmla="*/ 1021737 w 10678681"/>
              <a:gd name="connsiteY130" fmla="*/ 1238739 h 1342734"/>
              <a:gd name="connsiteX131" fmla="*/ 959820 w 10678681"/>
              <a:gd name="connsiteY131" fmla="*/ 1275863 h 1342734"/>
              <a:gd name="connsiteX132" fmla="*/ 929137 w 10678681"/>
              <a:gd name="connsiteY132" fmla="*/ 1273957 h 1342734"/>
              <a:gd name="connsiteX133" fmla="*/ 878849 w 10678681"/>
              <a:gd name="connsiteY133" fmla="*/ 1266740 h 1342734"/>
              <a:gd name="connsiteX134" fmla="*/ 800667 w 10678681"/>
              <a:gd name="connsiteY134" fmla="*/ 1282041 h 1342734"/>
              <a:gd name="connsiteX135" fmla="*/ 644906 w 10678681"/>
              <a:gd name="connsiteY135" fmla="*/ 1273685 h 1342734"/>
              <a:gd name="connsiteX136" fmla="*/ 379869 w 10678681"/>
              <a:gd name="connsiteY136" fmla="*/ 1339165 h 1342734"/>
              <a:gd name="connsiteX137" fmla="*/ 137696 w 10678681"/>
              <a:gd name="connsiteY137" fmla="*/ 1319217 h 1342734"/>
              <a:gd name="connsiteX138" fmla="*/ 54250 w 10678681"/>
              <a:gd name="connsiteY138" fmla="*/ 1315838 h 1342734"/>
              <a:gd name="connsiteX139" fmla="*/ 28042 w 10678681"/>
              <a:gd name="connsiteY139" fmla="*/ 1297822 h 1342734"/>
              <a:gd name="connsiteX140" fmla="*/ 0 w 10678681"/>
              <a:gd name="connsiteY140" fmla="*/ 1294612 h 1342734"/>
              <a:gd name="connsiteX141" fmla="*/ 0 w 10678681"/>
              <a:gd name="connsiteY141" fmla="*/ 0 h 1342734"/>
              <a:gd name="connsiteX0" fmla="*/ 0 w 10678681"/>
              <a:gd name="connsiteY0" fmla="*/ 0 h 1342734"/>
              <a:gd name="connsiteX1" fmla="*/ 10678681 w 10678681"/>
              <a:gd name="connsiteY1" fmla="*/ 0 h 1342734"/>
              <a:gd name="connsiteX2" fmla="*/ 10666019 w 10678681"/>
              <a:gd name="connsiteY2" fmla="*/ 7876 h 1342734"/>
              <a:gd name="connsiteX3" fmla="*/ 10632825 w 10678681"/>
              <a:gd name="connsiteY3" fmla="*/ 32153 h 1342734"/>
              <a:gd name="connsiteX4" fmla="*/ 10516219 w 10678681"/>
              <a:gd name="connsiteY4" fmla="*/ 45588 h 1342734"/>
              <a:gd name="connsiteX5" fmla="*/ 10456989 w 10678681"/>
              <a:gd name="connsiteY5" fmla="*/ 979 h 1342734"/>
              <a:gd name="connsiteX6" fmla="*/ 10438642 w 10678681"/>
              <a:gd name="connsiteY6" fmla="*/ 1524 h 1342734"/>
              <a:gd name="connsiteX7" fmla="*/ 10407146 w 10678681"/>
              <a:gd name="connsiteY7" fmla="*/ 43659 h 1342734"/>
              <a:gd name="connsiteX8" fmla="*/ 10341159 w 10678681"/>
              <a:gd name="connsiteY8" fmla="*/ 103824 h 1342734"/>
              <a:gd name="connsiteX9" fmla="*/ 10244930 w 10678681"/>
              <a:gd name="connsiteY9" fmla="*/ 94599 h 1342734"/>
              <a:gd name="connsiteX10" fmla="*/ 10115334 w 10678681"/>
              <a:gd name="connsiteY10" fmla="*/ 155658 h 1342734"/>
              <a:gd name="connsiteX11" fmla="*/ 10068157 w 10678681"/>
              <a:gd name="connsiteY11" fmla="*/ 215673 h 1342734"/>
              <a:gd name="connsiteX12" fmla="*/ 10045431 w 10678681"/>
              <a:gd name="connsiteY12" fmla="*/ 229568 h 1342734"/>
              <a:gd name="connsiteX13" fmla="*/ 9929077 w 10678681"/>
              <a:gd name="connsiteY13" fmla="*/ 254478 h 1342734"/>
              <a:gd name="connsiteX14" fmla="*/ 9840045 w 10678681"/>
              <a:gd name="connsiteY14" fmla="*/ 223033 h 1342734"/>
              <a:gd name="connsiteX15" fmla="*/ 9679638 w 10678681"/>
              <a:gd name="connsiteY15" fmla="*/ 277462 h 1342734"/>
              <a:gd name="connsiteX16" fmla="*/ 9498347 w 10678681"/>
              <a:gd name="connsiteY16" fmla="*/ 244723 h 1342734"/>
              <a:gd name="connsiteX17" fmla="*/ 9366026 w 10678681"/>
              <a:gd name="connsiteY17" fmla="*/ 299024 h 1342734"/>
              <a:gd name="connsiteX18" fmla="*/ 9316702 w 10678681"/>
              <a:gd name="connsiteY18" fmla="*/ 356523 h 1342734"/>
              <a:gd name="connsiteX19" fmla="*/ 9121744 w 10678681"/>
              <a:gd name="connsiteY19" fmla="*/ 365177 h 1342734"/>
              <a:gd name="connsiteX20" fmla="*/ 9061654 w 10678681"/>
              <a:gd name="connsiteY20" fmla="*/ 393730 h 1342734"/>
              <a:gd name="connsiteX21" fmla="*/ 8997577 w 10678681"/>
              <a:gd name="connsiteY21" fmla="*/ 380865 h 1342734"/>
              <a:gd name="connsiteX22" fmla="*/ 8907968 w 10678681"/>
              <a:gd name="connsiteY22" fmla="*/ 447345 h 1342734"/>
              <a:gd name="connsiteX23" fmla="*/ 8764163 w 10678681"/>
              <a:gd name="connsiteY23" fmla="*/ 471000 h 1342734"/>
              <a:gd name="connsiteX24" fmla="*/ 8680155 w 10678681"/>
              <a:gd name="connsiteY24" fmla="*/ 492404 h 1342734"/>
              <a:gd name="connsiteX25" fmla="*/ 8651436 w 10678681"/>
              <a:gd name="connsiteY25" fmla="*/ 511923 h 1342734"/>
              <a:gd name="connsiteX26" fmla="*/ 8609185 w 10678681"/>
              <a:gd name="connsiteY26" fmla="*/ 531525 h 1342734"/>
              <a:gd name="connsiteX27" fmla="*/ 8537091 w 10678681"/>
              <a:gd name="connsiteY27" fmla="*/ 574933 h 1342734"/>
              <a:gd name="connsiteX28" fmla="*/ 8435931 w 10678681"/>
              <a:gd name="connsiteY28" fmla="*/ 617926 h 1342734"/>
              <a:gd name="connsiteX29" fmla="*/ 8348623 w 10678681"/>
              <a:gd name="connsiteY29" fmla="*/ 600607 h 1342734"/>
              <a:gd name="connsiteX30" fmla="*/ 8276883 w 10678681"/>
              <a:gd name="connsiteY30" fmla="*/ 588214 h 1342734"/>
              <a:gd name="connsiteX31" fmla="*/ 8086698 w 10678681"/>
              <a:gd name="connsiteY31" fmla="*/ 605185 h 1342734"/>
              <a:gd name="connsiteX32" fmla="*/ 7982378 w 10678681"/>
              <a:gd name="connsiteY32" fmla="*/ 629799 h 1342734"/>
              <a:gd name="connsiteX33" fmla="*/ 7947952 w 10678681"/>
              <a:gd name="connsiteY33" fmla="*/ 648003 h 1342734"/>
              <a:gd name="connsiteX34" fmla="*/ 7890112 w 10678681"/>
              <a:gd name="connsiteY34" fmla="*/ 677915 h 1342734"/>
              <a:gd name="connsiteX35" fmla="*/ 7853284 w 10678681"/>
              <a:gd name="connsiteY35" fmla="*/ 723588 h 1342734"/>
              <a:gd name="connsiteX36" fmla="*/ 7802383 w 10678681"/>
              <a:gd name="connsiteY36" fmla="*/ 739359 h 1342734"/>
              <a:gd name="connsiteX37" fmla="*/ 7730518 w 10678681"/>
              <a:gd name="connsiteY37" fmla="*/ 739526 h 1342734"/>
              <a:gd name="connsiteX38" fmla="*/ 7720084 w 10678681"/>
              <a:gd name="connsiteY38" fmla="*/ 760750 h 1342734"/>
              <a:gd name="connsiteX39" fmla="*/ 7652907 w 10678681"/>
              <a:gd name="connsiteY39" fmla="*/ 783273 h 1342734"/>
              <a:gd name="connsiteX40" fmla="*/ 7606008 w 10678681"/>
              <a:gd name="connsiteY40" fmla="*/ 800717 h 1342734"/>
              <a:gd name="connsiteX41" fmla="*/ 7480223 w 10678681"/>
              <a:gd name="connsiteY41" fmla="*/ 856821 h 1342734"/>
              <a:gd name="connsiteX42" fmla="*/ 7356005 w 10678681"/>
              <a:gd name="connsiteY42" fmla="*/ 919462 h 1342734"/>
              <a:gd name="connsiteX43" fmla="*/ 7305396 w 10678681"/>
              <a:gd name="connsiteY43" fmla="*/ 986228 h 1342734"/>
              <a:gd name="connsiteX44" fmla="*/ 7266251 w 10678681"/>
              <a:gd name="connsiteY44" fmla="*/ 967864 h 1342734"/>
              <a:gd name="connsiteX45" fmla="*/ 7258094 w 10678681"/>
              <a:gd name="connsiteY45" fmla="*/ 990679 h 1342734"/>
              <a:gd name="connsiteX46" fmla="*/ 7257893 w 10678681"/>
              <a:gd name="connsiteY46" fmla="*/ 991204 h 1342734"/>
              <a:gd name="connsiteX47" fmla="*/ 7247153 w 10678681"/>
              <a:gd name="connsiteY47" fmla="*/ 991550 h 1342734"/>
              <a:gd name="connsiteX48" fmla="*/ 7193612 w 10678681"/>
              <a:gd name="connsiteY48" fmla="*/ 987042 h 1342734"/>
              <a:gd name="connsiteX49" fmla="*/ 7132632 w 10678681"/>
              <a:gd name="connsiteY49" fmla="*/ 1042036 h 1342734"/>
              <a:gd name="connsiteX50" fmla="*/ 7105610 w 10678681"/>
              <a:gd name="connsiteY50" fmla="*/ 1053537 h 1342734"/>
              <a:gd name="connsiteX51" fmla="*/ 7069148 w 10678681"/>
              <a:gd name="connsiteY51" fmla="*/ 1047163 h 1342734"/>
              <a:gd name="connsiteX52" fmla="*/ 7039634 w 10678681"/>
              <a:gd name="connsiteY52" fmla="*/ 1059971 h 1342734"/>
              <a:gd name="connsiteX53" fmla="*/ 7033445 w 10678681"/>
              <a:gd name="connsiteY53" fmla="*/ 1063314 h 1342734"/>
              <a:gd name="connsiteX54" fmla="*/ 6999157 w 10678681"/>
              <a:gd name="connsiteY54" fmla="*/ 1055282 h 1342734"/>
              <a:gd name="connsiteX55" fmla="*/ 6981874 w 10678681"/>
              <a:gd name="connsiteY55" fmla="*/ 1053827 h 1342734"/>
              <a:gd name="connsiteX56" fmla="*/ 6976102 w 10678681"/>
              <a:gd name="connsiteY56" fmla="*/ 1047854 h 1342734"/>
              <a:gd name="connsiteX57" fmla="*/ 6951040 w 10678681"/>
              <a:gd name="connsiteY57" fmla="*/ 1048531 h 1342734"/>
              <a:gd name="connsiteX58" fmla="*/ 6948497 w 10678681"/>
              <a:gd name="connsiteY58" fmla="*/ 1050706 h 1342734"/>
              <a:gd name="connsiteX59" fmla="*/ 6926582 w 10678681"/>
              <a:gd name="connsiteY59" fmla="*/ 1043462 h 1342734"/>
              <a:gd name="connsiteX60" fmla="*/ 6833743 w 10678681"/>
              <a:gd name="connsiteY60" fmla="*/ 1027960 h 1342734"/>
              <a:gd name="connsiteX61" fmla="*/ 6687090 w 10678681"/>
              <a:gd name="connsiteY61" fmla="*/ 1063250 h 1342734"/>
              <a:gd name="connsiteX62" fmla="*/ 6431838 w 10678681"/>
              <a:gd name="connsiteY62" fmla="*/ 1063226 h 1342734"/>
              <a:gd name="connsiteX63" fmla="*/ 6327795 w 10678681"/>
              <a:gd name="connsiteY63" fmla="*/ 1088142 h 1342734"/>
              <a:gd name="connsiteX64" fmla="*/ 6136549 w 10678681"/>
              <a:gd name="connsiteY64" fmla="*/ 1100268 h 1342734"/>
              <a:gd name="connsiteX65" fmla="*/ 6004655 w 10678681"/>
              <a:gd name="connsiteY65" fmla="*/ 1114946 h 1342734"/>
              <a:gd name="connsiteX66" fmla="*/ 5936643 w 10678681"/>
              <a:gd name="connsiteY66" fmla="*/ 1095428 h 1342734"/>
              <a:gd name="connsiteX67" fmla="*/ 5912484 w 10678681"/>
              <a:gd name="connsiteY67" fmla="*/ 1112624 h 1342734"/>
              <a:gd name="connsiteX68" fmla="*/ 5908387 w 10678681"/>
              <a:gd name="connsiteY68" fmla="*/ 1116018 h 1342734"/>
              <a:gd name="connsiteX69" fmla="*/ 5890495 w 10678681"/>
              <a:gd name="connsiteY69" fmla="*/ 1120268 h 1342734"/>
              <a:gd name="connsiteX70" fmla="*/ 5887318 w 10678681"/>
              <a:gd name="connsiteY70" fmla="*/ 1133134 h 1342734"/>
              <a:gd name="connsiteX71" fmla="*/ 5861726 w 10678681"/>
              <a:gd name="connsiteY71" fmla="*/ 1147891 h 1342734"/>
              <a:gd name="connsiteX72" fmla="*/ 5805823 w 10678681"/>
              <a:gd name="connsiteY72" fmla="*/ 1152457 h 1342734"/>
              <a:gd name="connsiteX73" fmla="*/ 5689841 w 10678681"/>
              <a:gd name="connsiteY73" fmla="*/ 1176232 h 1342734"/>
              <a:gd name="connsiteX74" fmla="*/ 5605119 w 10678681"/>
              <a:gd name="connsiteY74" fmla="*/ 1190202 h 1342734"/>
              <a:gd name="connsiteX75" fmla="*/ 5488513 w 10678681"/>
              <a:gd name="connsiteY75" fmla="*/ 1205367 h 1342734"/>
              <a:gd name="connsiteX76" fmla="*/ 5402905 w 10678681"/>
              <a:gd name="connsiteY76" fmla="*/ 1241191 h 1342734"/>
              <a:gd name="connsiteX77" fmla="*/ 5285593 w 10678681"/>
              <a:gd name="connsiteY77" fmla="*/ 1273569 h 1342734"/>
              <a:gd name="connsiteX78" fmla="*/ 5192893 w 10678681"/>
              <a:gd name="connsiteY78" fmla="*/ 1247188 h 1342734"/>
              <a:gd name="connsiteX79" fmla="*/ 5186475 w 10678681"/>
              <a:gd name="connsiteY79" fmla="*/ 1257028 h 1342734"/>
              <a:gd name="connsiteX80" fmla="*/ 5126038 w 10678681"/>
              <a:gd name="connsiteY80" fmla="*/ 1263189 h 1342734"/>
              <a:gd name="connsiteX81" fmla="*/ 4894688 w 10678681"/>
              <a:gd name="connsiteY81" fmla="*/ 1247184 h 1342734"/>
              <a:gd name="connsiteX82" fmla="*/ 4788036 w 10678681"/>
              <a:gd name="connsiteY82" fmla="*/ 1238182 h 1342734"/>
              <a:gd name="connsiteX83" fmla="*/ 4747555 w 10678681"/>
              <a:gd name="connsiteY83" fmla="*/ 1252768 h 1342734"/>
              <a:gd name="connsiteX84" fmla="*/ 4679644 w 10678681"/>
              <a:gd name="connsiteY84" fmla="*/ 1276603 h 1342734"/>
              <a:gd name="connsiteX85" fmla="*/ 4632222 w 10678681"/>
              <a:gd name="connsiteY85" fmla="*/ 1318360 h 1342734"/>
              <a:gd name="connsiteX86" fmla="*/ 4617358 w 10678681"/>
              <a:gd name="connsiteY86" fmla="*/ 1327690 h 1342734"/>
              <a:gd name="connsiteX87" fmla="*/ 4589102 w 10678681"/>
              <a:gd name="connsiteY87" fmla="*/ 1321223 h 1342734"/>
              <a:gd name="connsiteX88" fmla="*/ 4578184 w 10678681"/>
              <a:gd name="connsiteY88" fmla="*/ 1326745 h 1342734"/>
              <a:gd name="connsiteX89" fmla="*/ 4574270 w 10678681"/>
              <a:gd name="connsiteY89" fmla="*/ 1325878 h 1342734"/>
              <a:gd name="connsiteX90" fmla="*/ 4564919 w 10678681"/>
              <a:gd name="connsiteY90" fmla="*/ 1325507 h 1342734"/>
              <a:gd name="connsiteX91" fmla="*/ 4566586 w 10678681"/>
              <a:gd name="connsiteY91" fmla="*/ 1316963 h 1342734"/>
              <a:gd name="connsiteX92" fmla="*/ 4556303 w 10678681"/>
              <a:gd name="connsiteY92" fmla="*/ 1300262 h 1342734"/>
              <a:gd name="connsiteX93" fmla="*/ 4502358 w 10678681"/>
              <a:gd name="connsiteY93" fmla="*/ 1302558 h 1342734"/>
              <a:gd name="connsiteX94" fmla="*/ 4498919 w 10678681"/>
              <a:gd name="connsiteY94" fmla="*/ 1312115 h 1342734"/>
              <a:gd name="connsiteX95" fmla="*/ 4492075 w 10678681"/>
              <a:gd name="connsiteY95" fmla="*/ 1313357 h 1342734"/>
              <a:gd name="connsiteX96" fmla="*/ 4487466 w 10678681"/>
              <a:gd name="connsiteY96" fmla="*/ 1304102 h 1342734"/>
              <a:gd name="connsiteX97" fmla="*/ 4398292 w 10678681"/>
              <a:gd name="connsiteY97" fmla="*/ 1278410 h 1342734"/>
              <a:gd name="connsiteX98" fmla="*/ 4306088 w 10678681"/>
              <a:gd name="connsiteY98" fmla="*/ 1282512 h 1342734"/>
              <a:gd name="connsiteX99" fmla="*/ 4188995 w 10678681"/>
              <a:gd name="connsiteY99" fmla="*/ 1296718 h 1342734"/>
              <a:gd name="connsiteX100" fmla="*/ 4136582 w 10678681"/>
              <a:gd name="connsiteY100" fmla="*/ 1287687 h 1342734"/>
              <a:gd name="connsiteX101" fmla="*/ 4064614 w 10678681"/>
              <a:gd name="connsiteY101" fmla="*/ 1296118 h 1342734"/>
              <a:gd name="connsiteX102" fmla="*/ 3900948 w 10678681"/>
              <a:gd name="connsiteY102" fmla="*/ 1322156 h 1342734"/>
              <a:gd name="connsiteX103" fmla="*/ 3787890 w 10678681"/>
              <a:gd name="connsiteY103" fmla="*/ 1322164 h 1342734"/>
              <a:gd name="connsiteX104" fmla="*/ 3745993 w 10678681"/>
              <a:gd name="connsiteY104" fmla="*/ 1342630 h 1342734"/>
              <a:gd name="connsiteX105" fmla="*/ 3675785 w 10678681"/>
              <a:gd name="connsiteY105" fmla="*/ 1326802 h 1342734"/>
              <a:gd name="connsiteX106" fmla="*/ 3623856 w 10678681"/>
              <a:gd name="connsiteY106" fmla="*/ 1290804 h 1342734"/>
              <a:gd name="connsiteX107" fmla="*/ 3564933 w 10678681"/>
              <a:gd name="connsiteY107" fmla="*/ 1287147 h 1342734"/>
              <a:gd name="connsiteX108" fmla="*/ 3550537 w 10678681"/>
              <a:gd name="connsiteY108" fmla="*/ 1317552 h 1342734"/>
              <a:gd name="connsiteX109" fmla="*/ 3487736 w 10678681"/>
              <a:gd name="connsiteY109" fmla="*/ 1303493 h 1342734"/>
              <a:gd name="connsiteX110" fmla="*/ 3392548 w 10678681"/>
              <a:gd name="connsiteY110" fmla="*/ 1278741 h 1342734"/>
              <a:gd name="connsiteX111" fmla="*/ 3337466 w 10678681"/>
              <a:gd name="connsiteY111" fmla="*/ 1272537 h 1342734"/>
              <a:gd name="connsiteX112" fmla="*/ 3175981 w 10678681"/>
              <a:gd name="connsiteY112" fmla="*/ 1208973 h 1342734"/>
              <a:gd name="connsiteX113" fmla="*/ 3036856 w 10678681"/>
              <a:gd name="connsiteY113" fmla="*/ 1214383 h 1342734"/>
              <a:gd name="connsiteX114" fmla="*/ 2824973 w 10678681"/>
              <a:gd name="connsiteY114" fmla="*/ 1134864 h 1342734"/>
              <a:gd name="connsiteX115" fmla="*/ 2804398 w 10678681"/>
              <a:gd name="connsiteY115" fmla="*/ 1125556 h 1342734"/>
              <a:gd name="connsiteX116" fmla="*/ 2736109 w 10678681"/>
              <a:gd name="connsiteY116" fmla="*/ 1137717 h 1342734"/>
              <a:gd name="connsiteX117" fmla="*/ 2659096 w 10678681"/>
              <a:gd name="connsiteY117" fmla="*/ 1150294 h 1342734"/>
              <a:gd name="connsiteX118" fmla="*/ 2567088 w 10678681"/>
              <a:gd name="connsiteY118" fmla="*/ 1181781 h 1342734"/>
              <a:gd name="connsiteX119" fmla="*/ 2454501 w 10678681"/>
              <a:gd name="connsiteY119" fmla="*/ 1155455 h 1342734"/>
              <a:gd name="connsiteX120" fmla="*/ 2385161 w 10678681"/>
              <a:gd name="connsiteY120" fmla="*/ 1161312 h 1342734"/>
              <a:gd name="connsiteX121" fmla="*/ 2273361 w 10678681"/>
              <a:gd name="connsiteY121" fmla="*/ 1134090 h 1342734"/>
              <a:gd name="connsiteX122" fmla="*/ 2132003 w 10678681"/>
              <a:gd name="connsiteY122" fmla="*/ 1139225 h 1342734"/>
              <a:gd name="connsiteX123" fmla="*/ 2041224 w 10678681"/>
              <a:gd name="connsiteY123" fmla="*/ 1147536 h 1342734"/>
              <a:gd name="connsiteX124" fmla="*/ 2010157 w 10678681"/>
              <a:gd name="connsiteY124" fmla="*/ 1152767 h 1342734"/>
              <a:gd name="connsiteX125" fmla="*/ 1859213 w 10678681"/>
              <a:gd name="connsiteY125" fmla="*/ 1199540 h 1342734"/>
              <a:gd name="connsiteX126" fmla="*/ 1735877 w 10678681"/>
              <a:gd name="connsiteY126" fmla="*/ 1246527 h 1342734"/>
              <a:gd name="connsiteX127" fmla="*/ 1705069 w 10678681"/>
              <a:gd name="connsiteY127" fmla="*/ 1251989 h 1342734"/>
              <a:gd name="connsiteX128" fmla="*/ 1307888 w 10678681"/>
              <a:gd name="connsiteY128" fmla="*/ 1283156 h 1342734"/>
              <a:gd name="connsiteX129" fmla="*/ 1220734 w 10678681"/>
              <a:gd name="connsiteY129" fmla="*/ 1257811 h 1342734"/>
              <a:gd name="connsiteX130" fmla="*/ 1021737 w 10678681"/>
              <a:gd name="connsiteY130" fmla="*/ 1238739 h 1342734"/>
              <a:gd name="connsiteX131" fmla="*/ 959820 w 10678681"/>
              <a:gd name="connsiteY131" fmla="*/ 1275863 h 1342734"/>
              <a:gd name="connsiteX132" fmla="*/ 929137 w 10678681"/>
              <a:gd name="connsiteY132" fmla="*/ 1273957 h 1342734"/>
              <a:gd name="connsiteX133" fmla="*/ 878849 w 10678681"/>
              <a:gd name="connsiteY133" fmla="*/ 1266740 h 1342734"/>
              <a:gd name="connsiteX134" fmla="*/ 800667 w 10678681"/>
              <a:gd name="connsiteY134" fmla="*/ 1282041 h 1342734"/>
              <a:gd name="connsiteX135" fmla="*/ 644906 w 10678681"/>
              <a:gd name="connsiteY135" fmla="*/ 1273685 h 1342734"/>
              <a:gd name="connsiteX136" fmla="*/ 379869 w 10678681"/>
              <a:gd name="connsiteY136" fmla="*/ 1339165 h 1342734"/>
              <a:gd name="connsiteX137" fmla="*/ 137696 w 10678681"/>
              <a:gd name="connsiteY137" fmla="*/ 1319217 h 1342734"/>
              <a:gd name="connsiteX138" fmla="*/ 54250 w 10678681"/>
              <a:gd name="connsiteY138" fmla="*/ 1315838 h 1342734"/>
              <a:gd name="connsiteX139" fmla="*/ 28042 w 10678681"/>
              <a:gd name="connsiteY139" fmla="*/ 1297822 h 1342734"/>
              <a:gd name="connsiteX140" fmla="*/ 0 w 10678681"/>
              <a:gd name="connsiteY140" fmla="*/ 1294612 h 1342734"/>
              <a:gd name="connsiteX141" fmla="*/ 0 w 10678681"/>
              <a:gd name="connsiteY141" fmla="*/ 0 h 1342734"/>
              <a:gd name="connsiteX0" fmla="*/ 0 w 10678681"/>
              <a:gd name="connsiteY0" fmla="*/ 0 h 1342734"/>
              <a:gd name="connsiteX1" fmla="*/ 10678681 w 10678681"/>
              <a:gd name="connsiteY1" fmla="*/ 0 h 1342734"/>
              <a:gd name="connsiteX2" fmla="*/ 10666019 w 10678681"/>
              <a:gd name="connsiteY2" fmla="*/ 7876 h 1342734"/>
              <a:gd name="connsiteX3" fmla="*/ 10632825 w 10678681"/>
              <a:gd name="connsiteY3" fmla="*/ 32153 h 1342734"/>
              <a:gd name="connsiteX4" fmla="*/ 10516219 w 10678681"/>
              <a:gd name="connsiteY4" fmla="*/ 45588 h 1342734"/>
              <a:gd name="connsiteX5" fmla="*/ 10456989 w 10678681"/>
              <a:gd name="connsiteY5" fmla="*/ 979 h 1342734"/>
              <a:gd name="connsiteX6" fmla="*/ 10438642 w 10678681"/>
              <a:gd name="connsiteY6" fmla="*/ 1524 h 1342734"/>
              <a:gd name="connsiteX7" fmla="*/ 10407146 w 10678681"/>
              <a:gd name="connsiteY7" fmla="*/ 43659 h 1342734"/>
              <a:gd name="connsiteX8" fmla="*/ 10341159 w 10678681"/>
              <a:gd name="connsiteY8" fmla="*/ 103824 h 1342734"/>
              <a:gd name="connsiteX9" fmla="*/ 10244930 w 10678681"/>
              <a:gd name="connsiteY9" fmla="*/ 94599 h 1342734"/>
              <a:gd name="connsiteX10" fmla="*/ 10115334 w 10678681"/>
              <a:gd name="connsiteY10" fmla="*/ 155658 h 1342734"/>
              <a:gd name="connsiteX11" fmla="*/ 10068157 w 10678681"/>
              <a:gd name="connsiteY11" fmla="*/ 215673 h 1342734"/>
              <a:gd name="connsiteX12" fmla="*/ 10045431 w 10678681"/>
              <a:gd name="connsiteY12" fmla="*/ 229568 h 1342734"/>
              <a:gd name="connsiteX13" fmla="*/ 9929077 w 10678681"/>
              <a:gd name="connsiteY13" fmla="*/ 209062 h 1342734"/>
              <a:gd name="connsiteX14" fmla="*/ 9840045 w 10678681"/>
              <a:gd name="connsiteY14" fmla="*/ 223033 h 1342734"/>
              <a:gd name="connsiteX15" fmla="*/ 9679638 w 10678681"/>
              <a:gd name="connsiteY15" fmla="*/ 277462 h 1342734"/>
              <a:gd name="connsiteX16" fmla="*/ 9498347 w 10678681"/>
              <a:gd name="connsiteY16" fmla="*/ 244723 h 1342734"/>
              <a:gd name="connsiteX17" fmla="*/ 9366026 w 10678681"/>
              <a:gd name="connsiteY17" fmla="*/ 299024 h 1342734"/>
              <a:gd name="connsiteX18" fmla="*/ 9316702 w 10678681"/>
              <a:gd name="connsiteY18" fmla="*/ 356523 h 1342734"/>
              <a:gd name="connsiteX19" fmla="*/ 9121744 w 10678681"/>
              <a:gd name="connsiteY19" fmla="*/ 365177 h 1342734"/>
              <a:gd name="connsiteX20" fmla="*/ 9061654 w 10678681"/>
              <a:gd name="connsiteY20" fmla="*/ 393730 h 1342734"/>
              <a:gd name="connsiteX21" fmla="*/ 8997577 w 10678681"/>
              <a:gd name="connsiteY21" fmla="*/ 380865 h 1342734"/>
              <a:gd name="connsiteX22" fmla="*/ 8907968 w 10678681"/>
              <a:gd name="connsiteY22" fmla="*/ 447345 h 1342734"/>
              <a:gd name="connsiteX23" fmla="*/ 8764163 w 10678681"/>
              <a:gd name="connsiteY23" fmla="*/ 471000 h 1342734"/>
              <a:gd name="connsiteX24" fmla="*/ 8680155 w 10678681"/>
              <a:gd name="connsiteY24" fmla="*/ 492404 h 1342734"/>
              <a:gd name="connsiteX25" fmla="*/ 8651436 w 10678681"/>
              <a:gd name="connsiteY25" fmla="*/ 511923 h 1342734"/>
              <a:gd name="connsiteX26" fmla="*/ 8609185 w 10678681"/>
              <a:gd name="connsiteY26" fmla="*/ 531525 h 1342734"/>
              <a:gd name="connsiteX27" fmla="*/ 8537091 w 10678681"/>
              <a:gd name="connsiteY27" fmla="*/ 574933 h 1342734"/>
              <a:gd name="connsiteX28" fmla="*/ 8435931 w 10678681"/>
              <a:gd name="connsiteY28" fmla="*/ 617926 h 1342734"/>
              <a:gd name="connsiteX29" fmla="*/ 8348623 w 10678681"/>
              <a:gd name="connsiteY29" fmla="*/ 600607 h 1342734"/>
              <a:gd name="connsiteX30" fmla="*/ 8276883 w 10678681"/>
              <a:gd name="connsiteY30" fmla="*/ 588214 h 1342734"/>
              <a:gd name="connsiteX31" fmla="*/ 8086698 w 10678681"/>
              <a:gd name="connsiteY31" fmla="*/ 605185 h 1342734"/>
              <a:gd name="connsiteX32" fmla="*/ 7982378 w 10678681"/>
              <a:gd name="connsiteY32" fmla="*/ 629799 h 1342734"/>
              <a:gd name="connsiteX33" fmla="*/ 7947952 w 10678681"/>
              <a:gd name="connsiteY33" fmla="*/ 648003 h 1342734"/>
              <a:gd name="connsiteX34" fmla="*/ 7890112 w 10678681"/>
              <a:gd name="connsiteY34" fmla="*/ 677915 h 1342734"/>
              <a:gd name="connsiteX35" fmla="*/ 7853284 w 10678681"/>
              <a:gd name="connsiteY35" fmla="*/ 723588 h 1342734"/>
              <a:gd name="connsiteX36" fmla="*/ 7802383 w 10678681"/>
              <a:gd name="connsiteY36" fmla="*/ 739359 h 1342734"/>
              <a:gd name="connsiteX37" fmla="*/ 7730518 w 10678681"/>
              <a:gd name="connsiteY37" fmla="*/ 739526 h 1342734"/>
              <a:gd name="connsiteX38" fmla="*/ 7720084 w 10678681"/>
              <a:gd name="connsiteY38" fmla="*/ 760750 h 1342734"/>
              <a:gd name="connsiteX39" fmla="*/ 7652907 w 10678681"/>
              <a:gd name="connsiteY39" fmla="*/ 783273 h 1342734"/>
              <a:gd name="connsiteX40" fmla="*/ 7606008 w 10678681"/>
              <a:gd name="connsiteY40" fmla="*/ 800717 h 1342734"/>
              <a:gd name="connsiteX41" fmla="*/ 7480223 w 10678681"/>
              <a:gd name="connsiteY41" fmla="*/ 856821 h 1342734"/>
              <a:gd name="connsiteX42" fmla="*/ 7356005 w 10678681"/>
              <a:gd name="connsiteY42" fmla="*/ 919462 h 1342734"/>
              <a:gd name="connsiteX43" fmla="*/ 7305396 w 10678681"/>
              <a:gd name="connsiteY43" fmla="*/ 986228 h 1342734"/>
              <a:gd name="connsiteX44" fmla="*/ 7266251 w 10678681"/>
              <a:gd name="connsiteY44" fmla="*/ 967864 h 1342734"/>
              <a:gd name="connsiteX45" fmla="*/ 7258094 w 10678681"/>
              <a:gd name="connsiteY45" fmla="*/ 990679 h 1342734"/>
              <a:gd name="connsiteX46" fmla="*/ 7257893 w 10678681"/>
              <a:gd name="connsiteY46" fmla="*/ 991204 h 1342734"/>
              <a:gd name="connsiteX47" fmla="*/ 7247153 w 10678681"/>
              <a:gd name="connsiteY47" fmla="*/ 991550 h 1342734"/>
              <a:gd name="connsiteX48" fmla="*/ 7193612 w 10678681"/>
              <a:gd name="connsiteY48" fmla="*/ 987042 h 1342734"/>
              <a:gd name="connsiteX49" fmla="*/ 7132632 w 10678681"/>
              <a:gd name="connsiteY49" fmla="*/ 1042036 h 1342734"/>
              <a:gd name="connsiteX50" fmla="*/ 7105610 w 10678681"/>
              <a:gd name="connsiteY50" fmla="*/ 1053537 h 1342734"/>
              <a:gd name="connsiteX51" fmla="*/ 7069148 w 10678681"/>
              <a:gd name="connsiteY51" fmla="*/ 1047163 h 1342734"/>
              <a:gd name="connsiteX52" fmla="*/ 7039634 w 10678681"/>
              <a:gd name="connsiteY52" fmla="*/ 1059971 h 1342734"/>
              <a:gd name="connsiteX53" fmla="*/ 7033445 w 10678681"/>
              <a:gd name="connsiteY53" fmla="*/ 1063314 h 1342734"/>
              <a:gd name="connsiteX54" fmla="*/ 6999157 w 10678681"/>
              <a:gd name="connsiteY54" fmla="*/ 1055282 h 1342734"/>
              <a:gd name="connsiteX55" fmla="*/ 6981874 w 10678681"/>
              <a:gd name="connsiteY55" fmla="*/ 1053827 h 1342734"/>
              <a:gd name="connsiteX56" fmla="*/ 6976102 w 10678681"/>
              <a:gd name="connsiteY56" fmla="*/ 1047854 h 1342734"/>
              <a:gd name="connsiteX57" fmla="*/ 6951040 w 10678681"/>
              <a:gd name="connsiteY57" fmla="*/ 1048531 h 1342734"/>
              <a:gd name="connsiteX58" fmla="*/ 6948497 w 10678681"/>
              <a:gd name="connsiteY58" fmla="*/ 1050706 h 1342734"/>
              <a:gd name="connsiteX59" fmla="*/ 6926582 w 10678681"/>
              <a:gd name="connsiteY59" fmla="*/ 1043462 h 1342734"/>
              <a:gd name="connsiteX60" fmla="*/ 6833743 w 10678681"/>
              <a:gd name="connsiteY60" fmla="*/ 1027960 h 1342734"/>
              <a:gd name="connsiteX61" fmla="*/ 6687090 w 10678681"/>
              <a:gd name="connsiteY61" fmla="*/ 1063250 h 1342734"/>
              <a:gd name="connsiteX62" fmla="*/ 6431838 w 10678681"/>
              <a:gd name="connsiteY62" fmla="*/ 1063226 h 1342734"/>
              <a:gd name="connsiteX63" fmla="*/ 6327795 w 10678681"/>
              <a:gd name="connsiteY63" fmla="*/ 1088142 h 1342734"/>
              <a:gd name="connsiteX64" fmla="*/ 6136549 w 10678681"/>
              <a:gd name="connsiteY64" fmla="*/ 1100268 h 1342734"/>
              <a:gd name="connsiteX65" fmla="*/ 6004655 w 10678681"/>
              <a:gd name="connsiteY65" fmla="*/ 1114946 h 1342734"/>
              <a:gd name="connsiteX66" fmla="*/ 5936643 w 10678681"/>
              <a:gd name="connsiteY66" fmla="*/ 1095428 h 1342734"/>
              <a:gd name="connsiteX67" fmla="*/ 5912484 w 10678681"/>
              <a:gd name="connsiteY67" fmla="*/ 1112624 h 1342734"/>
              <a:gd name="connsiteX68" fmla="*/ 5908387 w 10678681"/>
              <a:gd name="connsiteY68" fmla="*/ 1116018 h 1342734"/>
              <a:gd name="connsiteX69" fmla="*/ 5890495 w 10678681"/>
              <a:gd name="connsiteY69" fmla="*/ 1120268 h 1342734"/>
              <a:gd name="connsiteX70" fmla="*/ 5887318 w 10678681"/>
              <a:gd name="connsiteY70" fmla="*/ 1133134 h 1342734"/>
              <a:gd name="connsiteX71" fmla="*/ 5861726 w 10678681"/>
              <a:gd name="connsiteY71" fmla="*/ 1147891 h 1342734"/>
              <a:gd name="connsiteX72" fmla="*/ 5805823 w 10678681"/>
              <a:gd name="connsiteY72" fmla="*/ 1152457 h 1342734"/>
              <a:gd name="connsiteX73" fmla="*/ 5689841 w 10678681"/>
              <a:gd name="connsiteY73" fmla="*/ 1176232 h 1342734"/>
              <a:gd name="connsiteX74" fmla="*/ 5605119 w 10678681"/>
              <a:gd name="connsiteY74" fmla="*/ 1190202 h 1342734"/>
              <a:gd name="connsiteX75" fmla="*/ 5488513 w 10678681"/>
              <a:gd name="connsiteY75" fmla="*/ 1205367 h 1342734"/>
              <a:gd name="connsiteX76" fmla="*/ 5402905 w 10678681"/>
              <a:gd name="connsiteY76" fmla="*/ 1241191 h 1342734"/>
              <a:gd name="connsiteX77" fmla="*/ 5285593 w 10678681"/>
              <a:gd name="connsiteY77" fmla="*/ 1273569 h 1342734"/>
              <a:gd name="connsiteX78" fmla="*/ 5192893 w 10678681"/>
              <a:gd name="connsiteY78" fmla="*/ 1247188 h 1342734"/>
              <a:gd name="connsiteX79" fmla="*/ 5186475 w 10678681"/>
              <a:gd name="connsiteY79" fmla="*/ 1257028 h 1342734"/>
              <a:gd name="connsiteX80" fmla="*/ 5126038 w 10678681"/>
              <a:gd name="connsiteY80" fmla="*/ 1263189 h 1342734"/>
              <a:gd name="connsiteX81" fmla="*/ 4894688 w 10678681"/>
              <a:gd name="connsiteY81" fmla="*/ 1247184 h 1342734"/>
              <a:gd name="connsiteX82" fmla="*/ 4788036 w 10678681"/>
              <a:gd name="connsiteY82" fmla="*/ 1238182 h 1342734"/>
              <a:gd name="connsiteX83" fmla="*/ 4747555 w 10678681"/>
              <a:gd name="connsiteY83" fmla="*/ 1252768 h 1342734"/>
              <a:gd name="connsiteX84" fmla="*/ 4679644 w 10678681"/>
              <a:gd name="connsiteY84" fmla="*/ 1276603 h 1342734"/>
              <a:gd name="connsiteX85" fmla="*/ 4632222 w 10678681"/>
              <a:gd name="connsiteY85" fmla="*/ 1318360 h 1342734"/>
              <a:gd name="connsiteX86" fmla="*/ 4617358 w 10678681"/>
              <a:gd name="connsiteY86" fmla="*/ 1327690 h 1342734"/>
              <a:gd name="connsiteX87" fmla="*/ 4589102 w 10678681"/>
              <a:gd name="connsiteY87" fmla="*/ 1321223 h 1342734"/>
              <a:gd name="connsiteX88" fmla="*/ 4578184 w 10678681"/>
              <a:gd name="connsiteY88" fmla="*/ 1326745 h 1342734"/>
              <a:gd name="connsiteX89" fmla="*/ 4574270 w 10678681"/>
              <a:gd name="connsiteY89" fmla="*/ 1325878 h 1342734"/>
              <a:gd name="connsiteX90" fmla="*/ 4564919 w 10678681"/>
              <a:gd name="connsiteY90" fmla="*/ 1325507 h 1342734"/>
              <a:gd name="connsiteX91" fmla="*/ 4566586 w 10678681"/>
              <a:gd name="connsiteY91" fmla="*/ 1316963 h 1342734"/>
              <a:gd name="connsiteX92" fmla="*/ 4556303 w 10678681"/>
              <a:gd name="connsiteY92" fmla="*/ 1300262 h 1342734"/>
              <a:gd name="connsiteX93" fmla="*/ 4502358 w 10678681"/>
              <a:gd name="connsiteY93" fmla="*/ 1302558 h 1342734"/>
              <a:gd name="connsiteX94" fmla="*/ 4498919 w 10678681"/>
              <a:gd name="connsiteY94" fmla="*/ 1312115 h 1342734"/>
              <a:gd name="connsiteX95" fmla="*/ 4492075 w 10678681"/>
              <a:gd name="connsiteY95" fmla="*/ 1313357 h 1342734"/>
              <a:gd name="connsiteX96" fmla="*/ 4487466 w 10678681"/>
              <a:gd name="connsiteY96" fmla="*/ 1304102 h 1342734"/>
              <a:gd name="connsiteX97" fmla="*/ 4398292 w 10678681"/>
              <a:gd name="connsiteY97" fmla="*/ 1278410 h 1342734"/>
              <a:gd name="connsiteX98" fmla="*/ 4306088 w 10678681"/>
              <a:gd name="connsiteY98" fmla="*/ 1282512 h 1342734"/>
              <a:gd name="connsiteX99" fmla="*/ 4188995 w 10678681"/>
              <a:gd name="connsiteY99" fmla="*/ 1296718 h 1342734"/>
              <a:gd name="connsiteX100" fmla="*/ 4136582 w 10678681"/>
              <a:gd name="connsiteY100" fmla="*/ 1287687 h 1342734"/>
              <a:gd name="connsiteX101" fmla="*/ 4064614 w 10678681"/>
              <a:gd name="connsiteY101" fmla="*/ 1296118 h 1342734"/>
              <a:gd name="connsiteX102" fmla="*/ 3900948 w 10678681"/>
              <a:gd name="connsiteY102" fmla="*/ 1322156 h 1342734"/>
              <a:gd name="connsiteX103" fmla="*/ 3787890 w 10678681"/>
              <a:gd name="connsiteY103" fmla="*/ 1322164 h 1342734"/>
              <a:gd name="connsiteX104" fmla="*/ 3745993 w 10678681"/>
              <a:gd name="connsiteY104" fmla="*/ 1342630 h 1342734"/>
              <a:gd name="connsiteX105" fmla="*/ 3675785 w 10678681"/>
              <a:gd name="connsiteY105" fmla="*/ 1326802 h 1342734"/>
              <a:gd name="connsiteX106" fmla="*/ 3623856 w 10678681"/>
              <a:gd name="connsiteY106" fmla="*/ 1290804 h 1342734"/>
              <a:gd name="connsiteX107" fmla="*/ 3564933 w 10678681"/>
              <a:gd name="connsiteY107" fmla="*/ 1287147 h 1342734"/>
              <a:gd name="connsiteX108" fmla="*/ 3550537 w 10678681"/>
              <a:gd name="connsiteY108" fmla="*/ 1317552 h 1342734"/>
              <a:gd name="connsiteX109" fmla="*/ 3487736 w 10678681"/>
              <a:gd name="connsiteY109" fmla="*/ 1303493 h 1342734"/>
              <a:gd name="connsiteX110" fmla="*/ 3392548 w 10678681"/>
              <a:gd name="connsiteY110" fmla="*/ 1278741 h 1342734"/>
              <a:gd name="connsiteX111" fmla="*/ 3337466 w 10678681"/>
              <a:gd name="connsiteY111" fmla="*/ 1272537 h 1342734"/>
              <a:gd name="connsiteX112" fmla="*/ 3175981 w 10678681"/>
              <a:gd name="connsiteY112" fmla="*/ 1208973 h 1342734"/>
              <a:gd name="connsiteX113" fmla="*/ 3036856 w 10678681"/>
              <a:gd name="connsiteY113" fmla="*/ 1214383 h 1342734"/>
              <a:gd name="connsiteX114" fmla="*/ 2824973 w 10678681"/>
              <a:gd name="connsiteY114" fmla="*/ 1134864 h 1342734"/>
              <a:gd name="connsiteX115" fmla="*/ 2804398 w 10678681"/>
              <a:gd name="connsiteY115" fmla="*/ 1125556 h 1342734"/>
              <a:gd name="connsiteX116" fmla="*/ 2736109 w 10678681"/>
              <a:gd name="connsiteY116" fmla="*/ 1137717 h 1342734"/>
              <a:gd name="connsiteX117" fmla="*/ 2659096 w 10678681"/>
              <a:gd name="connsiteY117" fmla="*/ 1150294 h 1342734"/>
              <a:gd name="connsiteX118" fmla="*/ 2567088 w 10678681"/>
              <a:gd name="connsiteY118" fmla="*/ 1181781 h 1342734"/>
              <a:gd name="connsiteX119" fmla="*/ 2454501 w 10678681"/>
              <a:gd name="connsiteY119" fmla="*/ 1155455 h 1342734"/>
              <a:gd name="connsiteX120" fmla="*/ 2385161 w 10678681"/>
              <a:gd name="connsiteY120" fmla="*/ 1161312 h 1342734"/>
              <a:gd name="connsiteX121" fmla="*/ 2273361 w 10678681"/>
              <a:gd name="connsiteY121" fmla="*/ 1134090 h 1342734"/>
              <a:gd name="connsiteX122" fmla="*/ 2132003 w 10678681"/>
              <a:gd name="connsiteY122" fmla="*/ 1139225 h 1342734"/>
              <a:gd name="connsiteX123" fmla="*/ 2041224 w 10678681"/>
              <a:gd name="connsiteY123" fmla="*/ 1147536 h 1342734"/>
              <a:gd name="connsiteX124" fmla="*/ 2010157 w 10678681"/>
              <a:gd name="connsiteY124" fmla="*/ 1152767 h 1342734"/>
              <a:gd name="connsiteX125" fmla="*/ 1859213 w 10678681"/>
              <a:gd name="connsiteY125" fmla="*/ 1199540 h 1342734"/>
              <a:gd name="connsiteX126" fmla="*/ 1735877 w 10678681"/>
              <a:gd name="connsiteY126" fmla="*/ 1246527 h 1342734"/>
              <a:gd name="connsiteX127" fmla="*/ 1705069 w 10678681"/>
              <a:gd name="connsiteY127" fmla="*/ 1251989 h 1342734"/>
              <a:gd name="connsiteX128" fmla="*/ 1307888 w 10678681"/>
              <a:gd name="connsiteY128" fmla="*/ 1283156 h 1342734"/>
              <a:gd name="connsiteX129" fmla="*/ 1220734 w 10678681"/>
              <a:gd name="connsiteY129" fmla="*/ 1257811 h 1342734"/>
              <a:gd name="connsiteX130" fmla="*/ 1021737 w 10678681"/>
              <a:gd name="connsiteY130" fmla="*/ 1238739 h 1342734"/>
              <a:gd name="connsiteX131" fmla="*/ 959820 w 10678681"/>
              <a:gd name="connsiteY131" fmla="*/ 1275863 h 1342734"/>
              <a:gd name="connsiteX132" fmla="*/ 929137 w 10678681"/>
              <a:gd name="connsiteY132" fmla="*/ 1273957 h 1342734"/>
              <a:gd name="connsiteX133" fmla="*/ 878849 w 10678681"/>
              <a:gd name="connsiteY133" fmla="*/ 1266740 h 1342734"/>
              <a:gd name="connsiteX134" fmla="*/ 800667 w 10678681"/>
              <a:gd name="connsiteY134" fmla="*/ 1282041 h 1342734"/>
              <a:gd name="connsiteX135" fmla="*/ 644906 w 10678681"/>
              <a:gd name="connsiteY135" fmla="*/ 1273685 h 1342734"/>
              <a:gd name="connsiteX136" fmla="*/ 379869 w 10678681"/>
              <a:gd name="connsiteY136" fmla="*/ 1339165 h 1342734"/>
              <a:gd name="connsiteX137" fmla="*/ 137696 w 10678681"/>
              <a:gd name="connsiteY137" fmla="*/ 1319217 h 1342734"/>
              <a:gd name="connsiteX138" fmla="*/ 54250 w 10678681"/>
              <a:gd name="connsiteY138" fmla="*/ 1315838 h 1342734"/>
              <a:gd name="connsiteX139" fmla="*/ 28042 w 10678681"/>
              <a:gd name="connsiteY139" fmla="*/ 1297822 h 1342734"/>
              <a:gd name="connsiteX140" fmla="*/ 0 w 10678681"/>
              <a:gd name="connsiteY140" fmla="*/ 1294612 h 1342734"/>
              <a:gd name="connsiteX141" fmla="*/ 0 w 10678681"/>
              <a:gd name="connsiteY141" fmla="*/ 0 h 1342734"/>
              <a:gd name="connsiteX0" fmla="*/ 0 w 10678681"/>
              <a:gd name="connsiteY0" fmla="*/ 0 h 1342734"/>
              <a:gd name="connsiteX1" fmla="*/ 10678681 w 10678681"/>
              <a:gd name="connsiteY1" fmla="*/ 0 h 1342734"/>
              <a:gd name="connsiteX2" fmla="*/ 10666019 w 10678681"/>
              <a:gd name="connsiteY2" fmla="*/ 7876 h 1342734"/>
              <a:gd name="connsiteX3" fmla="*/ 10632825 w 10678681"/>
              <a:gd name="connsiteY3" fmla="*/ 32153 h 1342734"/>
              <a:gd name="connsiteX4" fmla="*/ 10516219 w 10678681"/>
              <a:gd name="connsiteY4" fmla="*/ 45588 h 1342734"/>
              <a:gd name="connsiteX5" fmla="*/ 10456989 w 10678681"/>
              <a:gd name="connsiteY5" fmla="*/ 979 h 1342734"/>
              <a:gd name="connsiteX6" fmla="*/ 10438642 w 10678681"/>
              <a:gd name="connsiteY6" fmla="*/ 1524 h 1342734"/>
              <a:gd name="connsiteX7" fmla="*/ 10407146 w 10678681"/>
              <a:gd name="connsiteY7" fmla="*/ 43659 h 1342734"/>
              <a:gd name="connsiteX8" fmla="*/ 10341159 w 10678681"/>
              <a:gd name="connsiteY8" fmla="*/ 103824 h 1342734"/>
              <a:gd name="connsiteX9" fmla="*/ 10244930 w 10678681"/>
              <a:gd name="connsiteY9" fmla="*/ 94599 h 1342734"/>
              <a:gd name="connsiteX10" fmla="*/ 10115334 w 10678681"/>
              <a:gd name="connsiteY10" fmla="*/ 155658 h 1342734"/>
              <a:gd name="connsiteX11" fmla="*/ 10068157 w 10678681"/>
              <a:gd name="connsiteY11" fmla="*/ 215673 h 1342734"/>
              <a:gd name="connsiteX12" fmla="*/ 10045431 w 10678681"/>
              <a:gd name="connsiteY12" fmla="*/ 229568 h 1342734"/>
              <a:gd name="connsiteX13" fmla="*/ 9929077 w 10678681"/>
              <a:gd name="connsiteY13" fmla="*/ 209062 h 1342734"/>
              <a:gd name="connsiteX14" fmla="*/ 9840045 w 10678681"/>
              <a:gd name="connsiteY14" fmla="*/ 223033 h 1342734"/>
              <a:gd name="connsiteX15" fmla="*/ 9679638 w 10678681"/>
              <a:gd name="connsiteY15" fmla="*/ 277462 h 1342734"/>
              <a:gd name="connsiteX16" fmla="*/ 9498347 w 10678681"/>
              <a:gd name="connsiteY16" fmla="*/ 244723 h 1342734"/>
              <a:gd name="connsiteX17" fmla="*/ 9366026 w 10678681"/>
              <a:gd name="connsiteY17" fmla="*/ 299024 h 1342734"/>
              <a:gd name="connsiteX18" fmla="*/ 9316702 w 10678681"/>
              <a:gd name="connsiteY18" fmla="*/ 356523 h 1342734"/>
              <a:gd name="connsiteX19" fmla="*/ 9121744 w 10678681"/>
              <a:gd name="connsiteY19" fmla="*/ 365177 h 1342734"/>
              <a:gd name="connsiteX20" fmla="*/ 9061654 w 10678681"/>
              <a:gd name="connsiteY20" fmla="*/ 393730 h 1342734"/>
              <a:gd name="connsiteX21" fmla="*/ 8997577 w 10678681"/>
              <a:gd name="connsiteY21" fmla="*/ 380865 h 1342734"/>
              <a:gd name="connsiteX22" fmla="*/ 8907968 w 10678681"/>
              <a:gd name="connsiteY22" fmla="*/ 447345 h 1342734"/>
              <a:gd name="connsiteX23" fmla="*/ 8764163 w 10678681"/>
              <a:gd name="connsiteY23" fmla="*/ 471000 h 1342734"/>
              <a:gd name="connsiteX24" fmla="*/ 8680155 w 10678681"/>
              <a:gd name="connsiteY24" fmla="*/ 492404 h 1342734"/>
              <a:gd name="connsiteX25" fmla="*/ 8651436 w 10678681"/>
              <a:gd name="connsiteY25" fmla="*/ 511923 h 1342734"/>
              <a:gd name="connsiteX26" fmla="*/ 8609185 w 10678681"/>
              <a:gd name="connsiteY26" fmla="*/ 531525 h 1342734"/>
              <a:gd name="connsiteX27" fmla="*/ 8537091 w 10678681"/>
              <a:gd name="connsiteY27" fmla="*/ 574933 h 1342734"/>
              <a:gd name="connsiteX28" fmla="*/ 8435931 w 10678681"/>
              <a:gd name="connsiteY28" fmla="*/ 617926 h 1342734"/>
              <a:gd name="connsiteX29" fmla="*/ 8348623 w 10678681"/>
              <a:gd name="connsiteY29" fmla="*/ 600607 h 1342734"/>
              <a:gd name="connsiteX30" fmla="*/ 8276883 w 10678681"/>
              <a:gd name="connsiteY30" fmla="*/ 588214 h 1342734"/>
              <a:gd name="connsiteX31" fmla="*/ 8086698 w 10678681"/>
              <a:gd name="connsiteY31" fmla="*/ 605185 h 1342734"/>
              <a:gd name="connsiteX32" fmla="*/ 7982378 w 10678681"/>
              <a:gd name="connsiteY32" fmla="*/ 629799 h 1342734"/>
              <a:gd name="connsiteX33" fmla="*/ 7947952 w 10678681"/>
              <a:gd name="connsiteY33" fmla="*/ 648003 h 1342734"/>
              <a:gd name="connsiteX34" fmla="*/ 7890112 w 10678681"/>
              <a:gd name="connsiteY34" fmla="*/ 677915 h 1342734"/>
              <a:gd name="connsiteX35" fmla="*/ 7853284 w 10678681"/>
              <a:gd name="connsiteY35" fmla="*/ 723588 h 1342734"/>
              <a:gd name="connsiteX36" fmla="*/ 7802383 w 10678681"/>
              <a:gd name="connsiteY36" fmla="*/ 739359 h 1342734"/>
              <a:gd name="connsiteX37" fmla="*/ 7730518 w 10678681"/>
              <a:gd name="connsiteY37" fmla="*/ 739526 h 1342734"/>
              <a:gd name="connsiteX38" fmla="*/ 7720084 w 10678681"/>
              <a:gd name="connsiteY38" fmla="*/ 760750 h 1342734"/>
              <a:gd name="connsiteX39" fmla="*/ 7652907 w 10678681"/>
              <a:gd name="connsiteY39" fmla="*/ 783273 h 1342734"/>
              <a:gd name="connsiteX40" fmla="*/ 7606008 w 10678681"/>
              <a:gd name="connsiteY40" fmla="*/ 800717 h 1342734"/>
              <a:gd name="connsiteX41" fmla="*/ 7480223 w 10678681"/>
              <a:gd name="connsiteY41" fmla="*/ 856821 h 1342734"/>
              <a:gd name="connsiteX42" fmla="*/ 7356005 w 10678681"/>
              <a:gd name="connsiteY42" fmla="*/ 919462 h 1342734"/>
              <a:gd name="connsiteX43" fmla="*/ 7305396 w 10678681"/>
              <a:gd name="connsiteY43" fmla="*/ 986228 h 1342734"/>
              <a:gd name="connsiteX44" fmla="*/ 7266251 w 10678681"/>
              <a:gd name="connsiteY44" fmla="*/ 967864 h 1342734"/>
              <a:gd name="connsiteX45" fmla="*/ 7258094 w 10678681"/>
              <a:gd name="connsiteY45" fmla="*/ 990679 h 1342734"/>
              <a:gd name="connsiteX46" fmla="*/ 7257893 w 10678681"/>
              <a:gd name="connsiteY46" fmla="*/ 991204 h 1342734"/>
              <a:gd name="connsiteX47" fmla="*/ 7247153 w 10678681"/>
              <a:gd name="connsiteY47" fmla="*/ 991550 h 1342734"/>
              <a:gd name="connsiteX48" fmla="*/ 7193612 w 10678681"/>
              <a:gd name="connsiteY48" fmla="*/ 987042 h 1342734"/>
              <a:gd name="connsiteX49" fmla="*/ 7132632 w 10678681"/>
              <a:gd name="connsiteY49" fmla="*/ 1042036 h 1342734"/>
              <a:gd name="connsiteX50" fmla="*/ 7105610 w 10678681"/>
              <a:gd name="connsiteY50" fmla="*/ 1053537 h 1342734"/>
              <a:gd name="connsiteX51" fmla="*/ 7069148 w 10678681"/>
              <a:gd name="connsiteY51" fmla="*/ 1047163 h 1342734"/>
              <a:gd name="connsiteX52" fmla="*/ 7039634 w 10678681"/>
              <a:gd name="connsiteY52" fmla="*/ 1059971 h 1342734"/>
              <a:gd name="connsiteX53" fmla="*/ 7033445 w 10678681"/>
              <a:gd name="connsiteY53" fmla="*/ 1063314 h 1342734"/>
              <a:gd name="connsiteX54" fmla="*/ 6999157 w 10678681"/>
              <a:gd name="connsiteY54" fmla="*/ 1055282 h 1342734"/>
              <a:gd name="connsiteX55" fmla="*/ 6981874 w 10678681"/>
              <a:gd name="connsiteY55" fmla="*/ 1053827 h 1342734"/>
              <a:gd name="connsiteX56" fmla="*/ 6976102 w 10678681"/>
              <a:gd name="connsiteY56" fmla="*/ 1047854 h 1342734"/>
              <a:gd name="connsiteX57" fmla="*/ 6951040 w 10678681"/>
              <a:gd name="connsiteY57" fmla="*/ 1048531 h 1342734"/>
              <a:gd name="connsiteX58" fmla="*/ 6948497 w 10678681"/>
              <a:gd name="connsiteY58" fmla="*/ 1050706 h 1342734"/>
              <a:gd name="connsiteX59" fmla="*/ 6926582 w 10678681"/>
              <a:gd name="connsiteY59" fmla="*/ 1043462 h 1342734"/>
              <a:gd name="connsiteX60" fmla="*/ 6833743 w 10678681"/>
              <a:gd name="connsiteY60" fmla="*/ 1027960 h 1342734"/>
              <a:gd name="connsiteX61" fmla="*/ 6687090 w 10678681"/>
              <a:gd name="connsiteY61" fmla="*/ 1063250 h 1342734"/>
              <a:gd name="connsiteX62" fmla="*/ 6431838 w 10678681"/>
              <a:gd name="connsiteY62" fmla="*/ 1063226 h 1342734"/>
              <a:gd name="connsiteX63" fmla="*/ 6327795 w 10678681"/>
              <a:gd name="connsiteY63" fmla="*/ 1088142 h 1342734"/>
              <a:gd name="connsiteX64" fmla="*/ 6136549 w 10678681"/>
              <a:gd name="connsiteY64" fmla="*/ 1100268 h 1342734"/>
              <a:gd name="connsiteX65" fmla="*/ 6004655 w 10678681"/>
              <a:gd name="connsiteY65" fmla="*/ 1114946 h 1342734"/>
              <a:gd name="connsiteX66" fmla="*/ 5936643 w 10678681"/>
              <a:gd name="connsiteY66" fmla="*/ 1095428 h 1342734"/>
              <a:gd name="connsiteX67" fmla="*/ 5912484 w 10678681"/>
              <a:gd name="connsiteY67" fmla="*/ 1112624 h 1342734"/>
              <a:gd name="connsiteX68" fmla="*/ 5908387 w 10678681"/>
              <a:gd name="connsiteY68" fmla="*/ 1116018 h 1342734"/>
              <a:gd name="connsiteX69" fmla="*/ 5890495 w 10678681"/>
              <a:gd name="connsiteY69" fmla="*/ 1120268 h 1342734"/>
              <a:gd name="connsiteX70" fmla="*/ 5887318 w 10678681"/>
              <a:gd name="connsiteY70" fmla="*/ 1133134 h 1342734"/>
              <a:gd name="connsiteX71" fmla="*/ 5861726 w 10678681"/>
              <a:gd name="connsiteY71" fmla="*/ 1147891 h 1342734"/>
              <a:gd name="connsiteX72" fmla="*/ 5805823 w 10678681"/>
              <a:gd name="connsiteY72" fmla="*/ 1152457 h 1342734"/>
              <a:gd name="connsiteX73" fmla="*/ 5689841 w 10678681"/>
              <a:gd name="connsiteY73" fmla="*/ 1176232 h 1342734"/>
              <a:gd name="connsiteX74" fmla="*/ 5605119 w 10678681"/>
              <a:gd name="connsiteY74" fmla="*/ 1190202 h 1342734"/>
              <a:gd name="connsiteX75" fmla="*/ 5488513 w 10678681"/>
              <a:gd name="connsiteY75" fmla="*/ 1205367 h 1342734"/>
              <a:gd name="connsiteX76" fmla="*/ 5402905 w 10678681"/>
              <a:gd name="connsiteY76" fmla="*/ 1241191 h 1342734"/>
              <a:gd name="connsiteX77" fmla="*/ 5285593 w 10678681"/>
              <a:gd name="connsiteY77" fmla="*/ 1273569 h 1342734"/>
              <a:gd name="connsiteX78" fmla="*/ 5192893 w 10678681"/>
              <a:gd name="connsiteY78" fmla="*/ 1247188 h 1342734"/>
              <a:gd name="connsiteX79" fmla="*/ 5186475 w 10678681"/>
              <a:gd name="connsiteY79" fmla="*/ 1257028 h 1342734"/>
              <a:gd name="connsiteX80" fmla="*/ 5126038 w 10678681"/>
              <a:gd name="connsiteY80" fmla="*/ 1263189 h 1342734"/>
              <a:gd name="connsiteX81" fmla="*/ 4894688 w 10678681"/>
              <a:gd name="connsiteY81" fmla="*/ 1247184 h 1342734"/>
              <a:gd name="connsiteX82" fmla="*/ 4788036 w 10678681"/>
              <a:gd name="connsiteY82" fmla="*/ 1238182 h 1342734"/>
              <a:gd name="connsiteX83" fmla="*/ 4747555 w 10678681"/>
              <a:gd name="connsiteY83" fmla="*/ 1252768 h 1342734"/>
              <a:gd name="connsiteX84" fmla="*/ 4679644 w 10678681"/>
              <a:gd name="connsiteY84" fmla="*/ 1276603 h 1342734"/>
              <a:gd name="connsiteX85" fmla="*/ 4632222 w 10678681"/>
              <a:gd name="connsiteY85" fmla="*/ 1318360 h 1342734"/>
              <a:gd name="connsiteX86" fmla="*/ 4617358 w 10678681"/>
              <a:gd name="connsiteY86" fmla="*/ 1327690 h 1342734"/>
              <a:gd name="connsiteX87" fmla="*/ 4589102 w 10678681"/>
              <a:gd name="connsiteY87" fmla="*/ 1321223 h 1342734"/>
              <a:gd name="connsiteX88" fmla="*/ 4578184 w 10678681"/>
              <a:gd name="connsiteY88" fmla="*/ 1326745 h 1342734"/>
              <a:gd name="connsiteX89" fmla="*/ 4574270 w 10678681"/>
              <a:gd name="connsiteY89" fmla="*/ 1325878 h 1342734"/>
              <a:gd name="connsiteX90" fmla="*/ 4564919 w 10678681"/>
              <a:gd name="connsiteY90" fmla="*/ 1325507 h 1342734"/>
              <a:gd name="connsiteX91" fmla="*/ 4566586 w 10678681"/>
              <a:gd name="connsiteY91" fmla="*/ 1316963 h 1342734"/>
              <a:gd name="connsiteX92" fmla="*/ 4556303 w 10678681"/>
              <a:gd name="connsiteY92" fmla="*/ 1300262 h 1342734"/>
              <a:gd name="connsiteX93" fmla="*/ 4502358 w 10678681"/>
              <a:gd name="connsiteY93" fmla="*/ 1302558 h 1342734"/>
              <a:gd name="connsiteX94" fmla="*/ 4498919 w 10678681"/>
              <a:gd name="connsiteY94" fmla="*/ 1312115 h 1342734"/>
              <a:gd name="connsiteX95" fmla="*/ 4492075 w 10678681"/>
              <a:gd name="connsiteY95" fmla="*/ 1313357 h 1342734"/>
              <a:gd name="connsiteX96" fmla="*/ 4487466 w 10678681"/>
              <a:gd name="connsiteY96" fmla="*/ 1304102 h 1342734"/>
              <a:gd name="connsiteX97" fmla="*/ 4398292 w 10678681"/>
              <a:gd name="connsiteY97" fmla="*/ 1278410 h 1342734"/>
              <a:gd name="connsiteX98" fmla="*/ 4306088 w 10678681"/>
              <a:gd name="connsiteY98" fmla="*/ 1282512 h 1342734"/>
              <a:gd name="connsiteX99" fmla="*/ 4188995 w 10678681"/>
              <a:gd name="connsiteY99" fmla="*/ 1296718 h 1342734"/>
              <a:gd name="connsiteX100" fmla="*/ 4136582 w 10678681"/>
              <a:gd name="connsiteY100" fmla="*/ 1287687 h 1342734"/>
              <a:gd name="connsiteX101" fmla="*/ 4064614 w 10678681"/>
              <a:gd name="connsiteY101" fmla="*/ 1296118 h 1342734"/>
              <a:gd name="connsiteX102" fmla="*/ 3900948 w 10678681"/>
              <a:gd name="connsiteY102" fmla="*/ 1322156 h 1342734"/>
              <a:gd name="connsiteX103" fmla="*/ 3787890 w 10678681"/>
              <a:gd name="connsiteY103" fmla="*/ 1322164 h 1342734"/>
              <a:gd name="connsiteX104" fmla="*/ 3745993 w 10678681"/>
              <a:gd name="connsiteY104" fmla="*/ 1342630 h 1342734"/>
              <a:gd name="connsiteX105" fmla="*/ 3675785 w 10678681"/>
              <a:gd name="connsiteY105" fmla="*/ 1326802 h 1342734"/>
              <a:gd name="connsiteX106" fmla="*/ 3623856 w 10678681"/>
              <a:gd name="connsiteY106" fmla="*/ 1290804 h 1342734"/>
              <a:gd name="connsiteX107" fmla="*/ 3564933 w 10678681"/>
              <a:gd name="connsiteY107" fmla="*/ 1287147 h 1342734"/>
              <a:gd name="connsiteX108" fmla="*/ 3550537 w 10678681"/>
              <a:gd name="connsiteY108" fmla="*/ 1317552 h 1342734"/>
              <a:gd name="connsiteX109" fmla="*/ 3487736 w 10678681"/>
              <a:gd name="connsiteY109" fmla="*/ 1303493 h 1342734"/>
              <a:gd name="connsiteX110" fmla="*/ 3392548 w 10678681"/>
              <a:gd name="connsiteY110" fmla="*/ 1278741 h 1342734"/>
              <a:gd name="connsiteX111" fmla="*/ 3337466 w 10678681"/>
              <a:gd name="connsiteY111" fmla="*/ 1272537 h 1342734"/>
              <a:gd name="connsiteX112" fmla="*/ 3175981 w 10678681"/>
              <a:gd name="connsiteY112" fmla="*/ 1208973 h 1342734"/>
              <a:gd name="connsiteX113" fmla="*/ 3036856 w 10678681"/>
              <a:gd name="connsiteY113" fmla="*/ 1214383 h 1342734"/>
              <a:gd name="connsiteX114" fmla="*/ 2824973 w 10678681"/>
              <a:gd name="connsiteY114" fmla="*/ 1134864 h 1342734"/>
              <a:gd name="connsiteX115" fmla="*/ 2804398 w 10678681"/>
              <a:gd name="connsiteY115" fmla="*/ 1125556 h 1342734"/>
              <a:gd name="connsiteX116" fmla="*/ 2736109 w 10678681"/>
              <a:gd name="connsiteY116" fmla="*/ 1137717 h 1342734"/>
              <a:gd name="connsiteX117" fmla="*/ 2659096 w 10678681"/>
              <a:gd name="connsiteY117" fmla="*/ 1150294 h 1342734"/>
              <a:gd name="connsiteX118" fmla="*/ 2567088 w 10678681"/>
              <a:gd name="connsiteY118" fmla="*/ 1181781 h 1342734"/>
              <a:gd name="connsiteX119" fmla="*/ 2454501 w 10678681"/>
              <a:gd name="connsiteY119" fmla="*/ 1155455 h 1342734"/>
              <a:gd name="connsiteX120" fmla="*/ 2385161 w 10678681"/>
              <a:gd name="connsiteY120" fmla="*/ 1161312 h 1342734"/>
              <a:gd name="connsiteX121" fmla="*/ 2273361 w 10678681"/>
              <a:gd name="connsiteY121" fmla="*/ 1134090 h 1342734"/>
              <a:gd name="connsiteX122" fmla="*/ 2132003 w 10678681"/>
              <a:gd name="connsiteY122" fmla="*/ 1139225 h 1342734"/>
              <a:gd name="connsiteX123" fmla="*/ 2041224 w 10678681"/>
              <a:gd name="connsiteY123" fmla="*/ 1147536 h 1342734"/>
              <a:gd name="connsiteX124" fmla="*/ 2010157 w 10678681"/>
              <a:gd name="connsiteY124" fmla="*/ 1152767 h 1342734"/>
              <a:gd name="connsiteX125" fmla="*/ 1859213 w 10678681"/>
              <a:gd name="connsiteY125" fmla="*/ 1199540 h 1342734"/>
              <a:gd name="connsiteX126" fmla="*/ 1735877 w 10678681"/>
              <a:gd name="connsiteY126" fmla="*/ 1246527 h 1342734"/>
              <a:gd name="connsiteX127" fmla="*/ 1705069 w 10678681"/>
              <a:gd name="connsiteY127" fmla="*/ 1251989 h 1342734"/>
              <a:gd name="connsiteX128" fmla="*/ 1307888 w 10678681"/>
              <a:gd name="connsiteY128" fmla="*/ 1283156 h 1342734"/>
              <a:gd name="connsiteX129" fmla="*/ 1220734 w 10678681"/>
              <a:gd name="connsiteY129" fmla="*/ 1257811 h 1342734"/>
              <a:gd name="connsiteX130" fmla="*/ 1021737 w 10678681"/>
              <a:gd name="connsiteY130" fmla="*/ 1238739 h 1342734"/>
              <a:gd name="connsiteX131" fmla="*/ 959820 w 10678681"/>
              <a:gd name="connsiteY131" fmla="*/ 1275863 h 1342734"/>
              <a:gd name="connsiteX132" fmla="*/ 929137 w 10678681"/>
              <a:gd name="connsiteY132" fmla="*/ 1273957 h 1342734"/>
              <a:gd name="connsiteX133" fmla="*/ 878849 w 10678681"/>
              <a:gd name="connsiteY133" fmla="*/ 1266740 h 1342734"/>
              <a:gd name="connsiteX134" fmla="*/ 800667 w 10678681"/>
              <a:gd name="connsiteY134" fmla="*/ 1282041 h 1342734"/>
              <a:gd name="connsiteX135" fmla="*/ 644906 w 10678681"/>
              <a:gd name="connsiteY135" fmla="*/ 1273685 h 1342734"/>
              <a:gd name="connsiteX136" fmla="*/ 379869 w 10678681"/>
              <a:gd name="connsiteY136" fmla="*/ 1339165 h 1342734"/>
              <a:gd name="connsiteX137" fmla="*/ 137696 w 10678681"/>
              <a:gd name="connsiteY137" fmla="*/ 1319217 h 1342734"/>
              <a:gd name="connsiteX138" fmla="*/ 54250 w 10678681"/>
              <a:gd name="connsiteY138" fmla="*/ 1315838 h 1342734"/>
              <a:gd name="connsiteX139" fmla="*/ 28042 w 10678681"/>
              <a:gd name="connsiteY139" fmla="*/ 1297822 h 1342734"/>
              <a:gd name="connsiteX140" fmla="*/ 0 w 10678681"/>
              <a:gd name="connsiteY140" fmla="*/ 1294612 h 1342734"/>
              <a:gd name="connsiteX141" fmla="*/ 0 w 10678681"/>
              <a:gd name="connsiteY141" fmla="*/ 0 h 1342734"/>
              <a:gd name="connsiteX0" fmla="*/ 0 w 10678681"/>
              <a:gd name="connsiteY0" fmla="*/ 0 h 1342734"/>
              <a:gd name="connsiteX1" fmla="*/ 10678681 w 10678681"/>
              <a:gd name="connsiteY1" fmla="*/ 0 h 1342734"/>
              <a:gd name="connsiteX2" fmla="*/ 10666019 w 10678681"/>
              <a:gd name="connsiteY2" fmla="*/ 7876 h 1342734"/>
              <a:gd name="connsiteX3" fmla="*/ 10632825 w 10678681"/>
              <a:gd name="connsiteY3" fmla="*/ 32153 h 1342734"/>
              <a:gd name="connsiteX4" fmla="*/ 10516219 w 10678681"/>
              <a:gd name="connsiteY4" fmla="*/ 45588 h 1342734"/>
              <a:gd name="connsiteX5" fmla="*/ 10456989 w 10678681"/>
              <a:gd name="connsiteY5" fmla="*/ 979 h 1342734"/>
              <a:gd name="connsiteX6" fmla="*/ 10438642 w 10678681"/>
              <a:gd name="connsiteY6" fmla="*/ 1524 h 1342734"/>
              <a:gd name="connsiteX7" fmla="*/ 10407146 w 10678681"/>
              <a:gd name="connsiteY7" fmla="*/ 43659 h 1342734"/>
              <a:gd name="connsiteX8" fmla="*/ 10341159 w 10678681"/>
              <a:gd name="connsiteY8" fmla="*/ 103824 h 1342734"/>
              <a:gd name="connsiteX9" fmla="*/ 10244930 w 10678681"/>
              <a:gd name="connsiteY9" fmla="*/ 94599 h 1342734"/>
              <a:gd name="connsiteX10" fmla="*/ 10115334 w 10678681"/>
              <a:gd name="connsiteY10" fmla="*/ 155658 h 1342734"/>
              <a:gd name="connsiteX11" fmla="*/ 10068157 w 10678681"/>
              <a:gd name="connsiteY11" fmla="*/ 215673 h 1342734"/>
              <a:gd name="connsiteX12" fmla="*/ 10045431 w 10678681"/>
              <a:gd name="connsiteY12" fmla="*/ 229568 h 1342734"/>
              <a:gd name="connsiteX13" fmla="*/ 9929077 w 10678681"/>
              <a:gd name="connsiteY13" fmla="*/ 209062 h 1342734"/>
              <a:gd name="connsiteX14" fmla="*/ 9840045 w 10678681"/>
              <a:gd name="connsiteY14" fmla="*/ 223033 h 1342734"/>
              <a:gd name="connsiteX15" fmla="*/ 9679639 w 10678681"/>
              <a:gd name="connsiteY15" fmla="*/ 247182 h 1342734"/>
              <a:gd name="connsiteX16" fmla="*/ 9498347 w 10678681"/>
              <a:gd name="connsiteY16" fmla="*/ 244723 h 1342734"/>
              <a:gd name="connsiteX17" fmla="*/ 9366026 w 10678681"/>
              <a:gd name="connsiteY17" fmla="*/ 299024 h 1342734"/>
              <a:gd name="connsiteX18" fmla="*/ 9316702 w 10678681"/>
              <a:gd name="connsiteY18" fmla="*/ 356523 h 1342734"/>
              <a:gd name="connsiteX19" fmla="*/ 9121744 w 10678681"/>
              <a:gd name="connsiteY19" fmla="*/ 365177 h 1342734"/>
              <a:gd name="connsiteX20" fmla="*/ 9061654 w 10678681"/>
              <a:gd name="connsiteY20" fmla="*/ 393730 h 1342734"/>
              <a:gd name="connsiteX21" fmla="*/ 8997577 w 10678681"/>
              <a:gd name="connsiteY21" fmla="*/ 380865 h 1342734"/>
              <a:gd name="connsiteX22" fmla="*/ 8907968 w 10678681"/>
              <a:gd name="connsiteY22" fmla="*/ 447345 h 1342734"/>
              <a:gd name="connsiteX23" fmla="*/ 8764163 w 10678681"/>
              <a:gd name="connsiteY23" fmla="*/ 471000 h 1342734"/>
              <a:gd name="connsiteX24" fmla="*/ 8680155 w 10678681"/>
              <a:gd name="connsiteY24" fmla="*/ 492404 h 1342734"/>
              <a:gd name="connsiteX25" fmla="*/ 8651436 w 10678681"/>
              <a:gd name="connsiteY25" fmla="*/ 511923 h 1342734"/>
              <a:gd name="connsiteX26" fmla="*/ 8609185 w 10678681"/>
              <a:gd name="connsiteY26" fmla="*/ 531525 h 1342734"/>
              <a:gd name="connsiteX27" fmla="*/ 8537091 w 10678681"/>
              <a:gd name="connsiteY27" fmla="*/ 574933 h 1342734"/>
              <a:gd name="connsiteX28" fmla="*/ 8435931 w 10678681"/>
              <a:gd name="connsiteY28" fmla="*/ 617926 h 1342734"/>
              <a:gd name="connsiteX29" fmla="*/ 8348623 w 10678681"/>
              <a:gd name="connsiteY29" fmla="*/ 600607 h 1342734"/>
              <a:gd name="connsiteX30" fmla="*/ 8276883 w 10678681"/>
              <a:gd name="connsiteY30" fmla="*/ 588214 h 1342734"/>
              <a:gd name="connsiteX31" fmla="*/ 8086698 w 10678681"/>
              <a:gd name="connsiteY31" fmla="*/ 605185 h 1342734"/>
              <a:gd name="connsiteX32" fmla="*/ 7982378 w 10678681"/>
              <a:gd name="connsiteY32" fmla="*/ 629799 h 1342734"/>
              <a:gd name="connsiteX33" fmla="*/ 7947952 w 10678681"/>
              <a:gd name="connsiteY33" fmla="*/ 648003 h 1342734"/>
              <a:gd name="connsiteX34" fmla="*/ 7890112 w 10678681"/>
              <a:gd name="connsiteY34" fmla="*/ 677915 h 1342734"/>
              <a:gd name="connsiteX35" fmla="*/ 7853284 w 10678681"/>
              <a:gd name="connsiteY35" fmla="*/ 723588 h 1342734"/>
              <a:gd name="connsiteX36" fmla="*/ 7802383 w 10678681"/>
              <a:gd name="connsiteY36" fmla="*/ 739359 h 1342734"/>
              <a:gd name="connsiteX37" fmla="*/ 7730518 w 10678681"/>
              <a:gd name="connsiteY37" fmla="*/ 739526 h 1342734"/>
              <a:gd name="connsiteX38" fmla="*/ 7720084 w 10678681"/>
              <a:gd name="connsiteY38" fmla="*/ 760750 h 1342734"/>
              <a:gd name="connsiteX39" fmla="*/ 7652907 w 10678681"/>
              <a:gd name="connsiteY39" fmla="*/ 783273 h 1342734"/>
              <a:gd name="connsiteX40" fmla="*/ 7606008 w 10678681"/>
              <a:gd name="connsiteY40" fmla="*/ 800717 h 1342734"/>
              <a:gd name="connsiteX41" fmla="*/ 7480223 w 10678681"/>
              <a:gd name="connsiteY41" fmla="*/ 856821 h 1342734"/>
              <a:gd name="connsiteX42" fmla="*/ 7356005 w 10678681"/>
              <a:gd name="connsiteY42" fmla="*/ 919462 h 1342734"/>
              <a:gd name="connsiteX43" fmla="*/ 7305396 w 10678681"/>
              <a:gd name="connsiteY43" fmla="*/ 986228 h 1342734"/>
              <a:gd name="connsiteX44" fmla="*/ 7266251 w 10678681"/>
              <a:gd name="connsiteY44" fmla="*/ 967864 h 1342734"/>
              <a:gd name="connsiteX45" fmla="*/ 7258094 w 10678681"/>
              <a:gd name="connsiteY45" fmla="*/ 990679 h 1342734"/>
              <a:gd name="connsiteX46" fmla="*/ 7257893 w 10678681"/>
              <a:gd name="connsiteY46" fmla="*/ 991204 h 1342734"/>
              <a:gd name="connsiteX47" fmla="*/ 7247153 w 10678681"/>
              <a:gd name="connsiteY47" fmla="*/ 991550 h 1342734"/>
              <a:gd name="connsiteX48" fmla="*/ 7193612 w 10678681"/>
              <a:gd name="connsiteY48" fmla="*/ 987042 h 1342734"/>
              <a:gd name="connsiteX49" fmla="*/ 7132632 w 10678681"/>
              <a:gd name="connsiteY49" fmla="*/ 1042036 h 1342734"/>
              <a:gd name="connsiteX50" fmla="*/ 7105610 w 10678681"/>
              <a:gd name="connsiteY50" fmla="*/ 1053537 h 1342734"/>
              <a:gd name="connsiteX51" fmla="*/ 7069148 w 10678681"/>
              <a:gd name="connsiteY51" fmla="*/ 1047163 h 1342734"/>
              <a:gd name="connsiteX52" fmla="*/ 7039634 w 10678681"/>
              <a:gd name="connsiteY52" fmla="*/ 1059971 h 1342734"/>
              <a:gd name="connsiteX53" fmla="*/ 7033445 w 10678681"/>
              <a:gd name="connsiteY53" fmla="*/ 1063314 h 1342734"/>
              <a:gd name="connsiteX54" fmla="*/ 6999157 w 10678681"/>
              <a:gd name="connsiteY54" fmla="*/ 1055282 h 1342734"/>
              <a:gd name="connsiteX55" fmla="*/ 6981874 w 10678681"/>
              <a:gd name="connsiteY55" fmla="*/ 1053827 h 1342734"/>
              <a:gd name="connsiteX56" fmla="*/ 6976102 w 10678681"/>
              <a:gd name="connsiteY56" fmla="*/ 1047854 h 1342734"/>
              <a:gd name="connsiteX57" fmla="*/ 6951040 w 10678681"/>
              <a:gd name="connsiteY57" fmla="*/ 1048531 h 1342734"/>
              <a:gd name="connsiteX58" fmla="*/ 6948497 w 10678681"/>
              <a:gd name="connsiteY58" fmla="*/ 1050706 h 1342734"/>
              <a:gd name="connsiteX59" fmla="*/ 6926582 w 10678681"/>
              <a:gd name="connsiteY59" fmla="*/ 1043462 h 1342734"/>
              <a:gd name="connsiteX60" fmla="*/ 6833743 w 10678681"/>
              <a:gd name="connsiteY60" fmla="*/ 1027960 h 1342734"/>
              <a:gd name="connsiteX61" fmla="*/ 6687090 w 10678681"/>
              <a:gd name="connsiteY61" fmla="*/ 1063250 h 1342734"/>
              <a:gd name="connsiteX62" fmla="*/ 6431838 w 10678681"/>
              <a:gd name="connsiteY62" fmla="*/ 1063226 h 1342734"/>
              <a:gd name="connsiteX63" fmla="*/ 6327795 w 10678681"/>
              <a:gd name="connsiteY63" fmla="*/ 1088142 h 1342734"/>
              <a:gd name="connsiteX64" fmla="*/ 6136549 w 10678681"/>
              <a:gd name="connsiteY64" fmla="*/ 1100268 h 1342734"/>
              <a:gd name="connsiteX65" fmla="*/ 6004655 w 10678681"/>
              <a:gd name="connsiteY65" fmla="*/ 1114946 h 1342734"/>
              <a:gd name="connsiteX66" fmla="*/ 5936643 w 10678681"/>
              <a:gd name="connsiteY66" fmla="*/ 1095428 h 1342734"/>
              <a:gd name="connsiteX67" fmla="*/ 5912484 w 10678681"/>
              <a:gd name="connsiteY67" fmla="*/ 1112624 h 1342734"/>
              <a:gd name="connsiteX68" fmla="*/ 5908387 w 10678681"/>
              <a:gd name="connsiteY68" fmla="*/ 1116018 h 1342734"/>
              <a:gd name="connsiteX69" fmla="*/ 5890495 w 10678681"/>
              <a:gd name="connsiteY69" fmla="*/ 1120268 h 1342734"/>
              <a:gd name="connsiteX70" fmla="*/ 5887318 w 10678681"/>
              <a:gd name="connsiteY70" fmla="*/ 1133134 h 1342734"/>
              <a:gd name="connsiteX71" fmla="*/ 5861726 w 10678681"/>
              <a:gd name="connsiteY71" fmla="*/ 1147891 h 1342734"/>
              <a:gd name="connsiteX72" fmla="*/ 5805823 w 10678681"/>
              <a:gd name="connsiteY72" fmla="*/ 1152457 h 1342734"/>
              <a:gd name="connsiteX73" fmla="*/ 5689841 w 10678681"/>
              <a:gd name="connsiteY73" fmla="*/ 1176232 h 1342734"/>
              <a:gd name="connsiteX74" fmla="*/ 5605119 w 10678681"/>
              <a:gd name="connsiteY74" fmla="*/ 1190202 h 1342734"/>
              <a:gd name="connsiteX75" fmla="*/ 5488513 w 10678681"/>
              <a:gd name="connsiteY75" fmla="*/ 1205367 h 1342734"/>
              <a:gd name="connsiteX76" fmla="*/ 5402905 w 10678681"/>
              <a:gd name="connsiteY76" fmla="*/ 1241191 h 1342734"/>
              <a:gd name="connsiteX77" fmla="*/ 5285593 w 10678681"/>
              <a:gd name="connsiteY77" fmla="*/ 1273569 h 1342734"/>
              <a:gd name="connsiteX78" fmla="*/ 5192893 w 10678681"/>
              <a:gd name="connsiteY78" fmla="*/ 1247188 h 1342734"/>
              <a:gd name="connsiteX79" fmla="*/ 5186475 w 10678681"/>
              <a:gd name="connsiteY79" fmla="*/ 1257028 h 1342734"/>
              <a:gd name="connsiteX80" fmla="*/ 5126038 w 10678681"/>
              <a:gd name="connsiteY80" fmla="*/ 1263189 h 1342734"/>
              <a:gd name="connsiteX81" fmla="*/ 4894688 w 10678681"/>
              <a:gd name="connsiteY81" fmla="*/ 1247184 h 1342734"/>
              <a:gd name="connsiteX82" fmla="*/ 4788036 w 10678681"/>
              <a:gd name="connsiteY82" fmla="*/ 1238182 h 1342734"/>
              <a:gd name="connsiteX83" fmla="*/ 4747555 w 10678681"/>
              <a:gd name="connsiteY83" fmla="*/ 1252768 h 1342734"/>
              <a:gd name="connsiteX84" fmla="*/ 4679644 w 10678681"/>
              <a:gd name="connsiteY84" fmla="*/ 1276603 h 1342734"/>
              <a:gd name="connsiteX85" fmla="*/ 4632222 w 10678681"/>
              <a:gd name="connsiteY85" fmla="*/ 1318360 h 1342734"/>
              <a:gd name="connsiteX86" fmla="*/ 4617358 w 10678681"/>
              <a:gd name="connsiteY86" fmla="*/ 1327690 h 1342734"/>
              <a:gd name="connsiteX87" fmla="*/ 4589102 w 10678681"/>
              <a:gd name="connsiteY87" fmla="*/ 1321223 h 1342734"/>
              <a:gd name="connsiteX88" fmla="*/ 4578184 w 10678681"/>
              <a:gd name="connsiteY88" fmla="*/ 1326745 h 1342734"/>
              <a:gd name="connsiteX89" fmla="*/ 4574270 w 10678681"/>
              <a:gd name="connsiteY89" fmla="*/ 1325878 h 1342734"/>
              <a:gd name="connsiteX90" fmla="*/ 4564919 w 10678681"/>
              <a:gd name="connsiteY90" fmla="*/ 1325507 h 1342734"/>
              <a:gd name="connsiteX91" fmla="*/ 4566586 w 10678681"/>
              <a:gd name="connsiteY91" fmla="*/ 1316963 h 1342734"/>
              <a:gd name="connsiteX92" fmla="*/ 4556303 w 10678681"/>
              <a:gd name="connsiteY92" fmla="*/ 1300262 h 1342734"/>
              <a:gd name="connsiteX93" fmla="*/ 4502358 w 10678681"/>
              <a:gd name="connsiteY93" fmla="*/ 1302558 h 1342734"/>
              <a:gd name="connsiteX94" fmla="*/ 4498919 w 10678681"/>
              <a:gd name="connsiteY94" fmla="*/ 1312115 h 1342734"/>
              <a:gd name="connsiteX95" fmla="*/ 4492075 w 10678681"/>
              <a:gd name="connsiteY95" fmla="*/ 1313357 h 1342734"/>
              <a:gd name="connsiteX96" fmla="*/ 4487466 w 10678681"/>
              <a:gd name="connsiteY96" fmla="*/ 1304102 h 1342734"/>
              <a:gd name="connsiteX97" fmla="*/ 4398292 w 10678681"/>
              <a:gd name="connsiteY97" fmla="*/ 1278410 h 1342734"/>
              <a:gd name="connsiteX98" fmla="*/ 4306088 w 10678681"/>
              <a:gd name="connsiteY98" fmla="*/ 1282512 h 1342734"/>
              <a:gd name="connsiteX99" fmla="*/ 4188995 w 10678681"/>
              <a:gd name="connsiteY99" fmla="*/ 1296718 h 1342734"/>
              <a:gd name="connsiteX100" fmla="*/ 4136582 w 10678681"/>
              <a:gd name="connsiteY100" fmla="*/ 1287687 h 1342734"/>
              <a:gd name="connsiteX101" fmla="*/ 4064614 w 10678681"/>
              <a:gd name="connsiteY101" fmla="*/ 1296118 h 1342734"/>
              <a:gd name="connsiteX102" fmla="*/ 3900948 w 10678681"/>
              <a:gd name="connsiteY102" fmla="*/ 1322156 h 1342734"/>
              <a:gd name="connsiteX103" fmla="*/ 3787890 w 10678681"/>
              <a:gd name="connsiteY103" fmla="*/ 1322164 h 1342734"/>
              <a:gd name="connsiteX104" fmla="*/ 3745993 w 10678681"/>
              <a:gd name="connsiteY104" fmla="*/ 1342630 h 1342734"/>
              <a:gd name="connsiteX105" fmla="*/ 3675785 w 10678681"/>
              <a:gd name="connsiteY105" fmla="*/ 1326802 h 1342734"/>
              <a:gd name="connsiteX106" fmla="*/ 3623856 w 10678681"/>
              <a:gd name="connsiteY106" fmla="*/ 1290804 h 1342734"/>
              <a:gd name="connsiteX107" fmla="*/ 3564933 w 10678681"/>
              <a:gd name="connsiteY107" fmla="*/ 1287147 h 1342734"/>
              <a:gd name="connsiteX108" fmla="*/ 3550537 w 10678681"/>
              <a:gd name="connsiteY108" fmla="*/ 1317552 h 1342734"/>
              <a:gd name="connsiteX109" fmla="*/ 3487736 w 10678681"/>
              <a:gd name="connsiteY109" fmla="*/ 1303493 h 1342734"/>
              <a:gd name="connsiteX110" fmla="*/ 3392548 w 10678681"/>
              <a:gd name="connsiteY110" fmla="*/ 1278741 h 1342734"/>
              <a:gd name="connsiteX111" fmla="*/ 3337466 w 10678681"/>
              <a:gd name="connsiteY111" fmla="*/ 1272537 h 1342734"/>
              <a:gd name="connsiteX112" fmla="*/ 3175981 w 10678681"/>
              <a:gd name="connsiteY112" fmla="*/ 1208973 h 1342734"/>
              <a:gd name="connsiteX113" fmla="*/ 3036856 w 10678681"/>
              <a:gd name="connsiteY113" fmla="*/ 1214383 h 1342734"/>
              <a:gd name="connsiteX114" fmla="*/ 2824973 w 10678681"/>
              <a:gd name="connsiteY114" fmla="*/ 1134864 h 1342734"/>
              <a:gd name="connsiteX115" fmla="*/ 2804398 w 10678681"/>
              <a:gd name="connsiteY115" fmla="*/ 1125556 h 1342734"/>
              <a:gd name="connsiteX116" fmla="*/ 2736109 w 10678681"/>
              <a:gd name="connsiteY116" fmla="*/ 1137717 h 1342734"/>
              <a:gd name="connsiteX117" fmla="*/ 2659096 w 10678681"/>
              <a:gd name="connsiteY117" fmla="*/ 1150294 h 1342734"/>
              <a:gd name="connsiteX118" fmla="*/ 2567088 w 10678681"/>
              <a:gd name="connsiteY118" fmla="*/ 1181781 h 1342734"/>
              <a:gd name="connsiteX119" fmla="*/ 2454501 w 10678681"/>
              <a:gd name="connsiteY119" fmla="*/ 1155455 h 1342734"/>
              <a:gd name="connsiteX120" fmla="*/ 2385161 w 10678681"/>
              <a:gd name="connsiteY120" fmla="*/ 1161312 h 1342734"/>
              <a:gd name="connsiteX121" fmla="*/ 2273361 w 10678681"/>
              <a:gd name="connsiteY121" fmla="*/ 1134090 h 1342734"/>
              <a:gd name="connsiteX122" fmla="*/ 2132003 w 10678681"/>
              <a:gd name="connsiteY122" fmla="*/ 1139225 h 1342734"/>
              <a:gd name="connsiteX123" fmla="*/ 2041224 w 10678681"/>
              <a:gd name="connsiteY123" fmla="*/ 1147536 h 1342734"/>
              <a:gd name="connsiteX124" fmla="*/ 2010157 w 10678681"/>
              <a:gd name="connsiteY124" fmla="*/ 1152767 h 1342734"/>
              <a:gd name="connsiteX125" fmla="*/ 1859213 w 10678681"/>
              <a:gd name="connsiteY125" fmla="*/ 1199540 h 1342734"/>
              <a:gd name="connsiteX126" fmla="*/ 1735877 w 10678681"/>
              <a:gd name="connsiteY126" fmla="*/ 1246527 h 1342734"/>
              <a:gd name="connsiteX127" fmla="*/ 1705069 w 10678681"/>
              <a:gd name="connsiteY127" fmla="*/ 1251989 h 1342734"/>
              <a:gd name="connsiteX128" fmla="*/ 1307888 w 10678681"/>
              <a:gd name="connsiteY128" fmla="*/ 1283156 h 1342734"/>
              <a:gd name="connsiteX129" fmla="*/ 1220734 w 10678681"/>
              <a:gd name="connsiteY129" fmla="*/ 1257811 h 1342734"/>
              <a:gd name="connsiteX130" fmla="*/ 1021737 w 10678681"/>
              <a:gd name="connsiteY130" fmla="*/ 1238739 h 1342734"/>
              <a:gd name="connsiteX131" fmla="*/ 959820 w 10678681"/>
              <a:gd name="connsiteY131" fmla="*/ 1275863 h 1342734"/>
              <a:gd name="connsiteX132" fmla="*/ 929137 w 10678681"/>
              <a:gd name="connsiteY132" fmla="*/ 1273957 h 1342734"/>
              <a:gd name="connsiteX133" fmla="*/ 878849 w 10678681"/>
              <a:gd name="connsiteY133" fmla="*/ 1266740 h 1342734"/>
              <a:gd name="connsiteX134" fmla="*/ 800667 w 10678681"/>
              <a:gd name="connsiteY134" fmla="*/ 1282041 h 1342734"/>
              <a:gd name="connsiteX135" fmla="*/ 644906 w 10678681"/>
              <a:gd name="connsiteY135" fmla="*/ 1273685 h 1342734"/>
              <a:gd name="connsiteX136" fmla="*/ 379869 w 10678681"/>
              <a:gd name="connsiteY136" fmla="*/ 1339165 h 1342734"/>
              <a:gd name="connsiteX137" fmla="*/ 137696 w 10678681"/>
              <a:gd name="connsiteY137" fmla="*/ 1319217 h 1342734"/>
              <a:gd name="connsiteX138" fmla="*/ 54250 w 10678681"/>
              <a:gd name="connsiteY138" fmla="*/ 1315838 h 1342734"/>
              <a:gd name="connsiteX139" fmla="*/ 28042 w 10678681"/>
              <a:gd name="connsiteY139" fmla="*/ 1297822 h 1342734"/>
              <a:gd name="connsiteX140" fmla="*/ 0 w 10678681"/>
              <a:gd name="connsiteY140" fmla="*/ 1294612 h 1342734"/>
              <a:gd name="connsiteX141" fmla="*/ 0 w 10678681"/>
              <a:gd name="connsiteY141" fmla="*/ 0 h 1342734"/>
              <a:gd name="connsiteX0" fmla="*/ 0 w 10678681"/>
              <a:gd name="connsiteY0" fmla="*/ 0 h 1342734"/>
              <a:gd name="connsiteX1" fmla="*/ 10678681 w 10678681"/>
              <a:gd name="connsiteY1" fmla="*/ 0 h 1342734"/>
              <a:gd name="connsiteX2" fmla="*/ 10666019 w 10678681"/>
              <a:gd name="connsiteY2" fmla="*/ 7876 h 1342734"/>
              <a:gd name="connsiteX3" fmla="*/ 10632825 w 10678681"/>
              <a:gd name="connsiteY3" fmla="*/ 32153 h 1342734"/>
              <a:gd name="connsiteX4" fmla="*/ 10516219 w 10678681"/>
              <a:gd name="connsiteY4" fmla="*/ 45588 h 1342734"/>
              <a:gd name="connsiteX5" fmla="*/ 10456989 w 10678681"/>
              <a:gd name="connsiteY5" fmla="*/ 979 h 1342734"/>
              <a:gd name="connsiteX6" fmla="*/ 10438642 w 10678681"/>
              <a:gd name="connsiteY6" fmla="*/ 1524 h 1342734"/>
              <a:gd name="connsiteX7" fmla="*/ 10407146 w 10678681"/>
              <a:gd name="connsiteY7" fmla="*/ 43659 h 1342734"/>
              <a:gd name="connsiteX8" fmla="*/ 10341159 w 10678681"/>
              <a:gd name="connsiteY8" fmla="*/ 103824 h 1342734"/>
              <a:gd name="connsiteX9" fmla="*/ 10244930 w 10678681"/>
              <a:gd name="connsiteY9" fmla="*/ 94599 h 1342734"/>
              <a:gd name="connsiteX10" fmla="*/ 10115334 w 10678681"/>
              <a:gd name="connsiteY10" fmla="*/ 155658 h 1342734"/>
              <a:gd name="connsiteX11" fmla="*/ 10068157 w 10678681"/>
              <a:gd name="connsiteY11" fmla="*/ 215673 h 1342734"/>
              <a:gd name="connsiteX12" fmla="*/ 10045431 w 10678681"/>
              <a:gd name="connsiteY12" fmla="*/ 229568 h 1342734"/>
              <a:gd name="connsiteX13" fmla="*/ 9929077 w 10678681"/>
              <a:gd name="connsiteY13" fmla="*/ 209062 h 1342734"/>
              <a:gd name="connsiteX14" fmla="*/ 9840045 w 10678681"/>
              <a:gd name="connsiteY14" fmla="*/ 223033 h 1342734"/>
              <a:gd name="connsiteX15" fmla="*/ 9679639 w 10678681"/>
              <a:gd name="connsiteY15" fmla="*/ 247182 h 1342734"/>
              <a:gd name="connsiteX16" fmla="*/ 9498347 w 10678681"/>
              <a:gd name="connsiteY16" fmla="*/ 244723 h 1342734"/>
              <a:gd name="connsiteX17" fmla="*/ 9366026 w 10678681"/>
              <a:gd name="connsiteY17" fmla="*/ 299024 h 1342734"/>
              <a:gd name="connsiteX18" fmla="*/ 9316702 w 10678681"/>
              <a:gd name="connsiteY18" fmla="*/ 356523 h 1342734"/>
              <a:gd name="connsiteX19" fmla="*/ 9121744 w 10678681"/>
              <a:gd name="connsiteY19" fmla="*/ 365177 h 1342734"/>
              <a:gd name="connsiteX20" fmla="*/ 9061654 w 10678681"/>
              <a:gd name="connsiteY20" fmla="*/ 393730 h 1342734"/>
              <a:gd name="connsiteX21" fmla="*/ 8997577 w 10678681"/>
              <a:gd name="connsiteY21" fmla="*/ 380865 h 1342734"/>
              <a:gd name="connsiteX22" fmla="*/ 8907968 w 10678681"/>
              <a:gd name="connsiteY22" fmla="*/ 447345 h 1342734"/>
              <a:gd name="connsiteX23" fmla="*/ 8764163 w 10678681"/>
              <a:gd name="connsiteY23" fmla="*/ 471000 h 1342734"/>
              <a:gd name="connsiteX24" fmla="*/ 8680155 w 10678681"/>
              <a:gd name="connsiteY24" fmla="*/ 492404 h 1342734"/>
              <a:gd name="connsiteX25" fmla="*/ 8651436 w 10678681"/>
              <a:gd name="connsiteY25" fmla="*/ 511923 h 1342734"/>
              <a:gd name="connsiteX26" fmla="*/ 8609185 w 10678681"/>
              <a:gd name="connsiteY26" fmla="*/ 531525 h 1342734"/>
              <a:gd name="connsiteX27" fmla="*/ 8537091 w 10678681"/>
              <a:gd name="connsiteY27" fmla="*/ 574933 h 1342734"/>
              <a:gd name="connsiteX28" fmla="*/ 8435931 w 10678681"/>
              <a:gd name="connsiteY28" fmla="*/ 617926 h 1342734"/>
              <a:gd name="connsiteX29" fmla="*/ 8348623 w 10678681"/>
              <a:gd name="connsiteY29" fmla="*/ 600607 h 1342734"/>
              <a:gd name="connsiteX30" fmla="*/ 8276883 w 10678681"/>
              <a:gd name="connsiteY30" fmla="*/ 588214 h 1342734"/>
              <a:gd name="connsiteX31" fmla="*/ 8086698 w 10678681"/>
              <a:gd name="connsiteY31" fmla="*/ 605185 h 1342734"/>
              <a:gd name="connsiteX32" fmla="*/ 7982378 w 10678681"/>
              <a:gd name="connsiteY32" fmla="*/ 629799 h 1342734"/>
              <a:gd name="connsiteX33" fmla="*/ 7947952 w 10678681"/>
              <a:gd name="connsiteY33" fmla="*/ 648003 h 1342734"/>
              <a:gd name="connsiteX34" fmla="*/ 7890112 w 10678681"/>
              <a:gd name="connsiteY34" fmla="*/ 677915 h 1342734"/>
              <a:gd name="connsiteX35" fmla="*/ 7853284 w 10678681"/>
              <a:gd name="connsiteY35" fmla="*/ 723588 h 1342734"/>
              <a:gd name="connsiteX36" fmla="*/ 7802383 w 10678681"/>
              <a:gd name="connsiteY36" fmla="*/ 739359 h 1342734"/>
              <a:gd name="connsiteX37" fmla="*/ 7730518 w 10678681"/>
              <a:gd name="connsiteY37" fmla="*/ 739526 h 1342734"/>
              <a:gd name="connsiteX38" fmla="*/ 7720084 w 10678681"/>
              <a:gd name="connsiteY38" fmla="*/ 760750 h 1342734"/>
              <a:gd name="connsiteX39" fmla="*/ 7652907 w 10678681"/>
              <a:gd name="connsiteY39" fmla="*/ 783273 h 1342734"/>
              <a:gd name="connsiteX40" fmla="*/ 7606008 w 10678681"/>
              <a:gd name="connsiteY40" fmla="*/ 800717 h 1342734"/>
              <a:gd name="connsiteX41" fmla="*/ 7480223 w 10678681"/>
              <a:gd name="connsiteY41" fmla="*/ 856821 h 1342734"/>
              <a:gd name="connsiteX42" fmla="*/ 7356005 w 10678681"/>
              <a:gd name="connsiteY42" fmla="*/ 919462 h 1342734"/>
              <a:gd name="connsiteX43" fmla="*/ 7305396 w 10678681"/>
              <a:gd name="connsiteY43" fmla="*/ 986228 h 1342734"/>
              <a:gd name="connsiteX44" fmla="*/ 7266251 w 10678681"/>
              <a:gd name="connsiteY44" fmla="*/ 967864 h 1342734"/>
              <a:gd name="connsiteX45" fmla="*/ 7258094 w 10678681"/>
              <a:gd name="connsiteY45" fmla="*/ 990679 h 1342734"/>
              <a:gd name="connsiteX46" fmla="*/ 7257893 w 10678681"/>
              <a:gd name="connsiteY46" fmla="*/ 991204 h 1342734"/>
              <a:gd name="connsiteX47" fmla="*/ 7247153 w 10678681"/>
              <a:gd name="connsiteY47" fmla="*/ 991550 h 1342734"/>
              <a:gd name="connsiteX48" fmla="*/ 7193612 w 10678681"/>
              <a:gd name="connsiteY48" fmla="*/ 987042 h 1342734"/>
              <a:gd name="connsiteX49" fmla="*/ 7132632 w 10678681"/>
              <a:gd name="connsiteY49" fmla="*/ 1042036 h 1342734"/>
              <a:gd name="connsiteX50" fmla="*/ 7105610 w 10678681"/>
              <a:gd name="connsiteY50" fmla="*/ 1053537 h 1342734"/>
              <a:gd name="connsiteX51" fmla="*/ 7069148 w 10678681"/>
              <a:gd name="connsiteY51" fmla="*/ 1047163 h 1342734"/>
              <a:gd name="connsiteX52" fmla="*/ 7039634 w 10678681"/>
              <a:gd name="connsiteY52" fmla="*/ 1059971 h 1342734"/>
              <a:gd name="connsiteX53" fmla="*/ 7033445 w 10678681"/>
              <a:gd name="connsiteY53" fmla="*/ 1063314 h 1342734"/>
              <a:gd name="connsiteX54" fmla="*/ 6999157 w 10678681"/>
              <a:gd name="connsiteY54" fmla="*/ 1055282 h 1342734"/>
              <a:gd name="connsiteX55" fmla="*/ 6981874 w 10678681"/>
              <a:gd name="connsiteY55" fmla="*/ 1053827 h 1342734"/>
              <a:gd name="connsiteX56" fmla="*/ 6976102 w 10678681"/>
              <a:gd name="connsiteY56" fmla="*/ 1047854 h 1342734"/>
              <a:gd name="connsiteX57" fmla="*/ 6951040 w 10678681"/>
              <a:gd name="connsiteY57" fmla="*/ 1048531 h 1342734"/>
              <a:gd name="connsiteX58" fmla="*/ 6948497 w 10678681"/>
              <a:gd name="connsiteY58" fmla="*/ 1050706 h 1342734"/>
              <a:gd name="connsiteX59" fmla="*/ 6926582 w 10678681"/>
              <a:gd name="connsiteY59" fmla="*/ 1043462 h 1342734"/>
              <a:gd name="connsiteX60" fmla="*/ 6833743 w 10678681"/>
              <a:gd name="connsiteY60" fmla="*/ 1027960 h 1342734"/>
              <a:gd name="connsiteX61" fmla="*/ 6687090 w 10678681"/>
              <a:gd name="connsiteY61" fmla="*/ 1063250 h 1342734"/>
              <a:gd name="connsiteX62" fmla="*/ 6431838 w 10678681"/>
              <a:gd name="connsiteY62" fmla="*/ 1063226 h 1342734"/>
              <a:gd name="connsiteX63" fmla="*/ 6327795 w 10678681"/>
              <a:gd name="connsiteY63" fmla="*/ 1088142 h 1342734"/>
              <a:gd name="connsiteX64" fmla="*/ 6136549 w 10678681"/>
              <a:gd name="connsiteY64" fmla="*/ 1100268 h 1342734"/>
              <a:gd name="connsiteX65" fmla="*/ 6004655 w 10678681"/>
              <a:gd name="connsiteY65" fmla="*/ 1114946 h 1342734"/>
              <a:gd name="connsiteX66" fmla="*/ 5936643 w 10678681"/>
              <a:gd name="connsiteY66" fmla="*/ 1095428 h 1342734"/>
              <a:gd name="connsiteX67" fmla="*/ 5912484 w 10678681"/>
              <a:gd name="connsiteY67" fmla="*/ 1112624 h 1342734"/>
              <a:gd name="connsiteX68" fmla="*/ 5908387 w 10678681"/>
              <a:gd name="connsiteY68" fmla="*/ 1116018 h 1342734"/>
              <a:gd name="connsiteX69" fmla="*/ 5890495 w 10678681"/>
              <a:gd name="connsiteY69" fmla="*/ 1120268 h 1342734"/>
              <a:gd name="connsiteX70" fmla="*/ 5887318 w 10678681"/>
              <a:gd name="connsiteY70" fmla="*/ 1133134 h 1342734"/>
              <a:gd name="connsiteX71" fmla="*/ 5861726 w 10678681"/>
              <a:gd name="connsiteY71" fmla="*/ 1147891 h 1342734"/>
              <a:gd name="connsiteX72" fmla="*/ 5805823 w 10678681"/>
              <a:gd name="connsiteY72" fmla="*/ 1152457 h 1342734"/>
              <a:gd name="connsiteX73" fmla="*/ 5689841 w 10678681"/>
              <a:gd name="connsiteY73" fmla="*/ 1176232 h 1342734"/>
              <a:gd name="connsiteX74" fmla="*/ 5605119 w 10678681"/>
              <a:gd name="connsiteY74" fmla="*/ 1190202 h 1342734"/>
              <a:gd name="connsiteX75" fmla="*/ 5488513 w 10678681"/>
              <a:gd name="connsiteY75" fmla="*/ 1205367 h 1342734"/>
              <a:gd name="connsiteX76" fmla="*/ 5402905 w 10678681"/>
              <a:gd name="connsiteY76" fmla="*/ 1241191 h 1342734"/>
              <a:gd name="connsiteX77" fmla="*/ 5285593 w 10678681"/>
              <a:gd name="connsiteY77" fmla="*/ 1273569 h 1342734"/>
              <a:gd name="connsiteX78" fmla="*/ 5192893 w 10678681"/>
              <a:gd name="connsiteY78" fmla="*/ 1247188 h 1342734"/>
              <a:gd name="connsiteX79" fmla="*/ 5186475 w 10678681"/>
              <a:gd name="connsiteY79" fmla="*/ 1257028 h 1342734"/>
              <a:gd name="connsiteX80" fmla="*/ 5126038 w 10678681"/>
              <a:gd name="connsiteY80" fmla="*/ 1263189 h 1342734"/>
              <a:gd name="connsiteX81" fmla="*/ 4894688 w 10678681"/>
              <a:gd name="connsiteY81" fmla="*/ 1247184 h 1342734"/>
              <a:gd name="connsiteX82" fmla="*/ 4788036 w 10678681"/>
              <a:gd name="connsiteY82" fmla="*/ 1238182 h 1342734"/>
              <a:gd name="connsiteX83" fmla="*/ 4747555 w 10678681"/>
              <a:gd name="connsiteY83" fmla="*/ 1252768 h 1342734"/>
              <a:gd name="connsiteX84" fmla="*/ 4679644 w 10678681"/>
              <a:gd name="connsiteY84" fmla="*/ 1276603 h 1342734"/>
              <a:gd name="connsiteX85" fmla="*/ 4632222 w 10678681"/>
              <a:gd name="connsiteY85" fmla="*/ 1318360 h 1342734"/>
              <a:gd name="connsiteX86" fmla="*/ 4617358 w 10678681"/>
              <a:gd name="connsiteY86" fmla="*/ 1327690 h 1342734"/>
              <a:gd name="connsiteX87" fmla="*/ 4589102 w 10678681"/>
              <a:gd name="connsiteY87" fmla="*/ 1321223 h 1342734"/>
              <a:gd name="connsiteX88" fmla="*/ 4578184 w 10678681"/>
              <a:gd name="connsiteY88" fmla="*/ 1326745 h 1342734"/>
              <a:gd name="connsiteX89" fmla="*/ 4564919 w 10678681"/>
              <a:gd name="connsiteY89" fmla="*/ 1325507 h 1342734"/>
              <a:gd name="connsiteX90" fmla="*/ 4566586 w 10678681"/>
              <a:gd name="connsiteY90" fmla="*/ 1316963 h 1342734"/>
              <a:gd name="connsiteX91" fmla="*/ 4556303 w 10678681"/>
              <a:gd name="connsiteY91" fmla="*/ 1300262 h 1342734"/>
              <a:gd name="connsiteX92" fmla="*/ 4502358 w 10678681"/>
              <a:gd name="connsiteY92" fmla="*/ 1302558 h 1342734"/>
              <a:gd name="connsiteX93" fmla="*/ 4498919 w 10678681"/>
              <a:gd name="connsiteY93" fmla="*/ 1312115 h 1342734"/>
              <a:gd name="connsiteX94" fmla="*/ 4492075 w 10678681"/>
              <a:gd name="connsiteY94" fmla="*/ 1313357 h 1342734"/>
              <a:gd name="connsiteX95" fmla="*/ 4487466 w 10678681"/>
              <a:gd name="connsiteY95" fmla="*/ 1304102 h 1342734"/>
              <a:gd name="connsiteX96" fmla="*/ 4398292 w 10678681"/>
              <a:gd name="connsiteY96" fmla="*/ 1278410 h 1342734"/>
              <a:gd name="connsiteX97" fmla="*/ 4306088 w 10678681"/>
              <a:gd name="connsiteY97" fmla="*/ 1282512 h 1342734"/>
              <a:gd name="connsiteX98" fmla="*/ 4188995 w 10678681"/>
              <a:gd name="connsiteY98" fmla="*/ 1296718 h 1342734"/>
              <a:gd name="connsiteX99" fmla="*/ 4136582 w 10678681"/>
              <a:gd name="connsiteY99" fmla="*/ 1287687 h 1342734"/>
              <a:gd name="connsiteX100" fmla="*/ 4064614 w 10678681"/>
              <a:gd name="connsiteY100" fmla="*/ 1296118 h 1342734"/>
              <a:gd name="connsiteX101" fmla="*/ 3900948 w 10678681"/>
              <a:gd name="connsiteY101" fmla="*/ 1322156 h 1342734"/>
              <a:gd name="connsiteX102" fmla="*/ 3787890 w 10678681"/>
              <a:gd name="connsiteY102" fmla="*/ 1322164 h 1342734"/>
              <a:gd name="connsiteX103" fmla="*/ 3745993 w 10678681"/>
              <a:gd name="connsiteY103" fmla="*/ 1342630 h 1342734"/>
              <a:gd name="connsiteX104" fmla="*/ 3675785 w 10678681"/>
              <a:gd name="connsiteY104" fmla="*/ 1326802 h 1342734"/>
              <a:gd name="connsiteX105" fmla="*/ 3623856 w 10678681"/>
              <a:gd name="connsiteY105" fmla="*/ 1290804 h 1342734"/>
              <a:gd name="connsiteX106" fmla="*/ 3564933 w 10678681"/>
              <a:gd name="connsiteY106" fmla="*/ 1287147 h 1342734"/>
              <a:gd name="connsiteX107" fmla="*/ 3550537 w 10678681"/>
              <a:gd name="connsiteY107" fmla="*/ 1317552 h 1342734"/>
              <a:gd name="connsiteX108" fmla="*/ 3487736 w 10678681"/>
              <a:gd name="connsiteY108" fmla="*/ 1303493 h 1342734"/>
              <a:gd name="connsiteX109" fmla="*/ 3392548 w 10678681"/>
              <a:gd name="connsiteY109" fmla="*/ 1278741 h 1342734"/>
              <a:gd name="connsiteX110" fmla="*/ 3337466 w 10678681"/>
              <a:gd name="connsiteY110" fmla="*/ 1272537 h 1342734"/>
              <a:gd name="connsiteX111" fmla="*/ 3175981 w 10678681"/>
              <a:gd name="connsiteY111" fmla="*/ 1208973 h 1342734"/>
              <a:gd name="connsiteX112" fmla="*/ 3036856 w 10678681"/>
              <a:gd name="connsiteY112" fmla="*/ 1214383 h 1342734"/>
              <a:gd name="connsiteX113" fmla="*/ 2824973 w 10678681"/>
              <a:gd name="connsiteY113" fmla="*/ 1134864 h 1342734"/>
              <a:gd name="connsiteX114" fmla="*/ 2804398 w 10678681"/>
              <a:gd name="connsiteY114" fmla="*/ 1125556 h 1342734"/>
              <a:gd name="connsiteX115" fmla="*/ 2736109 w 10678681"/>
              <a:gd name="connsiteY115" fmla="*/ 1137717 h 1342734"/>
              <a:gd name="connsiteX116" fmla="*/ 2659096 w 10678681"/>
              <a:gd name="connsiteY116" fmla="*/ 1150294 h 1342734"/>
              <a:gd name="connsiteX117" fmla="*/ 2567088 w 10678681"/>
              <a:gd name="connsiteY117" fmla="*/ 1181781 h 1342734"/>
              <a:gd name="connsiteX118" fmla="*/ 2454501 w 10678681"/>
              <a:gd name="connsiteY118" fmla="*/ 1155455 h 1342734"/>
              <a:gd name="connsiteX119" fmla="*/ 2385161 w 10678681"/>
              <a:gd name="connsiteY119" fmla="*/ 1161312 h 1342734"/>
              <a:gd name="connsiteX120" fmla="*/ 2273361 w 10678681"/>
              <a:gd name="connsiteY120" fmla="*/ 1134090 h 1342734"/>
              <a:gd name="connsiteX121" fmla="*/ 2132003 w 10678681"/>
              <a:gd name="connsiteY121" fmla="*/ 1139225 h 1342734"/>
              <a:gd name="connsiteX122" fmla="*/ 2041224 w 10678681"/>
              <a:gd name="connsiteY122" fmla="*/ 1147536 h 1342734"/>
              <a:gd name="connsiteX123" fmla="*/ 2010157 w 10678681"/>
              <a:gd name="connsiteY123" fmla="*/ 1152767 h 1342734"/>
              <a:gd name="connsiteX124" fmla="*/ 1859213 w 10678681"/>
              <a:gd name="connsiteY124" fmla="*/ 1199540 h 1342734"/>
              <a:gd name="connsiteX125" fmla="*/ 1735877 w 10678681"/>
              <a:gd name="connsiteY125" fmla="*/ 1246527 h 1342734"/>
              <a:gd name="connsiteX126" fmla="*/ 1705069 w 10678681"/>
              <a:gd name="connsiteY126" fmla="*/ 1251989 h 1342734"/>
              <a:gd name="connsiteX127" fmla="*/ 1307888 w 10678681"/>
              <a:gd name="connsiteY127" fmla="*/ 1283156 h 1342734"/>
              <a:gd name="connsiteX128" fmla="*/ 1220734 w 10678681"/>
              <a:gd name="connsiteY128" fmla="*/ 1257811 h 1342734"/>
              <a:gd name="connsiteX129" fmla="*/ 1021737 w 10678681"/>
              <a:gd name="connsiteY129" fmla="*/ 1238739 h 1342734"/>
              <a:gd name="connsiteX130" fmla="*/ 959820 w 10678681"/>
              <a:gd name="connsiteY130" fmla="*/ 1275863 h 1342734"/>
              <a:gd name="connsiteX131" fmla="*/ 929137 w 10678681"/>
              <a:gd name="connsiteY131" fmla="*/ 1273957 h 1342734"/>
              <a:gd name="connsiteX132" fmla="*/ 878849 w 10678681"/>
              <a:gd name="connsiteY132" fmla="*/ 1266740 h 1342734"/>
              <a:gd name="connsiteX133" fmla="*/ 800667 w 10678681"/>
              <a:gd name="connsiteY133" fmla="*/ 1282041 h 1342734"/>
              <a:gd name="connsiteX134" fmla="*/ 644906 w 10678681"/>
              <a:gd name="connsiteY134" fmla="*/ 1273685 h 1342734"/>
              <a:gd name="connsiteX135" fmla="*/ 379869 w 10678681"/>
              <a:gd name="connsiteY135" fmla="*/ 1339165 h 1342734"/>
              <a:gd name="connsiteX136" fmla="*/ 137696 w 10678681"/>
              <a:gd name="connsiteY136" fmla="*/ 1319217 h 1342734"/>
              <a:gd name="connsiteX137" fmla="*/ 54250 w 10678681"/>
              <a:gd name="connsiteY137" fmla="*/ 1315838 h 1342734"/>
              <a:gd name="connsiteX138" fmla="*/ 28042 w 10678681"/>
              <a:gd name="connsiteY138" fmla="*/ 1297822 h 1342734"/>
              <a:gd name="connsiteX139" fmla="*/ 0 w 10678681"/>
              <a:gd name="connsiteY139" fmla="*/ 1294612 h 1342734"/>
              <a:gd name="connsiteX140" fmla="*/ 0 w 10678681"/>
              <a:gd name="connsiteY140" fmla="*/ 0 h 1342734"/>
              <a:gd name="connsiteX0" fmla="*/ 0 w 10678681"/>
              <a:gd name="connsiteY0" fmla="*/ 0 h 1342734"/>
              <a:gd name="connsiteX1" fmla="*/ 10678681 w 10678681"/>
              <a:gd name="connsiteY1" fmla="*/ 0 h 1342734"/>
              <a:gd name="connsiteX2" fmla="*/ 10666019 w 10678681"/>
              <a:gd name="connsiteY2" fmla="*/ 7876 h 1342734"/>
              <a:gd name="connsiteX3" fmla="*/ 10632825 w 10678681"/>
              <a:gd name="connsiteY3" fmla="*/ 32153 h 1342734"/>
              <a:gd name="connsiteX4" fmla="*/ 10516219 w 10678681"/>
              <a:gd name="connsiteY4" fmla="*/ 45588 h 1342734"/>
              <a:gd name="connsiteX5" fmla="*/ 10456989 w 10678681"/>
              <a:gd name="connsiteY5" fmla="*/ 979 h 1342734"/>
              <a:gd name="connsiteX6" fmla="*/ 10438642 w 10678681"/>
              <a:gd name="connsiteY6" fmla="*/ 1524 h 1342734"/>
              <a:gd name="connsiteX7" fmla="*/ 10407146 w 10678681"/>
              <a:gd name="connsiteY7" fmla="*/ 43659 h 1342734"/>
              <a:gd name="connsiteX8" fmla="*/ 10341159 w 10678681"/>
              <a:gd name="connsiteY8" fmla="*/ 103824 h 1342734"/>
              <a:gd name="connsiteX9" fmla="*/ 10244930 w 10678681"/>
              <a:gd name="connsiteY9" fmla="*/ 94599 h 1342734"/>
              <a:gd name="connsiteX10" fmla="*/ 10115334 w 10678681"/>
              <a:gd name="connsiteY10" fmla="*/ 155658 h 1342734"/>
              <a:gd name="connsiteX11" fmla="*/ 10068157 w 10678681"/>
              <a:gd name="connsiteY11" fmla="*/ 215673 h 1342734"/>
              <a:gd name="connsiteX12" fmla="*/ 10045431 w 10678681"/>
              <a:gd name="connsiteY12" fmla="*/ 229568 h 1342734"/>
              <a:gd name="connsiteX13" fmla="*/ 9929077 w 10678681"/>
              <a:gd name="connsiteY13" fmla="*/ 209062 h 1342734"/>
              <a:gd name="connsiteX14" fmla="*/ 9840045 w 10678681"/>
              <a:gd name="connsiteY14" fmla="*/ 223033 h 1342734"/>
              <a:gd name="connsiteX15" fmla="*/ 9679639 w 10678681"/>
              <a:gd name="connsiteY15" fmla="*/ 247182 h 1342734"/>
              <a:gd name="connsiteX16" fmla="*/ 9498347 w 10678681"/>
              <a:gd name="connsiteY16" fmla="*/ 244723 h 1342734"/>
              <a:gd name="connsiteX17" fmla="*/ 9366026 w 10678681"/>
              <a:gd name="connsiteY17" fmla="*/ 299024 h 1342734"/>
              <a:gd name="connsiteX18" fmla="*/ 9316702 w 10678681"/>
              <a:gd name="connsiteY18" fmla="*/ 356523 h 1342734"/>
              <a:gd name="connsiteX19" fmla="*/ 9121744 w 10678681"/>
              <a:gd name="connsiteY19" fmla="*/ 365177 h 1342734"/>
              <a:gd name="connsiteX20" fmla="*/ 9061654 w 10678681"/>
              <a:gd name="connsiteY20" fmla="*/ 393730 h 1342734"/>
              <a:gd name="connsiteX21" fmla="*/ 8997577 w 10678681"/>
              <a:gd name="connsiteY21" fmla="*/ 380865 h 1342734"/>
              <a:gd name="connsiteX22" fmla="*/ 8907968 w 10678681"/>
              <a:gd name="connsiteY22" fmla="*/ 447345 h 1342734"/>
              <a:gd name="connsiteX23" fmla="*/ 8764163 w 10678681"/>
              <a:gd name="connsiteY23" fmla="*/ 471000 h 1342734"/>
              <a:gd name="connsiteX24" fmla="*/ 8680155 w 10678681"/>
              <a:gd name="connsiteY24" fmla="*/ 492404 h 1342734"/>
              <a:gd name="connsiteX25" fmla="*/ 8651436 w 10678681"/>
              <a:gd name="connsiteY25" fmla="*/ 511923 h 1342734"/>
              <a:gd name="connsiteX26" fmla="*/ 8609185 w 10678681"/>
              <a:gd name="connsiteY26" fmla="*/ 531525 h 1342734"/>
              <a:gd name="connsiteX27" fmla="*/ 8537091 w 10678681"/>
              <a:gd name="connsiteY27" fmla="*/ 574933 h 1342734"/>
              <a:gd name="connsiteX28" fmla="*/ 8435931 w 10678681"/>
              <a:gd name="connsiteY28" fmla="*/ 617926 h 1342734"/>
              <a:gd name="connsiteX29" fmla="*/ 8348623 w 10678681"/>
              <a:gd name="connsiteY29" fmla="*/ 600607 h 1342734"/>
              <a:gd name="connsiteX30" fmla="*/ 8276883 w 10678681"/>
              <a:gd name="connsiteY30" fmla="*/ 588214 h 1342734"/>
              <a:gd name="connsiteX31" fmla="*/ 8086698 w 10678681"/>
              <a:gd name="connsiteY31" fmla="*/ 605185 h 1342734"/>
              <a:gd name="connsiteX32" fmla="*/ 7982378 w 10678681"/>
              <a:gd name="connsiteY32" fmla="*/ 629799 h 1342734"/>
              <a:gd name="connsiteX33" fmla="*/ 7947952 w 10678681"/>
              <a:gd name="connsiteY33" fmla="*/ 648003 h 1342734"/>
              <a:gd name="connsiteX34" fmla="*/ 7890112 w 10678681"/>
              <a:gd name="connsiteY34" fmla="*/ 677915 h 1342734"/>
              <a:gd name="connsiteX35" fmla="*/ 7853284 w 10678681"/>
              <a:gd name="connsiteY35" fmla="*/ 723588 h 1342734"/>
              <a:gd name="connsiteX36" fmla="*/ 7802383 w 10678681"/>
              <a:gd name="connsiteY36" fmla="*/ 739359 h 1342734"/>
              <a:gd name="connsiteX37" fmla="*/ 7730518 w 10678681"/>
              <a:gd name="connsiteY37" fmla="*/ 739526 h 1342734"/>
              <a:gd name="connsiteX38" fmla="*/ 7720084 w 10678681"/>
              <a:gd name="connsiteY38" fmla="*/ 760750 h 1342734"/>
              <a:gd name="connsiteX39" fmla="*/ 7652907 w 10678681"/>
              <a:gd name="connsiteY39" fmla="*/ 783273 h 1342734"/>
              <a:gd name="connsiteX40" fmla="*/ 7606008 w 10678681"/>
              <a:gd name="connsiteY40" fmla="*/ 800717 h 1342734"/>
              <a:gd name="connsiteX41" fmla="*/ 7480223 w 10678681"/>
              <a:gd name="connsiteY41" fmla="*/ 856821 h 1342734"/>
              <a:gd name="connsiteX42" fmla="*/ 7356005 w 10678681"/>
              <a:gd name="connsiteY42" fmla="*/ 919462 h 1342734"/>
              <a:gd name="connsiteX43" fmla="*/ 7305396 w 10678681"/>
              <a:gd name="connsiteY43" fmla="*/ 986228 h 1342734"/>
              <a:gd name="connsiteX44" fmla="*/ 7266251 w 10678681"/>
              <a:gd name="connsiteY44" fmla="*/ 967864 h 1342734"/>
              <a:gd name="connsiteX45" fmla="*/ 7258094 w 10678681"/>
              <a:gd name="connsiteY45" fmla="*/ 990679 h 1342734"/>
              <a:gd name="connsiteX46" fmla="*/ 7257893 w 10678681"/>
              <a:gd name="connsiteY46" fmla="*/ 991204 h 1342734"/>
              <a:gd name="connsiteX47" fmla="*/ 7247153 w 10678681"/>
              <a:gd name="connsiteY47" fmla="*/ 991550 h 1342734"/>
              <a:gd name="connsiteX48" fmla="*/ 7193612 w 10678681"/>
              <a:gd name="connsiteY48" fmla="*/ 987042 h 1342734"/>
              <a:gd name="connsiteX49" fmla="*/ 7132632 w 10678681"/>
              <a:gd name="connsiteY49" fmla="*/ 1042036 h 1342734"/>
              <a:gd name="connsiteX50" fmla="*/ 7105610 w 10678681"/>
              <a:gd name="connsiteY50" fmla="*/ 1053537 h 1342734"/>
              <a:gd name="connsiteX51" fmla="*/ 7069148 w 10678681"/>
              <a:gd name="connsiteY51" fmla="*/ 1047163 h 1342734"/>
              <a:gd name="connsiteX52" fmla="*/ 7039634 w 10678681"/>
              <a:gd name="connsiteY52" fmla="*/ 1059971 h 1342734"/>
              <a:gd name="connsiteX53" fmla="*/ 7033445 w 10678681"/>
              <a:gd name="connsiteY53" fmla="*/ 1063314 h 1342734"/>
              <a:gd name="connsiteX54" fmla="*/ 6999157 w 10678681"/>
              <a:gd name="connsiteY54" fmla="*/ 1055282 h 1342734"/>
              <a:gd name="connsiteX55" fmla="*/ 6981874 w 10678681"/>
              <a:gd name="connsiteY55" fmla="*/ 1053827 h 1342734"/>
              <a:gd name="connsiteX56" fmla="*/ 6976102 w 10678681"/>
              <a:gd name="connsiteY56" fmla="*/ 1047854 h 1342734"/>
              <a:gd name="connsiteX57" fmla="*/ 6951040 w 10678681"/>
              <a:gd name="connsiteY57" fmla="*/ 1048531 h 1342734"/>
              <a:gd name="connsiteX58" fmla="*/ 6948497 w 10678681"/>
              <a:gd name="connsiteY58" fmla="*/ 1050706 h 1342734"/>
              <a:gd name="connsiteX59" fmla="*/ 6926582 w 10678681"/>
              <a:gd name="connsiteY59" fmla="*/ 1043462 h 1342734"/>
              <a:gd name="connsiteX60" fmla="*/ 6833743 w 10678681"/>
              <a:gd name="connsiteY60" fmla="*/ 1027960 h 1342734"/>
              <a:gd name="connsiteX61" fmla="*/ 6687090 w 10678681"/>
              <a:gd name="connsiteY61" fmla="*/ 1063250 h 1342734"/>
              <a:gd name="connsiteX62" fmla="*/ 6431838 w 10678681"/>
              <a:gd name="connsiteY62" fmla="*/ 1063226 h 1342734"/>
              <a:gd name="connsiteX63" fmla="*/ 6327795 w 10678681"/>
              <a:gd name="connsiteY63" fmla="*/ 1088142 h 1342734"/>
              <a:gd name="connsiteX64" fmla="*/ 6136549 w 10678681"/>
              <a:gd name="connsiteY64" fmla="*/ 1100268 h 1342734"/>
              <a:gd name="connsiteX65" fmla="*/ 6004655 w 10678681"/>
              <a:gd name="connsiteY65" fmla="*/ 1114946 h 1342734"/>
              <a:gd name="connsiteX66" fmla="*/ 5936643 w 10678681"/>
              <a:gd name="connsiteY66" fmla="*/ 1095428 h 1342734"/>
              <a:gd name="connsiteX67" fmla="*/ 5912484 w 10678681"/>
              <a:gd name="connsiteY67" fmla="*/ 1112624 h 1342734"/>
              <a:gd name="connsiteX68" fmla="*/ 5908387 w 10678681"/>
              <a:gd name="connsiteY68" fmla="*/ 1116018 h 1342734"/>
              <a:gd name="connsiteX69" fmla="*/ 5890495 w 10678681"/>
              <a:gd name="connsiteY69" fmla="*/ 1120268 h 1342734"/>
              <a:gd name="connsiteX70" fmla="*/ 5887318 w 10678681"/>
              <a:gd name="connsiteY70" fmla="*/ 1133134 h 1342734"/>
              <a:gd name="connsiteX71" fmla="*/ 5861726 w 10678681"/>
              <a:gd name="connsiteY71" fmla="*/ 1147891 h 1342734"/>
              <a:gd name="connsiteX72" fmla="*/ 5805823 w 10678681"/>
              <a:gd name="connsiteY72" fmla="*/ 1152457 h 1342734"/>
              <a:gd name="connsiteX73" fmla="*/ 5689841 w 10678681"/>
              <a:gd name="connsiteY73" fmla="*/ 1176232 h 1342734"/>
              <a:gd name="connsiteX74" fmla="*/ 5605119 w 10678681"/>
              <a:gd name="connsiteY74" fmla="*/ 1190202 h 1342734"/>
              <a:gd name="connsiteX75" fmla="*/ 5488513 w 10678681"/>
              <a:gd name="connsiteY75" fmla="*/ 1205367 h 1342734"/>
              <a:gd name="connsiteX76" fmla="*/ 5402905 w 10678681"/>
              <a:gd name="connsiteY76" fmla="*/ 1241191 h 1342734"/>
              <a:gd name="connsiteX77" fmla="*/ 5285593 w 10678681"/>
              <a:gd name="connsiteY77" fmla="*/ 1273569 h 1342734"/>
              <a:gd name="connsiteX78" fmla="*/ 5192893 w 10678681"/>
              <a:gd name="connsiteY78" fmla="*/ 1247188 h 1342734"/>
              <a:gd name="connsiteX79" fmla="*/ 5186475 w 10678681"/>
              <a:gd name="connsiteY79" fmla="*/ 1257028 h 1342734"/>
              <a:gd name="connsiteX80" fmla="*/ 5126038 w 10678681"/>
              <a:gd name="connsiteY80" fmla="*/ 1263189 h 1342734"/>
              <a:gd name="connsiteX81" fmla="*/ 4894688 w 10678681"/>
              <a:gd name="connsiteY81" fmla="*/ 1247184 h 1342734"/>
              <a:gd name="connsiteX82" fmla="*/ 4788036 w 10678681"/>
              <a:gd name="connsiteY82" fmla="*/ 1238182 h 1342734"/>
              <a:gd name="connsiteX83" fmla="*/ 4747555 w 10678681"/>
              <a:gd name="connsiteY83" fmla="*/ 1252768 h 1342734"/>
              <a:gd name="connsiteX84" fmla="*/ 4679644 w 10678681"/>
              <a:gd name="connsiteY84" fmla="*/ 1276603 h 1342734"/>
              <a:gd name="connsiteX85" fmla="*/ 4632222 w 10678681"/>
              <a:gd name="connsiteY85" fmla="*/ 1318360 h 1342734"/>
              <a:gd name="connsiteX86" fmla="*/ 4617358 w 10678681"/>
              <a:gd name="connsiteY86" fmla="*/ 1327690 h 1342734"/>
              <a:gd name="connsiteX87" fmla="*/ 4578184 w 10678681"/>
              <a:gd name="connsiteY87" fmla="*/ 1326745 h 1342734"/>
              <a:gd name="connsiteX88" fmla="*/ 4564919 w 10678681"/>
              <a:gd name="connsiteY88" fmla="*/ 1325507 h 1342734"/>
              <a:gd name="connsiteX89" fmla="*/ 4566586 w 10678681"/>
              <a:gd name="connsiteY89" fmla="*/ 1316963 h 1342734"/>
              <a:gd name="connsiteX90" fmla="*/ 4556303 w 10678681"/>
              <a:gd name="connsiteY90" fmla="*/ 1300262 h 1342734"/>
              <a:gd name="connsiteX91" fmla="*/ 4502358 w 10678681"/>
              <a:gd name="connsiteY91" fmla="*/ 1302558 h 1342734"/>
              <a:gd name="connsiteX92" fmla="*/ 4498919 w 10678681"/>
              <a:gd name="connsiteY92" fmla="*/ 1312115 h 1342734"/>
              <a:gd name="connsiteX93" fmla="*/ 4492075 w 10678681"/>
              <a:gd name="connsiteY93" fmla="*/ 1313357 h 1342734"/>
              <a:gd name="connsiteX94" fmla="*/ 4487466 w 10678681"/>
              <a:gd name="connsiteY94" fmla="*/ 1304102 h 1342734"/>
              <a:gd name="connsiteX95" fmla="*/ 4398292 w 10678681"/>
              <a:gd name="connsiteY95" fmla="*/ 1278410 h 1342734"/>
              <a:gd name="connsiteX96" fmla="*/ 4306088 w 10678681"/>
              <a:gd name="connsiteY96" fmla="*/ 1282512 h 1342734"/>
              <a:gd name="connsiteX97" fmla="*/ 4188995 w 10678681"/>
              <a:gd name="connsiteY97" fmla="*/ 1296718 h 1342734"/>
              <a:gd name="connsiteX98" fmla="*/ 4136582 w 10678681"/>
              <a:gd name="connsiteY98" fmla="*/ 1287687 h 1342734"/>
              <a:gd name="connsiteX99" fmla="*/ 4064614 w 10678681"/>
              <a:gd name="connsiteY99" fmla="*/ 1296118 h 1342734"/>
              <a:gd name="connsiteX100" fmla="*/ 3900948 w 10678681"/>
              <a:gd name="connsiteY100" fmla="*/ 1322156 h 1342734"/>
              <a:gd name="connsiteX101" fmla="*/ 3787890 w 10678681"/>
              <a:gd name="connsiteY101" fmla="*/ 1322164 h 1342734"/>
              <a:gd name="connsiteX102" fmla="*/ 3745993 w 10678681"/>
              <a:gd name="connsiteY102" fmla="*/ 1342630 h 1342734"/>
              <a:gd name="connsiteX103" fmla="*/ 3675785 w 10678681"/>
              <a:gd name="connsiteY103" fmla="*/ 1326802 h 1342734"/>
              <a:gd name="connsiteX104" fmla="*/ 3623856 w 10678681"/>
              <a:gd name="connsiteY104" fmla="*/ 1290804 h 1342734"/>
              <a:gd name="connsiteX105" fmla="*/ 3564933 w 10678681"/>
              <a:gd name="connsiteY105" fmla="*/ 1287147 h 1342734"/>
              <a:gd name="connsiteX106" fmla="*/ 3550537 w 10678681"/>
              <a:gd name="connsiteY106" fmla="*/ 1317552 h 1342734"/>
              <a:gd name="connsiteX107" fmla="*/ 3487736 w 10678681"/>
              <a:gd name="connsiteY107" fmla="*/ 1303493 h 1342734"/>
              <a:gd name="connsiteX108" fmla="*/ 3392548 w 10678681"/>
              <a:gd name="connsiteY108" fmla="*/ 1278741 h 1342734"/>
              <a:gd name="connsiteX109" fmla="*/ 3337466 w 10678681"/>
              <a:gd name="connsiteY109" fmla="*/ 1272537 h 1342734"/>
              <a:gd name="connsiteX110" fmla="*/ 3175981 w 10678681"/>
              <a:gd name="connsiteY110" fmla="*/ 1208973 h 1342734"/>
              <a:gd name="connsiteX111" fmla="*/ 3036856 w 10678681"/>
              <a:gd name="connsiteY111" fmla="*/ 1214383 h 1342734"/>
              <a:gd name="connsiteX112" fmla="*/ 2824973 w 10678681"/>
              <a:gd name="connsiteY112" fmla="*/ 1134864 h 1342734"/>
              <a:gd name="connsiteX113" fmla="*/ 2804398 w 10678681"/>
              <a:gd name="connsiteY113" fmla="*/ 1125556 h 1342734"/>
              <a:gd name="connsiteX114" fmla="*/ 2736109 w 10678681"/>
              <a:gd name="connsiteY114" fmla="*/ 1137717 h 1342734"/>
              <a:gd name="connsiteX115" fmla="*/ 2659096 w 10678681"/>
              <a:gd name="connsiteY115" fmla="*/ 1150294 h 1342734"/>
              <a:gd name="connsiteX116" fmla="*/ 2567088 w 10678681"/>
              <a:gd name="connsiteY116" fmla="*/ 1181781 h 1342734"/>
              <a:gd name="connsiteX117" fmla="*/ 2454501 w 10678681"/>
              <a:gd name="connsiteY117" fmla="*/ 1155455 h 1342734"/>
              <a:gd name="connsiteX118" fmla="*/ 2385161 w 10678681"/>
              <a:gd name="connsiteY118" fmla="*/ 1161312 h 1342734"/>
              <a:gd name="connsiteX119" fmla="*/ 2273361 w 10678681"/>
              <a:gd name="connsiteY119" fmla="*/ 1134090 h 1342734"/>
              <a:gd name="connsiteX120" fmla="*/ 2132003 w 10678681"/>
              <a:gd name="connsiteY120" fmla="*/ 1139225 h 1342734"/>
              <a:gd name="connsiteX121" fmla="*/ 2041224 w 10678681"/>
              <a:gd name="connsiteY121" fmla="*/ 1147536 h 1342734"/>
              <a:gd name="connsiteX122" fmla="*/ 2010157 w 10678681"/>
              <a:gd name="connsiteY122" fmla="*/ 1152767 h 1342734"/>
              <a:gd name="connsiteX123" fmla="*/ 1859213 w 10678681"/>
              <a:gd name="connsiteY123" fmla="*/ 1199540 h 1342734"/>
              <a:gd name="connsiteX124" fmla="*/ 1735877 w 10678681"/>
              <a:gd name="connsiteY124" fmla="*/ 1246527 h 1342734"/>
              <a:gd name="connsiteX125" fmla="*/ 1705069 w 10678681"/>
              <a:gd name="connsiteY125" fmla="*/ 1251989 h 1342734"/>
              <a:gd name="connsiteX126" fmla="*/ 1307888 w 10678681"/>
              <a:gd name="connsiteY126" fmla="*/ 1283156 h 1342734"/>
              <a:gd name="connsiteX127" fmla="*/ 1220734 w 10678681"/>
              <a:gd name="connsiteY127" fmla="*/ 1257811 h 1342734"/>
              <a:gd name="connsiteX128" fmla="*/ 1021737 w 10678681"/>
              <a:gd name="connsiteY128" fmla="*/ 1238739 h 1342734"/>
              <a:gd name="connsiteX129" fmla="*/ 959820 w 10678681"/>
              <a:gd name="connsiteY129" fmla="*/ 1275863 h 1342734"/>
              <a:gd name="connsiteX130" fmla="*/ 929137 w 10678681"/>
              <a:gd name="connsiteY130" fmla="*/ 1273957 h 1342734"/>
              <a:gd name="connsiteX131" fmla="*/ 878849 w 10678681"/>
              <a:gd name="connsiteY131" fmla="*/ 1266740 h 1342734"/>
              <a:gd name="connsiteX132" fmla="*/ 800667 w 10678681"/>
              <a:gd name="connsiteY132" fmla="*/ 1282041 h 1342734"/>
              <a:gd name="connsiteX133" fmla="*/ 644906 w 10678681"/>
              <a:gd name="connsiteY133" fmla="*/ 1273685 h 1342734"/>
              <a:gd name="connsiteX134" fmla="*/ 379869 w 10678681"/>
              <a:gd name="connsiteY134" fmla="*/ 1339165 h 1342734"/>
              <a:gd name="connsiteX135" fmla="*/ 137696 w 10678681"/>
              <a:gd name="connsiteY135" fmla="*/ 1319217 h 1342734"/>
              <a:gd name="connsiteX136" fmla="*/ 54250 w 10678681"/>
              <a:gd name="connsiteY136" fmla="*/ 1315838 h 1342734"/>
              <a:gd name="connsiteX137" fmla="*/ 28042 w 10678681"/>
              <a:gd name="connsiteY137" fmla="*/ 1297822 h 1342734"/>
              <a:gd name="connsiteX138" fmla="*/ 0 w 10678681"/>
              <a:gd name="connsiteY138" fmla="*/ 1294612 h 1342734"/>
              <a:gd name="connsiteX139" fmla="*/ 0 w 10678681"/>
              <a:gd name="connsiteY139" fmla="*/ 0 h 1342734"/>
              <a:gd name="connsiteX0" fmla="*/ 0 w 10678681"/>
              <a:gd name="connsiteY0" fmla="*/ 0 h 1342734"/>
              <a:gd name="connsiteX1" fmla="*/ 10678681 w 10678681"/>
              <a:gd name="connsiteY1" fmla="*/ 0 h 1342734"/>
              <a:gd name="connsiteX2" fmla="*/ 10666019 w 10678681"/>
              <a:gd name="connsiteY2" fmla="*/ 7876 h 1342734"/>
              <a:gd name="connsiteX3" fmla="*/ 10632825 w 10678681"/>
              <a:gd name="connsiteY3" fmla="*/ 32153 h 1342734"/>
              <a:gd name="connsiteX4" fmla="*/ 10516219 w 10678681"/>
              <a:gd name="connsiteY4" fmla="*/ 45588 h 1342734"/>
              <a:gd name="connsiteX5" fmla="*/ 10456989 w 10678681"/>
              <a:gd name="connsiteY5" fmla="*/ 979 h 1342734"/>
              <a:gd name="connsiteX6" fmla="*/ 10438642 w 10678681"/>
              <a:gd name="connsiteY6" fmla="*/ 1524 h 1342734"/>
              <a:gd name="connsiteX7" fmla="*/ 10407146 w 10678681"/>
              <a:gd name="connsiteY7" fmla="*/ 43659 h 1342734"/>
              <a:gd name="connsiteX8" fmla="*/ 10341159 w 10678681"/>
              <a:gd name="connsiteY8" fmla="*/ 103824 h 1342734"/>
              <a:gd name="connsiteX9" fmla="*/ 10244930 w 10678681"/>
              <a:gd name="connsiteY9" fmla="*/ 94599 h 1342734"/>
              <a:gd name="connsiteX10" fmla="*/ 10115334 w 10678681"/>
              <a:gd name="connsiteY10" fmla="*/ 155658 h 1342734"/>
              <a:gd name="connsiteX11" fmla="*/ 10068157 w 10678681"/>
              <a:gd name="connsiteY11" fmla="*/ 215673 h 1342734"/>
              <a:gd name="connsiteX12" fmla="*/ 10045431 w 10678681"/>
              <a:gd name="connsiteY12" fmla="*/ 229568 h 1342734"/>
              <a:gd name="connsiteX13" fmla="*/ 9929077 w 10678681"/>
              <a:gd name="connsiteY13" fmla="*/ 209062 h 1342734"/>
              <a:gd name="connsiteX14" fmla="*/ 9840045 w 10678681"/>
              <a:gd name="connsiteY14" fmla="*/ 223033 h 1342734"/>
              <a:gd name="connsiteX15" fmla="*/ 9679639 w 10678681"/>
              <a:gd name="connsiteY15" fmla="*/ 247182 h 1342734"/>
              <a:gd name="connsiteX16" fmla="*/ 9498347 w 10678681"/>
              <a:gd name="connsiteY16" fmla="*/ 244723 h 1342734"/>
              <a:gd name="connsiteX17" fmla="*/ 9366026 w 10678681"/>
              <a:gd name="connsiteY17" fmla="*/ 299024 h 1342734"/>
              <a:gd name="connsiteX18" fmla="*/ 9316702 w 10678681"/>
              <a:gd name="connsiteY18" fmla="*/ 356523 h 1342734"/>
              <a:gd name="connsiteX19" fmla="*/ 9121744 w 10678681"/>
              <a:gd name="connsiteY19" fmla="*/ 365177 h 1342734"/>
              <a:gd name="connsiteX20" fmla="*/ 9061654 w 10678681"/>
              <a:gd name="connsiteY20" fmla="*/ 393730 h 1342734"/>
              <a:gd name="connsiteX21" fmla="*/ 8997577 w 10678681"/>
              <a:gd name="connsiteY21" fmla="*/ 380865 h 1342734"/>
              <a:gd name="connsiteX22" fmla="*/ 8907968 w 10678681"/>
              <a:gd name="connsiteY22" fmla="*/ 447345 h 1342734"/>
              <a:gd name="connsiteX23" fmla="*/ 8764163 w 10678681"/>
              <a:gd name="connsiteY23" fmla="*/ 471000 h 1342734"/>
              <a:gd name="connsiteX24" fmla="*/ 8680155 w 10678681"/>
              <a:gd name="connsiteY24" fmla="*/ 492404 h 1342734"/>
              <a:gd name="connsiteX25" fmla="*/ 8651436 w 10678681"/>
              <a:gd name="connsiteY25" fmla="*/ 511923 h 1342734"/>
              <a:gd name="connsiteX26" fmla="*/ 8609185 w 10678681"/>
              <a:gd name="connsiteY26" fmla="*/ 531525 h 1342734"/>
              <a:gd name="connsiteX27" fmla="*/ 8537091 w 10678681"/>
              <a:gd name="connsiteY27" fmla="*/ 574933 h 1342734"/>
              <a:gd name="connsiteX28" fmla="*/ 8435931 w 10678681"/>
              <a:gd name="connsiteY28" fmla="*/ 617926 h 1342734"/>
              <a:gd name="connsiteX29" fmla="*/ 8348623 w 10678681"/>
              <a:gd name="connsiteY29" fmla="*/ 600607 h 1342734"/>
              <a:gd name="connsiteX30" fmla="*/ 8276883 w 10678681"/>
              <a:gd name="connsiteY30" fmla="*/ 588214 h 1342734"/>
              <a:gd name="connsiteX31" fmla="*/ 8086698 w 10678681"/>
              <a:gd name="connsiteY31" fmla="*/ 605185 h 1342734"/>
              <a:gd name="connsiteX32" fmla="*/ 7982378 w 10678681"/>
              <a:gd name="connsiteY32" fmla="*/ 629799 h 1342734"/>
              <a:gd name="connsiteX33" fmla="*/ 7947952 w 10678681"/>
              <a:gd name="connsiteY33" fmla="*/ 648003 h 1342734"/>
              <a:gd name="connsiteX34" fmla="*/ 7890112 w 10678681"/>
              <a:gd name="connsiteY34" fmla="*/ 677915 h 1342734"/>
              <a:gd name="connsiteX35" fmla="*/ 7853284 w 10678681"/>
              <a:gd name="connsiteY35" fmla="*/ 723588 h 1342734"/>
              <a:gd name="connsiteX36" fmla="*/ 7802383 w 10678681"/>
              <a:gd name="connsiteY36" fmla="*/ 739359 h 1342734"/>
              <a:gd name="connsiteX37" fmla="*/ 7730518 w 10678681"/>
              <a:gd name="connsiteY37" fmla="*/ 739526 h 1342734"/>
              <a:gd name="connsiteX38" fmla="*/ 7720084 w 10678681"/>
              <a:gd name="connsiteY38" fmla="*/ 760750 h 1342734"/>
              <a:gd name="connsiteX39" fmla="*/ 7652907 w 10678681"/>
              <a:gd name="connsiteY39" fmla="*/ 783273 h 1342734"/>
              <a:gd name="connsiteX40" fmla="*/ 7606008 w 10678681"/>
              <a:gd name="connsiteY40" fmla="*/ 800717 h 1342734"/>
              <a:gd name="connsiteX41" fmla="*/ 7480223 w 10678681"/>
              <a:gd name="connsiteY41" fmla="*/ 856821 h 1342734"/>
              <a:gd name="connsiteX42" fmla="*/ 7356005 w 10678681"/>
              <a:gd name="connsiteY42" fmla="*/ 919462 h 1342734"/>
              <a:gd name="connsiteX43" fmla="*/ 7305396 w 10678681"/>
              <a:gd name="connsiteY43" fmla="*/ 986228 h 1342734"/>
              <a:gd name="connsiteX44" fmla="*/ 7266251 w 10678681"/>
              <a:gd name="connsiteY44" fmla="*/ 967864 h 1342734"/>
              <a:gd name="connsiteX45" fmla="*/ 7258094 w 10678681"/>
              <a:gd name="connsiteY45" fmla="*/ 990679 h 1342734"/>
              <a:gd name="connsiteX46" fmla="*/ 7257893 w 10678681"/>
              <a:gd name="connsiteY46" fmla="*/ 991204 h 1342734"/>
              <a:gd name="connsiteX47" fmla="*/ 7247153 w 10678681"/>
              <a:gd name="connsiteY47" fmla="*/ 991550 h 1342734"/>
              <a:gd name="connsiteX48" fmla="*/ 7193612 w 10678681"/>
              <a:gd name="connsiteY48" fmla="*/ 987042 h 1342734"/>
              <a:gd name="connsiteX49" fmla="*/ 7132632 w 10678681"/>
              <a:gd name="connsiteY49" fmla="*/ 1042036 h 1342734"/>
              <a:gd name="connsiteX50" fmla="*/ 7105610 w 10678681"/>
              <a:gd name="connsiteY50" fmla="*/ 1053537 h 1342734"/>
              <a:gd name="connsiteX51" fmla="*/ 7069148 w 10678681"/>
              <a:gd name="connsiteY51" fmla="*/ 1047163 h 1342734"/>
              <a:gd name="connsiteX52" fmla="*/ 7039634 w 10678681"/>
              <a:gd name="connsiteY52" fmla="*/ 1059971 h 1342734"/>
              <a:gd name="connsiteX53" fmla="*/ 7033445 w 10678681"/>
              <a:gd name="connsiteY53" fmla="*/ 1063314 h 1342734"/>
              <a:gd name="connsiteX54" fmla="*/ 6999157 w 10678681"/>
              <a:gd name="connsiteY54" fmla="*/ 1055282 h 1342734"/>
              <a:gd name="connsiteX55" fmla="*/ 6981874 w 10678681"/>
              <a:gd name="connsiteY55" fmla="*/ 1053827 h 1342734"/>
              <a:gd name="connsiteX56" fmla="*/ 6976102 w 10678681"/>
              <a:gd name="connsiteY56" fmla="*/ 1047854 h 1342734"/>
              <a:gd name="connsiteX57" fmla="*/ 6951040 w 10678681"/>
              <a:gd name="connsiteY57" fmla="*/ 1048531 h 1342734"/>
              <a:gd name="connsiteX58" fmla="*/ 6948497 w 10678681"/>
              <a:gd name="connsiteY58" fmla="*/ 1050706 h 1342734"/>
              <a:gd name="connsiteX59" fmla="*/ 6926582 w 10678681"/>
              <a:gd name="connsiteY59" fmla="*/ 1043462 h 1342734"/>
              <a:gd name="connsiteX60" fmla="*/ 6833743 w 10678681"/>
              <a:gd name="connsiteY60" fmla="*/ 1027960 h 1342734"/>
              <a:gd name="connsiteX61" fmla="*/ 6687090 w 10678681"/>
              <a:gd name="connsiteY61" fmla="*/ 1063250 h 1342734"/>
              <a:gd name="connsiteX62" fmla="*/ 6431838 w 10678681"/>
              <a:gd name="connsiteY62" fmla="*/ 1063226 h 1342734"/>
              <a:gd name="connsiteX63" fmla="*/ 6327795 w 10678681"/>
              <a:gd name="connsiteY63" fmla="*/ 1088142 h 1342734"/>
              <a:gd name="connsiteX64" fmla="*/ 6136549 w 10678681"/>
              <a:gd name="connsiteY64" fmla="*/ 1100268 h 1342734"/>
              <a:gd name="connsiteX65" fmla="*/ 6004655 w 10678681"/>
              <a:gd name="connsiteY65" fmla="*/ 1114946 h 1342734"/>
              <a:gd name="connsiteX66" fmla="*/ 5936643 w 10678681"/>
              <a:gd name="connsiteY66" fmla="*/ 1095428 h 1342734"/>
              <a:gd name="connsiteX67" fmla="*/ 5912484 w 10678681"/>
              <a:gd name="connsiteY67" fmla="*/ 1112624 h 1342734"/>
              <a:gd name="connsiteX68" fmla="*/ 5908387 w 10678681"/>
              <a:gd name="connsiteY68" fmla="*/ 1116018 h 1342734"/>
              <a:gd name="connsiteX69" fmla="*/ 5890495 w 10678681"/>
              <a:gd name="connsiteY69" fmla="*/ 1120268 h 1342734"/>
              <a:gd name="connsiteX70" fmla="*/ 5887318 w 10678681"/>
              <a:gd name="connsiteY70" fmla="*/ 1133134 h 1342734"/>
              <a:gd name="connsiteX71" fmla="*/ 5861726 w 10678681"/>
              <a:gd name="connsiteY71" fmla="*/ 1147891 h 1342734"/>
              <a:gd name="connsiteX72" fmla="*/ 5805823 w 10678681"/>
              <a:gd name="connsiteY72" fmla="*/ 1152457 h 1342734"/>
              <a:gd name="connsiteX73" fmla="*/ 5689841 w 10678681"/>
              <a:gd name="connsiteY73" fmla="*/ 1176232 h 1342734"/>
              <a:gd name="connsiteX74" fmla="*/ 5605119 w 10678681"/>
              <a:gd name="connsiteY74" fmla="*/ 1190202 h 1342734"/>
              <a:gd name="connsiteX75" fmla="*/ 5488513 w 10678681"/>
              <a:gd name="connsiteY75" fmla="*/ 1205367 h 1342734"/>
              <a:gd name="connsiteX76" fmla="*/ 5402905 w 10678681"/>
              <a:gd name="connsiteY76" fmla="*/ 1241191 h 1342734"/>
              <a:gd name="connsiteX77" fmla="*/ 5285593 w 10678681"/>
              <a:gd name="connsiteY77" fmla="*/ 1273569 h 1342734"/>
              <a:gd name="connsiteX78" fmla="*/ 5192893 w 10678681"/>
              <a:gd name="connsiteY78" fmla="*/ 1247188 h 1342734"/>
              <a:gd name="connsiteX79" fmla="*/ 5186475 w 10678681"/>
              <a:gd name="connsiteY79" fmla="*/ 1257028 h 1342734"/>
              <a:gd name="connsiteX80" fmla="*/ 5126038 w 10678681"/>
              <a:gd name="connsiteY80" fmla="*/ 1263189 h 1342734"/>
              <a:gd name="connsiteX81" fmla="*/ 4894688 w 10678681"/>
              <a:gd name="connsiteY81" fmla="*/ 1247184 h 1342734"/>
              <a:gd name="connsiteX82" fmla="*/ 4788036 w 10678681"/>
              <a:gd name="connsiteY82" fmla="*/ 1238182 h 1342734"/>
              <a:gd name="connsiteX83" fmla="*/ 4747555 w 10678681"/>
              <a:gd name="connsiteY83" fmla="*/ 1252768 h 1342734"/>
              <a:gd name="connsiteX84" fmla="*/ 4679644 w 10678681"/>
              <a:gd name="connsiteY84" fmla="*/ 1276603 h 1342734"/>
              <a:gd name="connsiteX85" fmla="*/ 4632222 w 10678681"/>
              <a:gd name="connsiteY85" fmla="*/ 1318360 h 1342734"/>
              <a:gd name="connsiteX86" fmla="*/ 4578184 w 10678681"/>
              <a:gd name="connsiteY86" fmla="*/ 1326745 h 1342734"/>
              <a:gd name="connsiteX87" fmla="*/ 4564919 w 10678681"/>
              <a:gd name="connsiteY87" fmla="*/ 1325507 h 1342734"/>
              <a:gd name="connsiteX88" fmla="*/ 4566586 w 10678681"/>
              <a:gd name="connsiteY88" fmla="*/ 1316963 h 1342734"/>
              <a:gd name="connsiteX89" fmla="*/ 4556303 w 10678681"/>
              <a:gd name="connsiteY89" fmla="*/ 1300262 h 1342734"/>
              <a:gd name="connsiteX90" fmla="*/ 4502358 w 10678681"/>
              <a:gd name="connsiteY90" fmla="*/ 1302558 h 1342734"/>
              <a:gd name="connsiteX91" fmla="*/ 4498919 w 10678681"/>
              <a:gd name="connsiteY91" fmla="*/ 1312115 h 1342734"/>
              <a:gd name="connsiteX92" fmla="*/ 4492075 w 10678681"/>
              <a:gd name="connsiteY92" fmla="*/ 1313357 h 1342734"/>
              <a:gd name="connsiteX93" fmla="*/ 4487466 w 10678681"/>
              <a:gd name="connsiteY93" fmla="*/ 1304102 h 1342734"/>
              <a:gd name="connsiteX94" fmla="*/ 4398292 w 10678681"/>
              <a:gd name="connsiteY94" fmla="*/ 1278410 h 1342734"/>
              <a:gd name="connsiteX95" fmla="*/ 4306088 w 10678681"/>
              <a:gd name="connsiteY95" fmla="*/ 1282512 h 1342734"/>
              <a:gd name="connsiteX96" fmla="*/ 4188995 w 10678681"/>
              <a:gd name="connsiteY96" fmla="*/ 1296718 h 1342734"/>
              <a:gd name="connsiteX97" fmla="*/ 4136582 w 10678681"/>
              <a:gd name="connsiteY97" fmla="*/ 1287687 h 1342734"/>
              <a:gd name="connsiteX98" fmla="*/ 4064614 w 10678681"/>
              <a:gd name="connsiteY98" fmla="*/ 1296118 h 1342734"/>
              <a:gd name="connsiteX99" fmla="*/ 3900948 w 10678681"/>
              <a:gd name="connsiteY99" fmla="*/ 1322156 h 1342734"/>
              <a:gd name="connsiteX100" fmla="*/ 3787890 w 10678681"/>
              <a:gd name="connsiteY100" fmla="*/ 1322164 h 1342734"/>
              <a:gd name="connsiteX101" fmla="*/ 3745993 w 10678681"/>
              <a:gd name="connsiteY101" fmla="*/ 1342630 h 1342734"/>
              <a:gd name="connsiteX102" fmla="*/ 3675785 w 10678681"/>
              <a:gd name="connsiteY102" fmla="*/ 1326802 h 1342734"/>
              <a:gd name="connsiteX103" fmla="*/ 3623856 w 10678681"/>
              <a:gd name="connsiteY103" fmla="*/ 1290804 h 1342734"/>
              <a:gd name="connsiteX104" fmla="*/ 3564933 w 10678681"/>
              <a:gd name="connsiteY104" fmla="*/ 1287147 h 1342734"/>
              <a:gd name="connsiteX105" fmla="*/ 3550537 w 10678681"/>
              <a:gd name="connsiteY105" fmla="*/ 1317552 h 1342734"/>
              <a:gd name="connsiteX106" fmla="*/ 3487736 w 10678681"/>
              <a:gd name="connsiteY106" fmla="*/ 1303493 h 1342734"/>
              <a:gd name="connsiteX107" fmla="*/ 3392548 w 10678681"/>
              <a:gd name="connsiteY107" fmla="*/ 1278741 h 1342734"/>
              <a:gd name="connsiteX108" fmla="*/ 3337466 w 10678681"/>
              <a:gd name="connsiteY108" fmla="*/ 1272537 h 1342734"/>
              <a:gd name="connsiteX109" fmla="*/ 3175981 w 10678681"/>
              <a:gd name="connsiteY109" fmla="*/ 1208973 h 1342734"/>
              <a:gd name="connsiteX110" fmla="*/ 3036856 w 10678681"/>
              <a:gd name="connsiteY110" fmla="*/ 1214383 h 1342734"/>
              <a:gd name="connsiteX111" fmla="*/ 2824973 w 10678681"/>
              <a:gd name="connsiteY111" fmla="*/ 1134864 h 1342734"/>
              <a:gd name="connsiteX112" fmla="*/ 2804398 w 10678681"/>
              <a:gd name="connsiteY112" fmla="*/ 1125556 h 1342734"/>
              <a:gd name="connsiteX113" fmla="*/ 2736109 w 10678681"/>
              <a:gd name="connsiteY113" fmla="*/ 1137717 h 1342734"/>
              <a:gd name="connsiteX114" fmla="*/ 2659096 w 10678681"/>
              <a:gd name="connsiteY114" fmla="*/ 1150294 h 1342734"/>
              <a:gd name="connsiteX115" fmla="*/ 2567088 w 10678681"/>
              <a:gd name="connsiteY115" fmla="*/ 1181781 h 1342734"/>
              <a:gd name="connsiteX116" fmla="*/ 2454501 w 10678681"/>
              <a:gd name="connsiteY116" fmla="*/ 1155455 h 1342734"/>
              <a:gd name="connsiteX117" fmla="*/ 2385161 w 10678681"/>
              <a:gd name="connsiteY117" fmla="*/ 1161312 h 1342734"/>
              <a:gd name="connsiteX118" fmla="*/ 2273361 w 10678681"/>
              <a:gd name="connsiteY118" fmla="*/ 1134090 h 1342734"/>
              <a:gd name="connsiteX119" fmla="*/ 2132003 w 10678681"/>
              <a:gd name="connsiteY119" fmla="*/ 1139225 h 1342734"/>
              <a:gd name="connsiteX120" fmla="*/ 2041224 w 10678681"/>
              <a:gd name="connsiteY120" fmla="*/ 1147536 h 1342734"/>
              <a:gd name="connsiteX121" fmla="*/ 2010157 w 10678681"/>
              <a:gd name="connsiteY121" fmla="*/ 1152767 h 1342734"/>
              <a:gd name="connsiteX122" fmla="*/ 1859213 w 10678681"/>
              <a:gd name="connsiteY122" fmla="*/ 1199540 h 1342734"/>
              <a:gd name="connsiteX123" fmla="*/ 1735877 w 10678681"/>
              <a:gd name="connsiteY123" fmla="*/ 1246527 h 1342734"/>
              <a:gd name="connsiteX124" fmla="*/ 1705069 w 10678681"/>
              <a:gd name="connsiteY124" fmla="*/ 1251989 h 1342734"/>
              <a:gd name="connsiteX125" fmla="*/ 1307888 w 10678681"/>
              <a:gd name="connsiteY125" fmla="*/ 1283156 h 1342734"/>
              <a:gd name="connsiteX126" fmla="*/ 1220734 w 10678681"/>
              <a:gd name="connsiteY126" fmla="*/ 1257811 h 1342734"/>
              <a:gd name="connsiteX127" fmla="*/ 1021737 w 10678681"/>
              <a:gd name="connsiteY127" fmla="*/ 1238739 h 1342734"/>
              <a:gd name="connsiteX128" fmla="*/ 959820 w 10678681"/>
              <a:gd name="connsiteY128" fmla="*/ 1275863 h 1342734"/>
              <a:gd name="connsiteX129" fmla="*/ 929137 w 10678681"/>
              <a:gd name="connsiteY129" fmla="*/ 1273957 h 1342734"/>
              <a:gd name="connsiteX130" fmla="*/ 878849 w 10678681"/>
              <a:gd name="connsiteY130" fmla="*/ 1266740 h 1342734"/>
              <a:gd name="connsiteX131" fmla="*/ 800667 w 10678681"/>
              <a:gd name="connsiteY131" fmla="*/ 1282041 h 1342734"/>
              <a:gd name="connsiteX132" fmla="*/ 644906 w 10678681"/>
              <a:gd name="connsiteY132" fmla="*/ 1273685 h 1342734"/>
              <a:gd name="connsiteX133" fmla="*/ 379869 w 10678681"/>
              <a:gd name="connsiteY133" fmla="*/ 1339165 h 1342734"/>
              <a:gd name="connsiteX134" fmla="*/ 137696 w 10678681"/>
              <a:gd name="connsiteY134" fmla="*/ 1319217 h 1342734"/>
              <a:gd name="connsiteX135" fmla="*/ 54250 w 10678681"/>
              <a:gd name="connsiteY135" fmla="*/ 1315838 h 1342734"/>
              <a:gd name="connsiteX136" fmla="*/ 28042 w 10678681"/>
              <a:gd name="connsiteY136" fmla="*/ 1297822 h 1342734"/>
              <a:gd name="connsiteX137" fmla="*/ 0 w 10678681"/>
              <a:gd name="connsiteY137" fmla="*/ 1294612 h 1342734"/>
              <a:gd name="connsiteX138" fmla="*/ 0 w 10678681"/>
              <a:gd name="connsiteY138" fmla="*/ 0 h 1342734"/>
              <a:gd name="connsiteX0" fmla="*/ 0 w 10678681"/>
              <a:gd name="connsiteY0" fmla="*/ 0 h 1342734"/>
              <a:gd name="connsiteX1" fmla="*/ 10678681 w 10678681"/>
              <a:gd name="connsiteY1" fmla="*/ 0 h 1342734"/>
              <a:gd name="connsiteX2" fmla="*/ 10666019 w 10678681"/>
              <a:gd name="connsiteY2" fmla="*/ 7876 h 1342734"/>
              <a:gd name="connsiteX3" fmla="*/ 10632825 w 10678681"/>
              <a:gd name="connsiteY3" fmla="*/ 32153 h 1342734"/>
              <a:gd name="connsiteX4" fmla="*/ 10516219 w 10678681"/>
              <a:gd name="connsiteY4" fmla="*/ 45588 h 1342734"/>
              <a:gd name="connsiteX5" fmla="*/ 10456989 w 10678681"/>
              <a:gd name="connsiteY5" fmla="*/ 979 h 1342734"/>
              <a:gd name="connsiteX6" fmla="*/ 10438642 w 10678681"/>
              <a:gd name="connsiteY6" fmla="*/ 1524 h 1342734"/>
              <a:gd name="connsiteX7" fmla="*/ 10407146 w 10678681"/>
              <a:gd name="connsiteY7" fmla="*/ 43659 h 1342734"/>
              <a:gd name="connsiteX8" fmla="*/ 10341159 w 10678681"/>
              <a:gd name="connsiteY8" fmla="*/ 103824 h 1342734"/>
              <a:gd name="connsiteX9" fmla="*/ 10244930 w 10678681"/>
              <a:gd name="connsiteY9" fmla="*/ 94599 h 1342734"/>
              <a:gd name="connsiteX10" fmla="*/ 10115334 w 10678681"/>
              <a:gd name="connsiteY10" fmla="*/ 155658 h 1342734"/>
              <a:gd name="connsiteX11" fmla="*/ 10068157 w 10678681"/>
              <a:gd name="connsiteY11" fmla="*/ 215673 h 1342734"/>
              <a:gd name="connsiteX12" fmla="*/ 10045431 w 10678681"/>
              <a:gd name="connsiteY12" fmla="*/ 229568 h 1342734"/>
              <a:gd name="connsiteX13" fmla="*/ 9929077 w 10678681"/>
              <a:gd name="connsiteY13" fmla="*/ 209062 h 1342734"/>
              <a:gd name="connsiteX14" fmla="*/ 9840045 w 10678681"/>
              <a:gd name="connsiteY14" fmla="*/ 223033 h 1342734"/>
              <a:gd name="connsiteX15" fmla="*/ 9679639 w 10678681"/>
              <a:gd name="connsiteY15" fmla="*/ 247182 h 1342734"/>
              <a:gd name="connsiteX16" fmla="*/ 9498347 w 10678681"/>
              <a:gd name="connsiteY16" fmla="*/ 244723 h 1342734"/>
              <a:gd name="connsiteX17" fmla="*/ 9366026 w 10678681"/>
              <a:gd name="connsiteY17" fmla="*/ 299024 h 1342734"/>
              <a:gd name="connsiteX18" fmla="*/ 9316702 w 10678681"/>
              <a:gd name="connsiteY18" fmla="*/ 356523 h 1342734"/>
              <a:gd name="connsiteX19" fmla="*/ 9121744 w 10678681"/>
              <a:gd name="connsiteY19" fmla="*/ 365177 h 1342734"/>
              <a:gd name="connsiteX20" fmla="*/ 9061654 w 10678681"/>
              <a:gd name="connsiteY20" fmla="*/ 393730 h 1342734"/>
              <a:gd name="connsiteX21" fmla="*/ 8997577 w 10678681"/>
              <a:gd name="connsiteY21" fmla="*/ 380865 h 1342734"/>
              <a:gd name="connsiteX22" fmla="*/ 8907968 w 10678681"/>
              <a:gd name="connsiteY22" fmla="*/ 447345 h 1342734"/>
              <a:gd name="connsiteX23" fmla="*/ 8764163 w 10678681"/>
              <a:gd name="connsiteY23" fmla="*/ 471000 h 1342734"/>
              <a:gd name="connsiteX24" fmla="*/ 8680155 w 10678681"/>
              <a:gd name="connsiteY24" fmla="*/ 492404 h 1342734"/>
              <a:gd name="connsiteX25" fmla="*/ 8651436 w 10678681"/>
              <a:gd name="connsiteY25" fmla="*/ 511923 h 1342734"/>
              <a:gd name="connsiteX26" fmla="*/ 8609185 w 10678681"/>
              <a:gd name="connsiteY26" fmla="*/ 531525 h 1342734"/>
              <a:gd name="connsiteX27" fmla="*/ 8537091 w 10678681"/>
              <a:gd name="connsiteY27" fmla="*/ 574933 h 1342734"/>
              <a:gd name="connsiteX28" fmla="*/ 8435931 w 10678681"/>
              <a:gd name="connsiteY28" fmla="*/ 617926 h 1342734"/>
              <a:gd name="connsiteX29" fmla="*/ 8348623 w 10678681"/>
              <a:gd name="connsiteY29" fmla="*/ 600607 h 1342734"/>
              <a:gd name="connsiteX30" fmla="*/ 8276883 w 10678681"/>
              <a:gd name="connsiteY30" fmla="*/ 588214 h 1342734"/>
              <a:gd name="connsiteX31" fmla="*/ 8086698 w 10678681"/>
              <a:gd name="connsiteY31" fmla="*/ 605185 h 1342734"/>
              <a:gd name="connsiteX32" fmla="*/ 7982378 w 10678681"/>
              <a:gd name="connsiteY32" fmla="*/ 629799 h 1342734"/>
              <a:gd name="connsiteX33" fmla="*/ 7947952 w 10678681"/>
              <a:gd name="connsiteY33" fmla="*/ 648003 h 1342734"/>
              <a:gd name="connsiteX34" fmla="*/ 7890112 w 10678681"/>
              <a:gd name="connsiteY34" fmla="*/ 677915 h 1342734"/>
              <a:gd name="connsiteX35" fmla="*/ 7853284 w 10678681"/>
              <a:gd name="connsiteY35" fmla="*/ 723588 h 1342734"/>
              <a:gd name="connsiteX36" fmla="*/ 7802383 w 10678681"/>
              <a:gd name="connsiteY36" fmla="*/ 739359 h 1342734"/>
              <a:gd name="connsiteX37" fmla="*/ 7730518 w 10678681"/>
              <a:gd name="connsiteY37" fmla="*/ 739526 h 1342734"/>
              <a:gd name="connsiteX38" fmla="*/ 7720084 w 10678681"/>
              <a:gd name="connsiteY38" fmla="*/ 760750 h 1342734"/>
              <a:gd name="connsiteX39" fmla="*/ 7652907 w 10678681"/>
              <a:gd name="connsiteY39" fmla="*/ 783273 h 1342734"/>
              <a:gd name="connsiteX40" fmla="*/ 7606008 w 10678681"/>
              <a:gd name="connsiteY40" fmla="*/ 800717 h 1342734"/>
              <a:gd name="connsiteX41" fmla="*/ 7480223 w 10678681"/>
              <a:gd name="connsiteY41" fmla="*/ 856821 h 1342734"/>
              <a:gd name="connsiteX42" fmla="*/ 7356005 w 10678681"/>
              <a:gd name="connsiteY42" fmla="*/ 919462 h 1342734"/>
              <a:gd name="connsiteX43" fmla="*/ 7305396 w 10678681"/>
              <a:gd name="connsiteY43" fmla="*/ 986228 h 1342734"/>
              <a:gd name="connsiteX44" fmla="*/ 7266251 w 10678681"/>
              <a:gd name="connsiteY44" fmla="*/ 967864 h 1342734"/>
              <a:gd name="connsiteX45" fmla="*/ 7258094 w 10678681"/>
              <a:gd name="connsiteY45" fmla="*/ 990679 h 1342734"/>
              <a:gd name="connsiteX46" fmla="*/ 7257893 w 10678681"/>
              <a:gd name="connsiteY46" fmla="*/ 991204 h 1342734"/>
              <a:gd name="connsiteX47" fmla="*/ 7247153 w 10678681"/>
              <a:gd name="connsiteY47" fmla="*/ 991550 h 1342734"/>
              <a:gd name="connsiteX48" fmla="*/ 7193612 w 10678681"/>
              <a:gd name="connsiteY48" fmla="*/ 987042 h 1342734"/>
              <a:gd name="connsiteX49" fmla="*/ 7132632 w 10678681"/>
              <a:gd name="connsiteY49" fmla="*/ 1042036 h 1342734"/>
              <a:gd name="connsiteX50" fmla="*/ 7105610 w 10678681"/>
              <a:gd name="connsiteY50" fmla="*/ 1053537 h 1342734"/>
              <a:gd name="connsiteX51" fmla="*/ 7069148 w 10678681"/>
              <a:gd name="connsiteY51" fmla="*/ 1047163 h 1342734"/>
              <a:gd name="connsiteX52" fmla="*/ 7039634 w 10678681"/>
              <a:gd name="connsiteY52" fmla="*/ 1059971 h 1342734"/>
              <a:gd name="connsiteX53" fmla="*/ 7033445 w 10678681"/>
              <a:gd name="connsiteY53" fmla="*/ 1063314 h 1342734"/>
              <a:gd name="connsiteX54" fmla="*/ 6999157 w 10678681"/>
              <a:gd name="connsiteY54" fmla="*/ 1055282 h 1342734"/>
              <a:gd name="connsiteX55" fmla="*/ 6981874 w 10678681"/>
              <a:gd name="connsiteY55" fmla="*/ 1053827 h 1342734"/>
              <a:gd name="connsiteX56" fmla="*/ 6976102 w 10678681"/>
              <a:gd name="connsiteY56" fmla="*/ 1047854 h 1342734"/>
              <a:gd name="connsiteX57" fmla="*/ 6951040 w 10678681"/>
              <a:gd name="connsiteY57" fmla="*/ 1048531 h 1342734"/>
              <a:gd name="connsiteX58" fmla="*/ 6948497 w 10678681"/>
              <a:gd name="connsiteY58" fmla="*/ 1050706 h 1342734"/>
              <a:gd name="connsiteX59" fmla="*/ 6926582 w 10678681"/>
              <a:gd name="connsiteY59" fmla="*/ 1043462 h 1342734"/>
              <a:gd name="connsiteX60" fmla="*/ 6833743 w 10678681"/>
              <a:gd name="connsiteY60" fmla="*/ 1027960 h 1342734"/>
              <a:gd name="connsiteX61" fmla="*/ 6687090 w 10678681"/>
              <a:gd name="connsiteY61" fmla="*/ 1063250 h 1342734"/>
              <a:gd name="connsiteX62" fmla="*/ 6431838 w 10678681"/>
              <a:gd name="connsiteY62" fmla="*/ 1063226 h 1342734"/>
              <a:gd name="connsiteX63" fmla="*/ 6327795 w 10678681"/>
              <a:gd name="connsiteY63" fmla="*/ 1088142 h 1342734"/>
              <a:gd name="connsiteX64" fmla="*/ 6136549 w 10678681"/>
              <a:gd name="connsiteY64" fmla="*/ 1100268 h 1342734"/>
              <a:gd name="connsiteX65" fmla="*/ 6004655 w 10678681"/>
              <a:gd name="connsiteY65" fmla="*/ 1114946 h 1342734"/>
              <a:gd name="connsiteX66" fmla="*/ 5936643 w 10678681"/>
              <a:gd name="connsiteY66" fmla="*/ 1095428 h 1342734"/>
              <a:gd name="connsiteX67" fmla="*/ 5912484 w 10678681"/>
              <a:gd name="connsiteY67" fmla="*/ 1112624 h 1342734"/>
              <a:gd name="connsiteX68" fmla="*/ 5908387 w 10678681"/>
              <a:gd name="connsiteY68" fmla="*/ 1116018 h 1342734"/>
              <a:gd name="connsiteX69" fmla="*/ 5890495 w 10678681"/>
              <a:gd name="connsiteY69" fmla="*/ 1120268 h 1342734"/>
              <a:gd name="connsiteX70" fmla="*/ 5887318 w 10678681"/>
              <a:gd name="connsiteY70" fmla="*/ 1133134 h 1342734"/>
              <a:gd name="connsiteX71" fmla="*/ 5861726 w 10678681"/>
              <a:gd name="connsiteY71" fmla="*/ 1147891 h 1342734"/>
              <a:gd name="connsiteX72" fmla="*/ 5805823 w 10678681"/>
              <a:gd name="connsiteY72" fmla="*/ 1152457 h 1342734"/>
              <a:gd name="connsiteX73" fmla="*/ 5689841 w 10678681"/>
              <a:gd name="connsiteY73" fmla="*/ 1176232 h 1342734"/>
              <a:gd name="connsiteX74" fmla="*/ 5605119 w 10678681"/>
              <a:gd name="connsiteY74" fmla="*/ 1190202 h 1342734"/>
              <a:gd name="connsiteX75" fmla="*/ 5488513 w 10678681"/>
              <a:gd name="connsiteY75" fmla="*/ 1205367 h 1342734"/>
              <a:gd name="connsiteX76" fmla="*/ 5402905 w 10678681"/>
              <a:gd name="connsiteY76" fmla="*/ 1241191 h 1342734"/>
              <a:gd name="connsiteX77" fmla="*/ 5285593 w 10678681"/>
              <a:gd name="connsiteY77" fmla="*/ 1273569 h 1342734"/>
              <a:gd name="connsiteX78" fmla="*/ 5192893 w 10678681"/>
              <a:gd name="connsiteY78" fmla="*/ 1247188 h 1342734"/>
              <a:gd name="connsiteX79" fmla="*/ 5186475 w 10678681"/>
              <a:gd name="connsiteY79" fmla="*/ 1257028 h 1342734"/>
              <a:gd name="connsiteX80" fmla="*/ 5126038 w 10678681"/>
              <a:gd name="connsiteY80" fmla="*/ 1263189 h 1342734"/>
              <a:gd name="connsiteX81" fmla="*/ 4894688 w 10678681"/>
              <a:gd name="connsiteY81" fmla="*/ 1247184 h 1342734"/>
              <a:gd name="connsiteX82" fmla="*/ 4788036 w 10678681"/>
              <a:gd name="connsiteY82" fmla="*/ 1238182 h 1342734"/>
              <a:gd name="connsiteX83" fmla="*/ 4747555 w 10678681"/>
              <a:gd name="connsiteY83" fmla="*/ 1252768 h 1342734"/>
              <a:gd name="connsiteX84" fmla="*/ 4679644 w 10678681"/>
              <a:gd name="connsiteY84" fmla="*/ 1276603 h 1342734"/>
              <a:gd name="connsiteX85" fmla="*/ 4578184 w 10678681"/>
              <a:gd name="connsiteY85" fmla="*/ 1326745 h 1342734"/>
              <a:gd name="connsiteX86" fmla="*/ 4564919 w 10678681"/>
              <a:gd name="connsiteY86" fmla="*/ 1325507 h 1342734"/>
              <a:gd name="connsiteX87" fmla="*/ 4566586 w 10678681"/>
              <a:gd name="connsiteY87" fmla="*/ 1316963 h 1342734"/>
              <a:gd name="connsiteX88" fmla="*/ 4556303 w 10678681"/>
              <a:gd name="connsiteY88" fmla="*/ 1300262 h 1342734"/>
              <a:gd name="connsiteX89" fmla="*/ 4502358 w 10678681"/>
              <a:gd name="connsiteY89" fmla="*/ 1302558 h 1342734"/>
              <a:gd name="connsiteX90" fmla="*/ 4498919 w 10678681"/>
              <a:gd name="connsiteY90" fmla="*/ 1312115 h 1342734"/>
              <a:gd name="connsiteX91" fmla="*/ 4492075 w 10678681"/>
              <a:gd name="connsiteY91" fmla="*/ 1313357 h 1342734"/>
              <a:gd name="connsiteX92" fmla="*/ 4487466 w 10678681"/>
              <a:gd name="connsiteY92" fmla="*/ 1304102 h 1342734"/>
              <a:gd name="connsiteX93" fmla="*/ 4398292 w 10678681"/>
              <a:gd name="connsiteY93" fmla="*/ 1278410 h 1342734"/>
              <a:gd name="connsiteX94" fmla="*/ 4306088 w 10678681"/>
              <a:gd name="connsiteY94" fmla="*/ 1282512 h 1342734"/>
              <a:gd name="connsiteX95" fmla="*/ 4188995 w 10678681"/>
              <a:gd name="connsiteY95" fmla="*/ 1296718 h 1342734"/>
              <a:gd name="connsiteX96" fmla="*/ 4136582 w 10678681"/>
              <a:gd name="connsiteY96" fmla="*/ 1287687 h 1342734"/>
              <a:gd name="connsiteX97" fmla="*/ 4064614 w 10678681"/>
              <a:gd name="connsiteY97" fmla="*/ 1296118 h 1342734"/>
              <a:gd name="connsiteX98" fmla="*/ 3900948 w 10678681"/>
              <a:gd name="connsiteY98" fmla="*/ 1322156 h 1342734"/>
              <a:gd name="connsiteX99" fmla="*/ 3787890 w 10678681"/>
              <a:gd name="connsiteY99" fmla="*/ 1322164 h 1342734"/>
              <a:gd name="connsiteX100" fmla="*/ 3745993 w 10678681"/>
              <a:gd name="connsiteY100" fmla="*/ 1342630 h 1342734"/>
              <a:gd name="connsiteX101" fmla="*/ 3675785 w 10678681"/>
              <a:gd name="connsiteY101" fmla="*/ 1326802 h 1342734"/>
              <a:gd name="connsiteX102" fmla="*/ 3623856 w 10678681"/>
              <a:gd name="connsiteY102" fmla="*/ 1290804 h 1342734"/>
              <a:gd name="connsiteX103" fmla="*/ 3564933 w 10678681"/>
              <a:gd name="connsiteY103" fmla="*/ 1287147 h 1342734"/>
              <a:gd name="connsiteX104" fmla="*/ 3550537 w 10678681"/>
              <a:gd name="connsiteY104" fmla="*/ 1317552 h 1342734"/>
              <a:gd name="connsiteX105" fmla="*/ 3487736 w 10678681"/>
              <a:gd name="connsiteY105" fmla="*/ 1303493 h 1342734"/>
              <a:gd name="connsiteX106" fmla="*/ 3392548 w 10678681"/>
              <a:gd name="connsiteY106" fmla="*/ 1278741 h 1342734"/>
              <a:gd name="connsiteX107" fmla="*/ 3337466 w 10678681"/>
              <a:gd name="connsiteY107" fmla="*/ 1272537 h 1342734"/>
              <a:gd name="connsiteX108" fmla="*/ 3175981 w 10678681"/>
              <a:gd name="connsiteY108" fmla="*/ 1208973 h 1342734"/>
              <a:gd name="connsiteX109" fmla="*/ 3036856 w 10678681"/>
              <a:gd name="connsiteY109" fmla="*/ 1214383 h 1342734"/>
              <a:gd name="connsiteX110" fmla="*/ 2824973 w 10678681"/>
              <a:gd name="connsiteY110" fmla="*/ 1134864 h 1342734"/>
              <a:gd name="connsiteX111" fmla="*/ 2804398 w 10678681"/>
              <a:gd name="connsiteY111" fmla="*/ 1125556 h 1342734"/>
              <a:gd name="connsiteX112" fmla="*/ 2736109 w 10678681"/>
              <a:gd name="connsiteY112" fmla="*/ 1137717 h 1342734"/>
              <a:gd name="connsiteX113" fmla="*/ 2659096 w 10678681"/>
              <a:gd name="connsiteY113" fmla="*/ 1150294 h 1342734"/>
              <a:gd name="connsiteX114" fmla="*/ 2567088 w 10678681"/>
              <a:gd name="connsiteY114" fmla="*/ 1181781 h 1342734"/>
              <a:gd name="connsiteX115" fmla="*/ 2454501 w 10678681"/>
              <a:gd name="connsiteY115" fmla="*/ 1155455 h 1342734"/>
              <a:gd name="connsiteX116" fmla="*/ 2385161 w 10678681"/>
              <a:gd name="connsiteY116" fmla="*/ 1161312 h 1342734"/>
              <a:gd name="connsiteX117" fmla="*/ 2273361 w 10678681"/>
              <a:gd name="connsiteY117" fmla="*/ 1134090 h 1342734"/>
              <a:gd name="connsiteX118" fmla="*/ 2132003 w 10678681"/>
              <a:gd name="connsiteY118" fmla="*/ 1139225 h 1342734"/>
              <a:gd name="connsiteX119" fmla="*/ 2041224 w 10678681"/>
              <a:gd name="connsiteY119" fmla="*/ 1147536 h 1342734"/>
              <a:gd name="connsiteX120" fmla="*/ 2010157 w 10678681"/>
              <a:gd name="connsiteY120" fmla="*/ 1152767 h 1342734"/>
              <a:gd name="connsiteX121" fmla="*/ 1859213 w 10678681"/>
              <a:gd name="connsiteY121" fmla="*/ 1199540 h 1342734"/>
              <a:gd name="connsiteX122" fmla="*/ 1735877 w 10678681"/>
              <a:gd name="connsiteY122" fmla="*/ 1246527 h 1342734"/>
              <a:gd name="connsiteX123" fmla="*/ 1705069 w 10678681"/>
              <a:gd name="connsiteY123" fmla="*/ 1251989 h 1342734"/>
              <a:gd name="connsiteX124" fmla="*/ 1307888 w 10678681"/>
              <a:gd name="connsiteY124" fmla="*/ 1283156 h 1342734"/>
              <a:gd name="connsiteX125" fmla="*/ 1220734 w 10678681"/>
              <a:gd name="connsiteY125" fmla="*/ 1257811 h 1342734"/>
              <a:gd name="connsiteX126" fmla="*/ 1021737 w 10678681"/>
              <a:gd name="connsiteY126" fmla="*/ 1238739 h 1342734"/>
              <a:gd name="connsiteX127" fmla="*/ 959820 w 10678681"/>
              <a:gd name="connsiteY127" fmla="*/ 1275863 h 1342734"/>
              <a:gd name="connsiteX128" fmla="*/ 929137 w 10678681"/>
              <a:gd name="connsiteY128" fmla="*/ 1273957 h 1342734"/>
              <a:gd name="connsiteX129" fmla="*/ 878849 w 10678681"/>
              <a:gd name="connsiteY129" fmla="*/ 1266740 h 1342734"/>
              <a:gd name="connsiteX130" fmla="*/ 800667 w 10678681"/>
              <a:gd name="connsiteY130" fmla="*/ 1282041 h 1342734"/>
              <a:gd name="connsiteX131" fmla="*/ 644906 w 10678681"/>
              <a:gd name="connsiteY131" fmla="*/ 1273685 h 1342734"/>
              <a:gd name="connsiteX132" fmla="*/ 379869 w 10678681"/>
              <a:gd name="connsiteY132" fmla="*/ 1339165 h 1342734"/>
              <a:gd name="connsiteX133" fmla="*/ 137696 w 10678681"/>
              <a:gd name="connsiteY133" fmla="*/ 1319217 h 1342734"/>
              <a:gd name="connsiteX134" fmla="*/ 54250 w 10678681"/>
              <a:gd name="connsiteY134" fmla="*/ 1315838 h 1342734"/>
              <a:gd name="connsiteX135" fmla="*/ 28042 w 10678681"/>
              <a:gd name="connsiteY135" fmla="*/ 1297822 h 1342734"/>
              <a:gd name="connsiteX136" fmla="*/ 0 w 10678681"/>
              <a:gd name="connsiteY136" fmla="*/ 1294612 h 1342734"/>
              <a:gd name="connsiteX137" fmla="*/ 0 w 10678681"/>
              <a:gd name="connsiteY137" fmla="*/ 0 h 1342734"/>
              <a:gd name="connsiteX0" fmla="*/ 0 w 10678681"/>
              <a:gd name="connsiteY0" fmla="*/ 0 h 1342734"/>
              <a:gd name="connsiteX1" fmla="*/ 10678681 w 10678681"/>
              <a:gd name="connsiteY1" fmla="*/ 0 h 1342734"/>
              <a:gd name="connsiteX2" fmla="*/ 10666019 w 10678681"/>
              <a:gd name="connsiteY2" fmla="*/ 7876 h 1342734"/>
              <a:gd name="connsiteX3" fmla="*/ 10632825 w 10678681"/>
              <a:gd name="connsiteY3" fmla="*/ 32153 h 1342734"/>
              <a:gd name="connsiteX4" fmla="*/ 10516219 w 10678681"/>
              <a:gd name="connsiteY4" fmla="*/ 45588 h 1342734"/>
              <a:gd name="connsiteX5" fmla="*/ 10456989 w 10678681"/>
              <a:gd name="connsiteY5" fmla="*/ 979 h 1342734"/>
              <a:gd name="connsiteX6" fmla="*/ 10438642 w 10678681"/>
              <a:gd name="connsiteY6" fmla="*/ 1524 h 1342734"/>
              <a:gd name="connsiteX7" fmla="*/ 10407146 w 10678681"/>
              <a:gd name="connsiteY7" fmla="*/ 43659 h 1342734"/>
              <a:gd name="connsiteX8" fmla="*/ 10341159 w 10678681"/>
              <a:gd name="connsiteY8" fmla="*/ 103824 h 1342734"/>
              <a:gd name="connsiteX9" fmla="*/ 10244930 w 10678681"/>
              <a:gd name="connsiteY9" fmla="*/ 94599 h 1342734"/>
              <a:gd name="connsiteX10" fmla="*/ 10115334 w 10678681"/>
              <a:gd name="connsiteY10" fmla="*/ 155658 h 1342734"/>
              <a:gd name="connsiteX11" fmla="*/ 10068157 w 10678681"/>
              <a:gd name="connsiteY11" fmla="*/ 215673 h 1342734"/>
              <a:gd name="connsiteX12" fmla="*/ 10045431 w 10678681"/>
              <a:gd name="connsiteY12" fmla="*/ 229568 h 1342734"/>
              <a:gd name="connsiteX13" fmla="*/ 9929077 w 10678681"/>
              <a:gd name="connsiteY13" fmla="*/ 209062 h 1342734"/>
              <a:gd name="connsiteX14" fmla="*/ 9840045 w 10678681"/>
              <a:gd name="connsiteY14" fmla="*/ 223033 h 1342734"/>
              <a:gd name="connsiteX15" fmla="*/ 9679639 w 10678681"/>
              <a:gd name="connsiteY15" fmla="*/ 247182 h 1342734"/>
              <a:gd name="connsiteX16" fmla="*/ 9498347 w 10678681"/>
              <a:gd name="connsiteY16" fmla="*/ 244723 h 1342734"/>
              <a:gd name="connsiteX17" fmla="*/ 9366026 w 10678681"/>
              <a:gd name="connsiteY17" fmla="*/ 299024 h 1342734"/>
              <a:gd name="connsiteX18" fmla="*/ 9316702 w 10678681"/>
              <a:gd name="connsiteY18" fmla="*/ 356523 h 1342734"/>
              <a:gd name="connsiteX19" fmla="*/ 9121744 w 10678681"/>
              <a:gd name="connsiteY19" fmla="*/ 365177 h 1342734"/>
              <a:gd name="connsiteX20" fmla="*/ 9061654 w 10678681"/>
              <a:gd name="connsiteY20" fmla="*/ 393730 h 1342734"/>
              <a:gd name="connsiteX21" fmla="*/ 8997577 w 10678681"/>
              <a:gd name="connsiteY21" fmla="*/ 380865 h 1342734"/>
              <a:gd name="connsiteX22" fmla="*/ 8907968 w 10678681"/>
              <a:gd name="connsiteY22" fmla="*/ 447345 h 1342734"/>
              <a:gd name="connsiteX23" fmla="*/ 8764163 w 10678681"/>
              <a:gd name="connsiteY23" fmla="*/ 471000 h 1342734"/>
              <a:gd name="connsiteX24" fmla="*/ 8680155 w 10678681"/>
              <a:gd name="connsiteY24" fmla="*/ 492404 h 1342734"/>
              <a:gd name="connsiteX25" fmla="*/ 8651436 w 10678681"/>
              <a:gd name="connsiteY25" fmla="*/ 511923 h 1342734"/>
              <a:gd name="connsiteX26" fmla="*/ 8609185 w 10678681"/>
              <a:gd name="connsiteY26" fmla="*/ 531525 h 1342734"/>
              <a:gd name="connsiteX27" fmla="*/ 8537091 w 10678681"/>
              <a:gd name="connsiteY27" fmla="*/ 574933 h 1342734"/>
              <a:gd name="connsiteX28" fmla="*/ 8435931 w 10678681"/>
              <a:gd name="connsiteY28" fmla="*/ 617926 h 1342734"/>
              <a:gd name="connsiteX29" fmla="*/ 8348623 w 10678681"/>
              <a:gd name="connsiteY29" fmla="*/ 600607 h 1342734"/>
              <a:gd name="connsiteX30" fmla="*/ 8276883 w 10678681"/>
              <a:gd name="connsiteY30" fmla="*/ 588214 h 1342734"/>
              <a:gd name="connsiteX31" fmla="*/ 8086698 w 10678681"/>
              <a:gd name="connsiteY31" fmla="*/ 605185 h 1342734"/>
              <a:gd name="connsiteX32" fmla="*/ 7982378 w 10678681"/>
              <a:gd name="connsiteY32" fmla="*/ 629799 h 1342734"/>
              <a:gd name="connsiteX33" fmla="*/ 7947952 w 10678681"/>
              <a:gd name="connsiteY33" fmla="*/ 648003 h 1342734"/>
              <a:gd name="connsiteX34" fmla="*/ 7890112 w 10678681"/>
              <a:gd name="connsiteY34" fmla="*/ 677915 h 1342734"/>
              <a:gd name="connsiteX35" fmla="*/ 7853284 w 10678681"/>
              <a:gd name="connsiteY35" fmla="*/ 723588 h 1342734"/>
              <a:gd name="connsiteX36" fmla="*/ 7802383 w 10678681"/>
              <a:gd name="connsiteY36" fmla="*/ 739359 h 1342734"/>
              <a:gd name="connsiteX37" fmla="*/ 7730518 w 10678681"/>
              <a:gd name="connsiteY37" fmla="*/ 739526 h 1342734"/>
              <a:gd name="connsiteX38" fmla="*/ 7720084 w 10678681"/>
              <a:gd name="connsiteY38" fmla="*/ 760750 h 1342734"/>
              <a:gd name="connsiteX39" fmla="*/ 7652907 w 10678681"/>
              <a:gd name="connsiteY39" fmla="*/ 783273 h 1342734"/>
              <a:gd name="connsiteX40" fmla="*/ 7606008 w 10678681"/>
              <a:gd name="connsiteY40" fmla="*/ 800717 h 1342734"/>
              <a:gd name="connsiteX41" fmla="*/ 7480223 w 10678681"/>
              <a:gd name="connsiteY41" fmla="*/ 856821 h 1342734"/>
              <a:gd name="connsiteX42" fmla="*/ 7356005 w 10678681"/>
              <a:gd name="connsiteY42" fmla="*/ 919462 h 1342734"/>
              <a:gd name="connsiteX43" fmla="*/ 7305396 w 10678681"/>
              <a:gd name="connsiteY43" fmla="*/ 986228 h 1342734"/>
              <a:gd name="connsiteX44" fmla="*/ 7266251 w 10678681"/>
              <a:gd name="connsiteY44" fmla="*/ 967864 h 1342734"/>
              <a:gd name="connsiteX45" fmla="*/ 7258094 w 10678681"/>
              <a:gd name="connsiteY45" fmla="*/ 990679 h 1342734"/>
              <a:gd name="connsiteX46" fmla="*/ 7257893 w 10678681"/>
              <a:gd name="connsiteY46" fmla="*/ 991204 h 1342734"/>
              <a:gd name="connsiteX47" fmla="*/ 7247153 w 10678681"/>
              <a:gd name="connsiteY47" fmla="*/ 991550 h 1342734"/>
              <a:gd name="connsiteX48" fmla="*/ 7193612 w 10678681"/>
              <a:gd name="connsiteY48" fmla="*/ 987042 h 1342734"/>
              <a:gd name="connsiteX49" fmla="*/ 7132632 w 10678681"/>
              <a:gd name="connsiteY49" fmla="*/ 1042036 h 1342734"/>
              <a:gd name="connsiteX50" fmla="*/ 7105610 w 10678681"/>
              <a:gd name="connsiteY50" fmla="*/ 1053537 h 1342734"/>
              <a:gd name="connsiteX51" fmla="*/ 7069148 w 10678681"/>
              <a:gd name="connsiteY51" fmla="*/ 1047163 h 1342734"/>
              <a:gd name="connsiteX52" fmla="*/ 7039634 w 10678681"/>
              <a:gd name="connsiteY52" fmla="*/ 1059971 h 1342734"/>
              <a:gd name="connsiteX53" fmla="*/ 7033445 w 10678681"/>
              <a:gd name="connsiteY53" fmla="*/ 1063314 h 1342734"/>
              <a:gd name="connsiteX54" fmla="*/ 6999157 w 10678681"/>
              <a:gd name="connsiteY54" fmla="*/ 1055282 h 1342734"/>
              <a:gd name="connsiteX55" fmla="*/ 6981874 w 10678681"/>
              <a:gd name="connsiteY55" fmla="*/ 1053827 h 1342734"/>
              <a:gd name="connsiteX56" fmla="*/ 6976102 w 10678681"/>
              <a:gd name="connsiteY56" fmla="*/ 1047854 h 1342734"/>
              <a:gd name="connsiteX57" fmla="*/ 6951040 w 10678681"/>
              <a:gd name="connsiteY57" fmla="*/ 1048531 h 1342734"/>
              <a:gd name="connsiteX58" fmla="*/ 6948497 w 10678681"/>
              <a:gd name="connsiteY58" fmla="*/ 1050706 h 1342734"/>
              <a:gd name="connsiteX59" fmla="*/ 6926582 w 10678681"/>
              <a:gd name="connsiteY59" fmla="*/ 1043462 h 1342734"/>
              <a:gd name="connsiteX60" fmla="*/ 6833743 w 10678681"/>
              <a:gd name="connsiteY60" fmla="*/ 1027960 h 1342734"/>
              <a:gd name="connsiteX61" fmla="*/ 6687090 w 10678681"/>
              <a:gd name="connsiteY61" fmla="*/ 1063250 h 1342734"/>
              <a:gd name="connsiteX62" fmla="*/ 6431838 w 10678681"/>
              <a:gd name="connsiteY62" fmla="*/ 1063226 h 1342734"/>
              <a:gd name="connsiteX63" fmla="*/ 6327795 w 10678681"/>
              <a:gd name="connsiteY63" fmla="*/ 1088142 h 1342734"/>
              <a:gd name="connsiteX64" fmla="*/ 6136549 w 10678681"/>
              <a:gd name="connsiteY64" fmla="*/ 1100268 h 1342734"/>
              <a:gd name="connsiteX65" fmla="*/ 6004655 w 10678681"/>
              <a:gd name="connsiteY65" fmla="*/ 1114946 h 1342734"/>
              <a:gd name="connsiteX66" fmla="*/ 5936643 w 10678681"/>
              <a:gd name="connsiteY66" fmla="*/ 1095428 h 1342734"/>
              <a:gd name="connsiteX67" fmla="*/ 5912484 w 10678681"/>
              <a:gd name="connsiteY67" fmla="*/ 1112624 h 1342734"/>
              <a:gd name="connsiteX68" fmla="*/ 5908387 w 10678681"/>
              <a:gd name="connsiteY68" fmla="*/ 1116018 h 1342734"/>
              <a:gd name="connsiteX69" fmla="*/ 5890495 w 10678681"/>
              <a:gd name="connsiteY69" fmla="*/ 1120268 h 1342734"/>
              <a:gd name="connsiteX70" fmla="*/ 5887318 w 10678681"/>
              <a:gd name="connsiteY70" fmla="*/ 1133134 h 1342734"/>
              <a:gd name="connsiteX71" fmla="*/ 5861726 w 10678681"/>
              <a:gd name="connsiteY71" fmla="*/ 1147891 h 1342734"/>
              <a:gd name="connsiteX72" fmla="*/ 5805823 w 10678681"/>
              <a:gd name="connsiteY72" fmla="*/ 1152457 h 1342734"/>
              <a:gd name="connsiteX73" fmla="*/ 5689841 w 10678681"/>
              <a:gd name="connsiteY73" fmla="*/ 1176232 h 1342734"/>
              <a:gd name="connsiteX74" fmla="*/ 5605119 w 10678681"/>
              <a:gd name="connsiteY74" fmla="*/ 1190202 h 1342734"/>
              <a:gd name="connsiteX75" fmla="*/ 5488513 w 10678681"/>
              <a:gd name="connsiteY75" fmla="*/ 1205367 h 1342734"/>
              <a:gd name="connsiteX76" fmla="*/ 5402905 w 10678681"/>
              <a:gd name="connsiteY76" fmla="*/ 1241191 h 1342734"/>
              <a:gd name="connsiteX77" fmla="*/ 5285593 w 10678681"/>
              <a:gd name="connsiteY77" fmla="*/ 1273569 h 1342734"/>
              <a:gd name="connsiteX78" fmla="*/ 5192893 w 10678681"/>
              <a:gd name="connsiteY78" fmla="*/ 1247188 h 1342734"/>
              <a:gd name="connsiteX79" fmla="*/ 5186475 w 10678681"/>
              <a:gd name="connsiteY79" fmla="*/ 1257028 h 1342734"/>
              <a:gd name="connsiteX80" fmla="*/ 5126038 w 10678681"/>
              <a:gd name="connsiteY80" fmla="*/ 1263189 h 1342734"/>
              <a:gd name="connsiteX81" fmla="*/ 4894688 w 10678681"/>
              <a:gd name="connsiteY81" fmla="*/ 1247184 h 1342734"/>
              <a:gd name="connsiteX82" fmla="*/ 4788036 w 10678681"/>
              <a:gd name="connsiteY82" fmla="*/ 1238182 h 1342734"/>
              <a:gd name="connsiteX83" fmla="*/ 4747555 w 10678681"/>
              <a:gd name="connsiteY83" fmla="*/ 1252768 h 1342734"/>
              <a:gd name="connsiteX84" fmla="*/ 4679644 w 10678681"/>
              <a:gd name="connsiteY84" fmla="*/ 1276603 h 1342734"/>
              <a:gd name="connsiteX85" fmla="*/ 4617473 w 10678681"/>
              <a:gd name="connsiteY85" fmla="*/ 1296467 h 1342734"/>
              <a:gd name="connsiteX86" fmla="*/ 4564919 w 10678681"/>
              <a:gd name="connsiteY86" fmla="*/ 1325507 h 1342734"/>
              <a:gd name="connsiteX87" fmla="*/ 4566586 w 10678681"/>
              <a:gd name="connsiteY87" fmla="*/ 1316963 h 1342734"/>
              <a:gd name="connsiteX88" fmla="*/ 4556303 w 10678681"/>
              <a:gd name="connsiteY88" fmla="*/ 1300262 h 1342734"/>
              <a:gd name="connsiteX89" fmla="*/ 4502358 w 10678681"/>
              <a:gd name="connsiteY89" fmla="*/ 1302558 h 1342734"/>
              <a:gd name="connsiteX90" fmla="*/ 4498919 w 10678681"/>
              <a:gd name="connsiteY90" fmla="*/ 1312115 h 1342734"/>
              <a:gd name="connsiteX91" fmla="*/ 4492075 w 10678681"/>
              <a:gd name="connsiteY91" fmla="*/ 1313357 h 1342734"/>
              <a:gd name="connsiteX92" fmla="*/ 4487466 w 10678681"/>
              <a:gd name="connsiteY92" fmla="*/ 1304102 h 1342734"/>
              <a:gd name="connsiteX93" fmla="*/ 4398292 w 10678681"/>
              <a:gd name="connsiteY93" fmla="*/ 1278410 h 1342734"/>
              <a:gd name="connsiteX94" fmla="*/ 4306088 w 10678681"/>
              <a:gd name="connsiteY94" fmla="*/ 1282512 h 1342734"/>
              <a:gd name="connsiteX95" fmla="*/ 4188995 w 10678681"/>
              <a:gd name="connsiteY95" fmla="*/ 1296718 h 1342734"/>
              <a:gd name="connsiteX96" fmla="*/ 4136582 w 10678681"/>
              <a:gd name="connsiteY96" fmla="*/ 1287687 h 1342734"/>
              <a:gd name="connsiteX97" fmla="*/ 4064614 w 10678681"/>
              <a:gd name="connsiteY97" fmla="*/ 1296118 h 1342734"/>
              <a:gd name="connsiteX98" fmla="*/ 3900948 w 10678681"/>
              <a:gd name="connsiteY98" fmla="*/ 1322156 h 1342734"/>
              <a:gd name="connsiteX99" fmla="*/ 3787890 w 10678681"/>
              <a:gd name="connsiteY99" fmla="*/ 1322164 h 1342734"/>
              <a:gd name="connsiteX100" fmla="*/ 3745993 w 10678681"/>
              <a:gd name="connsiteY100" fmla="*/ 1342630 h 1342734"/>
              <a:gd name="connsiteX101" fmla="*/ 3675785 w 10678681"/>
              <a:gd name="connsiteY101" fmla="*/ 1326802 h 1342734"/>
              <a:gd name="connsiteX102" fmla="*/ 3623856 w 10678681"/>
              <a:gd name="connsiteY102" fmla="*/ 1290804 h 1342734"/>
              <a:gd name="connsiteX103" fmla="*/ 3564933 w 10678681"/>
              <a:gd name="connsiteY103" fmla="*/ 1287147 h 1342734"/>
              <a:gd name="connsiteX104" fmla="*/ 3550537 w 10678681"/>
              <a:gd name="connsiteY104" fmla="*/ 1317552 h 1342734"/>
              <a:gd name="connsiteX105" fmla="*/ 3487736 w 10678681"/>
              <a:gd name="connsiteY105" fmla="*/ 1303493 h 1342734"/>
              <a:gd name="connsiteX106" fmla="*/ 3392548 w 10678681"/>
              <a:gd name="connsiteY106" fmla="*/ 1278741 h 1342734"/>
              <a:gd name="connsiteX107" fmla="*/ 3337466 w 10678681"/>
              <a:gd name="connsiteY107" fmla="*/ 1272537 h 1342734"/>
              <a:gd name="connsiteX108" fmla="*/ 3175981 w 10678681"/>
              <a:gd name="connsiteY108" fmla="*/ 1208973 h 1342734"/>
              <a:gd name="connsiteX109" fmla="*/ 3036856 w 10678681"/>
              <a:gd name="connsiteY109" fmla="*/ 1214383 h 1342734"/>
              <a:gd name="connsiteX110" fmla="*/ 2824973 w 10678681"/>
              <a:gd name="connsiteY110" fmla="*/ 1134864 h 1342734"/>
              <a:gd name="connsiteX111" fmla="*/ 2804398 w 10678681"/>
              <a:gd name="connsiteY111" fmla="*/ 1125556 h 1342734"/>
              <a:gd name="connsiteX112" fmla="*/ 2736109 w 10678681"/>
              <a:gd name="connsiteY112" fmla="*/ 1137717 h 1342734"/>
              <a:gd name="connsiteX113" fmla="*/ 2659096 w 10678681"/>
              <a:gd name="connsiteY113" fmla="*/ 1150294 h 1342734"/>
              <a:gd name="connsiteX114" fmla="*/ 2567088 w 10678681"/>
              <a:gd name="connsiteY114" fmla="*/ 1181781 h 1342734"/>
              <a:gd name="connsiteX115" fmla="*/ 2454501 w 10678681"/>
              <a:gd name="connsiteY115" fmla="*/ 1155455 h 1342734"/>
              <a:gd name="connsiteX116" fmla="*/ 2385161 w 10678681"/>
              <a:gd name="connsiteY116" fmla="*/ 1161312 h 1342734"/>
              <a:gd name="connsiteX117" fmla="*/ 2273361 w 10678681"/>
              <a:gd name="connsiteY117" fmla="*/ 1134090 h 1342734"/>
              <a:gd name="connsiteX118" fmla="*/ 2132003 w 10678681"/>
              <a:gd name="connsiteY118" fmla="*/ 1139225 h 1342734"/>
              <a:gd name="connsiteX119" fmla="*/ 2041224 w 10678681"/>
              <a:gd name="connsiteY119" fmla="*/ 1147536 h 1342734"/>
              <a:gd name="connsiteX120" fmla="*/ 2010157 w 10678681"/>
              <a:gd name="connsiteY120" fmla="*/ 1152767 h 1342734"/>
              <a:gd name="connsiteX121" fmla="*/ 1859213 w 10678681"/>
              <a:gd name="connsiteY121" fmla="*/ 1199540 h 1342734"/>
              <a:gd name="connsiteX122" fmla="*/ 1735877 w 10678681"/>
              <a:gd name="connsiteY122" fmla="*/ 1246527 h 1342734"/>
              <a:gd name="connsiteX123" fmla="*/ 1705069 w 10678681"/>
              <a:gd name="connsiteY123" fmla="*/ 1251989 h 1342734"/>
              <a:gd name="connsiteX124" fmla="*/ 1307888 w 10678681"/>
              <a:gd name="connsiteY124" fmla="*/ 1283156 h 1342734"/>
              <a:gd name="connsiteX125" fmla="*/ 1220734 w 10678681"/>
              <a:gd name="connsiteY125" fmla="*/ 1257811 h 1342734"/>
              <a:gd name="connsiteX126" fmla="*/ 1021737 w 10678681"/>
              <a:gd name="connsiteY126" fmla="*/ 1238739 h 1342734"/>
              <a:gd name="connsiteX127" fmla="*/ 959820 w 10678681"/>
              <a:gd name="connsiteY127" fmla="*/ 1275863 h 1342734"/>
              <a:gd name="connsiteX128" fmla="*/ 929137 w 10678681"/>
              <a:gd name="connsiteY128" fmla="*/ 1273957 h 1342734"/>
              <a:gd name="connsiteX129" fmla="*/ 878849 w 10678681"/>
              <a:gd name="connsiteY129" fmla="*/ 1266740 h 1342734"/>
              <a:gd name="connsiteX130" fmla="*/ 800667 w 10678681"/>
              <a:gd name="connsiteY130" fmla="*/ 1282041 h 1342734"/>
              <a:gd name="connsiteX131" fmla="*/ 644906 w 10678681"/>
              <a:gd name="connsiteY131" fmla="*/ 1273685 h 1342734"/>
              <a:gd name="connsiteX132" fmla="*/ 379869 w 10678681"/>
              <a:gd name="connsiteY132" fmla="*/ 1339165 h 1342734"/>
              <a:gd name="connsiteX133" fmla="*/ 137696 w 10678681"/>
              <a:gd name="connsiteY133" fmla="*/ 1319217 h 1342734"/>
              <a:gd name="connsiteX134" fmla="*/ 54250 w 10678681"/>
              <a:gd name="connsiteY134" fmla="*/ 1315838 h 1342734"/>
              <a:gd name="connsiteX135" fmla="*/ 28042 w 10678681"/>
              <a:gd name="connsiteY135" fmla="*/ 1297822 h 1342734"/>
              <a:gd name="connsiteX136" fmla="*/ 0 w 10678681"/>
              <a:gd name="connsiteY136" fmla="*/ 1294612 h 1342734"/>
              <a:gd name="connsiteX137" fmla="*/ 0 w 10678681"/>
              <a:gd name="connsiteY137" fmla="*/ 0 h 1342734"/>
              <a:gd name="connsiteX0" fmla="*/ 0 w 10678681"/>
              <a:gd name="connsiteY0" fmla="*/ 0 h 1342734"/>
              <a:gd name="connsiteX1" fmla="*/ 10678681 w 10678681"/>
              <a:gd name="connsiteY1" fmla="*/ 0 h 1342734"/>
              <a:gd name="connsiteX2" fmla="*/ 10666019 w 10678681"/>
              <a:gd name="connsiteY2" fmla="*/ 7876 h 1342734"/>
              <a:gd name="connsiteX3" fmla="*/ 10632825 w 10678681"/>
              <a:gd name="connsiteY3" fmla="*/ 32153 h 1342734"/>
              <a:gd name="connsiteX4" fmla="*/ 10516219 w 10678681"/>
              <a:gd name="connsiteY4" fmla="*/ 45588 h 1342734"/>
              <a:gd name="connsiteX5" fmla="*/ 10456989 w 10678681"/>
              <a:gd name="connsiteY5" fmla="*/ 979 h 1342734"/>
              <a:gd name="connsiteX6" fmla="*/ 10438642 w 10678681"/>
              <a:gd name="connsiteY6" fmla="*/ 1524 h 1342734"/>
              <a:gd name="connsiteX7" fmla="*/ 10407146 w 10678681"/>
              <a:gd name="connsiteY7" fmla="*/ 43659 h 1342734"/>
              <a:gd name="connsiteX8" fmla="*/ 10341159 w 10678681"/>
              <a:gd name="connsiteY8" fmla="*/ 103824 h 1342734"/>
              <a:gd name="connsiteX9" fmla="*/ 10244930 w 10678681"/>
              <a:gd name="connsiteY9" fmla="*/ 94599 h 1342734"/>
              <a:gd name="connsiteX10" fmla="*/ 10115334 w 10678681"/>
              <a:gd name="connsiteY10" fmla="*/ 155658 h 1342734"/>
              <a:gd name="connsiteX11" fmla="*/ 10068157 w 10678681"/>
              <a:gd name="connsiteY11" fmla="*/ 215673 h 1342734"/>
              <a:gd name="connsiteX12" fmla="*/ 10045431 w 10678681"/>
              <a:gd name="connsiteY12" fmla="*/ 229568 h 1342734"/>
              <a:gd name="connsiteX13" fmla="*/ 9929077 w 10678681"/>
              <a:gd name="connsiteY13" fmla="*/ 209062 h 1342734"/>
              <a:gd name="connsiteX14" fmla="*/ 9840045 w 10678681"/>
              <a:gd name="connsiteY14" fmla="*/ 223033 h 1342734"/>
              <a:gd name="connsiteX15" fmla="*/ 9679639 w 10678681"/>
              <a:gd name="connsiteY15" fmla="*/ 247182 h 1342734"/>
              <a:gd name="connsiteX16" fmla="*/ 9498347 w 10678681"/>
              <a:gd name="connsiteY16" fmla="*/ 244723 h 1342734"/>
              <a:gd name="connsiteX17" fmla="*/ 9366026 w 10678681"/>
              <a:gd name="connsiteY17" fmla="*/ 299024 h 1342734"/>
              <a:gd name="connsiteX18" fmla="*/ 9316702 w 10678681"/>
              <a:gd name="connsiteY18" fmla="*/ 356523 h 1342734"/>
              <a:gd name="connsiteX19" fmla="*/ 9121744 w 10678681"/>
              <a:gd name="connsiteY19" fmla="*/ 365177 h 1342734"/>
              <a:gd name="connsiteX20" fmla="*/ 9061654 w 10678681"/>
              <a:gd name="connsiteY20" fmla="*/ 393730 h 1342734"/>
              <a:gd name="connsiteX21" fmla="*/ 8997577 w 10678681"/>
              <a:gd name="connsiteY21" fmla="*/ 380865 h 1342734"/>
              <a:gd name="connsiteX22" fmla="*/ 8907968 w 10678681"/>
              <a:gd name="connsiteY22" fmla="*/ 447345 h 1342734"/>
              <a:gd name="connsiteX23" fmla="*/ 8764163 w 10678681"/>
              <a:gd name="connsiteY23" fmla="*/ 471000 h 1342734"/>
              <a:gd name="connsiteX24" fmla="*/ 8680155 w 10678681"/>
              <a:gd name="connsiteY24" fmla="*/ 492404 h 1342734"/>
              <a:gd name="connsiteX25" fmla="*/ 8651436 w 10678681"/>
              <a:gd name="connsiteY25" fmla="*/ 511923 h 1342734"/>
              <a:gd name="connsiteX26" fmla="*/ 8609185 w 10678681"/>
              <a:gd name="connsiteY26" fmla="*/ 531525 h 1342734"/>
              <a:gd name="connsiteX27" fmla="*/ 8537091 w 10678681"/>
              <a:gd name="connsiteY27" fmla="*/ 574933 h 1342734"/>
              <a:gd name="connsiteX28" fmla="*/ 8435931 w 10678681"/>
              <a:gd name="connsiteY28" fmla="*/ 617926 h 1342734"/>
              <a:gd name="connsiteX29" fmla="*/ 8348623 w 10678681"/>
              <a:gd name="connsiteY29" fmla="*/ 600607 h 1342734"/>
              <a:gd name="connsiteX30" fmla="*/ 8276883 w 10678681"/>
              <a:gd name="connsiteY30" fmla="*/ 588214 h 1342734"/>
              <a:gd name="connsiteX31" fmla="*/ 8086698 w 10678681"/>
              <a:gd name="connsiteY31" fmla="*/ 605185 h 1342734"/>
              <a:gd name="connsiteX32" fmla="*/ 7982378 w 10678681"/>
              <a:gd name="connsiteY32" fmla="*/ 629799 h 1342734"/>
              <a:gd name="connsiteX33" fmla="*/ 7947952 w 10678681"/>
              <a:gd name="connsiteY33" fmla="*/ 648003 h 1342734"/>
              <a:gd name="connsiteX34" fmla="*/ 7890112 w 10678681"/>
              <a:gd name="connsiteY34" fmla="*/ 677915 h 1342734"/>
              <a:gd name="connsiteX35" fmla="*/ 7853284 w 10678681"/>
              <a:gd name="connsiteY35" fmla="*/ 723588 h 1342734"/>
              <a:gd name="connsiteX36" fmla="*/ 7802383 w 10678681"/>
              <a:gd name="connsiteY36" fmla="*/ 739359 h 1342734"/>
              <a:gd name="connsiteX37" fmla="*/ 7730518 w 10678681"/>
              <a:gd name="connsiteY37" fmla="*/ 739526 h 1342734"/>
              <a:gd name="connsiteX38" fmla="*/ 7720084 w 10678681"/>
              <a:gd name="connsiteY38" fmla="*/ 760750 h 1342734"/>
              <a:gd name="connsiteX39" fmla="*/ 7652907 w 10678681"/>
              <a:gd name="connsiteY39" fmla="*/ 783273 h 1342734"/>
              <a:gd name="connsiteX40" fmla="*/ 7606008 w 10678681"/>
              <a:gd name="connsiteY40" fmla="*/ 800717 h 1342734"/>
              <a:gd name="connsiteX41" fmla="*/ 7480223 w 10678681"/>
              <a:gd name="connsiteY41" fmla="*/ 856821 h 1342734"/>
              <a:gd name="connsiteX42" fmla="*/ 7356005 w 10678681"/>
              <a:gd name="connsiteY42" fmla="*/ 919462 h 1342734"/>
              <a:gd name="connsiteX43" fmla="*/ 7305396 w 10678681"/>
              <a:gd name="connsiteY43" fmla="*/ 986228 h 1342734"/>
              <a:gd name="connsiteX44" fmla="*/ 7266251 w 10678681"/>
              <a:gd name="connsiteY44" fmla="*/ 967864 h 1342734"/>
              <a:gd name="connsiteX45" fmla="*/ 7258094 w 10678681"/>
              <a:gd name="connsiteY45" fmla="*/ 990679 h 1342734"/>
              <a:gd name="connsiteX46" fmla="*/ 7257893 w 10678681"/>
              <a:gd name="connsiteY46" fmla="*/ 991204 h 1342734"/>
              <a:gd name="connsiteX47" fmla="*/ 7247153 w 10678681"/>
              <a:gd name="connsiteY47" fmla="*/ 991550 h 1342734"/>
              <a:gd name="connsiteX48" fmla="*/ 7193612 w 10678681"/>
              <a:gd name="connsiteY48" fmla="*/ 987042 h 1342734"/>
              <a:gd name="connsiteX49" fmla="*/ 7132632 w 10678681"/>
              <a:gd name="connsiteY49" fmla="*/ 1042036 h 1342734"/>
              <a:gd name="connsiteX50" fmla="*/ 7105610 w 10678681"/>
              <a:gd name="connsiteY50" fmla="*/ 1053537 h 1342734"/>
              <a:gd name="connsiteX51" fmla="*/ 7069148 w 10678681"/>
              <a:gd name="connsiteY51" fmla="*/ 1047163 h 1342734"/>
              <a:gd name="connsiteX52" fmla="*/ 7039634 w 10678681"/>
              <a:gd name="connsiteY52" fmla="*/ 1059971 h 1342734"/>
              <a:gd name="connsiteX53" fmla="*/ 7033445 w 10678681"/>
              <a:gd name="connsiteY53" fmla="*/ 1063314 h 1342734"/>
              <a:gd name="connsiteX54" fmla="*/ 6999157 w 10678681"/>
              <a:gd name="connsiteY54" fmla="*/ 1055282 h 1342734"/>
              <a:gd name="connsiteX55" fmla="*/ 6981874 w 10678681"/>
              <a:gd name="connsiteY55" fmla="*/ 1053827 h 1342734"/>
              <a:gd name="connsiteX56" fmla="*/ 6976102 w 10678681"/>
              <a:gd name="connsiteY56" fmla="*/ 1047854 h 1342734"/>
              <a:gd name="connsiteX57" fmla="*/ 6951040 w 10678681"/>
              <a:gd name="connsiteY57" fmla="*/ 1048531 h 1342734"/>
              <a:gd name="connsiteX58" fmla="*/ 6948497 w 10678681"/>
              <a:gd name="connsiteY58" fmla="*/ 1050706 h 1342734"/>
              <a:gd name="connsiteX59" fmla="*/ 6926582 w 10678681"/>
              <a:gd name="connsiteY59" fmla="*/ 1043462 h 1342734"/>
              <a:gd name="connsiteX60" fmla="*/ 6833743 w 10678681"/>
              <a:gd name="connsiteY60" fmla="*/ 1027960 h 1342734"/>
              <a:gd name="connsiteX61" fmla="*/ 6687090 w 10678681"/>
              <a:gd name="connsiteY61" fmla="*/ 1063250 h 1342734"/>
              <a:gd name="connsiteX62" fmla="*/ 6431838 w 10678681"/>
              <a:gd name="connsiteY62" fmla="*/ 1063226 h 1342734"/>
              <a:gd name="connsiteX63" fmla="*/ 6327795 w 10678681"/>
              <a:gd name="connsiteY63" fmla="*/ 1088142 h 1342734"/>
              <a:gd name="connsiteX64" fmla="*/ 6136549 w 10678681"/>
              <a:gd name="connsiteY64" fmla="*/ 1100268 h 1342734"/>
              <a:gd name="connsiteX65" fmla="*/ 6004655 w 10678681"/>
              <a:gd name="connsiteY65" fmla="*/ 1114946 h 1342734"/>
              <a:gd name="connsiteX66" fmla="*/ 5936643 w 10678681"/>
              <a:gd name="connsiteY66" fmla="*/ 1095428 h 1342734"/>
              <a:gd name="connsiteX67" fmla="*/ 5912484 w 10678681"/>
              <a:gd name="connsiteY67" fmla="*/ 1112624 h 1342734"/>
              <a:gd name="connsiteX68" fmla="*/ 5908387 w 10678681"/>
              <a:gd name="connsiteY68" fmla="*/ 1116018 h 1342734"/>
              <a:gd name="connsiteX69" fmla="*/ 5890495 w 10678681"/>
              <a:gd name="connsiteY69" fmla="*/ 1120268 h 1342734"/>
              <a:gd name="connsiteX70" fmla="*/ 5887318 w 10678681"/>
              <a:gd name="connsiteY70" fmla="*/ 1133134 h 1342734"/>
              <a:gd name="connsiteX71" fmla="*/ 5861726 w 10678681"/>
              <a:gd name="connsiteY71" fmla="*/ 1147891 h 1342734"/>
              <a:gd name="connsiteX72" fmla="*/ 5805823 w 10678681"/>
              <a:gd name="connsiteY72" fmla="*/ 1152457 h 1342734"/>
              <a:gd name="connsiteX73" fmla="*/ 5689841 w 10678681"/>
              <a:gd name="connsiteY73" fmla="*/ 1176232 h 1342734"/>
              <a:gd name="connsiteX74" fmla="*/ 5605119 w 10678681"/>
              <a:gd name="connsiteY74" fmla="*/ 1190202 h 1342734"/>
              <a:gd name="connsiteX75" fmla="*/ 5488513 w 10678681"/>
              <a:gd name="connsiteY75" fmla="*/ 1205367 h 1342734"/>
              <a:gd name="connsiteX76" fmla="*/ 5402905 w 10678681"/>
              <a:gd name="connsiteY76" fmla="*/ 1241191 h 1342734"/>
              <a:gd name="connsiteX77" fmla="*/ 5192893 w 10678681"/>
              <a:gd name="connsiteY77" fmla="*/ 1247188 h 1342734"/>
              <a:gd name="connsiteX78" fmla="*/ 5186475 w 10678681"/>
              <a:gd name="connsiteY78" fmla="*/ 1257028 h 1342734"/>
              <a:gd name="connsiteX79" fmla="*/ 5126038 w 10678681"/>
              <a:gd name="connsiteY79" fmla="*/ 1263189 h 1342734"/>
              <a:gd name="connsiteX80" fmla="*/ 4894688 w 10678681"/>
              <a:gd name="connsiteY80" fmla="*/ 1247184 h 1342734"/>
              <a:gd name="connsiteX81" fmla="*/ 4788036 w 10678681"/>
              <a:gd name="connsiteY81" fmla="*/ 1238182 h 1342734"/>
              <a:gd name="connsiteX82" fmla="*/ 4747555 w 10678681"/>
              <a:gd name="connsiteY82" fmla="*/ 1252768 h 1342734"/>
              <a:gd name="connsiteX83" fmla="*/ 4679644 w 10678681"/>
              <a:gd name="connsiteY83" fmla="*/ 1276603 h 1342734"/>
              <a:gd name="connsiteX84" fmla="*/ 4617473 w 10678681"/>
              <a:gd name="connsiteY84" fmla="*/ 1296467 h 1342734"/>
              <a:gd name="connsiteX85" fmla="*/ 4564919 w 10678681"/>
              <a:gd name="connsiteY85" fmla="*/ 1325507 h 1342734"/>
              <a:gd name="connsiteX86" fmla="*/ 4566586 w 10678681"/>
              <a:gd name="connsiteY86" fmla="*/ 1316963 h 1342734"/>
              <a:gd name="connsiteX87" fmla="*/ 4556303 w 10678681"/>
              <a:gd name="connsiteY87" fmla="*/ 1300262 h 1342734"/>
              <a:gd name="connsiteX88" fmla="*/ 4502358 w 10678681"/>
              <a:gd name="connsiteY88" fmla="*/ 1302558 h 1342734"/>
              <a:gd name="connsiteX89" fmla="*/ 4498919 w 10678681"/>
              <a:gd name="connsiteY89" fmla="*/ 1312115 h 1342734"/>
              <a:gd name="connsiteX90" fmla="*/ 4492075 w 10678681"/>
              <a:gd name="connsiteY90" fmla="*/ 1313357 h 1342734"/>
              <a:gd name="connsiteX91" fmla="*/ 4487466 w 10678681"/>
              <a:gd name="connsiteY91" fmla="*/ 1304102 h 1342734"/>
              <a:gd name="connsiteX92" fmla="*/ 4398292 w 10678681"/>
              <a:gd name="connsiteY92" fmla="*/ 1278410 h 1342734"/>
              <a:gd name="connsiteX93" fmla="*/ 4306088 w 10678681"/>
              <a:gd name="connsiteY93" fmla="*/ 1282512 h 1342734"/>
              <a:gd name="connsiteX94" fmla="*/ 4188995 w 10678681"/>
              <a:gd name="connsiteY94" fmla="*/ 1296718 h 1342734"/>
              <a:gd name="connsiteX95" fmla="*/ 4136582 w 10678681"/>
              <a:gd name="connsiteY95" fmla="*/ 1287687 h 1342734"/>
              <a:gd name="connsiteX96" fmla="*/ 4064614 w 10678681"/>
              <a:gd name="connsiteY96" fmla="*/ 1296118 h 1342734"/>
              <a:gd name="connsiteX97" fmla="*/ 3900948 w 10678681"/>
              <a:gd name="connsiteY97" fmla="*/ 1322156 h 1342734"/>
              <a:gd name="connsiteX98" fmla="*/ 3787890 w 10678681"/>
              <a:gd name="connsiteY98" fmla="*/ 1322164 h 1342734"/>
              <a:gd name="connsiteX99" fmla="*/ 3745993 w 10678681"/>
              <a:gd name="connsiteY99" fmla="*/ 1342630 h 1342734"/>
              <a:gd name="connsiteX100" fmla="*/ 3675785 w 10678681"/>
              <a:gd name="connsiteY100" fmla="*/ 1326802 h 1342734"/>
              <a:gd name="connsiteX101" fmla="*/ 3623856 w 10678681"/>
              <a:gd name="connsiteY101" fmla="*/ 1290804 h 1342734"/>
              <a:gd name="connsiteX102" fmla="*/ 3564933 w 10678681"/>
              <a:gd name="connsiteY102" fmla="*/ 1287147 h 1342734"/>
              <a:gd name="connsiteX103" fmla="*/ 3550537 w 10678681"/>
              <a:gd name="connsiteY103" fmla="*/ 1317552 h 1342734"/>
              <a:gd name="connsiteX104" fmla="*/ 3487736 w 10678681"/>
              <a:gd name="connsiteY104" fmla="*/ 1303493 h 1342734"/>
              <a:gd name="connsiteX105" fmla="*/ 3392548 w 10678681"/>
              <a:gd name="connsiteY105" fmla="*/ 1278741 h 1342734"/>
              <a:gd name="connsiteX106" fmla="*/ 3337466 w 10678681"/>
              <a:gd name="connsiteY106" fmla="*/ 1272537 h 1342734"/>
              <a:gd name="connsiteX107" fmla="*/ 3175981 w 10678681"/>
              <a:gd name="connsiteY107" fmla="*/ 1208973 h 1342734"/>
              <a:gd name="connsiteX108" fmla="*/ 3036856 w 10678681"/>
              <a:gd name="connsiteY108" fmla="*/ 1214383 h 1342734"/>
              <a:gd name="connsiteX109" fmla="*/ 2824973 w 10678681"/>
              <a:gd name="connsiteY109" fmla="*/ 1134864 h 1342734"/>
              <a:gd name="connsiteX110" fmla="*/ 2804398 w 10678681"/>
              <a:gd name="connsiteY110" fmla="*/ 1125556 h 1342734"/>
              <a:gd name="connsiteX111" fmla="*/ 2736109 w 10678681"/>
              <a:gd name="connsiteY111" fmla="*/ 1137717 h 1342734"/>
              <a:gd name="connsiteX112" fmla="*/ 2659096 w 10678681"/>
              <a:gd name="connsiteY112" fmla="*/ 1150294 h 1342734"/>
              <a:gd name="connsiteX113" fmla="*/ 2567088 w 10678681"/>
              <a:gd name="connsiteY113" fmla="*/ 1181781 h 1342734"/>
              <a:gd name="connsiteX114" fmla="*/ 2454501 w 10678681"/>
              <a:gd name="connsiteY114" fmla="*/ 1155455 h 1342734"/>
              <a:gd name="connsiteX115" fmla="*/ 2385161 w 10678681"/>
              <a:gd name="connsiteY115" fmla="*/ 1161312 h 1342734"/>
              <a:gd name="connsiteX116" fmla="*/ 2273361 w 10678681"/>
              <a:gd name="connsiteY116" fmla="*/ 1134090 h 1342734"/>
              <a:gd name="connsiteX117" fmla="*/ 2132003 w 10678681"/>
              <a:gd name="connsiteY117" fmla="*/ 1139225 h 1342734"/>
              <a:gd name="connsiteX118" fmla="*/ 2041224 w 10678681"/>
              <a:gd name="connsiteY118" fmla="*/ 1147536 h 1342734"/>
              <a:gd name="connsiteX119" fmla="*/ 2010157 w 10678681"/>
              <a:gd name="connsiteY119" fmla="*/ 1152767 h 1342734"/>
              <a:gd name="connsiteX120" fmla="*/ 1859213 w 10678681"/>
              <a:gd name="connsiteY120" fmla="*/ 1199540 h 1342734"/>
              <a:gd name="connsiteX121" fmla="*/ 1735877 w 10678681"/>
              <a:gd name="connsiteY121" fmla="*/ 1246527 h 1342734"/>
              <a:gd name="connsiteX122" fmla="*/ 1705069 w 10678681"/>
              <a:gd name="connsiteY122" fmla="*/ 1251989 h 1342734"/>
              <a:gd name="connsiteX123" fmla="*/ 1307888 w 10678681"/>
              <a:gd name="connsiteY123" fmla="*/ 1283156 h 1342734"/>
              <a:gd name="connsiteX124" fmla="*/ 1220734 w 10678681"/>
              <a:gd name="connsiteY124" fmla="*/ 1257811 h 1342734"/>
              <a:gd name="connsiteX125" fmla="*/ 1021737 w 10678681"/>
              <a:gd name="connsiteY125" fmla="*/ 1238739 h 1342734"/>
              <a:gd name="connsiteX126" fmla="*/ 959820 w 10678681"/>
              <a:gd name="connsiteY126" fmla="*/ 1275863 h 1342734"/>
              <a:gd name="connsiteX127" fmla="*/ 929137 w 10678681"/>
              <a:gd name="connsiteY127" fmla="*/ 1273957 h 1342734"/>
              <a:gd name="connsiteX128" fmla="*/ 878849 w 10678681"/>
              <a:gd name="connsiteY128" fmla="*/ 1266740 h 1342734"/>
              <a:gd name="connsiteX129" fmla="*/ 800667 w 10678681"/>
              <a:gd name="connsiteY129" fmla="*/ 1282041 h 1342734"/>
              <a:gd name="connsiteX130" fmla="*/ 644906 w 10678681"/>
              <a:gd name="connsiteY130" fmla="*/ 1273685 h 1342734"/>
              <a:gd name="connsiteX131" fmla="*/ 379869 w 10678681"/>
              <a:gd name="connsiteY131" fmla="*/ 1339165 h 1342734"/>
              <a:gd name="connsiteX132" fmla="*/ 137696 w 10678681"/>
              <a:gd name="connsiteY132" fmla="*/ 1319217 h 1342734"/>
              <a:gd name="connsiteX133" fmla="*/ 54250 w 10678681"/>
              <a:gd name="connsiteY133" fmla="*/ 1315838 h 1342734"/>
              <a:gd name="connsiteX134" fmla="*/ 28042 w 10678681"/>
              <a:gd name="connsiteY134" fmla="*/ 1297822 h 1342734"/>
              <a:gd name="connsiteX135" fmla="*/ 0 w 10678681"/>
              <a:gd name="connsiteY135" fmla="*/ 1294612 h 1342734"/>
              <a:gd name="connsiteX136" fmla="*/ 0 w 10678681"/>
              <a:gd name="connsiteY136" fmla="*/ 0 h 1342734"/>
              <a:gd name="connsiteX0" fmla="*/ 0 w 10678681"/>
              <a:gd name="connsiteY0" fmla="*/ 0 h 1342734"/>
              <a:gd name="connsiteX1" fmla="*/ 10678681 w 10678681"/>
              <a:gd name="connsiteY1" fmla="*/ 0 h 1342734"/>
              <a:gd name="connsiteX2" fmla="*/ 10666019 w 10678681"/>
              <a:gd name="connsiteY2" fmla="*/ 7876 h 1342734"/>
              <a:gd name="connsiteX3" fmla="*/ 10632825 w 10678681"/>
              <a:gd name="connsiteY3" fmla="*/ 32153 h 1342734"/>
              <a:gd name="connsiteX4" fmla="*/ 10516219 w 10678681"/>
              <a:gd name="connsiteY4" fmla="*/ 45588 h 1342734"/>
              <a:gd name="connsiteX5" fmla="*/ 10456989 w 10678681"/>
              <a:gd name="connsiteY5" fmla="*/ 979 h 1342734"/>
              <a:gd name="connsiteX6" fmla="*/ 10438642 w 10678681"/>
              <a:gd name="connsiteY6" fmla="*/ 1524 h 1342734"/>
              <a:gd name="connsiteX7" fmla="*/ 10407146 w 10678681"/>
              <a:gd name="connsiteY7" fmla="*/ 43659 h 1342734"/>
              <a:gd name="connsiteX8" fmla="*/ 10341159 w 10678681"/>
              <a:gd name="connsiteY8" fmla="*/ 103824 h 1342734"/>
              <a:gd name="connsiteX9" fmla="*/ 10244930 w 10678681"/>
              <a:gd name="connsiteY9" fmla="*/ 94599 h 1342734"/>
              <a:gd name="connsiteX10" fmla="*/ 10115334 w 10678681"/>
              <a:gd name="connsiteY10" fmla="*/ 155658 h 1342734"/>
              <a:gd name="connsiteX11" fmla="*/ 10068157 w 10678681"/>
              <a:gd name="connsiteY11" fmla="*/ 215673 h 1342734"/>
              <a:gd name="connsiteX12" fmla="*/ 10045431 w 10678681"/>
              <a:gd name="connsiteY12" fmla="*/ 229568 h 1342734"/>
              <a:gd name="connsiteX13" fmla="*/ 9929077 w 10678681"/>
              <a:gd name="connsiteY13" fmla="*/ 209062 h 1342734"/>
              <a:gd name="connsiteX14" fmla="*/ 9840045 w 10678681"/>
              <a:gd name="connsiteY14" fmla="*/ 223033 h 1342734"/>
              <a:gd name="connsiteX15" fmla="*/ 9679639 w 10678681"/>
              <a:gd name="connsiteY15" fmla="*/ 247182 h 1342734"/>
              <a:gd name="connsiteX16" fmla="*/ 9498347 w 10678681"/>
              <a:gd name="connsiteY16" fmla="*/ 244723 h 1342734"/>
              <a:gd name="connsiteX17" fmla="*/ 9366026 w 10678681"/>
              <a:gd name="connsiteY17" fmla="*/ 299024 h 1342734"/>
              <a:gd name="connsiteX18" fmla="*/ 9316702 w 10678681"/>
              <a:gd name="connsiteY18" fmla="*/ 356523 h 1342734"/>
              <a:gd name="connsiteX19" fmla="*/ 9121744 w 10678681"/>
              <a:gd name="connsiteY19" fmla="*/ 365177 h 1342734"/>
              <a:gd name="connsiteX20" fmla="*/ 9061654 w 10678681"/>
              <a:gd name="connsiteY20" fmla="*/ 393730 h 1342734"/>
              <a:gd name="connsiteX21" fmla="*/ 8997577 w 10678681"/>
              <a:gd name="connsiteY21" fmla="*/ 380865 h 1342734"/>
              <a:gd name="connsiteX22" fmla="*/ 8907968 w 10678681"/>
              <a:gd name="connsiteY22" fmla="*/ 447345 h 1342734"/>
              <a:gd name="connsiteX23" fmla="*/ 8764163 w 10678681"/>
              <a:gd name="connsiteY23" fmla="*/ 471000 h 1342734"/>
              <a:gd name="connsiteX24" fmla="*/ 8680155 w 10678681"/>
              <a:gd name="connsiteY24" fmla="*/ 492404 h 1342734"/>
              <a:gd name="connsiteX25" fmla="*/ 8651436 w 10678681"/>
              <a:gd name="connsiteY25" fmla="*/ 511923 h 1342734"/>
              <a:gd name="connsiteX26" fmla="*/ 8609185 w 10678681"/>
              <a:gd name="connsiteY26" fmla="*/ 531525 h 1342734"/>
              <a:gd name="connsiteX27" fmla="*/ 8537091 w 10678681"/>
              <a:gd name="connsiteY27" fmla="*/ 574933 h 1342734"/>
              <a:gd name="connsiteX28" fmla="*/ 8435931 w 10678681"/>
              <a:gd name="connsiteY28" fmla="*/ 617926 h 1342734"/>
              <a:gd name="connsiteX29" fmla="*/ 8348623 w 10678681"/>
              <a:gd name="connsiteY29" fmla="*/ 600607 h 1342734"/>
              <a:gd name="connsiteX30" fmla="*/ 8276883 w 10678681"/>
              <a:gd name="connsiteY30" fmla="*/ 588214 h 1342734"/>
              <a:gd name="connsiteX31" fmla="*/ 8086698 w 10678681"/>
              <a:gd name="connsiteY31" fmla="*/ 605185 h 1342734"/>
              <a:gd name="connsiteX32" fmla="*/ 7982378 w 10678681"/>
              <a:gd name="connsiteY32" fmla="*/ 629799 h 1342734"/>
              <a:gd name="connsiteX33" fmla="*/ 7947952 w 10678681"/>
              <a:gd name="connsiteY33" fmla="*/ 648003 h 1342734"/>
              <a:gd name="connsiteX34" fmla="*/ 7890112 w 10678681"/>
              <a:gd name="connsiteY34" fmla="*/ 677915 h 1342734"/>
              <a:gd name="connsiteX35" fmla="*/ 7853284 w 10678681"/>
              <a:gd name="connsiteY35" fmla="*/ 723588 h 1342734"/>
              <a:gd name="connsiteX36" fmla="*/ 7802383 w 10678681"/>
              <a:gd name="connsiteY36" fmla="*/ 739359 h 1342734"/>
              <a:gd name="connsiteX37" fmla="*/ 7730518 w 10678681"/>
              <a:gd name="connsiteY37" fmla="*/ 739526 h 1342734"/>
              <a:gd name="connsiteX38" fmla="*/ 7720084 w 10678681"/>
              <a:gd name="connsiteY38" fmla="*/ 760750 h 1342734"/>
              <a:gd name="connsiteX39" fmla="*/ 7652907 w 10678681"/>
              <a:gd name="connsiteY39" fmla="*/ 783273 h 1342734"/>
              <a:gd name="connsiteX40" fmla="*/ 7606008 w 10678681"/>
              <a:gd name="connsiteY40" fmla="*/ 800717 h 1342734"/>
              <a:gd name="connsiteX41" fmla="*/ 7480223 w 10678681"/>
              <a:gd name="connsiteY41" fmla="*/ 856821 h 1342734"/>
              <a:gd name="connsiteX42" fmla="*/ 7356005 w 10678681"/>
              <a:gd name="connsiteY42" fmla="*/ 919462 h 1342734"/>
              <a:gd name="connsiteX43" fmla="*/ 7305396 w 10678681"/>
              <a:gd name="connsiteY43" fmla="*/ 986228 h 1342734"/>
              <a:gd name="connsiteX44" fmla="*/ 7266251 w 10678681"/>
              <a:gd name="connsiteY44" fmla="*/ 967864 h 1342734"/>
              <a:gd name="connsiteX45" fmla="*/ 7258094 w 10678681"/>
              <a:gd name="connsiteY45" fmla="*/ 990679 h 1342734"/>
              <a:gd name="connsiteX46" fmla="*/ 7257893 w 10678681"/>
              <a:gd name="connsiteY46" fmla="*/ 991204 h 1342734"/>
              <a:gd name="connsiteX47" fmla="*/ 7247153 w 10678681"/>
              <a:gd name="connsiteY47" fmla="*/ 991550 h 1342734"/>
              <a:gd name="connsiteX48" fmla="*/ 7193612 w 10678681"/>
              <a:gd name="connsiteY48" fmla="*/ 987042 h 1342734"/>
              <a:gd name="connsiteX49" fmla="*/ 7132632 w 10678681"/>
              <a:gd name="connsiteY49" fmla="*/ 1042036 h 1342734"/>
              <a:gd name="connsiteX50" fmla="*/ 7105610 w 10678681"/>
              <a:gd name="connsiteY50" fmla="*/ 1053537 h 1342734"/>
              <a:gd name="connsiteX51" fmla="*/ 7069148 w 10678681"/>
              <a:gd name="connsiteY51" fmla="*/ 1047163 h 1342734"/>
              <a:gd name="connsiteX52" fmla="*/ 7039634 w 10678681"/>
              <a:gd name="connsiteY52" fmla="*/ 1059971 h 1342734"/>
              <a:gd name="connsiteX53" fmla="*/ 7033445 w 10678681"/>
              <a:gd name="connsiteY53" fmla="*/ 1063314 h 1342734"/>
              <a:gd name="connsiteX54" fmla="*/ 6999157 w 10678681"/>
              <a:gd name="connsiteY54" fmla="*/ 1055282 h 1342734"/>
              <a:gd name="connsiteX55" fmla="*/ 6981874 w 10678681"/>
              <a:gd name="connsiteY55" fmla="*/ 1053827 h 1342734"/>
              <a:gd name="connsiteX56" fmla="*/ 6976102 w 10678681"/>
              <a:gd name="connsiteY56" fmla="*/ 1047854 h 1342734"/>
              <a:gd name="connsiteX57" fmla="*/ 6951040 w 10678681"/>
              <a:gd name="connsiteY57" fmla="*/ 1048531 h 1342734"/>
              <a:gd name="connsiteX58" fmla="*/ 6948497 w 10678681"/>
              <a:gd name="connsiteY58" fmla="*/ 1050706 h 1342734"/>
              <a:gd name="connsiteX59" fmla="*/ 6926582 w 10678681"/>
              <a:gd name="connsiteY59" fmla="*/ 1043462 h 1342734"/>
              <a:gd name="connsiteX60" fmla="*/ 6833743 w 10678681"/>
              <a:gd name="connsiteY60" fmla="*/ 1027960 h 1342734"/>
              <a:gd name="connsiteX61" fmla="*/ 6687090 w 10678681"/>
              <a:gd name="connsiteY61" fmla="*/ 1063250 h 1342734"/>
              <a:gd name="connsiteX62" fmla="*/ 6431838 w 10678681"/>
              <a:gd name="connsiteY62" fmla="*/ 1063226 h 1342734"/>
              <a:gd name="connsiteX63" fmla="*/ 6327795 w 10678681"/>
              <a:gd name="connsiteY63" fmla="*/ 1088142 h 1342734"/>
              <a:gd name="connsiteX64" fmla="*/ 6136549 w 10678681"/>
              <a:gd name="connsiteY64" fmla="*/ 1100268 h 1342734"/>
              <a:gd name="connsiteX65" fmla="*/ 6004655 w 10678681"/>
              <a:gd name="connsiteY65" fmla="*/ 1114946 h 1342734"/>
              <a:gd name="connsiteX66" fmla="*/ 5936643 w 10678681"/>
              <a:gd name="connsiteY66" fmla="*/ 1095428 h 1342734"/>
              <a:gd name="connsiteX67" fmla="*/ 5912484 w 10678681"/>
              <a:gd name="connsiteY67" fmla="*/ 1112624 h 1342734"/>
              <a:gd name="connsiteX68" fmla="*/ 5908387 w 10678681"/>
              <a:gd name="connsiteY68" fmla="*/ 1116018 h 1342734"/>
              <a:gd name="connsiteX69" fmla="*/ 5890495 w 10678681"/>
              <a:gd name="connsiteY69" fmla="*/ 1120268 h 1342734"/>
              <a:gd name="connsiteX70" fmla="*/ 5887318 w 10678681"/>
              <a:gd name="connsiteY70" fmla="*/ 1133134 h 1342734"/>
              <a:gd name="connsiteX71" fmla="*/ 5861726 w 10678681"/>
              <a:gd name="connsiteY71" fmla="*/ 1147891 h 1342734"/>
              <a:gd name="connsiteX72" fmla="*/ 5805823 w 10678681"/>
              <a:gd name="connsiteY72" fmla="*/ 1152457 h 1342734"/>
              <a:gd name="connsiteX73" fmla="*/ 5689841 w 10678681"/>
              <a:gd name="connsiteY73" fmla="*/ 1176232 h 1342734"/>
              <a:gd name="connsiteX74" fmla="*/ 5605119 w 10678681"/>
              <a:gd name="connsiteY74" fmla="*/ 1190202 h 1342734"/>
              <a:gd name="connsiteX75" fmla="*/ 5488513 w 10678681"/>
              <a:gd name="connsiteY75" fmla="*/ 1205367 h 1342734"/>
              <a:gd name="connsiteX76" fmla="*/ 5402905 w 10678681"/>
              <a:gd name="connsiteY76" fmla="*/ 1241191 h 1342734"/>
              <a:gd name="connsiteX77" fmla="*/ 5192893 w 10678681"/>
              <a:gd name="connsiteY77" fmla="*/ 1247188 h 1342734"/>
              <a:gd name="connsiteX78" fmla="*/ 5186475 w 10678681"/>
              <a:gd name="connsiteY78" fmla="*/ 1257028 h 1342734"/>
              <a:gd name="connsiteX79" fmla="*/ 5103589 w 10678681"/>
              <a:gd name="connsiteY79" fmla="*/ 1263189 h 1342734"/>
              <a:gd name="connsiteX80" fmla="*/ 4894688 w 10678681"/>
              <a:gd name="connsiteY80" fmla="*/ 1247184 h 1342734"/>
              <a:gd name="connsiteX81" fmla="*/ 4788036 w 10678681"/>
              <a:gd name="connsiteY81" fmla="*/ 1238182 h 1342734"/>
              <a:gd name="connsiteX82" fmla="*/ 4747555 w 10678681"/>
              <a:gd name="connsiteY82" fmla="*/ 1252768 h 1342734"/>
              <a:gd name="connsiteX83" fmla="*/ 4679644 w 10678681"/>
              <a:gd name="connsiteY83" fmla="*/ 1276603 h 1342734"/>
              <a:gd name="connsiteX84" fmla="*/ 4617473 w 10678681"/>
              <a:gd name="connsiteY84" fmla="*/ 1296467 h 1342734"/>
              <a:gd name="connsiteX85" fmla="*/ 4564919 w 10678681"/>
              <a:gd name="connsiteY85" fmla="*/ 1325507 h 1342734"/>
              <a:gd name="connsiteX86" fmla="*/ 4566586 w 10678681"/>
              <a:gd name="connsiteY86" fmla="*/ 1316963 h 1342734"/>
              <a:gd name="connsiteX87" fmla="*/ 4556303 w 10678681"/>
              <a:gd name="connsiteY87" fmla="*/ 1300262 h 1342734"/>
              <a:gd name="connsiteX88" fmla="*/ 4502358 w 10678681"/>
              <a:gd name="connsiteY88" fmla="*/ 1302558 h 1342734"/>
              <a:gd name="connsiteX89" fmla="*/ 4498919 w 10678681"/>
              <a:gd name="connsiteY89" fmla="*/ 1312115 h 1342734"/>
              <a:gd name="connsiteX90" fmla="*/ 4492075 w 10678681"/>
              <a:gd name="connsiteY90" fmla="*/ 1313357 h 1342734"/>
              <a:gd name="connsiteX91" fmla="*/ 4487466 w 10678681"/>
              <a:gd name="connsiteY91" fmla="*/ 1304102 h 1342734"/>
              <a:gd name="connsiteX92" fmla="*/ 4398292 w 10678681"/>
              <a:gd name="connsiteY92" fmla="*/ 1278410 h 1342734"/>
              <a:gd name="connsiteX93" fmla="*/ 4306088 w 10678681"/>
              <a:gd name="connsiteY93" fmla="*/ 1282512 h 1342734"/>
              <a:gd name="connsiteX94" fmla="*/ 4188995 w 10678681"/>
              <a:gd name="connsiteY94" fmla="*/ 1296718 h 1342734"/>
              <a:gd name="connsiteX95" fmla="*/ 4136582 w 10678681"/>
              <a:gd name="connsiteY95" fmla="*/ 1287687 h 1342734"/>
              <a:gd name="connsiteX96" fmla="*/ 4064614 w 10678681"/>
              <a:gd name="connsiteY96" fmla="*/ 1296118 h 1342734"/>
              <a:gd name="connsiteX97" fmla="*/ 3900948 w 10678681"/>
              <a:gd name="connsiteY97" fmla="*/ 1322156 h 1342734"/>
              <a:gd name="connsiteX98" fmla="*/ 3787890 w 10678681"/>
              <a:gd name="connsiteY98" fmla="*/ 1322164 h 1342734"/>
              <a:gd name="connsiteX99" fmla="*/ 3745993 w 10678681"/>
              <a:gd name="connsiteY99" fmla="*/ 1342630 h 1342734"/>
              <a:gd name="connsiteX100" fmla="*/ 3675785 w 10678681"/>
              <a:gd name="connsiteY100" fmla="*/ 1326802 h 1342734"/>
              <a:gd name="connsiteX101" fmla="*/ 3623856 w 10678681"/>
              <a:gd name="connsiteY101" fmla="*/ 1290804 h 1342734"/>
              <a:gd name="connsiteX102" fmla="*/ 3564933 w 10678681"/>
              <a:gd name="connsiteY102" fmla="*/ 1287147 h 1342734"/>
              <a:gd name="connsiteX103" fmla="*/ 3550537 w 10678681"/>
              <a:gd name="connsiteY103" fmla="*/ 1317552 h 1342734"/>
              <a:gd name="connsiteX104" fmla="*/ 3487736 w 10678681"/>
              <a:gd name="connsiteY104" fmla="*/ 1303493 h 1342734"/>
              <a:gd name="connsiteX105" fmla="*/ 3392548 w 10678681"/>
              <a:gd name="connsiteY105" fmla="*/ 1278741 h 1342734"/>
              <a:gd name="connsiteX106" fmla="*/ 3337466 w 10678681"/>
              <a:gd name="connsiteY106" fmla="*/ 1272537 h 1342734"/>
              <a:gd name="connsiteX107" fmla="*/ 3175981 w 10678681"/>
              <a:gd name="connsiteY107" fmla="*/ 1208973 h 1342734"/>
              <a:gd name="connsiteX108" fmla="*/ 3036856 w 10678681"/>
              <a:gd name="connsiteY108" fmla="*/ 1214383 h 1342734"/>
              <a:gd name="connsiteX109" fmla="*/ 2824973 w 10678681"/>
              <a:gd name="connsiteY109" fmla="*/ 1134864 h 1342734"/>
              <a:gd name="connsiteX110" fmla="*/ 2804398 w 10678681"/>
              <a:gd name="connsiteY110" fmla="*/ 1125556 h 1342734"/>
              <a:gd name="connsiteX111" fmla="*/ 2736109 w 10678681"/>
              <a:gd name="connsiteY111" fmla="*/ 1137717 h 1342734"/>
              <a:gd name="connsiteX112" fmla="*/ 2659096 w 10678681"/>
              <a:gd name="connsiteY112" fmla="*/ 1150294 h 1342734"/>
              <a:gd name="connsiteX113" fmla="*/ 2567088 w 10678681"/>
              <a:gd name="connsiteY113" fmla="*/ 1181781 h 1342734"/>
              <a:gd name="connsiteX114" fmla="*/ 2454501 w 10678681"/>
              <a:gd name="connsiteY114" fmla="*/ 1155455 h 1342734"/>
              <a:gd name="connsiteX115" fmla="*/ 2385161 w 10678681"/>
              <a:gd name="connsiteY115" fmla="*/ 1161312 h 1342734"/>
              <a:gd name="connsiteX116" fmla="*/ 2273361 w 10678681"/>
              <a:gd name="connsiteY116" fmla="*/ 1134090 h 1342734"/>
              <a:gd name="connsiteX117" fmla="*/ 2132003 w 10678681"/>
              <a:gd name="connsiteY117" fmla="*/ 1139225 h 1342734"/>
              <a:gd name="connsiteX118" fmla="*/ 2041224 w 10678681"/>
              <a:gd name="connsiteY118" fmla="*/ 1147536 h 1342734"/>
              <a:gd name="connsiteX119" fmla="*/ 2010157 w 10678681"/>
              <a:gd name="connsiteY119" fmla="*/ 1152767 h 1342734"/>
              <a:gd name="connsiteX120" fmla="*/ 1859213 w 10678681"/>
              <a:gd name="connsiteY120" fmla="*/ 1199540 h 1342734"/>
              <a:gd name="connsiteX121" fmla="*/ 1735877 w 10678681"/>
              <a:gd name="connsiteY121" fmla="*/ 1246527 h 1342734"/>
              <a:gd name="connsiteX122" fmla="*/ 1705069 w 10678681"/>
              <a:gd name="connsiteY122" fmla="*/ 1251989 h 1342734"/>
              <a:gd name="connsiteX123" fmla="*/ 1307888 w 10678681"/>
              <a:gd name="connsiteY123" fmla="*/ 1283156 h 1342734"/>
              <a:gd name="connsiteX124" fmla="*/ 1220734 w 10678681"/>
              <a:gd name="connsiteY124" fmla="*/ 1257811 h 1342734"/>
              <a:gd name="connsiteX125" fmla="*/ 1021737 w 10678681"/>
              <a:gd name="connsiteY125" fmla="*/ 1238739 h 1342734"/>
              <a:gd name="connsiteX126" fmla="*/ 959820 w 10678681"/>
              <a:gd name="connsiteY126" fmla="*/ 1275863 h 1342734"/>
              <a:gd name="connsiteX127" fmla="*/ 929137 w 10678681"/>
              <a:gd name="connsiteY127" fmla="*/ 1273957 h 1342734"/>
              <a:gd name="connsiteX128" fmla="*/ 878849 w 10678681"/>
              <a:gd name="connsiteY128" fmla="*/ 1266740 h 1342734"/>
              <a:gd name="connsiteX129" fmla="*/ 800667 w 10678681"/>
              <a:gd name="connsiteY129" fmla="*/ 1282041 h 1342734"/>
              <a:gd name="connsiteX130" fmla="*/ 644906 w 10678681"/>
              <a:gd name="connsiteY130" fmla="*/ 1273685 h 1342734"/>
              <a:gd name="connsiteX131" fmla="*/ 379869 w 10678681"/>
              <a:gd name="connsiteY131" fmla="*/ 1339165 h 1342734"/>
              <a:gd name="connsiteX132" fmla="*/ 137696 w 10678681"/>
              <a:gd name="connsiteY132" fmla="*/ 1319217 h 1342734"/>
              <a:gd name="connsiteX133" fmla="*/ 54250 w 10678681"/>
              <a:gd name="connsiteY133" fmla="*/ 1315838 h 1342734"/>
              <a:gd name="connsiteX134" fmla="*/ 28042 w 10678681"/>
              <a:gd name="connsiteY134" fmla="*/ 1297822 h 1342734"/>
              <a:gd name="connsiteX135" fmla="*/ 0 w 10678681"/>
              <a:gd name="connsiteY135" fmla="*/ 1294612 h 1342734"/>
              <a:gd name="connsiteX136" fmla="*/ 0 w 10678681"/>
              <a:gd name="connsiteY136" fmla="*/ 0 h 1342734"/>
              <a:gd name="connsiteX0" fmla="*/ 0 w 10678681"/>
              <a:gd name="connsiteY0" fmla="*/ 0 h 1342734"/>
              <a:gd name="connsiteX1" fmla="*/ 10678681 w 10678681"/>
              <a:gd name="connsiteY1" fmla="*/ 0 h 1342734"/>
              <a:gd name="connsiteX2" fmla="*/ 10666019 w 10678681"/>
              <a:gd name="connsiteY2" fmla="*/ 7876 h 1342734"/>
              <a:gd name="connsiteX3" fmla="*/ 10632825 w 10678681"/>
              <a:gd name="connsiteY3" fmla="*/ 32153 h 1342734"/>
              <a:gd name="connsiteX4" fmla="*/ 10516219 w 10678681"/>
              <a:gd name="connsiteY4" fmla="*/ 45588 h 1342734"/>
              <a:gd name="connsiteX5" fmla="*/ 10456989 w 10678681"/>
              <a:gd name="connsiteY5" fmla="*/ 979 h 1342734"/>
              <a:gd name="connsiteX6" fmla="*/ 10438642 w 10678681"/>
              <a:gd name="connsiteY6" fmla="*/ 1524 h 1342734"/>
              <a:gd name="connsiteX7" fmla="*/ 10407146 w 10678681"/>
              <a:gd name="connsiteY7" fmla="*/ 43659 h 1342734"/>
              <a:gd name="connsiteX8" fmla="*/ 10341159 w 10678681"/>
              <a:gd name="connsiteY8" fmla="*/ 103824 h 1342734"/>
              <a:gd name="connsiteX9" fmla="*/ 10244930 w 10678681"/>
              <a:gd name="connsiteY9" fmla="*/ 94599 h 1342734"/>
              <a:gd name="connsiteX10" fmla="*/ 10115334 w 10678681"/>
              <a:gd name="connsiteY10" fmla="*/ 155658 h 1342734"/>
              <a:gd name="connsiteX11" fmla="*/ 10068157 w 10678681"/>
              <a:gd name="connsiteY11" fmla="*/ 215673 h 1342734"/>
              <a:gd name="connsiteX12" fmla="*/ 10045431 w 10678681"/>
              <a:gd name="connsiteY12" fmla="*/ 229568 h 1342734"/>
              <a:gd name="connsiteX13" fmla="*/ 9929077 w 10678681"/>
              <a:gd name="connsiteY13" fmla="*/ 209062 h 1342734"/>
              <a:gd name="connsiteX14" fmla="*/ 9840045 w 10678681"/>
              <a:gd name="connsiteY14" fmla="*/ 223033 h 1342734"/>
              <a:gd name="connsiteX15" fmla="*/ 9679639 w 10678681"/>
              <a:gd name="connsiteY15" fmla="*/ 247182 h 1342734"/>
              <a:gd name="connsiteX16" fmla="*/ 9498347 w 10678681"/>
              <a:gd name="connsiteY16" fmla="*/ 244723 h 1342734"/>
              <a:gd name="connsiteX17" fmla="*/ 9366026 w 10678681"/>
              <a:gd name="connsiteY17" fmla="*/ 299024 h 1342734"/>
              <a:gd name="connsiteX18" fmla="*/ 9316702 w 10678681"/>
              <a:gd name="connsiteY18" fmla="*/ 356523 h 1342734"/>
              <a:gd name="connsiteX19" fmla="*/ 9121744 w 10678681"/>
              <a:gd name="connsiteY19" fmla="*/ 365177 h 1342734"/>
              <a:gd name="connsiteX20" fmla="*/ 9061654 w 10678681"/>
              <a:gd name="connsiteY20" fmla="*/ 393730 h 1342734"/>
              <a:gd name="connsiteX21" fmla="*/ 8997577 w 10678681"/>
              <a:gd name="connsiteY21" fmla="*/ 380865 h 1342734"/>
              <a:gd name="connsiteX22" fmla="*/ 8907968 w 10678681"/>
              <a:gd name="connsiteY22" fmla="*/ 447345 h 1342734"/>
              <a:gd name="connsiteX23" fmla="*/ 8764163 w 10678681"/>
              <a:gd name="connsiteY23" fmla="*/ 471000 h 1342734"/>
              <a:gd name="connsiteX24" fmla="*/ 8680155 w 10678681"/>
              <a:gd name="connsiteY24" fmla="*/ 492404 h 1342734"/>
              <a:gd name="connsiteX25" fmla="*/ 8651436 w 10678681"/>
              <a:gd name="connsiteY25" fmla="*/ 511923 h 1342734"/>
              <a:gd name="connsiteX26" fmla="*/ 8609185 w 10678681"/>
              <a:gd name="connsiteY26" fmla="*/ 531525 h 1342734"/>
              <a:gd name="connsiteX27" fmla="*/ 8537091 w 10678681"/>
              <a:gd name="connsiteY27" fmla="*/ 574933 h 1342734"/>
              <a:gd name="connsiteX28" fmla="*/ 8435931 w 10678681"/>
              <a:gd name="connsiteY28" fmla="*/ 617926 h 1342734"/>
              <a:gd name="connsiteX29" fmla="*/ 8348623 w 10678681"/>
              <a:gd name="connsiteY29" fmla="*/ 600607 h 1342734"/>
              <a:gd name="connsiteX30" fmla="*/ 8276883 w 10678681"/>
              <a:gd name="connsiteY30" fmla="*/ 588214 h 1342734"/>
              <a:gd name="connsiteX31" fmla="*/ 8086698 w 10678681"/>
              <a:gd name="connsiteY31" fmla="*/ 605185 h 1342734"/>
              <a:gd name="connsiteX32" fmla="*/ 7982378 w 10678681"/>
              <a:gd name="connsiteY32" fmla="*/ 629799 h 1342734"/>
              <a:gd name="connsiteX33" fmla="*/ 7947952 w 10678681"/>
              <a:gd name="connsiteY33" fmla="*/ 648003 h 1342734"/>
              <a:gd name="connsiteX34" fmla="*/ 7890112 w 10678681"/>
              <a:gd name="connsiteY34" fmla="*/ 677915 h 1342734"/>
              <a:gd name="connsiteX35" fmla="*/ 7853284 w 10678681"/>
              <a:gd name="connsiteY35" fmla="*/ 723588 h 1342734"/>
              <a:gd name="connsiteX36" fmla="*/ 7802383 w 10678681"/>
              <a:gd name="connsiteY36" fmla="*/ 739359 h 1342734"/>
              <a:gd name="connsiteX37" fmla="*/ 7730518 w 10678681"/>
              <a:gd name="connsiteY37" fmla="*/ 739526 h 1342734"/>
              <a:gd name="connsiteX38" fmla="*/ 7720084 w 10678681"/>
              <a:gd name="connsiteY38" fmla="*/ 760750 h 1342734"/>
              <a:gd name="connsiteX39" fmla="*/ 7652907 w 10678681"/>
              <a:gd name="connsiteY39" fmla="*/ 783273 h 1342734"/>
              <a:gd name="connsiteX40" fmla="*/ 7606008 w 10678681"/>
              <a:gd name="connsiteY40" fmla="*/ 800717 h 1342734"/>
              <a:gd name="connsiteX41" fmla="*/ 7480223 w 10678681"/>
              <a:gd name="connsiteY41" fmla="*/ 856821 h 1342734"/>
              <a:gd name="connsiteX42" fmla="*/ 7356005 w 10678681"/>
              <a:gd name="connsiteY42" fmla="*/ 919462 h 1342734"/>
              <a:gd name="connsiteX43" fmla="*/ 7305396 w 10678681"/>
              <a:gd name="connsiteY43" fmla="*/ 986228 h 1342734"/>
              <a:gd name="connsiteX44" fmla="*/ 7266251 w 10678681"/>
              <a:gd name="connsiteY44" fmla="*/ 967864 h 1342734"/>
              <a:gd name="connsiteX45" fmla="*/ 7258094 w 10678681"/>
              <a:gd name="connsiteY45" fmla="*/ 990679 h 1342734"/>
              <a:gd name="connsiteX46" fmla="*/ 7257893 w 10678681"/>
              <a:gd name="connsiteY46" fmla="*/ 991204 h 1342734"/>
              <a:gd name="connsiteX47" fmla="*/ 7247153 w 10678681"/>
              <a:gd name="connsiteY47" fmla="*/ 991550 h 1342734"/>
              <a:gd name="connsiteX48" fmla="*/ 7193612 w 10678681"/>
              <a:gd name="connsiteY48" fmla="*/ 987042 h 1342734"/>
              <a:gd name="connsiteX49" fmla="*/ 7132632 w 10678681"/>
              <a:gd name="connsiteY49" fmla="*/ 1042036 h 1342734"/>
              <a:gd name="connsiteX50" fmla="*/ 7105610 w 10678681"/>
              <a:gd name="connsiteY50" fmla="*/ 1053537 h 1342734"/>
              <a:gd name="connsiteX51" fmla="*/ 7069148 w 10678681"/>
              <a:gd name="connsiteY51" fmla="*/ 1047163 h 1342734"/>
              <a:gd name="connsiteX52" fmla="*/ 7039634 w 10678681"/>
              <a:gd name="connsiteY52" fmla="*/ 1059971 h 1342734"/>
              <a:gd name="connsiteX53" fmla="*/ 7033445 w 10678681"/>
              <a:gd name="connsiteY53" fmla="*/ 1063314 h 1342734"/>
              <a:gd name="connsiteX54" fmla="*/ 6999157 w 10678681"/>
              <a:gd name="connsiteY54" fmla="*/ 1055282 h 1342734"/>
              <a:gd name="connsiteX55" fmla="*/ 6981874 w 10678681"/>
              <a:gd name="connsiteY55" fmla="*/ 1053827 h 1342734"/>
              <a:gd name="connsiteX56" fmla="*/ 6976102 w 10678681"/>
              <a:gd name="connsiteY56" fmla="*/ 1047854 h 1342734"/>
              <a:gd name="connsiteX57" fmla="*/ 6951040 w 10678681"/>
              <a:gd name="connsiteY57" fmla="*/ 1048531 h 1342734"/>
              <a:gd name="connsiteX58" fmla="*/ 6948497 w 10678681"/>
              <a:gd name="connsiteY58" fmla="*/ 1050706 h 1342734"/>
              <a:gd name="connsiteX59" fmla="*/ 6926582 w 10678681"/>
              <a:gd name="connsiteY59" fmla="*/ 1043462 h 1342734"/>
              <a:gd name="connsiteX60" fmla="*/ 6833743 w 10678681"/>
              <a:gd name="connsiteY60" fmla="*/ 1027960 h 1342734"/>
              <a:gd name="connsiteX61" fmla="*/ 6687090 w 10678681"/>
              <a:gd name="connsiteY61" fmla="*/ 1063250 h 1342734"/>
              <a:gd name="connsiteX62" fmla="*/ 6431838 w 10678681"/>
              <a:gd name="connsiteY62" fmla="*/ 1063226 h 1342734"/>
              <a:gd name="connsiteX63" fmla="*/ 6327795 w 10678681"/>
              <a:gd name="connsiteY63" fmla="*/ 1088142 h 1342734"/>
              <a:gd name="connsiteX64" fmla="*/ 6136549 w 10678681"/>
              <a:gd name="connsiteY64" fmla="*/ 1100268 h 1342734"/>
              <a:gd name="connsiteX65" fmla="*/ 6004655 w 10678681"/>
              <a:gd name="connsiteY65" fmla="*/ 1114946 h 1342734"/>
              <a:gd name="connsiteX66" fmla="*/ 5936643 w 10678681"/>
              <a:gd name="connsiteY66" fmla="*/ 1095428 h 1342734"/>
              <a:gd name="connsiteX67" fmla="*/ 5912484 w 10678681"/>
              <a:gd name="connsiteY67" fmla="*/ 1112624 h 1342734"/>
              <a:gd name="connsiteX68" fmla="*/ 5908387 w 10678681"/>
              <a:gd name="connsiteY68" fmla="*/ 1116018 h 1342734"/>
              <a:gd name="connsiteX69" fmla="*/ 5890495 w 10678681"/>
              <a:gd name="connsiteY69" fmla="*/ 1120268 h 1342734"/>
              <a:gd name="connsiteX70" fmla="*/ 5887318 w 10678681"/>
              <a:gd name="connsiteY70" fmla="*/ 1133134 h 1342734"/>
              <a:gd name="connsiteX71" fmla="*/ 5861726 w 10678681"/>
              <a:gd name="connsiteY71" fmla="*/ 1147891 h 1342734"/>
              <a:gd name="connsiteX72" fmla="*/ 5805823 w 10678681"/>
              <a:gd name="connsiteY72" fmla="*/ 1152457 h 1342734"/>
              <a:gd name="connsiteX73" fmla="*/ 5689841 w 10678681"/>
              <a:gd name="connsiteY73" fmla="*/ 1176232 h 1342734"/>
              <a:gd name="connsiteX74" fmla="*/ 5605119 w 10678681"/>
              <a:gd name="connsiteY74" fmla="*/ 1190202 h 1342734"/>
              <a:gd name="connsiteX75" fmla="*/ 5488513 w 10678681"/>
              <a:gd name="connsiteY75" fmla="*/ 1205367 h 1342734"/>
              <a:gd name="connsiteX76" fmla="*/ 5402905 w 10678681"/>
              <a:gd name="connsiteY76" fmla="*/ 1241191 h 1342734"/>
              <a:gd name="connsiteX77" fmla="*/ 5192893 w 10678681"/>
              <a:gd name="connsiteY77" fmla="*/ 1247188 h 1342734"/>
              <a:gd name="connsiteX78" fmla="*/ 5164025 w 10678681"/>
              <a:gd name="connsiteY78" fmla="*/ 1257028 h 1342734"/>
              <a:gd name="connsiteX79" fmla="*/ 5103589 w 10678681"/>
              <a:gd name="connsiteY79" fmla="*/ 1263189 h 1342734"/>
              <a:gd name="connsiteX80" fmla="*/ 4894688 w 10678681"/>
              <a:gd name="connsiteY80" fmla="*/ 1247184 h 1342734"/>
              <a:gd name="connsiteX81" fmla="*/ 4788036 w 10678681"/>
              <a:gd name="connsiteY81" fmla="*/ 1238182 h 1342734"/>
              <a:gd name="connsiteX82" fmla="*/ 4747555 w 10678681"/>
              <a:gd name="connsiteY82" fmla="*/ 1252768 h 1342734"/>
              <a:gd name="connsiteX83" fmla="*/ 4679644 w 10678681"/>
              <a:gd name="connsiteY83" fmla="*/ 1276603 h 1342734"/>
              <a:gd name="connsiteX84" fmla="*/ 4617473 w 10678681"/>
              <a:gd name="connsiteY84" fmla="*/ 1296467 h 1342734"/>
              <a:gd name="connsiteX85" fmla="*/ 4564919 w 10678681"/>
              <a:gd name="connsiteY85" fmla="*/ 1325507 h 1342734"/>
              <a:gd name="connsiteX86" fmla="*/ 4566586 w 10678681"/>
              <a:gd name="connsiteY86" fmla="*/ 1316963 h 1342734"/>
              <a:gd name="connsiteX87" fmla="*/ 4556303 w 10678681"/>
              <a:gd name="connsiteY87" fmla="*/ 1300262 h 1342734"/>
              <a:gd name="connsiteX88" fmla="*/ 4502358 w 10678681"/>
              <a:gd name="connsiteY88" fmla="*/ 1302558 h 1342734"/>
              <a:gd name="connsiteX89" fmla="*/ 4498919 w 10678681"/>
              <a:gd name="connsiteY89" fmla="*/ 1312115 h 1342734"/>
              <a:gd name="connsiteX90" fmla="*/ 4492075 w 10678681"/>
              <a:gd name="connsiteY90" fmla="*/ 1313357 h 1342734"/>
              <a:gd name="connsiteX91" fmla="*/ 4487466 w 10678681"/>
              <a:gd name="connsiteY91" fmla="*/ 1304102 h 1342734"/>
              <a:gd name="connsiteX92" fmla="*/ 4398292 w 10678681"/>
              <a:gd name="connsiteY92" fmla="*/ 1278410 h 1342734"/>
              <a:gd name="connsiteX93" fmla="*/ 4306088 w 10678681"/>
              <a:gd name="connsiteY93" fmla="*/ 1282512 h 1342734"/>
              <a:gd name="connsiteX94" fmla="*/ 4188995 w 10678681"/>
              <a:gd name="connsiteY94" fmla="*/ 1296718 h 1342734"/>
              <a:gd name="connsiteX95" fmla="*/ 4136582 w 10678681"/>
              <a:gd name="connsiteY95" fmla="*/ 1287687 h 1342734"/>
              <a:gd name="connsiteX96" fmla="*/ 4064614 w 10678681"/>
              <a:gd name="connsiteY96" fmla="*/ 1296118 h 1342734"/>
              <a:gd name="connsiteX97" fmla="*/ 3900948 w 10678681"/>
              <a:gd name="connsiteY97" fmla="*/ 1322156 h 1342734"/>
              <a:gd name="connsiteX98" fmla="*/ 3787890 w 10678681"/>
              <a:gd name="connsiteY98" fmla="*/ 1322164 h 1342734"/>
              <a:gd name="connsiteX99" fmla="*/ 3745993 w 10678681"/>
              <a:gd name="connsiteY99" fmla="*/ 1342630 h 1342734"/>
              <a:gd name="connsiteX100" fmla="*/ 3675785 w 10678681"/>
              <a:gd name="connsiteY100" fmla="*/ 1326802 h 1342734"/>
              <a:gd name="connsiteX101" fmla="*/ 3623856 w 10678681"/>
              <a:gd name="connsiteY101" fmla="*/ 1290804 h 1342734"/>
              <a:gd name="connsiteX102" fmla="*/ 3564933 w 10678681"/>
              <a:gd name="connsiteY102" fmla="*/ 1287147 h 1342734"/>
              <a:gd name="connsiteX103" fmla="*/ 3550537 w 10678681"/>
              <a:gd name="connsiteY103" fmla="*/ 1317552 h 1342734"/>
              <a:gd name="connsiteX104" fmla="*/ 3487736 w 10678681"/>
              <a:gd name="connsiteY104" fmla="*/ 1303493 h 1342734"/>
              <a:gd name="connsiteX105" fmla="*/ 3392548 w 10678681"/>
              <a:gd name="connsiteY105" fmla="*/ 1278741 h 1342734"/>
              <a:gd name="connsiteX106" fmla="*/ 3337466 w 10678681"/>
              <a:gd name="connsiteY106" fmla="*/ 1272537 h 1342734"/>
              <a:gd name="connsiteX107" fmla="*/ 3175981 w 10678681"/>
              <a:gd name="connsiteY107" fmla="*/ 1208973 h 1342734"/>
              <a:gd name="connsiteX108" fmla="*/ 3036856 w 10678681"/>
              <a:gd name="connsiteY108" fmla="*/ 1214383 h 1342734"/>
              <a:gd name="connsiteX109" fmla="*/ 2824973 w 10678681"/>
              <a:gd name="connsiteY109" fmla="*/ 1134864 h 1342734"/>
              <a:gd name="connsiteX110" fmla="*/ 2804398 w 10678681"/>
              <a:gd name="connsiteY110" fmla="*/ 1125556 h 1342734"/>
              <a:gd name="connsiteX111" fmla="*/ 2736109 w 10678681"/>
              <a:gd name="connsiteY111" fmla="*/ 1137717 h 1342734"/>
              <a:gd name="connsiteX112" fmla="*/ 2659096 w 10678681"/>
              <a:gd name="connsiteY112" fmla="*/ 1150294 h 1342734"/>
              <a:gd name="connsiteX113" fmla="*/ 2567088 w 10678681"/>
              <a:gd name="connsiteY113" fmla="*/ 1181781 h 1342734"/>
              <a:gd name="connsiteX114" fmla="*/ 2454501 w 10678681"/>
              <a:gd name="connsiteY114" fmla="*/ 1155455 h 1342734"/>
              <a:gd name="connsiteX115" fmla="*/ 2385161 w 10678681"/>
              <a:gd name="connsiteY115" fmla="*/ 1161312 h 1342734"/>
              <a:gd name="connsiteX116" fmla="*/ 2273361 w 10678681"/>
              <a:gd name="connsiteY116" fmla="*/ 1134090 h 1342734"/>
              <a:gd name="connsiteX117" fmla="*/ 2132003 w 10678681"/>
              <a:gd name="connsiteY117" fmla="*/ 1139225 h 1342734"/>
              <a:gd name="connsiteX118" fmla="*/ 2041224 w 10678681"/>
              <a:gd name="connsiteY118" fmla="*/ 1147536 h 1342734"/>
              <a:gd name="connsiteX119" fmla="*/ 2010157 w 10678681"/>
              <a:gd name="connsiteY119" fmla="*/ 1152767 h 1342734"/>
              <a:gd name="connsiteX120" fmla="*/ 1859213 w 10678681"/>
              <a:gd name="connsiteY120" fmla="*/ 1199540 h 1342734"/>
              <a:gd name="connsiteX121" fmla="*/ 1735877 w 10678681"/>
              <a:gd name="connsiteY121" fmla="*/ 1246527 h 1342734"/>
              <a:gd name="connsiteX122" fmla="*/ 1705069 w 10678681"/>
              <a:gd name="connsiteY122" fmla="*/ 1251989 h 1342734"/>
              <a:gd name="connsiteX123" fmla="*/ 1307888 w 10678681"/>
              <a:gd name="connsiteY123" fmla="*/ 1283156 h 1342734"/>
              <a:gd name="connsiteX124" fmla="*/ 1220734 w 10678681"/>
              <a:gd name="connsiteY124" fmla="*/ 1257811 h 1342734"/>
              <a:gd name="connsiteX125" fmla="*/ 1021737 w 10678681"/>
              <a:gd name="connsiteY125" fmla="*/ 1238739 h 1342734"/>
              <a:gd name="connsiteX126" fmla="*/ 959820 w 10678681"/>
              <a:gd name="connsiteY126" fmla="*/ 1275863 h 1342734"/>
              <a:gd name="connsiteX127" fmla="*/ 929137 w 10678681"/>
              <a:gd name="connsiteY127" fmla="*/ 1273957 h 1342734"/>
              <a:gd name="connsiteX128" fmla="*/ 878849 w 10678681"/>
              <a:gd name="connsiteY128" fmla="*/ 1266740 h 1342734"/>
              <a:gd name="connsiteX129" fmla="*/ 800667 w 10678681"/>
              <a:gd name="connsiteY129" fmla="*/ 1282041 h 1342734"/>
              <a:gd name="connsiteX130" fmla="*/ 644906 w 10678681"/>
              <a:gd name="connsiteY130" fmla="*/ 1273685 h 1342734"/>
              <a:gd name="connsiteX131" fmla="*/ 379869 w 10678681"/>
              <a:gd name="connsiteY131" fmla="*/ 1339165 h 1342734"/>
              <a:gd name="connsiteX132" fmla="*/ 137696 w 10678681"/>
              <a:gd name="connsiteY132" fmla="*/ 1319217 h 1342734"/>
              <a:gd name="connsiteX133" fmla="*/ 54250 w 10678681"/>
              <a:gd name="connsiteY133" fmla="*/ 1315838 h 1342734"/>
              <a:gd name="connsiteX134" fmla="*/ 28042 w 10678681"/>
              <a:gd name="connsiteY134" fmla="*/ 1297822 h 1342734"/>
              <a:gd name="connsiteX135" fmla="*/ 0 w 10678681"/>
              <a:gd name="connsiteY135" fmla="*/ 1294612 h 1342734"/>
              <a:gd name="connsiteX136" fmla="*/ 0 w 10678681"/>
              <a:gd name="connsiteY136" fmla="*/ 0 h 1342734"/>
              <a:gd name="connsiteX0" fmla="*/ 0 w 10678681"/>
              <a:gd name="connsiteY0" fmla="*/ 0 h 1342734"/>
              <a:gd name="connsiteX1" fmla="*/ 10678681 w 10678681"/>
              <a:gd name="connsiteY1" fmla="*/ 0 h 1342734"/>
              <a:gd name="connsiteX2" fmla="*/ 10666019 w 10678681"/>
              <a:gd name="connsiteY2" fmla="*/ 7876 h 1342734"/>
              <a:gd name="connsiteX3" fmla="*/ 10632825 w 10678681"/>
              <a:gd name="connsiteY3" fmla="*/ 32153 h 1342734"/>
              <a:gd name="connsiteX4" fmla="*/ 10516219 w 10678681"/>
              <a:gd name="connsiteY4" fmla="*/ 45588 h 1342734"/>
              <a:gd name="connsiteX5" fmla="*/ 10456989 w 10678681"/>
              <a:gd name="connsiteY5" fmla="*/ 979 h 1342734"/>
              <a:gd name="connsiteX6" fmla="*/ 10438642 w 10678681"/>
              <a:gd name="connsiteY6" fmla="*/ 1524 h 1342734"/>
              <a:gd name="connsiteX7" fmla="*/ 10407146 w 10678681"/>
              <a:gd name="connsiteY7" fmla="*/ 43659 h 1342734"/>
              <a:gd name="connsiteX8" fmla="*/ 10341159 w 10678681"/>
              <a:gd name="connsiteY8" fmla="*/ 103824 h 1342734"/>
              <a:gd name="connsiteX9" fmla="*/ 10244930 w 10678681"/>
              <a:gd name="connsiteY9" fmla="*/ 94599 h 1342734"/>
              <a:gd name="connsiteX10" fmla="*/ 10115334 w 10678681"/>
              <a:gd name="connsiteY10" fmla="*/ 155658 h 1342734"/>
              <a:gd name="connsiteX11" fmla="*/ 10068157 w 10678681"/>
              <a:gd name="connsiteY11" fmla="*/ 215673 h 1342734"/>
              <a:gd name="connsiteX12" fmla="*/ 10045431 w 10678681"/>
              <a:gd name="connsiteY12" fmla="*/ 229568 h 1342734"/>
              <a:gd name="connsiteX13" fmla="*/ 9929077 w 10678681"/>
              <a:gd name="connsiteY13" fmla="*/ 209062 h 1342734"/>
              <a:gd name="connsiteX14" fmla="*/ 9840045 w 10678681"/>
              <a:gd name="connsiteY14" fmla="*/ 223033 h 1342734"/>
              <a:gd name="connsiteX15" fmla="*/ 9679639 w 10678681"/>
              <a:gd name="connsiteY15" fmla="*/ 247182 h 1342734"/>
              <a:gd name="connsiteX16" fmla="*/ 9498347 w 10678681"/>
              <a:gd name="connsiteY16" fmla="*/ 244723 h 1342734"/>
              <a:gd name="connsiteX17" fmla="*/ 9366026 w 10678681"/>
              <a:gd name="connsiteY17" fmla="*/ 299024 h 1342734"/>
              <a:gd name="connsiteX18" fmla="*/ 9316702 w 10678681"/>
              <a:gd name="connsiteY18" fmla="*/ 356523 h 1342734"/>
              <a:gd name="connsiteX19" fmla="*/ 9121744 w 10678681"/>
              <a:gd name="connsiteY19" fmla="*/ 365177 h 1342734"/>
              <a:gd name="connsiteX20" fmla="*/ 9061654 w 10678681"/>
              <a:gd name="connsiteY20" fmla="*/ 393730 h 1342734"/>
              <a:gd name="connsiteX21" fmla="*/ 8997577 w 10678681"/>
              <a:gd name="connsiteY21" fmla="*/ 380865 h 1342734"/>
              <a:gd name="connsiteX22" fmla="*/ 8907968 w 10678681"/>
              <a:gd name="connsiteY22" fmla="*/ 447345 h 1342734"/>
              <a:gd name="connsiteX23" fmla="*/ 8764163 w 10678681"/>
              <a:gd name="connsiteY23" fmla="*/ 471000 h 1342734"/>
              <a:gd name="connsiteX24" fmla="*/ 8680155 w 10678681"/>
              <a:gd name="connsiteY24" fmla="*/ 492404 h 1342734"/>
              <a:gd name="connsiteX25" fmla="*/ 8651436 w 10678681"/>
              <a:gd name="connsiteY25" fmla="*/ 511923 h 1342734"/>
              <a:gd name="connsiteX26" fmla="*/ 8609185 w 10678681"/>
              <a:gd name="connsiteY26" fmla="*/ 531525 h 1342734"/>
              <a:gd name="connsiteX27" fmla="*/ 8537091 w 10678681"/>
              <a:gd name="connsiteY27" fmla="*/ 574933 h 1342734"/>
              <a:gd name="connsiteX28" fmla="*/ 8435931 w 10678681"/>
              <a:gd name="connsiteY28" fmla="*/ 617926 h 1342734"/>
              <a:gd name="connsiteX29" fmla="*/ 8348623 w 10678681"/>
              <a:gd name="connsiteY29" fmla="*/ 600607 h 1342734"/>
              <a:gd name="connsiteX30" fmla="*/ 8276883 w 10678681"/>
              <a:gd name="connsiteY30" fmla="*/ 588214 h 1342734"/>
              <a:gd name="connsiteX31" fmla="*/ 8086698 w 10678681"/>
              <a:gd name="connsiteY31" fmla="*/ 605185 h 1342734"/>
              <a:gd name="connsiteX32" fmla="*/ 7982378 w 10678681"/>
              <a:gd name="connsiteY32" fmla="*/ 629799 h 1342734"/>
              <a:gd name="connsiteX33" fmla="*/ 7947952 w 10678681"/>
              <a:gd name="connsiteY33" fmla="*/ 648003 h 1342734"/>
              <a:gd name="connsiteX34" fmla="*/ 7890112 w 10678681"/>
              <a:gd name="connsiteY34" fmla="*/ 677915 h 1342734"/>
              <a:gd name="connsiteX35" fmla="*/ 7853284 w 10678681"/>
              <a:gd name="connsiteY35" fmla="*/ 723588 h 1342734"/>
              <a:gd name="connsiteX36" fmla="*/ 7802383 w 10678681"/>
              <a:gd name="connsiteY36" fmla="*/ 739359 h 1342734"/>
              <a:gd name="connsiteX37" fmla="*/ 7730518 w 10678681"/>
              <a:gd name="connsiteY37" fmla="*/ 739526 h 1342734"/>
              <a:gd name="connsiteX38" fmla="*/ 7720084 w 10678681"/>
              <a:gd name="connsiteY38" fmla="*/ 760750 h 1342734"/>
              <a:gd name="connsiteX39" fmla="*/ 7652907 w 10678681"/>
              <a:gd name="connsiteY39" fmla="*/ 783273 h 1342734"/>
              <a:gd name="connsiteX40" fmla="*/ 7606008 w 10678681"/>
              <a:gd name="connsiteY40" fmla="*/ 800717 h 1342734"/>
              <a:gd name="connsiteX41" fmla="*/ 7480223 w 10678681"/>
              <a:gd name="connsiteY41" fmla="*/ 856821 h 1342734"/>
              <a:gd name="connsiteX42" fmla="*/ 7356005 w 10678681"/>
              <a:gd name="connsiteY42" fmla="*/ 919462 h 1342734"/>
              <a:gd name="connsiteX43" fmla="*/ 7305396 w 10678681"/>
              <a:gd name="connsiteY43" fmla="*/ 986228 h 1342734"/>
              <a:gd name="connsiteX44" fmla="*/ 7266251 w 10678681"/>
              <a:gd name="connsiteY44" fmla="*/ 967864 h 1342734"/>
              <a:gd name="connsiteX45" fmla="*/ 7258094 w 10678681"/>
              <a:gd name="connsiteY45" fmla="*/ 990679 h 1342734"/>
              <a:gd name="connsiteX46" fmla="*/ 7257893 w 10678681"/>
              <a:gd name="connsiteY46" fmla="*/ 991204 h 1342734"/>
              <a:gd name="connsiteX47" fmla="*/ 7247153 w 10678681"/>
              <a:gd name="connsiteY47" fmla="*/ 991550 h 1342734"/>
              <a:gd name="connsiteX48" fmla="*/ 7193612 w 10678681"/>
              <a:gd name="connsiteY48" fmla="*/ 987042 h 1342734"/>
              <a:gd name="connsiteX49" fmla="*/ 7132632 w 10678681"/>
              <a:gd name="connsiteY49" fmla="*/ 1042036 h 1342734"/>
              <a:gd name="connsiteX50" fmla="*/ 7105610 w 10678681"/>
              <a:gd name="connsiteY50" fmla="*/ 1053537 h 1342734"/>
              <a:gd name="connsiteX51" fmla="*/ 7069148 w 10678681"/>
              <a:gd name="connsiteY51" fmla="*/ 1047163 h 1342734"/>
              <a:gd name="connsiteX52" fmla="*/ 7039634 w 10678681"/>
              <a:gd name="connsiteY52" fmla="*/ 1059971 h 1342734"/>
              <a:gd name="connsiteX53" fmla="*/ 7033445 w 10678681"/>
              <a:gd name="connsiteY53" fmla="*/ 1063314 h 1342734"/>
              <a:gd name="connsiteX54" fmla="*/ 6999157 w 10678681"/>
              <a:gd name="connsiteY54" fmla="*/ 1055282 h 1342734"/>
              <a:gd name="connsiteX55" fmla="*/ 6981874 w 10678681"/>
              <a:gd name="connsiteY55" fmla="*/ 1053827 h 1342734"/>
              <a:gd name="connsiteX56" fmla="*/ 6976102 w 10678681"/>
              <a:gd name="connsiteY56" fmla="*/ 1047854 h 1342734"/>
              <a:gd name="connsiteX57" fmla="*/ 6951040 w 10678681"/>
              <a:gd name="connsiteY57" fmla="*/ 1048531 h 1342734"/>
              <a:gd name="connsiteX58" fmla="*/ 6948497 w 10678681"/>
              <a:gd name="connsiteY58" fmla="*/ 1050706 h 1342734"/>
              <a:gd name="connsiteX59" fmla="*/ 6926582 w 10678681"/>
              <a:gd name="connsiteY59" fmla="*/ 1043462 h 1342734"/>
              <a:gd name="connsiteX60" fmla="*/ 6833743 w 10678681"/>
              <a:gd name="connsiteY60" fmla="*/ 1027960 h 1342734"/>
              <a:gd name="connsiteX61" fmla="*/ 6687090 w 10678681"/>
              <a:gd name="connsiteY61" fmla="*/ 1063250 h 1342734"/>
              <a:gd name="connsiteX62" fmla="*/ 6431838 w 10678681"/>
              <a:gd name="connsiteY62" fmla="*/ 1063226 h 1342734"/>
              <a:gd name="connsiteX63" fmla="*/ 6327795 w 10678681"/>
              <a:gd name="connsiteY63" fmla="*/ 1088142 h 1342734"/>
              <a:gd name="connsiteX64" fmla="*/ 6136549 w 10678681"/>
              <a:gd name="connsiteY64" fmla="*/ 1100268 h 1342734"/>
              <a:gd name="connsiteX65" fmla="*/ 6004655 w 10678681"/>
              <a:gd name="connsiteY65" fmla="*/ 1114946 h 1342734"/>
              <a:gd name="connsiteX66" fmla="*/ 5936643 w 10678681"/>
              <a:gd name="connsiteY66" fmla="*/ 1095428 h 1342734"/>
              <a:gd name="connsiteX67" fmla="*/ 5912484 w 10678681"/>
              <a:gd name="connsiteY67" fmla="*/ 1112624 h 1342734"/>
              <a:gd name="connsiteX68" fmla="*/ 5908387 w 10678681"/>
              <a:gd name="connsiteY68" fmla="*/ 1116018 h 1342734"/>
              <a:gd name="connsiteX69" fmla="*/ 5890495 w 10678681"/>
              <a:gd name="connsiteY69" fmla="*/ 1120268 h 1342734"/>
              <a:gd name="connsiteX70" fmla="*/ 5887318 w 10678681"/>
              <a:gd name="connsiteY70" fmla="*/ 1133134 h 1342734"/>
              <a:gd name="connsiteX71" fmla="*/ 5861726 w 10678681"/>
              <a:gd name="connsiteY71" fmla="*/ 1147891 h 1342734"/>
              <a:gd name="connsiteX72" fmla="*/ 5805823 w 10678681"/>
              <a:gd name="connsiteY72" fmla="*/ 1152457 h 1342734"/>
              <a:gd name="connsiteX73" fmla="*/ 5689841 w 10678681"/>
              <a:gd name="connsiteY73" fmla="*/ 1176232 h 1342734"/>
              <a:gd name="connsiteX74" fmla="*/ 5605119 w 10678681"/>
              <a:gd name="connsiteY74" fmla="*/ 1190202 h 1342734"/>
              <a:gd name="connsiteX75" fmla="*/ 5488513 w 10678681"/>
              <a:gd name="connsiteY75" fmla="*/ 1205367 h 1342734"/>
              <a:gd name="connsiteX76" fmla="*/ 5402905 w 10678681"/>
              <a:gd name="connsiteY76" fmla="*/ 1241191 h 1342734"/>
              <a:gd name="connsiteX77" fmla="*/ 5192893 w 10678681"/>
              <a:gd name="connsiteY77" fmla="*/ 1247188 h 1342734"/>
              <a:gd name="connsiteX78" fmla="*/ 5164025 w 10678681"/>
              <a:gd name="connsiteY78" fmla="*/ 1257028 h 1342734"/>
              <a:gd name="connsiteX79" fmla="*/ 5103589 w 10678681"/>
              <a:gd name="connsiteY79" fmla="*/ 1263189 h 1342734"/>
              <a:gd name="connsiteX80" fmla="*/ 4894688 w 10678681"/>
              <a:gd name="connsiteY80" fmla="*/ 1247184 h 1342734"/>
              <a:gd name="connsiteX81" fmla="*/ 4788036 w 10678681"/>
              <a:gd name="connsiteY81" fmla="*/ 1238182 h 1342734"/>
              <a:gd name="connsiteX82" fmla="*/ 4747555 w 10678681"/>
              <a:gd name="connsiteY82" fmla="*/ 1252768 h 1342734"/>
              <a:gd name="connsiteX83" fmla="*/ 4679644 w 10678681"/>
              <a:gd name="connsiteY83" fmla="*/ 1276603 h 1342734"/>
              <a:gd name="connsiteX84" fmla="*/ 4617473 w 10678681"/>
              <a:gd name="connsiteY84" fmla="*/ 1296467 h 1342734"/>
              <a:gd name="connsiteX85" fmla="*/ 4564919 w 10678681"/>
              <a:gd name="connsiteY85" fmla="*/ 1325507 h 1342734"/>
              <a:gd name="connsiteX86" fmla="*/ 4566586 w 10678681"/>
              <a:gd name="connsiteY86" fmla="*/ 1316963 h 1342734"/>
              <a:gd name="connsiteX87" fmla="*/ 4556303 w 10678681"/>
              <a:gd name="connsiteY87" fmla="*/ 1300262 h 1342734"/>
              <a:gd name="connsiteX88" fmla="*/ 4502358 w 10678681"/>
              <a:gd name="connsiteY88" fmla="*/ 1302558 h 1342734"/>
              <a:gd name="connsiteX89" fmla="*/ 4498919 w 10678681"/>
              <a:gd name="connsiteY89" fmla="*/ 1312115 h 1342734"/>
              <a:gd name="connsiteX90" fmla="*/ 4492075 w 10678681"/>
              <a:gd name="connsiteY90" fmla="*/ 1313357 h 1342734"/>
              <a:gd name="connsiteX91" fmla="*/ 4487466 w 10678681"/>
              <a:gd name="connsiteY91" fmla="*/ 1304102 h 1342734"/>
              <a:gd name="connsiteX92" fmla="*/ 4398292 w 10678681"/>
              <a:gd name="connsiteY92" fmla="*/ 1278410 h 1342734"/>
              <a:gd name="connsiteX93" fmla="*/ 4306088 w 10678681"/>
              <a:gd name="connsiteY93" fmla="*/ 1282512 h 1342734"/>
              <a:gd name="connsiteX94" fmla="*/ 4188995 w 10678681"/>
              <a:gd name="connsiteY94" fmla="*/ 1296718 h 1342734"/>
              <a:gd name="connsiteX95" fmla="*/ 4136582 w 10678681"/>
              <a:gd name="connsiteY95" fmla="*/ 1287687 h 1342734"/>
              <a:gd name="connsiteX96" fmla="*/ 4064614 w 10678681"/>
              <a:gd name="connsiteY96" fmla="*/ 1296118 h 1342734"/>
              <a:gd name="connsiteX97" fmla="*/ 3900948 w 10678681"/>
              <a:gd name="connsiteY97" fmla="*/ 1322156 h 1342734"/>
              <a:gd name="connsiteX98" fmla="*/ 3787890 w 10678681"/>
              <a:gd name="connsiteY98" fmla="*/ 1322164 h 1342734"/>
              <a:gd name="connsiteX99" fmla="*/ 3745993 w 10678681"/>
              <a:gd name="connsiteY99" fmla="*/ 1342630 h 1342734"/>
              <a:gd name="connsiteX100" fmla="*/ 3675785 w 10678681"/>
              <a:gd name="connsiteY100" fmla="*/ 1326802 h 1342734"/>
              <a:gd name="connsiteX101" fmla="*/ 3623856 w 10678681"/>
              <a:gd name="connsiteY101" fmla="*/ 1290804 h 1342734"/>
              <a:gd name="connsiteX102" fmla="*/ 3564933 w 10678681"/>
              <a:gd name="connsiteY102" fmla="*/ 1287147 h 1342734"/>
              <a:gd name="connsiteX103" fmla="*/ 3550537 w 10678681"/>
              <a:gd name="connsiteY103" fmla="*/ 1317552 h 1342734"/>
              <a:gd name="connsiteX104" fmla="*/ 3487736 w 10678681"/>
              <a:gd name="connsiteY104" fmla="*/ 1303493 h 1342734"/>
              <a:gd name="connsiteX105" fmla="*/ 3392548 w 10678681"/>
              <a:gd name="connsiteY105" fmla="*/ 1278741 h 1342734"/>
              <a:gd name="connsiteX106" fmla="*/ 3337466 w 10678681"/>
              <a:gd name="connsiteY106" fmla="*/ 1272537 h 1342734"/>
              <a:gd name="connsiteX107" fmla="*/ 3175981 w 10678681"/>
              <a:gd name="connsiteY107" fmla="*/ 1208973 h 1342734"/>
              <a:gd name="connsiteX108" fmla="*/ 3036856 w 10678681"/>
              <a:gd name="connsiteY108" fmla="*/ 1214383 h 1342734"/>
              <a:gd name="connsiteX109" fmla="*/ 2824973 w 10678681"/>
              <a:gd name="connsiteY109" fmla="*/ 1134864 h 1342734"/>
              <a:gd name="connsiteX110" fmla="*/ 2804398 w 10678681"/>
              <a:gd name="connsiteY110" fmla="*/ 1125556 h 1342734"/>
              <a:gd name="connsiteX111" fmla="*/ 2736109 w 10678681"/>
              <a:gd name="connsiteY111" fmla="*/ 1137717 h 1342734"/>
              <a:gd name="connsiteX112" fmla="*/ 2659096 w 10678681"/>
              <a:gd name="connsiteY112" fmla="*/ 1150294 h 1342734"/>
              <a:gd name="connsiteX113" fmla="*/ 2567088 w 10678681"/>
              <a:gd name="connsiteY113" fmla="*/ 1181781 h 1342734"/>
              <a:gd name="connsiteX114" fmla="*/ 2454501 w 10678681"/>
              <a:gd name="connsiteY114" fmla="*/ 1155455 h 1342734"/>
              <a:gd name="connsiteX115" fmla="*/ 2385161 w 10678681"/>
              <a:gd name="connsiteY115" fmla="*/ 1161312 h 1342734"/>
              <a:gd name="connsiteX116" fmla="*/ 2273361 w 10678681"/>
              <a:gd name="connsiteY116" fmla="*/ 1134090 h 1342734"/>
              <a:gd name="connsiteX117" fmla="*/ 2132003 w 10678681"/>
              <a:gd name="connsiteY117" fmla="*/ 1139225 h 1342734"/>
              <a:gd name="connsiteX118" fmla="*/ 2041224 w 10678681"/>
              <a:gd name="connsiteY118" fmla="*/ 1147536 h 1342734"/>
              <a:gd name="connsiteX119" fmla="*/ 2010157 w 10678681"/>
              <a:gd name="connsiteY119" fmla="*/ 1152767 h 1342734"/>
              <a:gd name="connsiteX120" fmla="*/ 1859213 w 10678681"/>
              <a:gd name="connsiteY120" fmla="*/ 1199540 h 1342734"/>
              <a:gd name="connsiteX121" fmla="*/ 1735877 w 10678681"/>
              <a:gd name="connsiteY121" fmla="*/ 1246527 h 1342734"/>
              <a:gd name="connsiteX122" fmla="*/ 1705069 w 10678681"/>
              <a:gd name="connsiteY122" fmla="*/ 1251989 h 1342734"/>
              <a:gd name="connsiteX123" fmla="*/ 1307888 w 10678681"/>
              <a:gd name="connsiteY123" fmla="*/ 1283156 h 1342734"/>
              <a:gd name="connsiteX124" fmla="*/ 1021737 w 10678681"/>
              <a:gd name="connsiteY124" fmla="*/ 1238739 h 1342734"/>
              <a:gd name="connsiteX125" fmla="*/ 959820 w 10678681"/>
              <a:gd name="connsiteY125" fmla="*/ 1275863 h 1342734"/>
              <a:gd name="connsiteX126" fmla="*/ 929137 w 10678681"/>
              <a:gd name="connsiteY126" fmla="*/ 1273957 h 1342734"/>
              <a:gd name="connsiteX127" fmla="*/ 878849 w 10678681"/>
              <a:gd name="connsiteY127" fmla="*/ 1266740 h 1342734"/>
              <a:gd name="connsiteX128" fmla="*/ 800667 w 10678681"/>
              <a:gd name="connsiteY128" fmla="*/ 1282041 h 1342734"/>
              <a:gd name="connsiteX129" fmla="*/ 644906 w 10678681"/>
              <a:gd name="connsiteY129" fmla="*/ 1273685 h 1342734"/>
              <a:gd name="connsiteX130" fmla="*/ 379869 w 10678681"/>
              <a:gd name="connsiteY130" fmla="*/ 1339165 h 1342734"/>
              <a:gd name="connsiteX131" fmla="*/ 137696 w 10678681"/>
              <a:gd name="connsiteY131" fmla="*/ 1319217 h 1342734"/>
              <a:gd name="connsiteX132" fmla="*/ 54250 w 10678681"/>
              <a:gd name="connsiteY132" fmla="*/ 1315838 h 1342734"/>
              <a:gd name="connsiteX133" fmla="*/ 28042 w 10678681"/>
              <a:gd name="connsiteY133" fmla="*/ 1297822 h 1342734"/>
              <a:gd name="connsiteX134" fmla="*/ 0 w 10678681"/>
              <a:gd name="connsiteY134" fmla="*/ 1294612 h 1342734"/>
              <a:gd name="connsiteX135" fmla="*/ 0 w 10678681"/>
              <a:gd name="connsiteY135" fmla="*/ 0 h 1342734"/>
              <a:gd name="connsiteX0" fmla="*/ 0 w 10678681"/>
              <a:gd name="connsiteY0" fmla="*/ 0 h 1342734"/>
              <a:gd name="connsiteX1" fmla="*/ 10678681 w 10678681"/>
              <a:gd name="connsiteY1" fmla="*/ 0 h 1342734"/>
              <a:gd name="connsiteX2" fmla="*/ 10666019 w 10678681"/>
              <a:gd name="connsiteY2" fmla="*/ 7876 h 1342734"/>
              <a:gd name="connsiteX3" fmla="*/ 10632825 w 10678681"/>
              <a:gd name="connsiteY3" fmla="*/ 32153 h 1342734"/>
              <a:gd name="connsiteX4" fmla="*/ 10516219 w 10678681"/>
              <a:gd name="connsiteY4" fmla="*/ 45588 h 1342734"/>
              <a:gd name="connsiteX5" fmla="*/ 10456989 w 10678681"/>
              <a:gd name="connsiteY5" fmla="*/ 979 h 1342734"/>
              <a:gd name="connsiteX6" fmla="*/ 10438642 w 10678681"/>
              <a:gd name="connsiteY6" fmla="*/ 1524 h 1342734"/>
              <a:gd name="connsiteX7" fmla="*/ 10407146 w 10678681"/>
              <a:gd name="connsiteY7" fmla="*/ 43659 h 1342734"/>
              <a:gd name="connsiteX8" fmla="*/ 10341159 w 10678681"/>
              <a:gd name="connsiteY8" fmla="*/ 103824 h 1342734"/>
              <a:gd name="connsiteX9" fmla="*/ 10244930 w 10678681"/>
              <a:gd name="connsiteY9" fmla="*/ 94599 h 1342734"/>
              <a:gd name="connsiteX10" fmla="*/ 10115334 w 10678681"/>
              <a:gd name="connsiteY10" fmla="*/ 155658 h 1342734"/>
              <a:gd name="connsiteX11" fmla="*/ 10068157 w 10678681"/>
              <a:gd name="connsiteY11" fmla="*/ 215673 h 1342734"/>
              <a:gd name="connsiteX12" fmla="*/ 10045431 w 10678681"/>
              <a:gd name="connsiteY12" fmla="*/ 229568 h 1342734"/>
              <a:gd name="connsiteX13" fmla="*/ 9929077 w 10678681"/>
              <a:gd name="connsiteY13" fmla="*/ 209062 h 1342734"/>
              <a:gd name="connsiteX14" fmla="*/ 9840045 w 10678681"/>
              <a:gd name="connsiteY14" fmla="*/ 223033 h 1342734"/>
              <a:gd name="connsiteX15" fmla="*/ 9679639 w 10678681"/>
              <a:gd name="connsiteY15" fmla="*/ 247182 h 1342734"/>
              <a:gd name="connsiteX16" fmla="*/ 9498347 w 10678681"/>
              <a:gd name="connsiteY16" fmla="*/ 244723 h 1342734"/>
              <a:gd name="connsiteX17" fmla="*/ 9366026 w 10678681"/>
              <a:gd name="connsiteY17" fmla="*/ 299024 h 1342734"/>
              <a:gd name="connsiteX18" fmla="*/ 9316702 w 10678681"/>
              <a:gd name="connsiteY18" fmla="*/ 356523 h 1342734"/>
              <a:gd name="connsiteX19" fmla="*/ 9121744 w 10678681"/>
              <a:gd name="connsiteY19" fmla="*/ 365177 h 1342734"/>
              <a:gd name="connsiteX20" fmla="*/ 9061654 w 10678681"/>
              <a:gd name="connsiteY20" fmla="*/ 393730 h 1342734"/>
              <a:gd name="connsiteX21" fmla="*/ 8997577 w 10678681"/>
              <a:gd name="connsiteY21" fmla="*/ 380865 h 1342734"/>
              <a:gd name="connsiteX22" fmla="*/ 8907968 w 10678681"/>
              <a:gd name="connsiteY22" fmla="*/ 447345 h 1342734"/>
              <a:gd name="connsiteX23" fmla="*/ 8764163 w 10678681"/>
              <a:gd name="connsiteY23" fmla="*/ 471000 h 1342734"/>
              <a:gd name="connsiteX24" fmla="*/ 8680155 w 10678681"/>
              <a:gd name="connsiteY24" fmla="*/ 492404 h 1342734"/>
              <a:gd name="connsiteX25" fmla="*/ 8651436 w 10678681"/>
              <a:gd name="connsiteY25" fmla="*/ 511923 h 1342734"/>
              <a:gd name="connsiteX26" fmla="*/ 8609185 w 10678681"/>
              <a:gd name="connsiteY26" fmla="*/ 531525 h 1342734"/>
              <a:gd name="connsiteX27" fmla="*/ 8537091 w 10678681"/>
              <a:gd name="connsiteY27" fmla="*/ 574933 h 1342734"/>
              <a:gd name="connsiteX28" fmla="*/ 8435931 w 10678681"/>
              <a:gd name="connsiteY28" fmla="*/ 617926 h 1342734"/>
              <a:gd name="connsiteX29" fmla="*/ 8348623 w 10678681"/>
              <a:gd name="connsiteY29" fmla="*/ 600607 h 1342734"/>
              <a:gd name="connsiteX30" fmla="*/ 8276883 w 10678681"/>
              <a:gd name="connsiteY30" fmla="*/ 588214 h 1342734"/>
              <a:gd name="connsiteX31" fmla="*/ 8086698 w 10678681"/>
              <a:gd name="connsiteY31" fmla="*/ 605185 h 1342734"/>
              <a:gd name="connsiteX32" fmla="*/ 7982378 w 10678681"/>
              <a:gd name="connsiteY32" fmla="*/ 629799 h 1342734"/>
              <a:gd name="connsiteX33" fmla="*/ 7947952 w 10678681"/>
              <a:gd name="connsiteY33" fmla="*/ 648003 h 1342734"/>
              <a:gd name="connsiteX34" fmla="*/ 7890112 w 10678681"/>
              <a:gd name="connsiteY34" fmla="*/ 677915 h 1342734"/>
              <a:gd name="connsiteX35" fmla="*/ 7853284 w 10678681"/>
              <a:gd name="connsiteY35" fmla="*/ 723588 h 1342734"/>
              <a:gd name="connsiteX36" fmla="*/ 7802383 w 10678681"/>
              <a:gd name="connsiteY36" fmla="*/ 739359 h 1342734"/>
              <a:gd name="connsiteX37" fmla="*/ 7730518 w 10678681"/>
              <a:gd name="connsiteY37" fmla="*/ 739526 h 1342734"/>
              <a:gd name="connsiteX38" fmla="*/ 7720084 w 10678681"/>
              <a:gd name="connsiteY38" fmla="*/ 760750 h 1342734"/>
              <a:gd name="connsiteX39" fmla="*/ 7652907 w 10678681"/>
              <a:gd name="connsiteY39" fmla="*/ 783273 h 1342734"/>
              <a:gd name="connsiteX40" fmla="*/ 7606008 w 10678681"/>
              <a:gd name="connsiteY40" fmla="*/ 800717 h 1342734"/>
              <a:gd name="connsiteX41" fmla="*/ 7480223 w 10678681"/>
              <a:gd name="connsiteY41" fmla="*/ 856821 h 1342734"/>
              <a:gd name="connsiteX42" fmla="*/ 7356005 w 10678681"/>
              <a:gd name="connsiteY42" fmla="*/ 919462 h 1342734"/>
              <a:gd name="connsiteX43" fmla="*/ 7305396 w 10678681"/>
              <a:gd name="connsiteY43" fmla="*/ 986228 h 1342734"/>
              <a:gd name="connsiteX44" fmla="*/ 7266251 w 10678681"/>
              <a:gd name="connsiteY44" fmla="*/ 967864 h 1342734"/>
              <a:gd name="connsiteX45" fmla="*/ 7258094 w 10678681"/>
              <a:gd name="connsiteY45" fmla="*/ 990679 h 1342734"/>
              <a:gd name="connsiteX46" fmla="*/ 7257893 w 10678681"/>
              <a:gd name="connsiteY46" fmla="*/ 991204 h 1342734"/>
              <a:gd name="connsiteX47" fmla="*/ 7247153 w 10678681"/>
              <a:gd name="connsiteY47" fmla="*/ 991550 h 1342734"/>
              <a:gd name="connsiteX48" fmla="*/ 7193612 w 10678681"/>
              <a:gd name="connsiteY48" fmla="*/ 987042 h 1342734"/>
              <a:gd name="connsiteX49" fmla="*/ 7132632 w 10678681"/>
              <a:gd name="connsiteY49" fmla="*/ 1042036 h 1342734"/>
              <a:gd name="connsiteX50" fmla="*/ 7105610 w 10678681"/>
              <a:gd name="connsiteY50" fmla="*/ 1053537 h 1342734"/>
              <a:gd name="connsiteX51" fmla="*/ 7069148 w 10678681"/>
              <a:gd name="connsiteY51" fmla="*/ 1047163 h 1342734"/>
              <a:gd name="connsiteX52" fmla="*/ 7039634 w 10678681"/>
              <a:gd name="connsiteY52" fmla="*/ 1059971 h 1342734"/>
              <a:gd name="connsiteX53" fmla="*/ 7033445 w 10678681"/>
              <a:gd name="connsiteY53" fmla="*/ 1063314 h 1342734"/>
              <a:gd name="connsiteX54" fmla="*/ 6999157 w 10678681"/>
              <a:gd name="connsiteY54" fmla="*/ 1055282 h 1342734"/>
              <a:gd name="connsiteX55" fmla="*/ 6981874 w 10678681"/>
              <a:gd name="connsiteY55" fmla="*/ 1053827 h 1342734"/>
              <a:gd name="connsiteX56" fmla="*/ 6976102 w 10678681"/>
              <a:gd name="connsiteY56" fmla="*/ 1047854 h 1342734"/>
              <a:gd name="connsiteX57" fmla="*/ 6951040 w 10678681"/>
              <a:gd name="connsiteY57" fmla="*/ 1048531 h 1342734"/>
              <a:gd name="connsiteX58" fmla="*/ 6948497 w 10678681"/>
              <a:gd name="connsiteY58" fmla="*/ 1050706 h 1342734"/>
              <a:gd name="connsiteX59" fmla="*/ 6926582 w 10678681"/>
              <a:gd name="connsiteY59" fmla="*/ 1043462 h 1342734"/>
              <a:gd name="connsiteX60" fmla="*/ 6833743 w 10678681"/>
              <a:gd name="connsiteY60" fmla="*/ 1027960 h 1342734"/>
              <a:gd name="connsiteX61" fmla="*/ 6687090 w 10678681"/>
              <a:gd name="connsiteY61" fmla="*/ 1063250 h 1342734"/>
              <a:gd name="connsiteX62" fmla="*/ 6431838 w 10678681"/>
              <a:gd name="connsiteY62" fmla="*/ 1063226 h 1342734"/>
              <a:gd name="connsiteX63" fmla="*/ 6327795 w 10678681"/>
              <a:gd name="connsiteY63" fmla="*/ 1088142 h 1342734"/>
              <a:gd name="connsiteX64" fmla="*/ 6136549 w 10678681"/>
              <a:gd name="connsiteY64" fmla="*/ 1100268 h 1342734"/>
              <a:gd name="connsiteX65" fmla="*/ 6004655 w 10678681"/>
              <a:gd name="connsiteY65" fmla="*/ 1114946 h 1342734"/>
              <a:gd name="connsiteX66" fmla="*/ 5936643 w 10678681"/>
              <a:gd name="connsiteY66" fmla="*/ 1095428 h 1342734"/>
              <a:gd name="connsiteX67" fmla="*/ 5912484 w 10678681"/>
              <a:gd name="connsiteY67" fmla="*/ 1112624 h 1342734"/>
              <a:gd name="connsiteX68" fmla="*/ 5908387 w 10678681"/>
              <a:gd name="connsiteY68" fmla="*/ 1116018 h 1342734"/>
              <a:gd name="connsiteX69" fmla="*/ 5890495 w 10678681"/>
              <a:gd name="connsiteY69" fmla="*/ 1120268 h 1342734"/>
              <a:gd name="connsiteX70" fmla="*/ 5887318 w 10678681"/>
              <a:gd name="connsiteY70" fmla="*/ 1133134 h 1342734"/>
              <a:gd name="connsiteX71" fmla="*/ 5861726 w 10678681"/>
              <a:gd name="connsiteY71" fmla="*/ 1147891 h 1342734"/>
              <a:gd name="connsiteX72" fmla="*/ 5805823 w 10678681"/>
              <a:gd name="connsiteY72" fmla="*/ 1152457 h 1342734"/>
              <a:gd name="connsiteX73" fmla="*/ 5689841 w 10678681"/>
              <a:gd name="connsiteY73" fmla="*/ 1176232 h 1342734"/>
              <a:gd name="connsiteX74" fmla="*/ 5605119 w 10678681"/>
              <a:gd name="connsiteY74" fmla="*/ 1190202 h 1342734"/>
              <a:gd name="connsiteX75" fmla="*/ 5488513 w 10678681"/>
              <a:gd name="connsiteY75" fmla="*/ 1205367 h 1342734"/>
              <a:gd name="connsiteX76" fmla="*/ 5402905 w 10678681"/>
              <a:gd name="connsiteY76" fmla="*/ 1241191 h 1342734"/>
              <a:gd name="connsiteX77" fmla="*/ 5192893 w 10678681"/>
              <a:gd name="connsiteY77" fmla="*/ 1247188 h 1342734"/>
              <a:gd name="connsiteX78" fmla="*/ 5164025 w 10678681"/>
              <a:gd name="connsiteY78" fmla="*/ 1257028 h 1342734"/>
              <a:gd name="connsiteX79" fmla="*/ 5103589 w 10678681"/>
              <a:gd name="connsiteY79" fmla="*/ 1263189 h 1342734"/>
              <a:gd name="connsiteX80" fmla="*/ 4894688 w 10678681"/>
              <a:gd name="connsiteY80" fmla="*/ 1247184 h 1342734"/>
              <a:gd name="connsiteX81" fmla="*/ 4788036 w 10678681"/>
              <a:gd name="connsiteY81" fmla="*/ 1238182 h 1342734"/>
              <a:gd name="connsiteX82" fmla="*/ 4747555 w 10678681"/>
              <a:gd name="connsiteY82" fmla="*/ 1252768 h 1342734"/>
              <a:gd name="connsiteX83" fmla="*/ 4679644 w 10678681"/>
              <a:gd name="connsiteY83" fmla="*/ 1276603 h 1342734"/>
              <a:gd name="connsiteX84" fmla="*/ 4617473 w 10678681"/>
              <a:gd name="connsiteY84" fmla="*/ 1296467 h 1342734"/>
              <a:gd name="connsiteX85" fmla="*/ 4564919 w 10678681"/>
              <a:gd name="connsiteY85" fmla="*/ 1325507 h 1342734"/>
              <a:gd name="connsiteX86" fmla="*/ 4566586 w 10678681"/>
              <a:gd name="connsiteY86" fmla="*/ 1316963 h 1342734"/>
              <a:gd name="connsiteX87" fmla="*/ 4556303 w 10678681"/>
              <a:gd name="connsiteY87" fmla="*/ 1300262 h 1342734"/>
              <a:gd name="connsiteX88" fmla="*/ 4502358 w 10678681"/>
              <a:gd name="connsiteY88" fmla="*/ 1302558 h 1342734"/>
              <a:gd name="connsiteX89" fmla="*/ 4498919 w 10678681"/>
              <a:gd name="connsiteY89" fmla="*/ 1312115 h 1342734"/>
              <a:gd name="connsiteX90" fmla="*/ 4492075 w 10678681"/>
              <a:gd name="connsiteY90" fmla="*/ 1313357 h 1342734"/>
              <a:gd name="connsiteX91" fmla="*/ 4487466 w 10678681"/>
              <a:gd name="connsiteY91" fmla="*/ 1304102 h 1342734"/>
              <a:gd name="connsiteX92" fmla="*/ 4398292 w 10678681"/>
              <a:gd name="connsiteY92" fmla="*/ 1278410 h 1342734"/>
              <a:gd name="connsiteX93" fmla="*/ 4306088 w 10678681"/>
              <a:gd name="connsiteY93" fmla="*/ 1282512 h 1342734"/>
              <a:gd name="connsiteX94" fmla="*/ 4188995 w 10678681"/>
              <a:gd name="connsiteY94" fmla="*/ 1296718 h 1342734"/>
              <a:gd name="connsiteX95" fmla="*/ 4136582 w 10678681"/>
              <a:gd name="connsiteY95" fmla="*/ 1287687 h 1342734"/>
              <a:gd name="connsiteX96" fmla="*/ 4064614 w 10678681"/>
              <a:gd name="connsiteY96" fmla="*/ 1296118 h 1342734"/>
              <a:gd name="connsiteX97" fmla="*/ 3900948 w 10678681"/>
              <a:gd name="connsiteY97" fmla="*/ 1322156 h 1342734"/>
              <a:gd name="connsiteX98" fmla="*/ 3787890 w 10678681"/>
              <a:gd name="connsiteY98" fmla="*/ 1322164 h 1342734"/>
              <a:gd name="connsiteX99" fmla="*/ 3745993 w 10678681"/>
              <a:gd name="connsiteY99" fmla="*/ 1342630 h 1342734"/>
              <a:gd name="connsiteX100" fmla="*/ 3675785 w 10678681"/>
              <a:gd name="connsiteY100" fmla="*/ 1326802 h 1342734"/>
              <a:gd name="connsiteX101" fmla="*/ 3623856 w 10678681"/>
              <a:gd name="connsiteY101" fmla="*/ 1290804 h 1342734"/>
              <a:gd name="connsiteX102" fmla="*/ 3564933 w 10678681"/>
              <a:gd name="connsiteY102" fmla="*/ 1287147 h 1342734"/>
              <a:gd name="connsiteX103" fmla="*/ 3550537 w 10678681"/>
              <a:gd name="connsiteY103" fmla="*/ 1317552 h 1342734"/>
              <a:gd name="connsiteX104" fmla="*/ 3487736 w 10678681"/>
              <a:gd name="connsiteY104" fmla="*/ 1303493 h 1342734"/>
              <a:gd name="connsiteX105" fmla="*/ 3392548 w 10678681"/>
              <a:gd name="connsiteY105" fmla="*/ 1278741 h 1342734"/>
              <a:gd name="connsiteX106" fmla="*/ 3337466 w 10678681"/>
              <a:gd name="connsiteY106" fmla="*/ 1272537 h 1342734"/>
              <a:gd name="connsiteX107" fmla="*/ 3175981 w 10678681"/>
              <a:gd name="connsiteY107" fmla="*/ 1208973 h 1342734"/>
              <a:gd name="connsiteX108" fmla="*/ 3036856 w 10678681"/>
              <a:gd name="connsiteY108" fmla="*/ 1214383 h 1342734"/>
              <a:gd name="connsiteX109" fmla="*/ 2824973 w 10678681"/>
              <a:gd name="connsiteY109" fmla="*/ 1134864 h 1342734"/>
              <a:gd name="connsiteX110" fmla="*/ 2804398 w 10678681"/>
              <a:gd name="connsiteY110" fmla="*/ 1125556 h 1342734"/>
              <a:gd name="connsiteX111" fmla="*/ 2736109 w 10678681"/>
              <a:gd name="connsiteY111" fmla="*/ 1137717 h 1342734"/>
              <a:gd name="connsiteX112" fmla="*/ 2659096 w 10678681"/>
              <a:gd name="connsiteY112" fmla="*/ 1150294 h 1342734"/>
              <a:gd name="connsiteX113" fmla="*/ 2567088 w 10678681"/>
              <a:gd name="connsiteY113" fmla="*/ 1181781 h 1342734"/>
              <a:gd name="connsiteX114" fmla="*/ 2454501 w 10678681"/>
              <a:gd name="connsiteY114" fmla="*/ 1155455 h 1342734"/>
              <a:gd name="connsiteX115" fmla="*/ 2385161 w 10678681"/>
              <a:gd name="connsiteY115" fmla="*/ 1161312 h 1342734"/>
              <a:gd name="connsiteX116" fmla="*/ 2273361 w 10678681"/>
              <a:gd name="connsiteY116" fmla="*/ 1134090 h 1342734"/>
              <a:gd name="connsiteX117" fmla="*/ 2132003 w 10678681"/>
              <a:gd name="connsiteY117" fmla="*/ 1139225 h 1342734"/>
              <a:gd name="connsiteX118" fmla="*/ 2041224 w 10678681"/>
              <a:gd name="connsiteY118" fmla="*/ 1147536 h 1342734"/>
              <a:gd name="connsiteX119" fmla="*/ 2010157 w 10678681"/>
              <a:gd name="connsiteY119" fmla="*/ 1152767 h 1342734"/>
              <a:gd name="connsiteX120" fmla="*/ 1859213 w 10678681"/>
              <a:gd name="connsiteY120" fmla="*/ 1199540 h 1342734"/>
              <a:gd name="connsiteX121" fmla="*/ 1735877 w 10678681"/>
              <a:gd name="connsiteY121" fmla="*/ 1246527 h 1342734"/>
              <a:gd name="connsiteX122" fmla="*/ 1705069 w 10678681"/>
              <a:gd name="connsiteY122" fmla="*/ 1251989 h 1342734"/>
              <a:gd name="connsiteX123" fmla="*/ 1279827 w 10678681"/>
              <a:gd name="connsiteY123" fmla="*/ 1245307 h 1342734"/>
              <a:gd name="connsiteX124" fmla="*/ 1021737 w 10678681"/>
              <a:gd name="connsiteY124" fmla="*/ 1238739 h 1342734"/>
              <a:gd name="connsiteX125" fmla="*/ 959820 w 10678681"/>
              <a:gd name="connsiteY125" fmla="*/ 1275863 h 1342734"/>
              <a:gd name="connsiteX126" fmla="*/ 929137 w 10678681"/>
              <a:gd name="connsiteY126" fmla="*/ 1273957 h 1342734"/>
              <a:gd name="connsiteX127" fmla="*/ 878849 w 10678681"/>
              <a:gd name="connsiteY127" fmla="*/ 1266740 h 1342734"/>
              <a:gd name="connsiteX128" fmla="*/ 800667 w 10678681"/>
              <a:gd name="connsiteY128" fmla="*/ 1282041 h 1342734"/>
              <a:gd name="connsiteX129" fmla="*/ 644906 w 10678681"/>
              <a:gd name="connsiteY129" fmla="*/ 1273685 h 1342734"/>
              <a:gd name="connsiteX130" fmla="*/ 379869 w 10678681"/>
              <a:gd name="connsiteY130" fmla="*/ 1339165 h 1342734"/>
              <a:gd name="connsiteX131" fmla="*/ 137696 w 10678681"/>
              <a:gd name="connsiteY131" fmla="*/ 1319217 h 1342734"/>
              <a:gd name="connsiteX132" fmla="*/ 54250 w 10678681"/>
              <a:gd name="connsiteY132" fmla="*/ 1315838 h 1342734"/>
              <a:gd name="connsiteX133" fmla="*/ 28042 w 10678681"/>
              <a:gd name="connsiteY133" fmla="*/ 1297822 h 1342734"/>
              <a:gd name="connsiteX134" fmla="*/ 0 w 10678681"/>
              <a:gd name="connsiteY134" fmla="*/ 1294612 h 1342734"/>
              <a:gd name="connsiteX135" fmla="*/ 0 w 10678681"/>
              <a:gd name="connsiteY135" fmla="*/ 0 h 1342734"/>
              <a:gd name="connsiteX0" fmla="*/ 0 w 10678681"/>
              <a:gd name="connsiteY0" fmla="*/ 0 h 1342734"/>
              <a:gd name="connsiteX1" fmla="*/ 10678681 w 10678681"/>
              <a:gd name="connsiteY1" fmla="*/ 0 h 1342734"/>
              <a:gd name="connsiteX2" fmla="*/ 10666019 w 10678681"/>
              <a:gd name="connsiteY2" fmla="*/ 7876 h 1342734"/>
              <a:gd name="connsiteX3" fmla="*/ 10632825 w 10678681"/>
              <a:gd name="connsiteY3" fmla="*/ 32153 h 1342734"/>
              <a:gd name="connsiteX4" fmla="*/ 10516219 w 10678681"/>
              <a:gd name="connsiteY4" fmla="*/ 45588 h 1342734"/>
              <a:gd name="connsiteX5" fmla="*/ 10456989 w 10678681"/>
              <a:gd name="connsiteY5" fmla="*/ 979 h 1342734"/>
              <a:gd name="connsiteX6" fmla="*/ 10438642 w 10678681"/>
              <a:gd name="connsiteY6" fmla="*/ 1524 h 1342734"/>
              <a:gd name="connsiteX7" fmla="*/ 10407146 w 10678681"/>
              <a:gd name="connsiteY7" fmla="*/ 43659 h 1342734"/>
              <a:gd name="connsiteX8" fmla="*/ 10341159 w 10678681"/>
              <a:gd name="connsiteY8" fmla="*/ 103824 h 1342734"/>
              <a:gd name="connsiteX9" fmla="*/ 10244930 w 10678681"/>
              <a:gd name="connsiteY9" fmla="*/ 94599 h 1342734"/>
              <a:gd name="connsiteX10" fmla="*/ 10115334 w 10678681"/>
              <a:gd name="connsiteY10" fmla="*/ 155658 h 1342734"/>
              <a:gd name="connsiteX11" fmla="*/ 10068157 w 10678681"/>
              <a:gd name="connsiteY11" fmla="*/ 215673 h 1342734"/>
              <a:gd name="connsiteX12" fmla="*/ 10045431 w 10678681"/>
              <a:gd name="connsiteY12" fmla="*/ 229568 h 1342734"/>
              <a:gd name="connsiteX13" fmla="*/ 9929077 w 10678681"/>
              <a:gd name="connsiteY13" fmla="*/ 209062 h 1342734"/>
              <a:gd name="connsiteX14" fmla="*/ 9840045 w 10678681"/>
              <a:gd name="connsiteY14" fmla="*/ 223033 h 1342734"/>
              <a:gd name="connsiteX15" fmla="*/ 9679639 w 10678681"/>
              <a:gd name="connsiteY15" fmla="*/ 247182 h 1342734"/>
              <a:gd name="connsiteX16" fmla="*/ 9498347 w 10678681"/>
              <a:gd name="connsiteY16" fmla="*/ 244723 h 1342734"/>
              <a:gd name="connsiteX17" fmla="*/ 9366026 w 10678681"/>
              <a:gd name="connsiteY17" fmla="*/ 299024 h 1342734"/>
              <a:gd name="connsiteX18" fmla="*/ 9316702 w 10678681"/>
              <a:gd name="connsiteY18" fmla="*/ 356523 h 1342734"/>
              <a:gd name="connsiteX19" fmla="*/ 9121744 w 10678681"/>
              <a:gd name="connsiteY19" fmla="*/ 365177 h 1342734"/>
              <a:gd name="connsiteX20" fmla="*/ 9061654 w 10678681"/>
              <a:gd name="connsiteY20" fmla="*/ 393730 h 1342734"/>
              <a:gd name="connsiteX21" fmla="*/ 8997577 w 10678681"/>
              <a:gd name="connsiteY21" fmla="*/ 380865 h 1342734"/>
              <a:gd name="connsiteX22" fmla="*/ 8907968 w 10678681"/>
              <a:gd name="connsiteY22" fmla="*/ 447345 h 1342734"/>
              <a:gd name="connsiteX23" fmla="*/ 8764163 w 10678681"/>
              <a:gd name="connsiteY23" fmla="*/ 471000 h 1342734"/>
              <a:gd name="connsiteX24" fmla="*/ 8680155 w 10678681"/>
              <a:gd name="connsiteY24" fmla="*/ 492404 h 1342734"/>
              <a:gd name="connsiteX25" fmla="*/ 8651436 w 10678681"/>
              <a:gd name="connsiteY25" fmla="*/ 511923 h 1342734"/>
              <a:gd name="connsiteX26" fmla="*/ 8609185 w 10678681"/>
              <a:gd name="connsiteY26" fmla="*/ 531525 h 1342734"/>
              <a:gd name="connsiteX27" fmla="*/ 8537091 w 10678681"/>
              <a:gd name="connsiteY27" fmla="*/ 574933 h 1342734"/>
              <a:gd name="connsiteX28" fmla="*/ 8435931 w 10678681"/>
              <a:gd name="connsiteY28" fmla="*/ 617926 h 1342734"/>
              <a:gd name="connsiteX29" fmla="*/ 8348623 w 10678681"/>
              <a:gd name="connsiteY29" fmla="*/ 600607 h 1342734"/>
              <a:gd name="connsiteX30" fmla="*/ 8276883 w 10678681"/>
              <a:gd name="connsiteY30" fmla="*/ 588214 h 1342734"/>
              <a:gd name="connsiteX31" fmla="*/ 8086698 w 10678681"/>
              <a:gd name="connsiteY31" fmla="*/ 605185 h 1342734"/>
              <a:gd name="connsiteX32" fmla="*/ 7982378 w 10678681"/>
              <a:gd name="connsiteY32" fmla="*/ 629799 h 1342734"/>
              <a:gd name="connsiteX33" fmla="*/ 7947952 w 10678681"/>
              <a:gd name="connsiteY33" fmla="*/ 648003 h 1342734"/>
              <a:gd name="connsiteX34" fmla="*/ 7890112 w 10678681"/>
              <a:gd name="connsiteY34" fmla="*/ 677915 h 1342734"/>
              <a:gd name="connsiteX35" fmla="*/ 7853284 w 10678681"/>
              <a:gd name="connsiteY35" fmla="*/ 723588 h 1342734"/>
              <a:gd name="connsiteX36" fmla="*/ 7802383 w 10678681"/>
              <a:gd name="connsiteY36" fmla="*/ 739359 h 1342734"/>
              <a:gd name="connsiteX37" fmla="*/ 7730518 w 10678681"/>
              <a:gd name="connsiteY37" fmla="*/ 739526 h 1342734"/>
              <a:gd name="connsiteX38" fmla="*/ 7720084 w 10678681"/>
              <a:gd name="connsiteY38" fmla="*/ 760750 h 1342734"/>
              <a:gd name="connsiteX39" fmla="*/ 7652907 w 10678681"/>
              <a:gd name="connsiteY39" fmla="*/ 783273 h 1342734"/>
              <a:gd name="connsiteX40" fmla="*/ 7606008 w 10678681"/>
              <a:gd name="connsiteY40" fmla="*/ 800717 h 1342734"/>
              <a:gd name="connsiteX41" fmla="*/ 7480223 w 10678681"/>
              <a:gd name="connsiteY41" fmla="*/ 856821 h 1342734"/>
              <a:gd name="connsiteX42" fmla="*/ 7356005 w 10678681"/>
              <a:gd name="connsiteY42" fmla="*/ 919462 h 1342734"/>
              <a:gd name="connsiteX43" fmla="*/ 7305396 w 10678681"/>
              <a:gd name="connsiteY43" fmla="*/ 986228 h 1342734"/>
              <a:gd name="connsiteX44" fmla="*/ 7266251 w 10678681"/>
              <a:gd name="connsiteY44" fmla="*/ 967864 h 1342734"/>
              <a:gd name="connsiteX45" fmla="*/ 7258094 w 10678681"/>
              <a:gd name="connsiteY45" fmla="*/ 990679 h 1342734"/>
              <a:gd name="connsiteX46" fmla="*/ 7257893 w 10678681"/>
              <a:gd name="connsiteY46" fmla="*/ 991204 h 1342734"/>
              <a:gd name="connsiteX47" fmla="*/ 7247153 w 10678681"/>
              <a:gd name="connsiteY47" fmla="*/ 991550 h 1342734"/>
              <a:gd name="connsiteX48" fmla="*/ 7193612 w 10678681"/>
              <a:gd name="connsiteY48" fmla="*/ 987042 h 1342734"/>
              <a:gd name="connsiteX49" fmla="*/ 7132632 w 10678681"/>
              <a:gd name="connsiteY49" fmla="*/ 1042036 h 1342734"/>
              <a:gd name="connsiteX50" fmla="*/ 7105610 w 10678681"/>
              <a:gd name="connsiteY50" fmla="*/ 1053537 h 1342734"/>
              <a:gd name="connsiteX51" fmla="*/ 7069148 w 10678681"/>
              <a:gd name="connsiteY51" fmla="*/ 1047163 h 1342734"/>
              <a:gd name="connsiteX52" fmla="*/ 7039634 w 10678681"/>
              <a:gd name="connsiteY52" fmla="*/ 1059971 h 1342734"/>
              <a:gd name="connsiteX53" fmla="*/ 7033445 w 10678681"/>
              <a:gd name="connsiteY53" fmla="*/ 1063314 h 1342734"/>
              <a:gd name="connsiteX54" fmla="*/ 6999157 w 10678681"/>
              <a:gd name="connsiteY54" fmla="*/ 1055282 h 1342734"/>
              <a:gd name="connsiteX55" fmla="*/ 6981874 w 10678681"/>
              <a:gd name="connsiteY55" fmla="*/ 1053827 h 1342734"/>
              <a:gd name="connsiteX56" fmla="*/ 6976102 w 10678681"/>
              <a:gd name="connsiteY56" fmla="*/ 1047854 h 1342734"/>
              <a:gd name="connsiteX57" fmla="*/ 6951040 w 10678681"/>
              <a:gd name="connsiteY57" fmla="*/ 1048531 h 1342734"/>
              <a:gd name="connsiteX58" fmla="*/ 6948497 w 10678681"/>
              <a:gd name="connsiteY58" fmla="*/ 1050706 h 1342734"/>
              <a:gd name="connsiteX59" fmla="*/ 6926582 w 10678681"/>
              <a:gd name="connsiteY59" fmla="*/ 1043462 h 1342734"/>
              <a:gd name="connsiteX60" fmla="*/ 6833743 w 10678681"/>
              <a:gd name="connsiteY60" fmla="*/ 1027960 h 1342734"/>
              <a:gd name="connsiteX61" fmla="*/ 6687090 w 10678681"/>
              <a:gd name="connsiteY61" fmla="*/ 1063250 h 1342734"/>
              <a:gd name="connsiteX62" fmla="*/ 6431838 w 10678681"/>
              <a:gd name="connsiteY62" fmla="*/ 1063226 h 1342734"/>
              <a:gd name="connsiteX63" fmla="*/ 6327795 w 10678681"/>
              <a:gd name="connsiteY63" fmla="*/ 1088142 h 1342734"/>
              <a:gd name="connsiteX64" fmla="*/ 6136549 w 10678681"/>
              <a:gd name="connsiteY64" fmla="*/ 1100268 h 1342734"/>
              <a:gd name="connsiteX65" fmla="*/ 6004655 w 10678681"/>
              <a:gd name="connsiteY65" fmla="*/ 1114946 h 1342734"/>
              <a:gd name="connsiteX66" fmla="*/ 5936643 w 10678681"/>
              <a:gd name="connsiteY66" fmla="*/ 1095428 h 1342734"/>
              <a:gd name="connsiteX67" fmla="*/ 5912484 w 10678681"/>
              <a:gd name="connsiteY67" fmla="*/ 1112624 h 1342734"/>
              <a:gd name="connsiteX68" fmla="*/ 5908387 w 10678681"/>
              <a:gd name="connsiteY68" fmla="*/ 1116018 h 1342734"/>
              <a:gd name="connsiteX69" fmla="*/ 5890495 w 10678681"/>
              <a:gd name="connsiteY69" fmla="*/ 1120268 h 1342734"/>
              <a:gd name="connsiteX70" fmla="*/ 5887318 w 10678681"/>
              <a:gd name="connsiteY70" fmla="*/ 1133134 h 1342734"/>
              <a:gd name="connsiteX71" fmla="*/ 5861726 w 10678681"/>
              <a:gd name="connsiteY71" fmla="*/ 1147891 h 1342734"/>
              <a:gd name="connsiteX72" fmla="*/ 5805823 w 10678681"/>
              <a:gd name="connsiteY72" fmla="*/ 1152457 h 1342734"/>
              <a:gd name="connsiteX73" fmla="*/ 5689841 w 10678681"/>
              <a:gd name="connsiteY73" fmla="*/ 1176232 h 1342734"/>
              <a:gd name="connsiteX74" fmla="*/ 5605119 w 10678681"/>
              <a:gd name="connsiteY74" fmla="*/ 1190202 h 1342734"/>
              <a:gd name="connsiteX75" fmla="*/ 5488513 w 10678681"/>
              <a:gd name="connsiteY75" fmla="*/ 1205367 h 1342734"/>
              <a:gd name="connsiteX76" fmla="*/ 5402905 w 10678681"/>
              <a:gd name="connsiteY76" fmla="*/ 1241191 h 1342734"/>
              <a:gd name="connsiteX77" fmla="*/ 5192893 w 10678681"/>
              <a:gd name="connsiteY77" fmla="*/ 1247188 h 1342734"/>
              <a:gd name="connsiteX78" fmla="*/ 5164025 w 10678681"/>
              <a:gd name="connsiteY78" fmla="*/ 1257028 h 1342734"/>
              <a:gd name="connsiteX79" fmla="*/ 5103589 w 10678681"/>
              <a:gd name="connsiteY79" fmla="*/ 1263189 h 1342734"/>
              <a:gd name="connsiteX80" fmla="*/ 4894688 w 10678681"/>
              <a:gd name="connsiteY80" fmla="*/ 1247184 h 1342734"/>
              <a:gd name="connsiteX81" fmla="*/ 4788036 w 10678681"/>
              <a:gd name="connsiteY81" fmla="*/ 1238182 h 1342734"/>
              <a:gd name="connsiteX82" fmla="*/ 4747555 w 10678681"/>
              <a:gd name="connsiteY82" fmla="*/ 1252768 h 1342734"/>
              <a:gd name="connsiteX83" fmla="*/ 4679644 w 10678681"/>
              <a:gd name="connsiteY83" fmla="*/ 1276603 h 1342734"/>
              <a:gd name="connsiteX84" fmla="*/ 4617473 w 10678681"/>
              <a:gd name="connsiteY84" fmla="*/ 1296467 h 1342734"/>
              <a:gd name="connsiteX85" fmla="*/ 4564919 w 10678681"/>
              <a:gd name="connsiteY85" fmla="*/ 1325507 h 1342734"/>
              <a:gd name="connsiteX86" fmla="*/ 4566586 w 10678681"/>
              <a:gd name="connsiteY86" fmla="*/ 1316963 h 1342734"/>
              <a:gd name="connsiteX87" fmla="*/ 4556303 w 10678681"/>
              <a:gd name="connsiteY87" fmla="*/ 1300262 h 1342734"/>
              <a:gd name="connsiteX88" fmla="*/ 4502358 w 10678681"/>
              <a:gd name="connsiteY88" fmla="*/ 1302558 h 1342734"/>
              <a:gd name="connsiteX89" fmla="*/ 4498919 w 10678681"/>
              <a:gd name="connsiteY89" fmla="*/ 1312115 h 1342734"/>
              <a:gd name="connsiteX90" fmla="*/ 4492075 w 10678681"/>
              <a:gd name="connsiteY90" fmla="*/ 1313357 h 1342734"/>
              <a:gd name="connsiteX91" fmla="*/ 4487466 w 10678681"/>
              <a:gd name="connsiteY91" fmla="*/ 1304102 h 1342734"/>
              <a:gd name="connsiteX92" fmla="*/ 4398292 w 10678681"/>
              <a:gd name="connsiteY92" fmla="*/ 1278410 h 1342734"/>
              <a:gd name="connsiteX93" fmla="*/ 4306088 w 10678681"/>
              <a:gd name="connsiteY93" fmla="*/ 1282512 h 1342734"/>
              <a:gd name="connsiteX94" fmla="*/ 4188995 w 10678681"/>
              <a:gd name="connsiteY94" fmla="*/ 1296718 h 1342734"/>
              <a:gd name="connsiteX95" fmla="*/ 4136582 w 10678681"/>
              <a:gd name="connsiteY95" fmla="*/ 1287687 h 1342734"/>
              <a:gd name="connsiteX96" fmla="*/ 4064614 w 10678681"/>
              <a:gd name="connsiteY96" fmla="*/ 1296118 h 1342734"/>
              <a:gd name="connsiteX97" fmla="*/ 3900948 w 10678681"/>
              <a:gd name="connsiteY97" fmla="*/ 1322156 h 1342734"/>
              <a:gd name="connsiteX98" fmla="*/ 3787890 w 10678681"/>
              <a:gd name="connsiteY98" fmla="*/ 1322164 h 1342734"/>
              <a:gd name="connsiteX99" fmla="*/ 3745993 w 10678681"/>
              <a:gd name="connsiteY99" fmla="*/ 1342630 h 1342734"/>
              <a:gd name="connsiteX100" fmla="*/ 3675785 w 10678681"/>
              <a:gd name="connsiteY100" fmla="*/ 1326802 h 1342734"/>
              <a:gd name="connsiteX101" fmla="*/ 3623856 w 10678681"/>
              <a:gd name="connsiteY101" fmla="*/ 1290804 h 1342734"/>
              <a:gd name="connsiteX102" fmla="*/ 3564933 w 10678681"/>
              <a:gd name="connsiteY102" fmla="*/ 1287147 h 1342734"/>
              <a:gd name="connsiteX103" fmla="*/ 3550537 w 10678681"/>
              <a:gd name="connsiteY103" fmla="*/ 1317552 h 1342734"/>
              <a:gd name="connsiteX104" fmla="*/ 3487736 w 10678681"/>
              <a:gd name="connsiteY104" fmla="*/ 1303493 h 1342734"/>
              <a:gd name="connsiteX105" fmla="*/ 3392548 w 10678681"/>
              <a:gd name="connsiteY105" fmla="*/ 1278741 h 1342734"/>
              <a:gd name="connsiteX106" fmla="*/ 3337466 w 10678681"/>
              <a:gd name="connsiteY106" fmla="*/ 1272537 h 1342734"/>
              <a:gd name="connsiteX107" fmla="*/ 3175981 w 10678681"/>
              <a:gd name="connsiteY107" fmla="*/ 1208973 h 1342734"/>
              <a:gd name="connsiteX108" fmla="*/ 3036856 w 10678681"/>
              <a:gd name="connsiteY108" fmla="*/ 1214383 h 1342734"/>
              <a:gd name="connsiteX109" fmla="*/ 2824973 w 10678681"/>
              <a:gd name="connsiteY109" fmla="*/ 1134864 h 1342734"/>
              <a:gd name="connsiteX110" fmla="*/ 2804398 w 10678681"/>
              <a:gd name="connsiteY110" fmla="*/ 1125556 h 1342734"/>
              <a:gd name="connsiteX111" fmla="*/ 2736109 w 10678681"/>
              <a:gd name="connsiteY111" fmla="*/ 1137717 h 1342734"/>
              <a:gd name="connsiteX112" fmla="*/ 2659096 w 10678681"/>
              <a:gd name="connsiteY112" fmla="*/ 1150294 h 1342734"/>
              <a:gd name="connsiteX113" fmla="*/ 2567088 w 10678681"/>
              <a:gd name="connsiteY113" fmla="*/ 1181781 h 1342734"/>
              <a:gd name="connsiteX114" fmla="*/ 2454501 w 10678681"/>
              <a:gd name="connsiteY114" fmla="*/ 1155455 h 1342734"/>
              <a:gd name="connsiteX115" fmla="*/ 2385161 w 10678681"/>
              <a:gd name="connsiteY115" fmla="*/ 1161312 h 1342734"/>
              <a:gd name="connsiteX116" fmla="*/ 2273361 w 10678681"/>
              <a:gd name="connsiteY116" fmla="*/ 1134090 h 1342734"/>
              <a:gd name="connsiteX117" fmla="*/ 2132003 w 10678681"/>
              <a:gd name="connsiteY117" fmla="*/ 1139225 h 1342734"/>
              <a:gd name="connsiteX118" fmla="*/ 2041224 w 10678681"/>
              <a:gd name="connsiteY118" fmla="*/ 1147536 h 1342734"/>
              <a:gd name="connsiteX119" fmla="*/ 2010157 w 10678681"/>
              <a:gd name="connsiteY119" fmla="*/ 1152767 h 1342734"/>
              <a:gd name="connsiteX120" fmla="*/ 1859213 w 10678681"/>
              <a:gd name="connsiteY120" fmla="*/ 1199540 h 1342734"/>
              <a:gd name="connsiteX121" fmla="*/ 1735877 w 10678681"/>
              <a:gd name="connsiteY121" fmla="*/ 1246527 h 1342734"/>
              <a:gd name="connsiteX122" fmla="*/ 1660167 w 10678681"/>
              <a:gd name="connsiteY122" fmla="*/ 1236849 h 1342734"/>
              <a:gd name="connsiteX123" fmla="*/ 1279827 w 10678681"/>
              <a:gd name="connsiteY123" fmla="*/ 1245307 h 1342734"/>
              <a:gd name="connsiteX124" fmla="*/ 1021737 w 10678681"/>
              <a:gd name="connsiteY124" fmla="*/ 1238739 h 1342734"/>
              <a:gd name="connsiteX125" fmla="*/ 959820 w 10678681"/>
              <a:gd name="connsiteY125" fmla="*/ 1275863 h 1342734"/>
              <a:gd name="connsiteX126" fmla="*/ 929137 w 10678681"/>
              <a:gd name="connsiteY126" fmla="*/ 1273957 h 1342734"/>
              <a:gd name="connsiteX127" fmla="*/ 878849 w 10678681"/>
              <a:gd name="connsiteY127" fmla="*/ 1266740 h 1342734"/>
              <a:gd name="connsiteX128" fmla="*/ 800667 w 10678681"/>
              <a:gd name="connsiteY128" fmla="*/ 1282041 h 1342734"/>
              <a:gd name="connsiteX129" fmla="*/ 644906 w 10678681"/>
              <a:gd name="connsiteY129" fmla="*/ 1273685 h 1342734"/>
              <a:gd name="connsiteX130" fmla="*/ 379869 w 10678681"/>
              <a:gd name="connsiteY130" fmla="*/ 1339165 h 1342734"/>
              <a:gd name="connsiteX131" fmla="*/ 137696 w 10678681"/>
              <a:gd name="connsiteY131" fmla="*/ 1319217 h 1342734"/>
              <a:gd name="connsiteX132" fmla="*/ 54250 w 10678681"/>
              <a:gd name="connsiteY132" fmla="*/ 1315838 h 1342734"/>
              <a:gd name="connsiteX133" fmla="*/ 28042 w 10678681"/>
              <a:gd name="connsiteY133" fmla="*/ 1297822 h 1342734"/>
              <a:gd name="connsiteX134" fmla="*/ 0 w 10678681"/>
              <a:gd name="connsiteY134" fmla="*/ 1294612 h 1342734"/>
              <a:gd name="connsiteX135" fmla="*/ 0 w 10678681"/>
              <a:gd name="connsiteY135" fmla="*/ 0 h 13427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Lst>
            <a:rect l="l" t="t" r="r" b="b"/>
            <a:pathLst>
              <a:path w="10678681" h="1342734">
                <a:moveTo>
                  <a:pt x="0" y="0"/>
                </a:moveTo>
                <a:lnTo>
                  <a:pt x="10678681" y="0"/>
                </a:lnTo>
                <a:lnTo>
                  <a:pt x="10666019" y="7876"/>
                </a:lnTo>
                <a:cubicBezTo>
                  <a:pt x="10653407" y="16166"/>
                  <a:pt x="10642107" y="24244"/>
                  <a:pt x="10632825" y="32153"/>
                </a:cubicBezTo>
                <a:cubicBezTo>
                  <a:pt x="10592272" y="36323"/>
                  <a:pt x="10556884" y="50892"/>
                  <a:pt x="10516219" y="45588"/>
                </a:cubicBezTo>
                <a:cubicBezTo>
                  <a:pt x="10497465" y="38035"/>
                  <a:pt x="10481313" y="25649"/>
                  <a:pt x="10456989" y="979"/>
                </a:cubicBezTo>
                <a:cubicBezTo>
                  <a:pt x="10458435" y="21260"/>
                  <a:pt x="10448472" y="9612"/>
                  <a:pt x="10438642" y="1524"/>
                </a:cubicBezTo>
                <a:cubicBezTo>
                  <a:pt x="10430119" y="11702"/>
                  <a:pt x="10417632" y="41266"/>
                  <a:pt x="10407146" y="43659"/>
                </a:cubicBezTo>
                <a:cubicBezTo>
                  <a:pt x="10379701" y="2826"/>
                  <a:pt x="10370665" y="125005"/>
                  <a:pt x="10341159" y="103824"/>
                </a:cubicBezTo>
                <a:cubicBezTo>
                  <a:pt x="10332001" y="120367"/>
                  <a:pt x="10274736" y="115685"/>
                  <a:pt x="10244930" y="94599"/>
                </a:cubicBezTo>
                <a:cubicBezTo>
                  <a:pt x="10189350" y="132718"/>
                  <a:pt x="10178914" y="158571"/>
                  <a:pt x="10115334" y="155658"/>
                </a:cubicBezTo>
                <a:cubicBezTo>
                  <a:pt x="10110816" y="185325"/>
                  <a:pt x="10047419" y="166765"/>
                  <a:pt x="10068157" y="215673"/>
                </a:cubicBezTo>
                <a:cubicBezTo>
                  <a:pt x="10047157" y="216184"/>
                  <a:pt x="10029060" y="198149"/>
                  <a:pt x="10045431" y="229568"/>
                </a:cubicBezTo>
                <a:cubicBezTo>
                  <a:pt x="10018897" y="234017"/>
                  <a:pt x="9963426" y="205273"/>
                  <a:pt x="9929077" y="209062"/>
                </a:cubicBezTo>
                <a:cubicBezTo>
                  <a:pt x="9910475" y="224494"/>
                  <a:pt x="9890198" y="272419"/>
                  <a:pt x="9840045" y="223033"/>
                </a:cubicBezTo>
                <a:cubicBezTo>
                  <a:pt x="9789999" y="276055"/>
                  <a:pt x="9744257" y="186744"/>
                  <a:pt x="9679639" y="247182"/>
                </a:cubicBezTo>
                <a:cubicBezTo>
                  <a:pt x="9634736" y="215294"/>
                  <a:pt x="9537501" y="238016"/>
                  <a:pt x="9498347" y="244723"/>
                </a:cubicBezTo>
                <a:cubicBezTo>
                  <a:pt x="9450379" y="244255"/>
                  <a:pt x="9394227" y="293607"/>
                  <a:pt x="9366026" y="299024"/>
                </a:cubicBezTo>
                <a:cubicBezTo>
                  <a:pt x="9341424" y="298595"/>
                  <a:pt x="9297504" y="338146"/>
                  <a:pt x="9316702" y="356523"/>
                </a:cubicBezTo>
                <a:cubicBezTo>
                  <a:pt x="9228105" y="319675"/>
                  <a:pt x="9206375" y="367221"/>
                  <a:pt x="9121744" y="365177"/>
                </a:cubicBezTo>
                <a:cubicBezTo>
                  <a:pt x="9093808" y="425910"/>
                  <a:pt x="9103257" y="373647"/>
                  <a:pt x="9061654" y="393730"/>
                </a:cubicBezTo>
                <a:cubicBezTo>
                  <a:pt x="9060114" y="344357"/>
                  <a:pt x="9015442" y="432718"/>
                  <a:pt x="8997577" y="380865"/>
                </a:cubicBezTo>
                <a:cubicBezTo>
                  <a:pt x="8969550" y="402056"/>
                  <a:pt x="8954076" y="446763"/>
                  <a:pt x="8907968" y="447345"/>
                </a:cubicBezTo>
                <a:cubicBezTo>
                  <a:pt x="8864369" y="428134"/>
                  <a:pt x="8818646" y="497461"/>
                  <a:pt x="8764163" y="471000"/>
                </a:cubicBezTo>
                <a:cubicBezTo>
                  <a:pt x="8744747" y="465539"/>
                  <a:pt x="8688469" y="474754"/>
                  <a:pt x="8680155" y="492404"/>
                </a:cubicBezTo>
                <a:cubicBezTo>
                  <a:pt x="8668902" y="497604"/>
                  <a:pt x="8654338" y="493892"/>
                  <a:pt x="8651436" y="511923"/>
                </a:cubicBezTo>
                <a:cubicBezTo>
                  <a:pt x="8645505" y="533975"/>
                  <a:pt x="8599739" y="507897"/>
                  <a:pt x="8609185" y="531525"/>
                </a:cubicBezTo>
                <a:cubicBezTo>
                  <a:pt x="8576806" y="513805"/>
                  <a:pt x="8560019" y="560634"/>
                  <a:pt x="8537091" y="574933"/>
                </a:cubicBezTo>
                <a:cubicBezTo>
                  <a:pt x="8510928" y="556486"/>
                  <a:pt x="8488623" y="604682"/>
                  <a:pt x="8435931" y="617926"/>
                </a:cubicBezTo>
                <a:cubicBezTo>
                  <a:pt x="8406978" y="596402"/>
                  <a:pt x="8400500" y="627188"/>
                  <a:pt x="8348623" y="600607"/>
                </a:cubicBezTo>
                <a:cubicBezTo>
                  <a:pt x="8347650" y="604255"/>
                  <a:pt x="8320537" y="587451"/>
                  <a:pt x="8276883" y="588214"/>
                </a:cubicBezTo>
                <a:cubicBezTo>
                  <a:pt x="8233229" y="588977"/>
                  <a:pt x="8147007" y="602039"/>
                  <a:pt x="8086698" y="605185"/>
                </a:cubicBezTo>
                <a:cubicBezTo>
                  <a:pt x="8018754" y="612533"/>
                  <a:pt x="8076794" y="658105"/>
                  <a:pt x="7982378" y="629799"/>
                </a:cubicBezTo>
                <a:cubicBezTo>
                  <a:pt x="7978309" y="650417"/>
                  <a:pt x="7968020" y="653434"/>
                  <a:pt x="7947952" y="648003"/>
                </a:cubicBezTo>
                <a:cubicBezTo>
                  <a:pt x="7915301" y="652980"/>
                  <a:pt x="7930086" y="699793"/>
                  <a:pt x="7890112" y="677915"/>
                </a:cubicBezTo>
                <a:cubicBezTo>
                  <a:pt x="7902561" y="702153"/>
                  <a:pt x="7831508" y="700184"/>
                  <a:pt x="7853284" y="723588"/>
                </a:cubicBezTo>
                <a:cubicBezTo>
                  <a:pt x="7838304" y="751013"/>
                  <a:pt x="7817999" y="714992"/>
                  <a:pt x="7802383" y="739359"/>
                </a:cubicBezTo>
                <a:cubicBezTo>
                  <a:pt x="7781922" y="742015"/>
                  <a:pt x="7755431" y="732207"/>
                  <a:pt x="7730518" y="739526"/>
                </a:cubicBezTo>
                <a:cubicBezTo>
                  <a:pt x="7716802" y="743091"/>
                  <a:pt x="7733019" y="753459"/>
                  <a:pt x="7720084" y="760750"/>
                </a:cubicBezTo>
                <a:cubicBezTo>
                  <a:pt x="7707149" y="768041"/>
                  <a:pt x="7671920" y="776612"/>
                  <a:pt x="7652907" y="783273"/>
                </a:cubicBezTo>
                <a:cubicBezTo>
                  <a:pt x="7630163" y="772504"/>
                  <a:pt x="7616976" y="783101"/>
                  <a:pt x="7606008" y="800717"/>
                </a:cubicBezTo>
                <a:cubicBezTo>
                  <a:pt x="7561224" y="806541"/>
                  <a:pt x="7527083" y="837162"/>
                  <a:pt x="7480223" y="856821"/>
                </a:cubicBezTo>
                <a:cubicBezTo>
                  <a:pt x="7422566" y="851729"/>
                  <a:pt x="7406130" y="898621"/>
                  <a:pt x="7356005" y="919462"/>
                </a:cubicBezTo>
                <a:cubicBezTo>
                  <a:pt x="7301710" y="896412"/>
                  <a:pt x="7327853" y="963334"/>
                  <a:pt x="7305396" y="986228"/>
                </a:cubicBezTo>
                <a:lnTo>
                  <a:pt x="7266251" y="967864"/>
                </a:lnTo>
                <a:lnTo>
                  <a:pt x="7258094" y="990679"/>
                </a:lnTo>
                <a:lnTo>
                  <a:pt x="7257893" y="991204"/>
                </a:lnTo>
                <a:lnTo>
                  <a:pt x="7247153" y="991550"/>
                </a:lnTo>
                <a:cubicBezTo>
                  <a:pt x="7228850" y="991013"/>
                  <a:pt x="7210872" y="989423"/>
                  <a:pt x="7193612" y="987042"/>
                </a:cubicBezTo>
                <a:cubicBezTo>
                  <a:pt x="7184018" y="1016185"/>
                  <a:pt x="7117645" y="991054"/>
                  <a:pt x="7132632" y="1042036"/>
                </a:cubicBezTo>
                <a:cubicBezTo>
                  <a:pt x="7109597" y="1040358"/>
                  <a:pt x="7092653" y="1020472"/>
                  <a:pt x="7105610" y="1053537"/>
                </a:cubicBezTo>
                <a:cubicBezTo>
                  <a:pt x="7098186" y="1053959"/>
                  <a:pt x="7071669" y="1042250"/>
                  <a:pt x="7069148" y="1047163"/>
                </a:cubicBezTo>
                <a:lnTo>
                  <a:pt x="7039634" y="1059971"/>
                </a:lnTo>
                <a:lnTo>
                  <a:pt x="7033445" y="1063314"/>
                </a:lnTo>
                <a:lnTo>
                  <a:pt x="6999157" y="1055282"/>
                </a:lnTo>
                <a:lnTo>
                  <a:pt x="6981874" y="1053827"/>
                </a:lnTo>
                <a:lnTo>
                  <a:pt x="6976102" y="1047854"/>
                </a:lnTo>
                <a:cubicBezTo>
                  <a:pt x="6970359" y="1044495"/>
                  <a:pt x="6962768" y="1043656"/>
                  <a:pt x="6951040" y="1048531"/>
                </a:cubicBezTo>
                <a:lnTo>
                  <a:pt x="6948497" y="1050706"/>
                </a:lnTo>
                <a:lnTo>
                  <a:pt x="6926582" y="1043462"/>
                </a:lnTo>
                <a:cubicBezTo>
                  <a:pt x="6919310" y="1039773"/>
                  <a:pt x="6839625" y="1034777"/>
                  <a:pt x="6833743" y="1027960"/>
                </a:cubicBezTo>
                <a:cubicBezTo>
                  <a:pt x="6776335" y="1015119"/>
                  <a:pt x="6761260" y="1047430"/>
                  <a:pt x="6687090" y="1063250"/>
                </a:cubicBezTo>
                <a:cubicBezTo>
                  <a:pt x="6621041" y="1075436"/>
                  <a:pt x="6482366" y="1074217"/>
                  <a:pt x="6431838" y="1063226"/>
                </a:cubicBezTo>
                <a:cubicBezTo>
                  <a:pt x="6405016" y="1060235"/>
                  <a:pt x="6309698" y="1067799"/>
                  <a:pt x="6327795" y="1088142"/>
                </a:cubicBezTo>
                <a:cubicBezTo>
                  <a:pt x="6241699" y="1050273"/>
                  <a:pt x="6228725" y="1111123"/>
                  <a:pt x="6136549" y="1100268"/>
                </a:cubicBezTo>
                <a:cubicBezTo>
                  <a:pt x="6096483" y="1157984"/>
                  <a:pt x="6053277" y="1099229"/>
                  <a:pt x="6004655" y="1114946"/>
                </a:cubicBezTo>
                <a:cubicBezTo>
                  <a:pt x="6010724" y="1065500"/>
                  <a:pt x="5948029" y="1149051"/>
                  <a:pt x="5936643" y="1095428"/>
                </a:cubicBezTo>
                <a:cubicBezTo>
                  <a:pt x="5928154" y="1099986"/>
                  <a:pt x="5920290" y="1106094"/>
                  <a:pt x="5912484" y="1112624"/>
                </a:cubicBezTo>
                <a:lnTo>
                  <a:pt x="5908387" y="1116018"/>
                </a:lnTo>
                <a:lnTo>
                  <a:pt x="5890495" y="1120268"/>
                </a:lnTo>
                <a:lnTo>
                  <a:pt x="5887318" y="1133134"/>
                </a:lnTo>
                <a:lnTo>
                  <a:pt x="5861726" y="1147891"/>
                </a:lnTo>
                <a:cubicBezTo>
                  <a:pt x="5851855" y="1151615"/>
                  <a:pt x="5818443" y="1153513"/>
                  <a:pt x="5805823" y="1152457"/>
                </a:cubicBezTo>
                <a:cubicBezTo>
                  <a:pt x="5761190" y="1128740"/>
                  <a:pt x="5745234" y="1208320"/>
                  <a:pt x="5689841" y="1176232"/>
                </a:cubicBezTo>
                <a:cubicBezTo>
                  <a:pt x="5645165" y="1182523"/>
                  <a:pt x="5638674" y="1185346"/>
                  <a:pt x="5605119" y="1190202"/>
                </a:cubicBezTo>
                <a:cubicBezTo>
                  <a:pt x="5595173" y="1211597"/>
                  <a:pt x="5481899" y="1180798"/>
                  <a:pt x="5488513" y="1205367"/>
                </a:cubicBezTo>
                <a:cubicBezTo>
                  <a:pt x="5455905" y="1184307"/>
                  <a:pt x="5430208" y="1229302"/>
                  <a:pt x="5402905" y="1241191"/>
                </a:cubicBezTo>
                <a:cubicBezTo>
                  <a:pt x="5353635" y="1248161"/>
                  <a:pt x="5228965" y="1244549"/>
                  <a:pt x="5192893" y="1247188"/>
                </a:cubicBezTo>
                <a:cubicBezTo>
                  <a:pt x="5191257" y="1250727"/>
                  <a:pt x="5178909" y="1254361"/>
                  <a:pt x="5164025" y="1257028"/>
                </a:cubicBezTo>
                <a:cubicBezTo>
                  <a:pt x="5149141" y="1259695"/>
                  <a:pt x="5121746" y="1277136"/>
                  <a:pt x="5103589" y="1263189"/>
                </a:cubicBezTo>
                <a:cubicBezTo>
                  <a:pt x="5020856" y="1221392"/>
                  <a:pt x="4961920" y="1251721"/>
                  <a:pt x="4894688" y="1247184"/>
                </a:cubicBezTo>
                <a:cubicBezTo>
                  <a:pt x="4819279" y="1247443"/>
                  <a:pt x="4886780" y="1276272"/>
                  <a:pt x="4788036" y="1238182"/>
                </a:cubicBezTo>
                <a:cubicBezTo>
                  <a:pt x="4780353" y="1258340"/>
                  <a:pt x="4768632" y="1260281"/>
                  <a:pt x="4747555" y="1252768"/>
                </a:cubicBezTo>
                <a:cubicBezTo>
                  <a:pt x="4711089" y="1254336"/>
                  <a:pt x="4719897" y="1302605"/>
                  <a:pt x="4679644" y="1276603"/>
                </a:cubicBezTo>
                <a:cubicBezTo>
                  <a:pt x="4651415" y="1288933"/>
                  <a:pt x="4636594" y="1288316"/>
                  <a:pt x="4617473" y="1296467"/>
                </a:cubicBezTo>
                <a:lnTo>
                  <a:pt x="4564919" y="1325507"/>
                </a:lnTo>
                <a:lnTo>
                  <a:pt x="4566586" y="1316963"/>
                </a:lnTo>
                <a:cubicBezTo>
                  <a:pt x="4569057" y="1308855"/>
                  <a:pt x="4571069" y="1299935"/>
                  <a:pt x="4556303" y="1300262"/>
                </a:cubicBezTo>
                <a:cubicBezTo>
                  <a:pt x="4525488" y="1305073"/>
                  <a:pt x="4517133" y="1269079"/>
                  <a:pt x="4502358" y="1302558"/>
                </a:cubicBezTo>
                <a:lnTo>
                  <a:pt x="4498919" y="1312115"/>
                </a:lnTo>
                <a:lnTo>
                  <a:pt x="4492075" y="1313357"/>
                </a:lnTo>
                <a:cubicBezTo>
                  <a:pt x="4488463" y="1312870"/>
                  <a:pt x="4486534" y="1310394"/>
                  <a:pt x="4487466" y="1304102"/>
                </a:cubicBezTo>
                <a:cubicBezTo>
                  <a:pt x="4457512" y="1328789"/>
                  <a:pt x="4426787" y="1287064"/>
                  <a:pt x="4398292" y="1278410"/>
                </a:cubicBezTo>
                <a:cubicBezTo>
                  <a:pt x="4375210" y="1302378"/>
                  <a:pt x="4366248" y="1283298"/>
                  <a:pt x="4306088" y="1282512"/>
                </a:cubicBezTo>
                <a:cubicBezTo>
                  <a:pt x="4280844" y="1310113"/>
                  <a:pt x="4237476" y="1258925"/>
                  <a:pt x="4188995" y="1296718"/>
                </a:cubicBezTo>
                <a:cubicBezTo>
                  <a:pt x="4186961" y="1293392"/>
                  <a:pt x="4157312" y="1287787"/>
                  <a:pt x="4136582" y="1287687"/>
                </a:cubicBezTo>
                <a:cubicBezTo>
                  <a:pt x="4115852" y="1287587"/>
                  <a:pt x="4081037" y="1280166"/>
                  <a:pt x="4064614" y="1296118"/>
                </a:cubicBezTo>
                <a:cubicBezTo>
                  <a:pt x="3987264" y="1347194"/>
                  <a:pt x="3967205" y="1309881"/>
                  <a:pt x="3900948" y="1322156"/>
                </a:cubicBezTo>
                <a:cubicBezTo>
                  <a:pt x="3826014" y="1330612"/>
                  <a:pt x="3831060" y="1333478"/>
                  <a:pt x="3787890" y="1322164"/>
                </a:cubicBezTo>
                <a:cubicBezTo>
                  <a:pt x="3777929" y="1303028"/>
                  <a:pt x="3766063" y="1332733"/>
                  <a:pt x="3745993" y="1342630"/>
                </a:cubicBezTo>
                <a:cubicBezTo>
                  <a:pt x="3709591" y="1345286"/>
                  <a:pt x="3712765" y="1296323"/>
                  <a:pt x="3675785" y="1326802"/>
                </a:cubicBezTo>
                <a:cubicBezTo>
                  <a:pt x="3682573" y="1300349"/>
                  <a:pt x="3606829" y="1318588"/>
                  <a:pt x="3623856" y="1290804"/>
                </a:cubicBezTo>
                <a:cubicBezTo>
                  <a:pt x="3600335" y="1267550"/>
                  <a:pt x="3588308" y="1307279"/>
                  <a:pt x="3564933" y="1287147"/>
                </a:cubicBezTo>
                <a:cubicBezTo>
                  <a:pt x="3538420" y="1283043"/>
                  <a:pt x="3579946" y="1314789"/>
                  <a:pt x="3550537" y="1317552"/>
                </a:cubicBezTo>
                <a:cubicBezTo>
                  <a:pt x="3514920" y="1316159"/>
                  <a:pt x="3514600" y="1364317"/>
                  <a:pt x="3487736" y="1303493"/>
                </a:cubicBezTo>
                <a:cubicBezTo>
                  <a:pt x="3450312" y="1319195"/>
                  <a:pt x="3443340" y="1291726"/>
                  <a:pt x="3392548" y="1278741"/>
                </a:cubicBezTo>
                <a:cubicBezTo>
                  <a:pt x="3371053" y="1294449"/>
                  <a:pt x="3354022" y="1287164"/>
                  <a:pt x="3337466" y="1272537"/>
                </a:cubicBezTo>
                <a:cubicBezTo>
                  <a:pt x="3287808" y="1277154"/>
                  <a:pt x="3231625" y="1217343"/>
                  <a:pt x="3175981" y="1208973"/>
                </a:cubicBezTo>
                <a:cubicBezTo>
                  <a:pt x="3115467" y="1227175"/>
                  <a:pt x="3096324" y="1223154"/>
                  <a:pt x="3036856" y="1214383"/>
                </a:cubicBezTo>
                <a:cubicBezTo>
                  <a:pt x="2976484" y="1195723"/>
                  <a:pt x="2863716" y="1149668"/>
                  <a:pt x="2824973" y="1134864"/>
                </a:cubicBezTo>
                <a:cubicBezTo>
                  <a:pt x="2817752" y="1140972"/>
                  <a:pt x="2802616" y="1134132"/>
                  <a:pt x="2804398" y="1125556"/>
                </a:cubicBezTo>
                <a:cubicBezTo>
                  <a:pt x="2796364" y="1128008"/>
                  <a:pt x="2737660" y="1151579"/>
                  <a:pt x="2736109" y="1137717"/>
                </a:cubicBezTo>
                <a:cubicBezTo>
                  <a:pt x="2696082" y="1134954"/>
                  <a:pt x="2695314" y="1134322"/>
                  <a:pt x="2659096" y="1150294"/>
                </a:cubicBezTo>
                <a:cubicBezTo>
                  <a:pt x="2582535" y="1124403"/>
                  <a:pt x="2622743" y="1189988"/>
                  <a:pt x="2567088" y="1181781"/>
                </a:cubicBezTo>
                <a:cubicBezTo>
                  <a:pt x="2523074" y="1153322"/>
                  <a:pt x="2505741" y="1175022"/>
                  <a:pt x="2454501" y="1155455"/>
                </a:cubicBezTo>
                <a:cubicBezTo>
                  <a:pt x="2435184" y="1199648"/>
                  <a:pt x="2405890" y="1149324"/>
                  <a:pt x="2385161" y="1161312"/>
                </a:cubicBezTo>
                <a:cubicBezTo>
                  <a:pt x="2329714" y="1166582"/>
                  <a:pt x="2322102" y="1137771"/>
                  <a:pt x="2273361" y="1134090"/>
                </a:cubicBezTo>
                <a:cubicBezTo>
                  <a:pt x="2270204" y="1112590"/>
                  <a:pt x="2164540" y="1136821"/>
                  <a:pt x="2132003" y="1139225"/>
                </a:cubicBezTo>
                <a:cubicBezTo>
                  <a:pt x="2119616" y="1127805"/>
                  <a:pt x="2068429" y="1132839"/>
                  <a:pt x="2041224" y="1147536"/>
                </a:cubicBezTo>
                <a:cubicBezTo>
                  <a:pt x="2072319" y="1178143"/>
                  <a:pt x="2006941" y="1118646"/>
                  <a:pt x="2010157" y="1152767"/>
                </a:cubicBezTo>
                <a:cubicBezTo>
                  <a:pt x="1976080" y="1167742"/>
                  <a:pt x="1904926" y="1183913"/>
                  <a:pt x="1859213" y="1199540"/>
                </a:cubicBezTo>
                <a:cubicBezTo>
                  <a:pt x="1837985" y="1173314"/>
                  <a:pt x="1772946" y="1249813"/>
                  <a:pt x="1735877" y="1246527"/>
                </a:cubicBezTo>
                <a:cubicBezTo>
                  <a:pt x="1727774" y="1263559"/>
                  <a:pt x="1674382" y="1247072"/>
                  <a:pt x="1660167" y="1236849"/>
                </a:cubicBezTo>
                <a:cubicBezTo>
                  <a:pt x="1541640" y="1221134"/>
                  <a:pt x="1352140" y="1267338"/>
                  <a:pt x="1279827" y="1245307"/>
                </a:cubicBezTo>
                <a:lnTo>
                  <a:pt x="1021737" y="1238739"/>
                </a:lnTo>
                <a:cubicBezTo>
                  <a:pt x="1011829" y="1264670"/>
                  <a:pt x="960483" y="1235921"/>
                  <a:pt x="959820" y="1275863"/>
                </a:cubicBezTo>
                <a:cubicBezTo>
                  <a:pt x="950745" y="1291685"/>
                  <a:pt x="934594" y="1289700"/>
                  <a:pt x="929137" y="1273957"/>
                </a:cubicBezTo>
                <a:cubicBezTo>
                  <a:pt x="909281" y="1275184"/>
                  <a:pt x="894620" y="1293444"/>
                  <a:pt x="878849" y="1266740"/>
                </a:cubicBezTo>
                <a:cubicBezTo>
                  <a:pt x="851668" y="1267510"/>
                  <a:pt x="816599" y="1322523"/>
                  <a:pt x="800667" y="1282041"/>
                </a:cubicBezTo>
                <a:cubicBezTo>
                  <a:pt x="741645" y="1285469"/>
                  <a:pt x="699773" y="1269716"/>
                  <a:pt x="644906" y="1273685"/>
                </a:cubicBezTo>
                <a:cubicBezTo>
                  <a:pt x="541527" y="1321342"/>
                  <a:pt x="446058" y="1236106"/>
                  <a:pt x="379869" y="1339165"/>
                </a:cubicBezTo>
                <a:cubicBezTo>
                  <a:pt x="292000" y="1296022"/>
                  <a:pt x="211611" y="1323804"/>
                  <a:pt x="137696" y="1319217"/>
                </a:cubicBezTo>
                <a:cubicBezTo>
                  <a:pt x="102121" y="1327987"/>
                  <a:pt x="88791" y="1285209"/>
                  <a:pt x="54250" y="1315838"/>
                </a:cubicBezTo>
                <a:cubicBezTo>
                  <a:pt x="49461" y="1305340"/>
                  <a:pt x="39595" y="1300426"/>
                  <a:pt x="28042" y="1297822"/>
                </a:cubicBezTo>
                <a:lnTo>
                  <a:pt x="0" y="1294612"/>
                </a:lnTo>
                <a:lnTo>
                  <a:pt x="0" y="0"/>
                </a:lnTo>
                <a:close/>
              </a:path>
            </a:pathLst>
          </a:custGeom>
          <a:solidFill>
            <a:srgbClr val="82766A">
              <a:alpha val="15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useBgFill="1">
        <p:nvSpPr>
          <p:cNvPr id="20" name="Freeform: Shape 19">
            <a:extLst>
              <a:ext uri="{FF2B5EF4-FFF2-40B4-BE49-F238E27FC236}">
                <a16:creationId xmlns:a16="http://schemas.microsoft.com/office/drawing/2014/main" id="{EF693875-948C-4D9B-AE6F-8F6894277D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307088" y="6114199"/>
            <a:ext cx="6884912" cy="743802"/>
          </a:xfrm>
          <a:custGeom>
            <a:avLst/>
            <a:gdLst>
              <a:gd name="connsiteX0" fmla="*/ 6884912 w 6884912"/>
              <a:gd name="connsiteY0" fmla="*/ 0 h 1161397"/>
              <a:gd name="connsiteX1" fmla="*/ 6884912 w 6884912"/>
              <a:gd name="connsiteY1" fmla="*/ 1161397 h 1161397"/>
              <a:gd name="connsiteX2" fmla="*/ 0 w 6884912"/>
              <a:gd name="connsiteY2" fmla="*/ 1161397 h 1161397"/>
              <a:gd name="connsiteX3" fmla="*/ 27135 w 6884912"/>
              <a:gd name="connsiteY3" fmla="*/ 1147460 h 1161397"/>
              <a:gd name="connsiteX4" fmla="*/ 115388 w 6884912"/>
              <a:gd name="connsiteY4" fmla="*/ 1159043 h 1161397"/>
              <a:gd name="connsiteX5" fmla="*/ 119094 w 6884912"/>
              <a:gd name="connsiteY5" fmla="*/ 1148463 h 1161397"/>
              <a:gd name="connsiteX6" fmla="*/ 171824 w 6884912"/>
              <a:gd name="connsiteY6" fmla="*/ 1133224 h 1161397"/>
              <a:gd name="connsiteX7" fmla="*/ 376455 w 6884912"/>
              <a:gd name="connsiteY7" fmla="*/ 1137381 h 1161397"/>
              <a:gd name="connsiteX8" fmla="*/ 478946 w 6884912"/>
              <a:gd name="connsiteY8" fmla="*/ 1106011 h 1161397"/>
              <a:gd name="connsiteX9" fmla="*/ 512111 w 6884912"/>
              <a:gd name="connsiteY9" fmla="*/ 1085599 h 1161397"/>
              <a:gd name="connsiteX10" fmla="*/ 567875 w 6884912"/>
              <a:gd name="connsiteY10" fmla="*/ 1051976 h 1161397"/>
              <a:gd name="connsiteX11" fmla="*/ 601644 w 6884912"/>
              <a:gd name="connsiteY11" fmla="*/ 1003997 h 1161397"/>
              <a:gd name="connsiteX12" fmla="*/ 651408 w 6884912"/>
              <a:gd name="connsiteY12" fmla="*/ 984938 h 1161397"/>
              <a:gd name="connsiteX13" fmla="*/ 673197 w 6884912"/>
              <a:gd name="connsiteY13" fmla="*/ 1010060 h 1161397"/>
              <a:gd name="connsiteX14" fmla="*/ 723108 w 6884912"/>
              <a:gd name="connsiteY14" fmla="*/ 980081 h 1161397"/>
              <a:gd name="connsiteX15" fmla="*/ 797699 w 6884912"/>
              <a:gd name="connsiteY15" fmla="*/ 931362 h 1161397"/>
              <a:gd name="connsiteX16" fmla="*/ 843359 w 6884912"/>
              <a:gd name="connsiteY16" fmla="*/ 910894 h 1161397"/>
              <a:gd name="connsiteX17" fmla="*/ 965215 w 6884912"/>
              <a:gd name="connsiteY17" fmla="*/ 846701 h 1161397"/>
              <a:gd name="connsiteX18" fmla="*/ 1085080 w 6884912"/>
              <a:gd name="connsiteY18" fmla="*/ 776086 h 1161397"/>
              <a:gd name="connsiteX19" fmla="*/ 1131224 w 6884912"/>
              <a:gd name="connsiteY19" fmla="*/ 706160 h 1161397"/>
              <a:gd name="connsiteX20" fmla="*/ 1138051 w 6884912"/>
              <a:gd name="connsiteY20" fmla="*/ 702034 h 1161397"/>
              <a:gd name="connsiteX21" fmla="*/ 1158800 w 6884912"/>
              <a:gd name="connsiteY21" fmla="*/ 700004 h 1161397"/>
              <a:gd name="connsiteX22" fmla="*/ 1166947 w 6884912"/>
              <a:gd name="connsiteY22" fmla="*/ 700762 h 1161397"/>
              <a:gd name="connsiteX23" fmla="*/ 1178135 w 6884912"/>
              <a:gd name="connsiteY23" fmla="*/ 698631 h 1161397"/>
              <a:gd name="connsiteX24" fmla="*/ 1178301 w 6884912"/>
              <a:gd name="connsiteY24" fmla="*/ 698094 h 1161397"/>
              <a:gd name="connsiteX25" fmla="*/ 1188995 w 6884912"/>
              <a:gd name="connsiteY25" fmla="*/ 697048 h 1161397"/>
              <a:gd name="connsiteX26" fmla="*/ 1242716 w 6884912"/>
              <a:gd name="connsiteY26" fmla="*/ 698052 h 1161397"/>
              <a:gd name="connsiteX27" fmla="*/ 1299977 w 6884912"/>
              <a:gd name="connsiteY27" fmla="*/ 639196 h 1161397"/>
              <a:gd name="connsiteX28" fmla="*/ 1326190 w 6884912"/>
              <a:gd name="connsiteY28" fmla="*/ 625955 h 1161397"/>
              <a:gd name="connsiteX29" fmla="*/ 1339600 w 6884912"/>
              <a:gd name="connsiteY29" fmla="*/ 616295 h 1161397"/>
              <a:gd name="connsiteX30" fmla="*/ 1340054 w 6884912"/>
              <a:gd name="connsiteY30" fmla="*/ 614022 h 1161397"/>
              <a:gd name="connsiteX31" fmla="*/ 1391606 w 6884912"/>
              <a:gd name="connsiteY31" fmla="*/ 615229 h 1161397"/>
              <a:gd name="connsiteX32" fmla="*/ 1397565 w 6884912"/>
              <a:gd name="connsiteY32" fmla="*/ 611490 h 1161397"/>
              <a:gd name="connsiteX33" fmla="*/ 1432302 w 6884912"/>
              <a:gd name="connsiteY33" fmla="*/ 617267 h 1161397"/>
              <a:gd name="connsiteX34" fmla="*/ 1449644 w 6884912"/>
              <a:gd name="connsiteY34" fmla="*/ 617591 h 1161397"/>
              <a:gd name="connsiteX35" fmla="*/ 1455793 w 6884912"/>
              <a:gd name="connsiteY35" fmla="*/ 623174 h 1161397"/>
              <a:gd name="connsiteX36" fmla="*/ 1480758 w 6884912"/>
              <a:gd name="connsiteY36" fmla="*/ 620863 h 1161397"/>
              <a:gd name="connsiteX37" fmla="*/ 1483154 w 6884912"/>
              <a:gd name="connsiteY37" fmla="*/ 618527 h 1161397"/>
              <a:gd name="connsiteX38" fmla="*/ 1505495 w 6884912"/>
              <a:gd name="connsiteY38" fmla="*/ 624325 h 1161397"/>
              <a:gd name="connsiteX39" fmla="*/ 1526340 w 6884912"/>
              <a:gd name="connsiteY39" fmla="*/ 638496 h 1161397"/>
              <a:gd name="connsiteX40" fmla="*/ 1731986 w 6884912"/>
              <a:gd name="connsiteY40" fmla="*/ 589682 h 1161397"/>
              <a:gd name="connsiteX41" fmla="*/ 1927935 w 6884912"/>
              <a:gd name="connsiteY41" fmla="*/ 628540 h 1161397"/>
              <a:gd name="connsiteX42" fmla="*/ 2039075 w 6884912"/>
              <a:gd name="connsiteY42" fmla="*/ 599964 h 1161397"/>
              <a:gd name="connsiteX43" fmla="*/ 2066980 w 6884912"/>
              <a:gd name="connsiteY43" fmla="*/ 550413 h 1161397"/>
              <a:gd name="connsiteX44" fmla="*/ 2352236 w 6884912"/>
              <a:gd name="connsiteY44" fmla="*/ 519602 h 1161397"/>
              <a:gd name="connsiteX45" fmla="*/ 2420791 w 6884912"/>
              <a:gd name="connsiteY45" fmla="*/ 492826 h 1161397"/>
              <a:gd name="connsiteX46" fmla="*/ 2489932 w 6884912"/>
              <a:gd name="connsiteY46" fmla="*/ 507864 h 1161397"/>
              <a:gd name="connsiteX47" fmla="*/ 2512917 w 6884912"/>
              <a:gd name="connsiteY47" fmla="*/ 489127 h 1161397"/>
              <a:gd name="connsiteX48" fmla="*/ 2516783 w 6884912"/>
              <a:gd name="connsiteY48" fmla="*/ 485473 h 1161397"/>
              <a:gd name="connsiteX49" fmla="*/ 2534360 w 6884912"/>
              <a:gd name="connsiteY49" fmla="*/ 480064 h 1161397"/>
              <a:gd name="connsiteX50" fmla="*/ 2536691 w 6884912"/>
              <a:gd name="connsiteY50" fmla="*/ 467018 h 1161397"/>
              <a:gd name="connsiteX51" fmla="*/ 2561265 w 6884912"/>
              <a:gd name="connsiteY51" fmla="*/ 450623 h 1161397"/>
              <a:gd name="connsiteX52" fmla="*/ 2594349 w 6884912"/>
              <a:gd name="connsiteY52" fmla="*/ 443884 h 1161397"/>
              <a:gd name="connsiteX53" fmla="*/ 2754324 w 6884912"/>
              <a:gd name="connsiteY53" fmla="*/ 424766 h 1161397"/>
              <a:gd name="connsiteX54" fmla="*/ 2848470 w 6884912"/>
              <a:gd name="connsiteY54" fmla="*/ 405966 h 1161397"/>
              <a:gd name="connsiteX55" fmla="*/ 2881772 w 6884912"/>
              <a:gd name="connsiteY55" fmla="*/ 387260 h 1161397"/>
              <a:gd name="connsiteX56" fmla="*/ 2929932 w 6884912"/>
              <a:gd name="connsiteY56" fmla="*/ 368912 h 1161397"/>
              <a:gd name="connsiteX57" fmla="*/ 3013020 w 6884912"/>
              <a:gd name="connsiteY57" fmla="*/ 327578 h 1161397"/>
              <a:gd name="connsiteX58" fmla="*/ 3127968 w 6884912"/>
              <a:gd name="connsiteY58" fmla="*/ 287613 h 1161397"/>
              <a:gd name="connsiteX59" fmla="*/ 3222191 w 6884912"/>
              <a:gd name="connsiteY59" fmla="*/ 307887 h 1161397"/>
              <a:gd name="connsiteX60" fmla="*/ 3227953 w 6884912"/>
              <a:gd name="connsiteY60" fmla="*/ 297650 h 1161397"/>
              <a:gd name="connsiteX61" fmla="*/ 3287859 w 6884912"/>
              <a:gd name="connsiteY61" fmla="*/ 287558 h 1161397"/>
              <a:gd name="connsiteX62" fmla="*/ 3510042 w 6884912"/>
              <a:gd name="connsiteY62" fmla="*/ 311820 h 1161397"/>
              <a:gd name="connsiteX63" fmla="*/ 3626773 w 6884912"/>
              <a:gd name="connsiteY63" fmla="*/ 290452 h 1161397"/>
              <a:gd name="connsiteX64" fmla="*/ 3666217 w 6884912"/>
              <a:gd name="connsiteY64" fmla="*/ 273255 h 1161397"/>
              <a:gd name="connsiteX65" fmla="*/ 3732427 w 6884912"/>
              <a:gd name="connsiteY65" fmla="*/ 245039 h 1161397"/>
              <a:gd name="connsiteX66" fmla="*/ 3777022 w 6884912"/>
              <a:gd name="connsiteY66" fmla="*/ 200276 h 1161397"/>
              <a:gd name="connsiteX67" fmla="*/ 3791246 w 6884912"/>
              <a:gd name="connsiteY67" fmla="*/ 189996 h 1161397"/>
              <a:gd name="connsiteX68" fmla="*/ 3819864 w 6884912"/>
              <a:gd name="connsiteY68" fmla="*/ 194605 h 1161397"/>
              <a:gd name="connsiteX69" fmla="*/ 3830398 w 6884912"/>
              <a:gd name="connsiteY69" fmla="*/ 188383 h 1161397"/>
              <a:gd name="connsiteX70" fmla="*/ 3834360 w 6884912"/>
              <a:gd name="connsiteY70" fmla="*/ 188992 h 1161397"/>
              <a:gd name="connsiteX71" fmla="*/ 3843715 w 6884912"/>
              <a:gd name="connsiteY71" fmla="*/ 188752 h 1161397"/>
              <a:gd name="connsiteX72" fmla="*/ 3842609 w 6884912"/>
              <a:gd name="connsiteY72" fmla="*/ 197386 h 1161397"/>
              <a:gd name="connsiteX73" fmla="*/ 3853961 w 6884912"/>
              <a:gd name="connsiteY73" fmla="*/ 213380 h 1161397"/>
              <a:gd name="connsiteX74" fmla="*/ 3907640 w 6884912"/>
              <a:gd name="connsiteY74" fmla="*/ 207568 h 1161397"/>
              <a:gd name="connsiteX75" fmla="*/ 3910449 w 6884912"/>
              <a:gd name="connsiteY75" fmla="*/ 197808 h 1161397"/>
              <a:gd name="connsiteX76" fmla="*/ 3917197 w 6884912"/>
              <a:gd name="connsiteY76" fmla="*/ 196121 h 1161397"/>
              <a:gd name="connsiteX77" fmla="*/ 3922400 w 6884912"/>
              <a:gd name="connsiteY77" fmla="*/ 205056 h 1161397"/>
              <a:gd name="connsiteX78" fmla="*/ 4013061 w 6884912"/>
              <a:gd name="connsiteY78" fmla="*/ 224874 h 1161397"/>
              <a:gd name="connsiteX79" fmla="*/ 4134285 w 6884912"/>
              <a:gd name="connsiteY79" fmla="*/ 235592 h 1161397"/>
              <a:gd name="connsiteX80" fmla="*/ 4220717 w 6884912"/>
              <a:gd name="connsiteY80" fmla="*/ 192946 h 1161397"/>
              <a:gd name="connsiteX81" fmla="*/ 4228802 w 6884912"/>
              <a:gd name="connsiteY81" fmla="*/ 201468 h 1161397"/>
              <a:gd name="connsiteX82" fmla="*/ 4289361 w 6884912"/>
              <a:gd name="connsiteY82" fmla="*/ 196642 h 1161397"/>
              <a:gd name="connsiteX83" fmla="*/ 4498913 w 6884912"/>
              <a:gd name="connsiteY83" fmla="*/ 118915 h 1161397"/>
              <a:gd name="connsiteX84" fmla="*/ 4617330 w 6884912"/>
              <a:gd name="connsiteY84" fmla="*/ 111163 h 1161397"/>
              <a:gd name="connsiteX85" fmla="*/ 4659778 w 6884912"/>
              <a:gd name="connsiteY85" fmla="*/ 118219 h 1161397"/>
              <a:gd name="connsiteX86" fmla="*/ 4730870 w 6884912"/>
              <a:gd name="connsiteY86" fmla="*/ 129432 h 1161397"/>
              <a:gd name="connsiteX87" fmla="*/ 4785037 w 6884912"/>
              <a:gd name="connsiteY87" fmla="*/ 161964 h 1161397"/>
              <a:gd name="connsiteX88" fmla="*/ 4844073 w 6884912"/>
              <a:gd name="connsiteY88" fmla="*/ 161768 h 1161397"/>
              <a:gd name="connsiteX89" fmla="*/ 4856454 w 6884912"/>
              <a:gd name="connsiteY89" fmla="*/ 130488 h 1161397"/>
              <a:gd name="connsiteX90" fmla="*/ 4920038 w 6884912"/>
              <a:gd name="connsiteY90" fmla="*/ 140418 h 1161397"/>
              <a:gd name="connsiteX91" fmla="*/ 5016639 w 6884912"/>
              <a:gd name="connsiteY91" fmla="*/ 158905 h 1161397"/>
              <a:gd name="connsiteX92" fmla="*/ 5072009 w 6884912"/>
              <a:gd name="connsiteY92" fmla="*/ 161502 h 1161397"/>
              <a:gd name="connsiteX93" fmla="*/ 5223626 w 6884912"/>
              <a:gd name="connsiteY93" fmla="*/ 177356 h 1161397"/>
              <a:gd name="connsiteX94" fmla="*/ 5375773 w 6884912"/>
              <a:gd name="connsiteY94" fmla="*/ 199913 h 1161397"/>
              <a:gd name="connsiteX95" fmla="*/ 5467502 w 6884912"/>
              <a:gd name="connsiteY95" fmla="*/ 250963 h 1161397"/>
              <a:gd name="connsiteX96" fmla="*/ 5592395 w 6884912"/>
              <a:gd name="connsiteY96" fmla="*/ 265434 h 1161397"/>
              <a:gd name="connsiteX97" fmla="*/ 5613532 w 6884912"/>
              <a:gd name="connsiteY97" fmla="*/ 273379 h 1161397"/>
              <a:gd name="connsiteX98" fmla="*/ 5642173 w 6884912"/>
              <a:gd name="connsiteY98" fmla="*/ 266904 h 1161397"/>
              <a:gd name="connsiteX99" fmla="*/ 5756910 w 6884912"/>
              <a:gd name="connsiteY99" fmla="*/ 239211 h 1161397"/>
              <a:gd name="connsiteX100" fmla="*/ 5846667 w 6884912"/>
              <a:gd name="connsiteY100" fmla="*/ 201786 h 1161397"/>
              <a:gd name="connsiteX101" fmla="*/ 5960732 w 6884912"/>
              <a:gd name="connsiteY101" fmla="*/ 220708 h 1161397"/>
              <a:gd name="connsiteX102" fmla="*/ 6029542 w 6884912"/>
              <a:gd name="connsiteY102" fmla="*/ 210339 h 1161397"/>
              <a:gd name="connsiteX103" fmla="*/ 6141123 w 6884912"/>
              <a:gd name="connsiteY103" fmla="*/ 159923 h 1161397"/>
              <a:gd name="connsiteX104" fmla="*/ 6290640 w 6884912"/>
              <a:gd name="connsiteY104" fmla="*/ 167441 h 1161397"/>
              <a:gd name="connsiteX105" fmla="*/ 6322806 w 6884912"/>
              <a:gd name="connsiteY105" fmla="*/ 213293 h 1161397"/>
              <a:gd name="connsiteX106" fmla="*/ 6364914 w 6884912"/>
              <a:gd name="connsiteY106" fmla="*/ 240140 h 1161397"/>
              <a:gd name="connsiteX107" fmla="*/ 6380420 w 6884912"/>
              <a:gd name="connsiteY107" fmla="*/ 173195 h 1161397"/>
              <a:gd name="connsiteX108" fmla="*/ 6507891 w 6884912"/>
              <a:gd name="connsiteY108" fmla="*/ 118474 h 1161397"/>
              <a:gd name="connsiteX109" fmla="*/ 6571807 w 6884912"/>
              <a:gd name="connsiteY109" fmla="*/ 98636 h 1161397"/>
              <a:gd name="connsiteX110" fmla="*/ 6671880 w 6884912"/>
              <a:gd name="connsiteY110" fmla="*/ 82931 h 1161397"/>
              <a:gd name="connsiteX111" fmla="*/ 6702266 w 6884912"/>
              <a:gd name="connsiteY111" fmla="*/ 75470 h 1161397"/>
              <a:gd name="connsiteX112" fmla="*/ 6845802 w 6884912"/>
              <a:gd name="connsiteY112" fmla="*/ 24496 h 11613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Lst>
            <a:rect l="l" t="t" r="r" b="b"/>
            <a:pathLst>
              <a:path w="6884912" h="1161397">
                <a:moveTo>
                  <a:pt x="6884912" y="0"/>
                </a:moveTo>
                <a:lnTo>
                  <a:pt x="6884912" y="1161397"/>
                </a:lnTo>
                <a:lnTo>
                  <a:pt x="0" y="1161397"/>
                </a:lnTo>
                <a:lnTo>
                  <a:pt x="27135" y="1147460"/>
                </a:lnTo>
                <a:cubicBezTo>
                  <a:pt x="57431" y="1167048"/>
                  <a:pt x="61886" y="1135904"/>
                  <a:pt x="115388" y="1159043"/>
                </a:cubicBezTo>
                <a:cubicBezTo>
                  <a:pt x="116121" y="1155340"/>
                  <a:pt x="117370" y="1151777"/>
                  <a:pt x="119094" y="1148463"/>
                </a:cubicBezTo>
                <a:cubicBezTo>
                  <a:pt x="129121" y="1129214"/>
                  <a:pt x="152727" y="1122391"/>
                  <a:pt x="171824" y="1133224"/>
                </a:cubicBezTo>
                <a:cubicBezTo>
                  <a:pt x="254344" y="1161369"/>
                  <a:pt x="315458" y="1143220"/>
                  <a:pt x="376455" y="1137381"/>
                </a:cubicBezTo>
                <a:cubicBezTo>
                  <a:pt x="443775" y="1125614"/>
                  <a:pt x="382885" y="1083927"/>
                  <a:pt x="478946" y="1106011"/>
                </a:cubicBezTo>
                <a:cubicBezTo>
                  <a:pt x="481662" y="1085172"/>
                  <a:pt x="491731" y="1081489"/>
                  <a:pt x="512111" y="1085599"/>
                </a:cubicBezTo>
                <a:cubicBezTo>
                  <a:pt x="544368" y="1078502"/>
                  <a:pt x="526559" y="1032754"/>
                  <a:pt x="567875" y="1051976"/>
                </a:cubicBezTo>
                <a:cubicBezTo>
                  <a:pt x="553871" y="1028602"/>
                  <a:pt x="624901" y="1025930"/>
                  <a:pt x="601644" y="1003997"/>
                </a:cubicBezTo>
                <a:cubicBezTo>
                  <a:pt x="614803" y="975652"/>
                  <a:pt x="637415" y="1010272"/>
                  <a:pt x="651408" y="984938"/>
                </a:cubicBezTo>
                <a:cubicBezTo>
                  <a:pt x="673042" y="974024"/>
                  <a:pt x="646948" y="1015207"/>
                  <a:pt x="673197" y="1010060"/>
                </a:cubicBezTo>
                <a:cubicBezTo>
                  <a:pt x="703527" y="999318"/>
                  <a:pt x="718626" y="1045053"/>
                  <a:pt x="723108" y="980081"/>
                </a:cubicBezTo>
                <a:cubicBezTo>
                  <a:pt x="760262" y="985126"/>
                  <a:pt x="757827" y="957145"/>
                  <a:pt x="797699" y="931362"/>
                </a:cubicBezTo>
                <a:cubicBezTo>
                  <a:pt x="821097" y="940623"/>
                  <a:pt x="833565" y="929189"/>
                  <a:pt x="843359" y="910894"/>
                </a:cubicBezTo>
                <a:cubicBezTo>
                  <a:pt x="887668" y="902160"/>
                  <a:pt x="919738" y="869376"/>
                  <a:pt x="965215" y="846701"/>
                </a:cubicBezTo>
                <a:cubicBezTo>
                  <a:pt x="1023081" y="848019"/>
                  <a:pt x="1036422" y="800154"/>
                  <a:pt x="1085080" y="776086"/>
                </a:cubicBezTo>
                <a:cubicBezTo>
                  <a:pt x="1140763" y="795544"/>
                  <a:pt x="1110309" y="730471"/>
                  <a:pt x="1131224" y="706160"/>
                </a:cubicBezTo>
                <a:lnTo>
                  <a:pt x="1138051" y="702034"/>
                </a:lnTo>
                <a:lnTo>
                  <a:pt x="1158800" y="700004"/>
                </a:lnTo>
                <a:lnTo>
                  <a:pt x="1166947" y="700762"/>
                </a:lnTo>
                <a:cubicBezTo>
                  <a:pt x="1172432" y="700717"/>
                  <a:pt x="1175913" y="699961"/>
                  <a:pt x="1178135" y="698631"/>
                </a:cubicBezTo>
                <a:lnTo>
                  <a:pt x="1178301" y="698094"/>
                </a:lnTo>
                <a:lnTo>
                  <a:pt x="1188995" y="697048"/>
                </a:lnTo>
                <a:cubicBezTo>
                  <a:pt x="1207294" y="696390"/>
                  <a:pt x="1225337" y="696802"/>
                  <a:pt x="1242716" y="698052"/>
                </a:cubicBezTo>
                <a:cubicBezTo>
                  <a:pt x="1250387" y="668345"/>
                  <a:pt x="1318259" y="689091"/>
                  <a:pt x="1299977" y="639196"/>
                </a:cubicBezTo>
                <a:cubicBezTo>
                  <a:pt x="1323072" y="639367"/>
                  <a:pt x="1341279" y="658105"/>
                  <a:pt x="1326190" y="625955"/>
                </a:cubicBezTo>
                <a:cubicBezTo>
                  <a:pt x="1333572" y="625050"/>
                  <a:pt x="1337406" y="621362"/>
                  <a:pt x="1339600" y="616295"/>
                </a:cubicBezTo>
                <a:lnTo>
                  <a:pt x="1340054" y="614022"/>
                </a:lnTo>
                <a:lnTo>
                  <a:pt x="1391606" y="615229"/>
                </a:lnTo>
                <a:lnTo>
                  <a:pt x="1397565" y="611490"/>
                </a:lnTo>
                <a:lnTo>
                  <a:pt x="1432302" y="617267"/>
                </a:lnTo>
                <a:lnTo>
                  <a:pt x="1449644" y="617591"/>
                </a:lnTo>
                <a:lnTo>
                  <a:pt x="1455793" y="623174"/>
                </a:lnTo>
                <a:cubicBezTo>
                  <a:pt x="1461744" y="626151"/>
                  <a:pt x="1469373" y="626493"/>
                  <a:pt x="1480758" y="620863"/>
                </a:cubicBezTo>
                <a:lnTo>
                  <a:pt x="1483154" y="618527"/>
                </a:lnTo>
                <a:lnTo>
                  <a:pt x="1505495" y="624325"/>
                </a:lnTo>
                <a:cubicBezTo>
                  <a:pt x="1512992" y="627532"/>
                  <a:pt x="1520025" y="632078"/>
                  <a:pt x="1526340" y="638496"/>
                </a:cubicBezTo>
                <a:cubicBezTo>
                  <a:pt x="1586113" y="586768"/>
                  <a:pt x="1659006" y="610309"/>
                  <a:pt x="1731986" y="589682"/>
                </a:cubicBezTo>
                <a:cubicBezTo>
                  <a:pt x="1750397" y="523106"/>
                  <a:pt x="1896056" y="573257"/>
                  <a:pt x="1927935" y="628540"/>
                </a:cubicBezTo>
                <a:cubicBezTo>
                  <a:pt x="1912854" y="559823"/>
                  <a:pt x="2112261" y="676347"/>
                  <a:pt x="2039075" y="599964"/>
                </a:cubicBezTo>
                <a:cubicBezTo>
                  <a:pt x="2066036" y="601198"/>
                  <a:pt x="2086366" y="569532"/>
                  <a:pt x="2066980" y="550413"/>
                </a:cubicBezTo>
                <a:cubicBezTo>
                  <a:pt x="2155364" y="582582"/>
                  <a:pt x="2259548" y="514786"/>
                  <a:pt x="2352236" y="519602"/>
                </a:cubicBezTo>
                <a:cubicBezTo>
                  <a:pt x="2388450" y="459394"/>
                  <a:pt x="2373298" y="511682"/>
                  <a:pt x="2420791" y="492826"/>
                </a:cubicBezTo>
                <a:cubicBezTo>
                  <a:pt x="2417962" y="542563"/>
                  <a:pt x="2475071" y="455098"/>
                  <a:pt x="2489932" y="507864"/>
                </a:cubicBezTo>
                <a:cubicBezTo>
                  <a:pt x="2498105" y="502761"/>
                  <a:pt x="2505553" y="496153"/>
                  <a:pt x="2512917" y="489127"/>
                </a:cubicBezTo>
                <a:lnTo>
                  <a:pt x="2516783" y="485473"/>
                </a:lnTo>
                <a:lnTo>
                  <a:pt x="2534360" y="480064"/>
                </a:lnTo>
                <a:lnTo>
                  <a:pt x="2536691" y="467018"/>
                </a:lnTo>
                <a:lnTo>
                  <a:pt x="2561265" y="450623"/>
                </a:lnTo>
                <a:cubicBezTo>
                  <a:pt x="2570872" y="446262"/>
                  <a:pt x="2581686" y="443655"/>
                  <a:pt x="2594349" y="443884"/>
                </a:cubicBezTo>
                <a:cubicBezTo>
                  <a:pt x="2640435" y="464638"/>
                  <a:pt x="2696955" y="396361"/>
                  <a:pt x="2754324" y="424766"/>
                </a:cubicBezTo>
                <a:cubicBezTo>
                  <a:pt x="2775130" y="430896"/>
                  <a:pt x="2837731" y="423458"/>
                  <a:pt x="2848470" y="405966"/>
                </a:cubicBezTo>
                <a:cubicBezTo>
                  <a:pt x="2861295" y="401100"/>
                  <a:pt x="2876936" y="405309"/>
                  <a:pt x="2881772" y="387260"/>
                </a:cubicBezTo>
                <a:cubicBezTo>
                  <a:pt x="2890299" y="365261"/>
                  <a:pt x="2938134" y="392997"/>
                  <a:pt x="2929932" y="368912"/>
                </a:cubicBezTo>
                <a:cubicBezTo>
                  <a:pt x="2963844" y="387799"/>
                  <a:pt x="2986550" y="341223"/>
                  <a:pt x="3013020" y="327578"/>
                </a:cubicBezTo>
                <a:cubicBezTo>
                  <a:pt x="3040041" y="346996"/>
                  <a:pt x="3068934" y="299222"/>
                  <a:pt x="3127968" y="287613"/>
                </a:cubicBezTo>
                <a:cubicBezTo>
                  <a:pt x="3157770" y="310215"/>
                  <a:pt x="3167695" y="279445"/>
                  <a:pt x="3222191" y="307887"/>
                </a:cubicBezTo>
                <a:cubicBezTo>
                  <a:pt x="3223593" y="304249"/>
                  <a:pt x="3225533" y="300801"/>
                  <a:pt x="3227953" y="297650"/>
                </a:cubicBezTo>
                <a:cubicBezTo>
                  <a:pt x="3242008" y="279345"/>
                  <a:pt x="3268831" y="274825"/>
                  <a:pt x="3287859" y="287558"/>
                </a:cubicBezTo>
                <a:cubicBezTo>
                  <a:pt x="3373144" y="323866"/>
                  <a:pt x="3442657" y="311681"/>
                  <a:pt x="3510042" y="311820"/>
                </a:cubicBezTo>
                <a:cubicBezTo>
                  <a:pt x="3585274" y="306641"/>
                  <a:pt x="3525753" y="258887"/>
                  <a:pt x="3626773" y="290452"/>
                </a:cubicBezTo>
                <a:cubicBezTo>
                  <a:pt x="3633124" y="269835"/>
                  <a:pt x="3644693" y="267134"/>
                  <a:pt x="3666217" y="273255"/>
                </a:cubicBezTo>
                <a:cubicBezTo>
                  <a:pt x="3702502" y="269310"/>
                  <a:pt x="3690563" y="221720"/>
                  <a:pt x="3732427" y="245039"/>
                </a:cubicBezTo>
                <a:cubicBezTo>
                  <a:pt x="3720985" y="220241"/>
                  <a:pt x="3798776" y="224539"/>
                  <a:pt x="3777022" y="200276"/>
                </a:cubicBezTo>
                <a:cubicBezTo>
                  <a:pt x="3781759" y="193499"/>
                  <a:pt x="3786499" y="190723"/>
                  <a:pt x="3791246" y="189996"/>
                </a:cubicBezTo>
                <a:cubicBezTo>
                  <a:pt x="3800740" y="188542"/>
                  <a:pt x="3810265" y="195284"/>
                  <a:pt x="3819864" y="194605"/>
                </a:cubicBezTo>
                <a:lnTo>
                  <a:pt x="3830398" y="188383"/>
                </a:lnTo>
                <a:lnTo>
                  <a:pt x="3834360" y="188992"/>
                </a:lnTo>
                <a:lnTo>
                  <a:pt x="3843715" y="188752"/>
                </a:lnTo>
                <a:lnTo>
                  <a:pt x="3842609" y="197386"/>
                </a:lnTo>
                <a:cubicBezTo>
                  <a:pt x="3840673" y="205638"/>
                  <a:pt x="3839248" y="214671"/>
                  <a:pt x="3853961" y="213380"/>
                </a:cubicBezTo>
                <a:cubicBezTo>
                  <a:pt x="3884396" y="206569"/>
                  <a:pt x="3895082" y="241941"/>
                  <a:pt x="3907640" y="207568"/>
                </a:cubicBezTo>
                <a:lnTo>
                  <a:pt x="3910449" y="197808"/>
                </a:lnTo>
                <a:lnTo>
                  <a:pt x="3917197" y="196121"/>
                </a:lnTo>
                <a:cubicBezTo>
                  <a:pt x="3920833" y="196372"/>
                  <a:pt x="3922919" y="198717"/>
                  <a:pt x="3922400" y="205056"/>
                </a:cubicBezTo>
                <a:cubicBezTo>
                  <a:pt x="3950680" y="178467"/>
                  <a:pt x="3984062" y="218098"/>
                  <a:pt x="4013061" y="224874"/>
                </a:cubicBezTo>
                <a:cubicBezTo>
                  <a:pt x="4034530" y="199451"/>
                  <a:pt x="4074202" y="238734"/>
                  <a:pt x="4134285" y="235592"/>
                </a:cubicBezTo>
                <a:cubicBezTo>
                  <a:pt x="4157674" y="206403"/>
                  <a:pt x="4174806" y="233822"/>
                  <a:pt x="4220717" y="192946"/>
                </a:cubicBezTo>
                <a:cubicBezTo>
                  <a:pt x="4222964" y="196132"/>
                  <a:pt x="4225687" y="199002"/>
                  <a:pt x="4228802" y="201468"/>
                </a:cubicBezTo>
                <a:cubicBezTo>
                  <a:pt x="4246898" y="215792"/>
                  <a:pt x="4274013" y="213632"/>
                  <a:pt x="4289361" y="196642"/>
                </a:cubicBezTo>
                <a:cubicBezTo>
                  <a:pt x="4363212" y="140627"/>
                  <a:pt x="4433598" y="135488"/>
                  <a:pt x="4498913" y="118915"/>
                </a:cubicBezTo>
                <a:cubicBezTo>
                  <a:pt x="4573135" y="105586"/>
                  <a:pt x="4527062" y="166416"/>
                  <a:pt x="4617330" y="111163"/>
                </a:cubicBezTo>
                <a:cubicBezTo>
                  <a:pt x="4628518" y="129608"/>
                  <a:pt x="4640397" y="129405"/>
                  <a:pt x="4659778" y="118219"/>
                </a:cubicBezTo>
                <a:cubicBezTo>
                  <a:pt x="4695929" y="113193"/>
                  <a:pt x="4695958" y="162259"/>
                  <a:pt x="4730870" y="129432"/>
                </a:cubicBezTo>
                <a:cubicBezTo>
                  <a:pt x="4725822" y="156271"/>
                  <a:pt x="4800214" y="133127"/>
                  <a:pt x="4785037" y="161964"/>
                </a:cubicBezTo>
                <a:cubicBezTo>
                  <a:pt x="4810025" y="183633"/>
                  <a:pt x="4819434" y="143205"/>
                  <a:pt x="4844073" y="161768"/>
                </a:cubicBezTo>
                <a:cubicBezTo>
                  <a:pt x="4870797" y="164132"/>
                  <a:pt x="4827288" y="135164"/>
                  <a:pt x="4856454" y="130488"/>
                </a:cubicBezTo>
                <a:cubicBezTo>
                  <a:pt x="4892086" y="129553"/>
                  <a:pt x="4889263" y="81477"/>
                  <a:pt x="4920038" y="140418"/>
                </a:cubicBezTo>
                <a:cubicBezTo>
                  <a:pt x="4956358" y="122308"/>
                  <a:pt x="4965108" y="149263"/>
                  <a:pt x="5016639" y="158905"/>
                </a:cubicBezTo>
                <a:cubicBezTo>
                  <a:pt x="5037063" y="141828"/>
                  <a:pt x="5054534" y="147986"/>
                  <a:pt x="5072009" y="161502"/>
                </a:cubicBezTo>
                <a:cubicBezTo>
                  <a:pt x="5121260" y="153653"/>
                  <a:pt x="5167555" y="172635"/>
                  <a:pt x="5223626" y="177356"/>
                </a:cubicBezTo>
                <a:cubicBezTo>
                  <a:pt x="5282824" y="155243"/>
                  <a:pt x="5315859" y="195041"/>
                  <a:pt x="5375773" y="199913"/>
                </a:cubicBezTo>
                <a:cubicBezTo>
                  <a:pt x="5432511" y="156218"/>
                  <a:pt x="5417550" y="256036"/>
                  <a:pt x="5467502" y="250963"/>
                </a:cubicBezTo>
                <a:cubicBezTo>
                  <a:pt x="5547124" y="209975"/>
                  <a:pt x="5467171" y="283839"/>
                  <a:pt x="5592395" y="265434"/>
                </a:cubicBezTo>
                <a:cubicBezTo>
                  <a:pt x="5599201" y="258867"/>
                  <a:pt x="5614752" y="264706"/>
                  <a:pt x="5613532" y="273379"/>
                </a:cubicBezTo>
                <a:cubicBezTo>
                  <a:pt x="5621390" y="270408"/>
                  <a:pt x="5639720" y="253173"/>
                  <a:pt x="5642173" y="266904"/>
                </a:cubicBezTo>
                <a:cubicBezTo>
                  <a:pt x="5682296" y="267049"/>
                  <a:pt x="5721812" y="257513"/>
                  <a:pt x="5756910" y="239211"/>
                </a:cubicBezTo>
                <a:cubicBezTo>
                  <a:pt x="5834998" y="260050"/>
                  <a:pt x="5790596" y="197229"/>
                  <a:pt x="5846667" y="201786"/>
                </a:cubicBezTo>
                <a:cubicBezTo>
                  <a:pt x="5892444" y="227312"/>
                  <a:pt x="5908324" y="204527"/>
                  <a:pt x="5960732" y="220708"/>
                </a:cubicBezTo>
                <a:cubicBezTo>
                  <a:pt x="5977124" y="175349"/>
                  <a:pt x="6009640" y="223654"/>
                  <a:pt x="6029542" y="210339"/>
                </a:cubicBezTo>
                <a:cubicBezTo>
                  <a:pt x="6063108" y="261420"/>
                  <a:pt x="6107411" y="160034"/>
                  <a:pt x="6141123" y="159923"/>
                </a:cubicBezTo>
                <a:cubicBezTo>
                  <a:pt x="6198068" y="167749"/>
                  <a:pt x="6260628" y="219715"/>
                  <a:pt x="6290640" y="167441"/>
                </a:cubicBezTo>
                <a:cubicBezTo>
                  <a:pt x="6295193" y="188689"/>
                  <a:pt x="6290494" y="217816"/>
                  <a:pt x="6322806" y="213293"/>
                </a:cubicBezTo>
                <a:cubicBezTo>
                  <a:pt x="6335911" y="223881"/>
                  <a:pt x="6338726" y="256581"/>
                  <a:pt x="6364914" y="240140"/>
                </a:cubicBezTo>
                <a:cubicBezTo>
                  <a:pt x="6331888" y="211628"/>
                  <a:pt x="6385856" y="207033"/>
                  <a:pt x="6380420" y="173195"/>
                </a:cubicBezTo>
                <a:cubicBezTo>
                  <a:pt x="6420580" y="151473"/>
                  <a:pt x="6513519" y="179296"/>
                  <a:pt x="6507891" y="118474"/>
                </a:cubicBezTo>
                <a:cubicBezTo>
                  <a:pt x="6519398" y="82452"/>
                  <a:pt x="6571830" y="137398"/>
                  <a:pt x="6571807" y="98636"/>
                </a:cubicBezTo>
                <a:cubicBezTo>
                  <a:pt x="6594702" y="123421"/>
                  <a:pt x="6634676" y="82071"/>
                  <a:pt x="6671880" y="82931"/>
                </a:cubicBezTo>
                <a:cubicBezTo>
                  <a:pt x="6678855" y="65407"/>
                  <a:pt x="6687415" y="66196"/>
                  <a:pt x="6702266" y="75470"/>
                </a:cubicBezTo>
                <a:cubicBezTo>
                  <a:pt x="6747004" y="78450"/>
                  <a:pt x="6798307" y="53072"/>
                  <a:pt x="6845802" y="24496"/>
                </a:cubicBezTo>
                <a:close/>
              </a:path>
            </a:pathLst>
          </a:custGeom>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Freeform: Shape 21">
            <a:extLst>
              <a:ext uri="{FF2B5EF4-FFF2-40B4-BE49-F238E27FC236}">
                <a16:creationId xmlns:a16="http://schemas.microsoft.com/office/drawing/2014/main" id="{D8CF630E-BC57-4786-8B1F-C22C04E8699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307088" y="6114200"/>
            <a:ext cx="6884912" cy="743802"/>
          </a:xfrm>
          <a:custGeom>
            <a:avLst/>
            <a:gdLst>
              <a:gd name="connsiteX0" fmla="*/ 6884912 w 6884912"/>
              <a:gd name="connsiteY0" fmla="*/ 0 h 1161397"/>
              <a:gd name="connsiteX1" fmla="*/ 6884912 w 6884912"/>
              <a:gd name="connsiteY1" fmla="*/ 1161397 h 1161397"/>
              <a:gd name="connsiteX2" fmla="*/ 0 w 6884912"/>
              <a:gd name="connsiteY2" fmla="*/ 1161397 h 1161397"/>
              <a:gd name="connsiteX3" fmla="*/ 27135 w 6884912"/>
              <a:gd name="connsiteY3" fmla="*/ 1147460 h 1161397"/>
              <a:gd name="connsiteX4" fmla="*/ 115388 w 6884912"/>
              <a:gd name="connsiteY4" fmla="*/ 1159043 h 1161397"/>
              <a:gd name="connsiteX5" fmla="*/ 119094 w 6884912"/>
              <a:gd name="connsiteY5" fmla="*/ 1148463 h 1161397"/>
              <a:gd name="connsiteX6" fmla="*/ 171824 w 6884912"/>
              <a:gd name="connsiteY6" fmla="*/ 1133224 h 1161397"/>
              <a:gd name="connsiteX7" fmla="*/ 376455 w 6884912"/>
              <a:gd name="connsiteY7" fmla="*/ 1137381 h 1161397"/>
              <a:gd name="connsiteX8" fmla="*/ 478946 w 6884912"/>
              <a:gd name="connsiteY8" fmla="*/ 1106011 h 1161397"/>
              <a:gd name="connsiteX9" fmla="*/ 512111 w 6884912"/>
              <a:gd name="connsiteY9" fmla="*/ 1085599 h 1161397"/>
              <a:gd name="connsiteX10" fmla="*/ 567875 w 6884912"/>
              <a:gd name="connsiteY10" fmla="*/ 1051976 h 1161397"/>
              <a:gd name="connsiteX11" fmla="*/ 601644 w 6884912"/>
              <a:gd name="connsiteY11" fmla="*/ 1003997 h 1161397"/>
              <a:gd name="connsiteX12" fmla="*/ 651408 w 6884912"/>
              <a:gd name="connsiteY12" fmla="*/ 984938 h 1161397"/>
              <a:gd name="connsiteX13" fmla="*/ 673197 w 6884912"/>
              <a:gd name="connsiteY13" fmla="*/ 1010060 h 1161397"/>
              <a:gd name="connsiteX14" fmla="*/ 723108 w 6884912"/>
              <a:gd name="connsiteY14" fmla="*/ 980081 h 1161397"/>
              <a:gd name="connsiteX15" fmla="*/ 797699 w 6884912"/>
              <a:gd name="connsiteY15" fmla="*/ 931362 h 1161397"/>
              <a:gd name="connsiteX16" fmla="*/ 843359 w 6884912"/>
              <a:gd name="connsiteY16" fmla="*/ 910894 h 1161397"/>
              <a:gd name="connsiteX17" fmla="*/ 965215 w 6884912"/>
              <a:gd name="connsiteY17" fmla="*/ 846701 h 1161397"/>
              <a:gd name="connsiteX18" fmla="*/ 1085080 w 6884912"/>
              <a:gd name="connsiteY18" fmla="*/ 776086 h 1161397"/>
              <a:gd name="connsiteX19" fmla="*/ 1131224 w 6884912"/>
              <a:gd name="connsiteY19" fmla="*/ 706160 h 1161397"/>
              <a:gd name="connsiteX20" fmla="*/ 1138051 w 6884912"/>
              <a:gd name="connsiteY20" fmla="*/ 702034 h 1161397"/>
              <a:gd name="connsiteX21" fmla="*/ 1158800 w 6884912"/>
              <a:gd name="connsiteY21" fmla="*/ 700004 h 1161397"/>
              <a:gd name="connsiteX22" fmla="*/ 1166947 w 6884912"/>
              <a:gd name="connsiteY22" fmla="*/ 700762 h 1161397"/>
              <a:gd name="connsiteX23" fmla="*/ 1178135 w 6884912"/>
              <a:gd name="connsiteY23" fmla="*/ 698631 h 1161397"/>
              <a:gd name="connsiteX24" fmla="*/ 1178301 w 6884912"/>
              <a:gd name="connsiteY24" fmla="*/ 698094 h 1161397"/>
              <a:gd name="connsiteX25" fmla="*/ 1188995 w 6884912"/>
              <a:gd name="connsiteY25" fmla="*/ 697048 h 1161397"/>
              <a:gd name="connsiteX26" fmla="*/ 1242716 w 6884912"/>
              <a:gd name="connsiteY26" fmla="*/ 698052 h 1161397"/>
              <a:gd name="connsiteX27" fmla="*/ 1299977 w 6884912"/>
              <a:gd name="connsiteY27" fmla="*/ 639196 h 1161397"/>
              <a:gd name="connsiteX28" fmla="*/ 1326190 w 6884912"/>
              <a:gd name="connsiteY28" fmla="*/ 625955 h 1161397"/>
              <a:gd name="connsiteX29" fmla="*/ 1339600 w 6884912"/>
              <a:gd name="connsiteY29" fmla="*/ 616295 h 1161397"/>
              <a:gd name="connsiteX30" fmla="*/ 1340054 w 6884912"/>
              <a:gd name="connsiteY30" fmla="*/ 614022 h 1161397"/>
              <a:gd name="connsiteX31" fmla="*/ 1391606 w 6884912"/>
              <a:gd name="connsiteY31" fmla="*/ 615229 h 1161397"/>
              <a:gd name="connsiteX32" fmla="*/ 1397565 w 6884912"/>
              <a:gd name="connsiteY32" fmla="*/ 611490 h 1161397"/>
              <a:gd name="connsiteX33" fmla="*/ 1432302 w 6884912"/>
              <a:gd name="connsiteY33" fmla="*/ 617267 h 1161397"/>
              <a:gd name="connsiteX34" fmla="*/ 1449644 w 6884912"/>
              <a:gd name="connsiteY34" fmla="*/ 617591 h 1161397"/>
              <a:gd name="connsiteX35" fmla="*/ 1455793 w 6884912"/>
              <a:gd name="connsiteY35" fmla="*/ 623174 h 1161397"/>
              <a:gd name="connsiteX36" fmla="*/ 1480758 w 6884912"/>
              <a:gd name="connsiteY36" fmla="*/ 620863 h 1161397"/>
              <a:gd name="connsiteX37" fmla="*/ 1483154 w 6884912"/>
              <a:gd name="connsiteY37" fmla="*/ 618527 h 1161397"/>
              <a:gd name="connsiteX38" fmla="*/ 1505495 w 6884912"/>
              <a:gd name="connsiteY38" fmla="*/ 624325 h 1161397"/>
              <a:gd name="connsiteX39" fmla="*/ 1526340 w 6884912"/>
              <a:gd name="connsiteY39" fmla="*/ 638496 h 1161397"/>
              <a:gd name="connsiteX40" fmla="*/ 1731986 w 6884912"/>
              <a:gd name="connsiteY40" fmla="*/ 589682 h 1161397"/>
              <a:gd name="connsiteX41" fmla="*/ 1927935 w 6884912"/>
              <a:gd name="connsiteY41" fmla="*/ 628540 h 1161397"/>
              <a:gd name="connsiteX42" fmla="*/ 2039075 w 6884912"/>
              <a:gd name="connsiteY42" fmla="*/ 599964 h 1161397"/>
              <a:gd name="connsiteX43" fmla="*/ 2066980 w 6884912"/>
              <a:gd name="connsiteY43" fmla="*/ 550413 h 1161397"/>
              <a:gd name="connsiteX44" fmla="*/ 2352236 w 6884912"/>
              <a:gd name="connsiteY44" fmla="*/ 519602 h 1161397"/>
              <a:gd name="connsiteX45" fmla="*/ 2420791 w 6884912"/>
              <a:gd name="connsiteY45" fmla="*/ 492826 h 1161397"/>
              <a:gd name="connsiteX46" fmla="*/ 2489932 w 6884912"/>
              <a:gd name="connsiteY46" fmla="*/ 507864 h 1161397"/>
              <a:gd name="connsiteX47" fmla="*/ 2512917 w 6884912"/>
              <a:gd name="connsiteY47" fmla="*/ 489127 h 1161397"/>
              <a:gd name="connsiteX48" fmla="*/ 2516783 w 6884912"/>
              <a:gd name="connsiteY48" fmla="*/ 485473 h 1161397"/>
              <a:gd name="connsiteX49" fmla="*/ 2534360 w 6884912"/>
              <a:gd name="connsiteY49" fmla="*/ 480064 h 1161397"/>
              <a:gd name="connsiteX50" fmla="*/ 2536691 w 6884912"/>
              <a:gd name="connsiteY50" fmla="*/ 467018 h 1161397"/>
              <a:gd name="connsiteX51" fmla="*/ 2561265 w 6884912"/>
              <a:gd name="connsiteY51" fmla="*/ 450623 h 1161397"/>
              <a:gd name="connsiteX52" fmla="*/ 2594349 w 6884912"/>
              <a:gd name="connsiteY52" fmla="*/ 443884 h 1161397"/>
              <a:gd name="connsiteX53" fmla="*/ 2754324 w 6884912"/>
              <a:gd name="connsiteY53" fmla="*/ 424766 h 1161397"/>
              <a:gd name="connsiteX54" fmla="*/ 2848470 w 6884912"/>
              <a:gd name="connsiteY54" fmla="*/ 405966 h 1161397"/>
              <a:gd name="connsiteX55" fmla="*/ 2881772 w 6884912"/>
              <a:gd name="connsiteY55" fmla="*/ 387260 h 1161397"/>
              <a:gd name="connsiteX56" fmla="*/ 2929932 w 6884912"/>
              <a:gd name="connsiteY56" fmla="*/ 368912 h 1161397"/>
              <a:gd name="connsiteX57" fmla="*/ 3013020 w 6884912"/>
              <a:gd name="connsiteY57" fmla="*/ 327578 h 1161397"/>
              <a:gd name="connsiteX58" fmla="*/ 3127968 w 6884912"/>
              <a:gd name="connsiteY58" fmla="*/ 287613 h 1161397"/>
              <a:gd name="connsiteX59" fmla="*/ 3222191 w 6884912"/>
              <a:gd name="connsiteY59" fmla="*/ 307887 h 1161397"/>
              <a:gd name="connsiteX60" fmla="*/ 3227953 w 6884912"/>
              <a:gd name="connsiteY60" fmla="*/ 297650 h 1161397"/>
              <a:gd name="connsiteX61" fmla="*/ 3287859 w 6884912"/>
              <a:gd name="connsiteY61" fmla="*/ 287558 h 1161397"/>
              <a:gd name="connsiteX62" fmla="*/ 3510042 w 6884912"/>
              <a:gd name="connsiteY62" fmla="*/ 311820 h 1161397"/>
              <a:gd name="connsiteX63" fmla="*/ 3626773 w 6884912"/>
              <a:gd name="connsiteY63" fmla="*/ 290452 h 1161397"/>
              <a:gd name="connsiteX64" fmla="*/ 3666217 w 6884912"/>
              <a:gd name="connsiteY64" fmla="*/ 273255 h 1161397"/>
              <a:gd name="connsiteX65" fmla="*/ 3732427 w 6884912"/>
              <a:gd name="connsiteY65" fmla="*/ 245039 h 1161397"/>
              <a:gd name="connsiteX66" fmla="*/ 3777022 w 6884912"/>
              <a:gd name="connsiteY66" fmla="*/ 200276 h 1161397"/>
              <a:gd name="connsiteX67" fmla="*/ 3791246 w 6884912"/>
              <a:gd name="connsiteY67" fmla="*/ 189996 h 1161397"/>
              <a:gd name="connsiteX68" fmla="*/ 3819864 w 6884912"/>
              <a:gd name="connsiteY68" fmla="*/ 194605 h 1161397"/>
              <a:gd name="connsiteX69" fmla="*/ 3830398 w 6884912"/>
              <a:gd name="connsiteY69" fmla="*/ 188383 h 1161397"/>
              <a:gd name="connsiteX70" fmla="*/ 3834360 w 6884912"/>
              <a:gd name="connsiteY70" fmla="*/ 188992 h 1161397"/>
              <a:gd name="connsiteX71" fmla="*/ 3843715 w 6884912"/>
              <a:gd name="connsiteY71" fmla="*/ 188752 h 1161397"/>
              <a:gd name="connsiteX72" fmla="*/ 3842609 w 6884912"/>
              <a:gd name="connsiteY72" fmla="*/ 197386 h 1161397"/>
              <a:gd name="connsiteX73" fmla="*/ 3853961 w 6884912"/>
              <a:gd name="connsiteY73" fmla="*/ 213380 h 1161397"/>
              <a:gd name="connsiteX74" fmla="*/ 3907640 w 6884912"/>
              <a:gd name="connsiteY74" fmla="*/ 207568 h 1161397"/>
              <a:gd name="connsiteX75" fmla="*/ 3910449 w 6884912"/>
              <a:gd name="connsiteY75" fmla="*/ 197808 h 1161397"/>
              <a:gd name="connsiteX76" fmla="*/ 3917197 w 6884912"/>
              <a:gd name="connsiteY76" fmla="*/ 196121 h 1161397"/>
              <a:gd name="connsiteX77" fmla="*/ 3922400 w 6884912"/>
              <a:gd name="connsiteY77" fmla="*/ 205056 h 1161397"/>
              <a:gd name="connsiteX78" fmla="*/ 4013061 w 6884912"/>
              <a:gd name="connsiteY78" fmla="*/ 224874 h 1161397"/>
              <a:gd name="connsiteX79" fmla="*/ 4134285 w 6884912"/>
              <a:gd name="connsiteY79" fmla="*/ 235592 h 1161397"/>
              <a:gd name="connsiteX80" fmla="*/ 4220717 w 6884912"/>
              <a:gd name="connsiteY80" fmla="*/ 192946 h 1161397"/>
              <a:gd name="connsiteX81" fmla="*/ 4228802 w 6884912"/>
              <a:gd name="connsiteY81" fmla="*/ 201468 h 1161397"/>
              <a:gd name="connsiteX82" fmla="*/ 4289361 w 6884912"/>
              <a:gd name="connsiteY82" fmla="*/ 196642 h 1161397"/>
              <a:gd name="connsiteX83" fmla="*/ 4498913 w 6884912"/>
              <a:gd name="connsiteY83" fmla="*/ 118915 h 1161397"/>
              <a:gd name="connsiteX84" fmla="*/ 4617330 w 6884912"/>
              <a:gd name="connsiteY84" fmla="*/ 111163 h 1161397"/>
              <a:gd name="connsiteX85" fmla="*/ 4659778 w 6884912"/>
              <a:gd name="connsiteY85" fmla="*/ 118219 h 1161397"/>
              <a:gd name="connsiteX86" fmla="*/ 4730870 w 6884912"/>
              <a:gd name="connsiteY86" fmla="*/ 129432 h 1161397"/>
              <a:gd name="connsiteX87" fmla="*/ 4785037 w 6884912"/>
              <a:gd name="connsiteY87" fmla="*/ 161964 h 1161397"/>
              <a:gd name="connsiteX88" fmla="*/ 4844073 w 6884912"/>
              <a:gd name="connsiteY88" fmla="*/ 161768 h 1161397"/>
              <a:gd name="connsiteX89" fmla="*/ 4856454 w 6884912"/>
              <a:gd name="connsiteY89" fmla="*/ 130488 h 1161397"/>
              <a:gd name="connsiteX90" fmla="*/ 4920038 w 6884912"/>
              <a:gd name="connsiteY90" fmla="*/ 140418 h 1161397"/>
              <a:gd name="connsiteX91" fmla="*/ 5016639 w 6884912"/>
              <a:gd name="connsiteY91" fmla="*/ 158905 h 1161397"/>
              <a:gd name="connsiteX92" fmla="*/ 5072009 w 6884912"/>
              <a:gd name="connsiteY92" fmla="*/ 161502 h 1161397"/>
              <a:gd name="connsiteX93" fmla="*/ 5223626 w 6884912"/>
              <a:gd name="connsiteY93" fmla="*/ 177356 h 1161397"/>
              <a:gd name="connsiteX94" fmla="*/ 5375773 w 6884912"/>
              <a:gd name="connsiteY94" fmla="*/ 199913 h 1161397"/>
              <a:gd name="connsiteX95" fmla="*/ 5467502 w 6884912"/>
              <a:gd name="connsiteY95" fmla="*/ 250963 h 1161397"/>
              <a:gd name="connsiteX96" fmla="*/ 5592395 w 6884912"/>
              <a:gd name="connsiteY96" fmla="*/ 265434 h 1161397"/>
              <a:gd name="connsiteX97" fmla="*/ 5613532 w 6884912"/>
              <a:gd name="connsiteY97" fmla="*/ 273379 h 1161397"/>
              <a:gd name="connsiteX98" fmla="*/ 5642173 w 6884912"/>
              <a:gd name="connsiteY98" fmla="*/ 266904 h 1161397"/>
              <a:gd name="connsiteX99" fmla="*/ 5756910 w 6884912"/>
              <a:gd name="connsiteY99" fmla="*/ 239211 h 1161397"/>
              <a:gd name="connsiteX100" fmla="*/ 5846667 w 6884912"/>
              <a:gd name="connsiteY100" fmla="*/ 201786 h 1161397"/>
              <a:gd name="connsiteX101" fmla="*/ 5960732 w 6884912"/>
              <a:gd name="connsiteY101" fmla="*/ 220708 h 1161397"/>
              <a:gd name="connsiteX102" fmla="*/ 6029542 w 6884912"/>
              <a:gd name="connsiteY102" fmla="*/ 210339 h 1161397"/>
              <a:gd name="connsiteX103" fmla="*/ 6141123 w 6884912"/>
              <a:gd name="connsiteY103" fmla="*/ 159923 h 1161397"/>
              <a:gd name="connsiteX104" fmla="*/ 6290640 w 6884912"/>
              <a:gd name="connsiteY104" fmla="*/ 167441 h 1161397"/>
              <a:gd name="connsiteX105" fmla="*/ 6322806 w 6884912"/>
              <a:gd name="connsiteY105" fmla="*/ 213293 h 1161397"/>
              <a:gd name="connsiteX106" fmla="*/ 6364914 w 6884912"/>
              <a:gd name="connsiteY106" fmla="*/ 240140 h 1161397"/>
              <a:gd name="connsiteX107" fmla="*/ 6380420 w 6884912"/>
              <a:gd name="connsiteY107" fmla="*/ 173195 h 1161397"/>
              <a:gd name="connsiteX108" fmla="*/ 6507891 w 6884912"/>
              <a:gd name="connsiteY108" fmla="*/ 118474 h 1161397"/>
              <a:gd name="connsiteX109" fmla="*/ 6571807 w 6884912"/>
              <a:gd name="connsiteY109" fmla="*/ 98636 h 1161397"/>
              <a:gd name="connsiteX110" fmla="*/ 6671880 w 6884912"/>
              <a:gd name="connsiteY110" fmla="*/ 82931 h 1161397"/>
              <a:gd name="connsiteX111" fmla="*/ 6702266 w 6884912"/>
              <a:gd name="connsiteY111" fmla="*/ 75470 h 1161397"/>
              <a:gd name="connsiteX112" fmla="*/ 6845802 w 6884912"/>
              <a:gd name="connsiteY112" fmla="*/ 24496 h 11613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Lst>
            <a:rect l="l" t="t" r="r" b="b"/>
            <a:pathLst>
              <a:path w="6884912" h="1161397">
                <a:moveTo>
                  <a:pt x="6884912" y="0"/>
                </a:moveTo>
                <a:lnTo>
                  <a:pt x="6884912" y="1161397"/>
                </a:lnTo>
                <a:lnTo>
                  <a:pt x="0" y="1161397"/>
                </a:lnTo>
                <a:lnTo>
                  <a:pt x="27135" y="1147460"/>
                </a:lnTo>
                <a:cubicBezTo>
                  <a:pt x="57431" y="1167048"/>
                  <a:pt x="61886" y="1135904"/>
                  <a:pt x="115388" y="1159043"/>
                </a:cubicBezTo>
                <a:cubicBezTo>
                  <a:pt x="116121" y="1155340"/>
                  <a:pt x="117370" y="1151777"/>
                  <a:pt x="119094" y="1148463"/>
                </a:cubicBezTo>
                <a:cubicBezTo>
                  <a:pt x="129121" y="1129214"/>
                  <a:pt x="152727" y="1122391"/>
                  <a:pt x="171824" y="1133224"/>
                </a:cubicBezTo>
                <a:cubicBezTo>
                  <a:pt x="254344" y="1161369"/>
                  <a:pt x="315458" y="1143220"/>
                  <a:pt x="376455" y="1137381"/>
                </a:cubicBezTo>
                <a:cubicBezTo>
                  <a:pt x="443775" y="1125614"/>
                  <a:pt x="382885" y="1083927"/>
                  <a:pt x="478946" y="1106011"/>
                </a:cubicBezTo>
                <a:cubicBezTo>
                  <a:pt x="481662" y="1085172"/>
                  <a:pt x="491731" y="1081489"/>
                  <a:pt x="512111" y="1085599"/>
                </a:cubicBezTo>
                <a:cubicBezTo>
                  <a:pt x="544368" y="1078502"/>
                  <a:pt x="526559" y="1032754"/>
                  <a:pt x="567875" y="1051976"/>
                </a:cubicBezTo>
                <a:cubicBezTo>
                  <a:pt x="553871" y="1028602"/>
                  <a:pt x="624901" y="1025930"/>
                  <a:pt x="601644" y="1003997"/>
                </a:cubicBezTo>
                <a:cubicBezTo>
                  <a:pt x="614803" y="975652"/>
                  <a:pt x="637415" y="1010272"/>
                  <a:pt x="651408" y="984938"/>
                </a:cubicBezTo>
                <a:cubicBezTo>
                  <a:pt x="673042" y="974024"/>
                  <a:pt x="646948" y="1015207"/>
                  <a:pt x="673197" y="1010060"/>
                </a:cubicBezTo>
                <a:cubicBezTo>
                  <a:pt x="703527" y="999318"/>
                  <a:pt x="718626" y="1045053"/>
                  <a:pt x="723108" y="980081"/>
                </a:cubicBezTo>
                <a:cubicBezTo>
                  <a:pt x="760262" y="985126"/>
                  <a:pt x="757827" y="957145"/>
                  <a:pt x="797699" y="931362"/>
                </a:cubicBezTo>
                <a:cubicBezTo>
                  <a:pt x="821097" y="940623"/>
                  <a:pt x="833565" y="929189"/>
                  <a:pt x="843359" y="910894"/>
                </a:cubicBezTo>
                <a:cubicBezTo>
                  <a:pt x="887668" y="902160"/>
                  <a:pt x="919738" y="869376"/>
                  <a:pt x="965215" y="846701"/>
                </a:cubicBezTo>
                <a:cubicBezTo>
                  <a:pt x="1023081" y="848019"/>
                  <a:pt x="1036422" y="800154"/>
                  <a:pt x="1085080" y="776086"/>
                </a:cubicBezTo>
                <a:cubicBezTo>
                  <a:pt x="1140763" y="795544"/>
                  <a:pt x="1110309" y="730471"/>
                  <a:pt x="1131224" y="706160"/>
                </a:cubicBezTo>
                <a:lnTo>
                  <a:pt x="1138051" y="702034"/>
                </a:lnTo>
                <a:lnTo>
                  <a:pt x="1158800" y="700004"/>
                </a:lnTo>
                <a:lnTo>
                  <a:pt x="1166947" y="700762"/>
                </a:lnTo>
                <a:cubicBezTo>
                  <a:pt x="1172432" y="700717"/>
                  <a:pt x="1175913" y="699961"/>
                  <a:pt x="1178135" y="698631"/>
                </a:cubicBezTo>
                <a:lnTo>
                  <a:pt x="1178301" y="698094"/>
                </a:lnTo>
                <a:lnTo>
                  <a:pt x="1188995" y="697048"/>
                </a:lnTo>
                <a:cubicBezTo>
                  <a:pt x="1207294" y="696390"/>
                  <a:pt x="1225337" y="696802"/>
                  <a:pt x="1242716" y="698052"/>
                </a:cubicBezTo>
                <a:cubicBezTo>
                  <a:pt x="1250387" y="668345"/>
                  <a:pt x="1318259" y="689091"/>
                  <a:pt x="1299977" y="639196"/>
                </a:cubicBezTo>
                <a:cubicBezTo>
                  <a:pt x="1323072" y="639367"/>
                  <a:pt x="1341279" y="658105"/>
                  <a:pt x="1326190" y="625955"/>
                </a:cubicBezTo>
                <a:cubicBezTo>
                  <a:pt x="1333572" y="625050"/>
                  <a:pt x="1337406" y="621362"/>
                  <a:pt x="1339600" y="616295"/>
                </a:cubicBezTo>
                <a:lnTo>
                  <a:pt x="1340054" y="614022"/>
                </a:lnTo>
                <a:lnTo>
                  <a:pt x="1391606" y="615229"/>
                </a:lnTo>
                <a:lnTo>
                  <a:pt x="1397565" y="611490"/>
                </a:lnTo>
                <a:lnTo>
                  <a:pt x="1432302" y="617267"/>
                </a:lnTo>
                <a:lnTo>
                  <a:pt x="1449644" y="617591"/>
                </a:lnTo>
                <a:lnTo>
                  <a:pt x="1455793" y="623174"/>
                </a:lnTo>
                <a:cubicBezTo>
                  <a:pt x="1461744" y="626151"/>
                  <a:pt x="1469373" y="626493"/>
                  <a:pt x="1480758" y="620863"/>
                </a:cubicBezTo>
                <a:lnTo>
                  <a:pt x="1483154" y="618527"/>
                </a:lnTo>
                <a:lnTo>
                  <a:pt x="1505495" y="624325"/>
                </a:lnTo>
                <a:cubicBezTo>
                  <a:pt x="1512992" y="627532"/>
                  <a:pt x="1520025" y="632078"/>
                  <a:pt x="1526340" y="638496"/>
                </a:cubicBezTo>
                <a:cubicBezTo>
                  <a:pt x="1586113" y="586768"/>
                  <a:pt x="1659006" y="610309"/>
                  <a:pt x="1731986" y="589682"/>
                </a:cubicBezTo>
                <a:cubicBezTo>
                  <a:pt x="1750397" y="523106"/>
                  <a:pt x="1896056" y="573257"/>
                  <a:pt x="1927935" y="628540"/>
                </a:cubicBezTo>
                <a:cubicBezTo>
                  <a:pt x="1912854" y="559823"/>
                  <a:pt x="2112261" y="676347"/>
                  <a:pt x="2039075" y="599964"/>
                </a:cubicBezTo>
                <a:cubicBezTo>
                  <a:pt x="2066036" y="601198"/>
                  <a:pt x="2086366" y="569532"/>
                  <a:pt x="2066980" y="550413"/>
                </a:cubicBezTo>
                <a:cubicBezTo>
                  <a:pt x="2155364" y="582582"/>
                  <a:pt x="2259548" y="514786"/>
                  <a:pt x="2352236" y="519602"/>
                </a:cubicBezTo>
                <a:cubicBezTo>
                  <a:pt x="2388450" y="459394"/>
                  <a:pt x="2373298" y="511682"/>
                  <a:pt x="2420791" y="492826"/>
                </a:cubicBezTo>
                <a:cubicBezTo>
                  <a:pt x="2417962" y="542563"/>
                  <a:pt x="2475071" y="455098"/>
                  <a:pt x="2489932" y="507864"/>
                </a:cubicBezTo>
                <a:cubicBezTo>
                  <a:pt x="2498105" y="502761"/>
                  <a:pt x="2505553" y="496153"/>
                  <a:pt x="2512917" y="489127"/>
                </a:cubicBezTo>
                <a:lnTo>
                  <a:pt x="2516783" y="485473"/>
                </a:lnTo>
                <a:lnTo>
                  <a:pt x="2534360" y="480064"/>
                </a:lnTo>
                <a:lnTo>
                  <a:pt x="2536691" y="467018"/>
                </a:lnTo>
                <a:lnTo>
                  <a:pt x="2561265" y="450623"/>
                </a:lnTo>
                <a:cubicBezTo>
                  <a:pt x="2570872" y="446262"/>
                  <a:pt x="2581686" y="443655"/>
                  <a:pt x="2594349" y="443884"/>
                </a:cubicBezTo>
                <a:cubicBezTo>
                  <a:pt x="2640435" y="464638"/>
                  <a:pt x="2696955" y="396361"/>
                  <a:pt x="2754324" y="424766"/>
                </a:cubicBezTo>
                <a:cubicBezTo>
                  <a:pt x="2775130" y="430896"/>
                  <a:pt x="2837731" y="423458"/>
                  <a:pt x="2848470" y="405966"/>
                </a:cubicBezTo>
                <a:cubicBezTo>
                  <a:pt x="2861295" y="401100"/>
                  <a:pt x="2876936" y="405309"/>
                  <a:pt x="2881772" y="387260"/>
                </a:cubicBezTo>
                <a:cubicBezTo>
                  <a:pt x="2890299" y="365261"/>
                  <a:pt x="2938134" y="392997"/>
                  <a:pt x="2929932" y="368912"/>
                </a:cubicBezTo>
                <a:cubicBezTo>
                  <a:pt x="2963844" y="387799"/>
                  <a:pt x="2986550" y="341223"/>
                  <a:pt x="3013020" y="327578"/>
                </a:cubicBezTo>
                <a:cubicBezTo>
                  <a:pt x="3040041" y="346996"/>
                  <a:pt x="3068934" y="299222"/>
                  <a:pt x="3127968" y="287613"/>
                </a:cubicBezTo>
                <a:cubicBezTo>
                  <a:pt x="3157770" y="310215"/>
                  <a:pt x="3167695" y="279445"/>
                  <a:pt x="3222191" y="307887"/>
                </a:cubicBezTo>
                <a:cubicBezTo>
                  <a:pt x="3223593" y="304249"/>
                  <a:pt x="3225533" y="300801"/>
                  <a:pt x="3227953" y="297650"/>
                </a:cubicBezTo>
                <a:cubicBezTo>
                  <a:pt x="3242008" y="279345"/>
                  <a:pt x="3268831" y="274825"/>
                  <a:pt x="3287859" y="287558"/>
                </a:cubicBezTo>
                <a:cubicBezTo>
                  <a:pt x="3373144" y="323866"/>
                  <a:pt x="3442657" y="311681"/>
                  <a:pt x="3510042" y="311820"/>
                </a:cubicBezTo>
                <a:cubicBezTo>
                  <a:pt x="3585274" y="306641"/>
                  <a:pt x="3525753" y="258887"/>
                  <a:pt x="3626773" y="290452"/>
                </a:cubicBezTo>
                <a:cubicBezTo>
                  <a:pt x="3633124" y="269835"/>
                  <a:pt x="3644693" y="267134"/>
                  <a:pt x="3666217" y="273255"/>
                </a:cubicBezTo>
                <a:cubicBezTo>
                  <a:pt x="3702502" y="269310"/>
                  <a:pt x="3690563" y="221720"/>
                  <a:pt x="3732427" y="245039"/>
                </a:cubicBezTo>
                <a:cubicBezTo>
                  <a:pt x="3720985" y="220241"/>
                  <a:pt x="3798776" y="224539"/>
                  <a:pt x="3777022" y="200276"/>
                </a:cubicBezTo>
                <a:cubicBezTo>
                  <a:pt x="3781759" y="193499"/>
                  <a:pt x="3786499" y="190723"/>
                  <a:pt x="3791246" y="189996"/>
                </a:cubicBezTo>
                <a:cubicBezTo>
                  <a:pt x="3800740" y="188542"/>
                  <a:pt x="3810265" y="195284"/>
                  <a:pt x="3819864" y="194605"/>
                </a:cubicBezTo>
                <a:lnTo>
                  <a:pt x="3830398" y="188383"/>
                </a:lnTo>
                <a:lnTo>
                  <a:pt x="3834360" y="188992"/>
                </a:lnTo>
                <a:lnTo>
                  <a:pt x="3843715" y="188752"/>
                </a:lnTo>
                <a:lnTo>
                  <a:pt x="3842609" y="197386"/>
                </a:lnTo>
                <a:cubicBezTo>
                  <a:pt x="3840673" y="205638"/>
                  <a:pt x="3839248" y="214671"/>
                  <a:pt x="3853961" y="213380"/>
                </a:cubicBezTo>
                <a:cubicBezTo>
                  <a:pt x="3884396" y="206569"/>
                  <a:pt x="3895082" y="241941"/>
                  <a:pt x="3907640" y="207568"/>
                </a:cubicBezTo>
                <a:lnTo>
                  <a:pt x="3910449" y="197808"/>
                </a:lnTo>
                <a:lnTo>
                  <a:pt x="3917197" y="196121"/>
                </a:lnTo>
                <a:cubicBezTo>
                  <a:pt x="3920833" y="196372"/>
                  <a:pt x="3922919" y="198717"/>
                  <a:pt x="3922400" y="205056"/>
                </a:cubicBezTo>
                <a:cubicBezTo>
                  <a:pt x="3950680" y="178467"/>
                  <a:pt x="3984062" y="218098"/>
                  <a:pt x="4013061" y="224874"/>
                </a:cubicBezTo>
                <a:cubicBezTo>
                  <a:pt x="4034530" y="199451"/>
                  <a:pt x="4074202" y="238734"/>
                  <a:pt x="4134285" y="235592"/>
                </a:cubicBezTo>
                <a:cubicBezTo>
                  <a:pt x="4157674" y="206403"/>
                  <a:pt x="4174806" y="233822"/>
                  <a:pt x="4220717" y="192946"/>
                </a:cubicBezTo>
                <a:cubicBezTo>
                  <a:pt x="4222964" y="196132"/>
                  <a:pt x="4225687" y="199002"/>
                  <a:pt x="4228802" y="201468"/>
                </a:cubicBezTo>
                <a:cubicBezTo>
                  <a:pt x="4246898" y="215792"/>
                  <a:pt x="4274013" y="213632"/>
                  <a:pt x="4289361" y="196642"/>
                </a:cubicBezTo>
                <a:cubicBezTo>
                  <a:pt x="4363212" y="140627"/>
                  <a:pt x="4433598" y="135488"/>
                  <a:pt x="4498913" y="118915"/>
                </a:cubicBezTo>
                <a:cubicBezTo>
                  <a:pt x="4573135" y="105586"/>
                  <a:pt x="4527062" y="166416"/>
                  <a:pt x="4617330" y="111163"/>
                </a:cubicBezTo>
                <a:cubicBezTo>
                  <a:pt x="4628518" y="129608"/>
                  <a:pt x="4640397" y="129405"/>
                  <a:pt x="4659778" y="118219"/>
                </a:cubicBezTo>
                <a:cubicBezTo>
                  <a:pt x="4695929" y="113193"/>
                  <a:pt x="4695958" y="162259"/>
                  <a:pt x="4730870" y="129432"/>
                </a:cubicBezTo>
                <a:cubicBezTo>
                  <a:pt x="4725822" y="156271"/>
                  <a:pt x="4800214" y="133127"/>
                  <a:pt x="4785037" y="161964"/>
                </a:cubicBezTo>
                <a:cubicBezTo>
                  <a:pt x="4810025" y="183633"/>
                  <a:pt x="4819434" y="143205"/>
                  <a:pt x="4844073" y="161768"/>
                </a:cubicBezTo>
                <a:cubicBezTo>
                  <a:pt x="4870797" y="164132"/>
                  <a:pt x="4827288" y="135164"/>
                  <a:pt x="4856454" y="130488"/>
                </a:cubicBezTo>
                <a:cubicBezTo>
                  <a:pt x="4892086" y="129553"/>
                  <a:pt x="4889263" y="81477"/>
                  <a:pt x="4920038" y="140418"/>
                </a:cubicBezTo>
                <a:cubicBezTo>
                  <a:pt x="4956358" y="122308"/>
                  <a:pt x="4965108" y="149263"/>
                  <a:pt x="5016639" y="158905"/>
                </a:cubicBezTo>
                <a:cubicBezTo>
                  <a:pt x="5037063" y="141828"/>
                  <a:pt x="5054534" y="147986"/>
                  <a:pt x="5072009" y="161502"/>
                </a:cubicBezTo>
                <a:cubicBezTo>
                  <a:pt x="5121260" y="153653"/>
                  <a:pt x="5167555" y="172635"/>
                  <a:pt x="5223626" y="177356"/>
                </a:cubicBezTo>
                <a:cubicBezTo>
                  <a:pt x="5282824" y="155243"/>
                  <a:pt x="5315859" y="195041"/>
                  <a:pt x="5375773" y="199913"/>
                </a:cubicBezTo>
                <a:cubicBezTo>
                  <a:pt x="5432511" y="156218"/>
                  <a:pt x="5417550" y="256036"/>
                  <a:pt x="5467502" y="250963"/>
                </a:cubicBezTo>
                <a:cubicBezTo>
                  <a:pt x="5547124" y="209975"/>
                  <a:pt x="5467171" y="283839"/>
                  <a:pt x="5592395" y="265434"/>
                </a:cubicBezTo>
                <a:cubicBezTo>
                  <a:pt x="5599201" y="258867"/>
                  <a:pt x="5614752" y="264706"/>
                  <a:pt x="5613532" y="273379"/>
                </a:cubicBezTo>
                <a:cubicBezTo>
                  <a:pt x="5621390" y="270408"/>
                  <a:pt x="5639720" y="253173"/>
                  <a:pt x="5642173" y="266904"/>
                </a:cubicBezTo>
                <a:cubicBezTo>
                  <a:pt x="5682296" y="267049"/>
                  <a:pt x="5721812" y="257513"/>
                  <a:pt x="5756910" y="239211"/>
                </a:cubicBezTo>
                <a:cubicBezTo>
                  <a:pt x="5834998" y="260050"/>
                  <a:pt x="5790596" y="197229"/>
                  <a:pt x="5846667" y="201786"/>
                </a:cubicBezTo>
                <a:cubicBezTo>
                  <a:pt x="5892444" y="227312"/>
                  <a:pt x="5908324" y="204527"/>
                  <a:pt x="5960732" y="220708"/>
                </a:cubicBezTo>
                <a:cubicBezTo>
                  <a:pt x="5977124" y="175349"/>
                  <a:pt x="6009640" y="223654"/>
                  <a:pt x="6029542" y="210339"/>
                </a:cubicBezTo>
                <a:cubicBezTo>
                  <a:pt x="6063108" y="261420"/>
                  <a:pt x="6107411" y="160034"/>
                  <a:pt x="6141123" y="159923"/>
                </a:cubicBezTo>
                <a:cubicBezTo>
                  <a:pt x="6198068" y="167749"/>
                  <a:pt x="6260628" y="219715"/>
                  <a:pt x="6290640" y="167441"/>
                </a:cubicBezTo>
                <a:cubicBezTo>
                  <a:pt x="6295193" y="188689"/>
                  <a:pt x="6290494" y="217816"/>
                  <a:pt x="6322806" y="213293"/>
                </a:cubicBezTo>
                <a:cubicBezTo>
                  <a:pt x="6335911" y="223881"/>
                  <a:pt x="6338726" y="256581"/>
                  <a:pt x="6364914" y="240140"/>
                </a:cubicBezTo>
                <a:cubicBezTo>
                  <a:pt x="6331888" y="211628"/>
                  <a:pt x="6385856" y="207033"/>
                  <a:pt x="6380420" y="173195"/>
                </a:cubicBezTo>
                <a:cubicBezTo>
                  <a:pt x="6420580" y="151473"/>
                  <a:pt x="6513519" y="179296"/>
                  <a:pt x="6507891" y="118474"/>
                </a:cubicBezTo>
                <a:cubicBezTo>
                  <a:pt x="6519398" y="82452"/>
                  <a:pt x="6571830" y="137398"/>
                  <a:pt x="6571807" y="98636"/>
                </a:cubicBezTo>
                <a:cubicBezTo>
                  <a:pt x="6594702" y="123421"/>
                  <a:pt x="6634676" y="82071"/>
                  <a:pt x="6671880" y="82931"/>
                </a:cubicBezTo>
                <a:cubicBezTo>
                  <a:pt x="6678855" y="65407"/>
                  <a:pt x="6687415" y="66196"/>
                  <a:pt x="6702266" y="75470"/>
                </a:cubicBezTo>
                <a:cubicBezTo>
                  <a:pt x="6747004" y="78450"/>
                  <a:pt x="6798307" y="53072"/>
                  <a:pt x="6845802" y="24496"/>
                </a:cubicBezTo>
                <a:close/>
              </a:path>
            </a:pathLst>
          </a:custGeom>
          <a:solidFill>
            <a:srgbClr val="82766A">
              <a:alpha val="15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817543331"/>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theme/theme1.xml><?xml version="1.0" encoding="utf-8"?>
<a:theme xmlns:a="http://schemas.openxmlformats.org/drawingml/2006/main" name="ArchiveVTI">
  <a:themeElements>
    <a:clrScheme name="Archive">
      <a:dk1>
        <a:sysClr val="windowText" lastClr="000000"/>
      </a:dk1>
      <a:lt1>
        <a:sysClr val="window" lastClr="FFFFFF"/>
      </a:lt1>
      <a:dk2>
        <a:srgbClr val="353B3D"/>
      </a:dk2>
      <a:lt2>
        <a:srgbClr val="EEECEA"/>
      </a:lt2>
      <a:accent1>
        <a:srgbClr val="A65E5E"/>
      </a:accent1>
      <a:accent2>
        <a:srgbClr val="9D6053"/>
      </a:accent2>
      <a:accent3>
        <a:srgbClr val="968274"/>
      </a:accent3>
      <a:accent4>
        <a:srgbClr val="878079"/>
      </a:accent4>
      <a:accent5>
        <a:srgbClr val="6C737A"/>
      </a:accent5>
      <a:accent6>
        <a:srgbClr val="697777"/>
      </a:accent6>
      <a:hlink>
        <a:srgbClr val="A25872"/>
      </a:hlink>
      <a:folHlink>
        <a:srgbClr val="667A7E"/>
      </a:folHlink>
    </a:clrScheme>
    <a:fontScheme name="Custom 170">
      <a:majorFont>
        <a:latin typeface="Bembo"/>
        <a:ea typeface=""/>
        <a:cs typeface=""/>
      </a:majorFont>
      <a:minorFont>
        <a:latin typeface="Bembo"/>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ArchiveVTI" id="{514BDC9F-20AC-40CA-9FE7-B30987BCD2D4}" vid="{D8FA1533-D953-46ED-B2C7-B32AF1BED7A8}"/>
    </a:ext>
  </a:extLst>
</a:theme>
</file>

<file path=docProps/app.xml><?xml version="1.0" encoding="utf-8"?>
<Properties xmlns="http://schemas.openxmlformats.org/officeDocument/2006/extended-properties" xmlns:vt="http://schemas.openxmlformats.org/officeDocument/2006/docPropsVTypes">
  <Template>TM04033919[[fn=Circuit]]</Template>
  <TotalTime>212</TotalTime>
  <Words>1008</Words>
  <Application>Microsoft Office PowerPoint</Application>
  <PresentationFormat>Widescreen</PresentationFormat>
  <Paragraphs>63</Paragraphs>
  <Slides>19</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19</vt:i4>
      </vt:variant>
    </vt:vector>
  </HeadingPairs>
  <TitlesOfParts>
    <vt:vector size="22" baseType="lpstr">
      <vt:lpstr>Arial</vt:lpstr>
      <vt:lpstr>Bembo</vt:lpstr>
      <vt:lpstr>ArchiveVTI</vt:lpstr>
      <vt:lpstr>Secure vault web application project</vt:lpstr>
      <vt:lpstr> </vt:lpstr>
      <vt:lpstr>description</vt:lpstr>
      <vt:lpstr>objective</vt:lpstr>
      <vt:lpstr>Implemented features</vt:lpstr>
      <vt:lpstr>Implemented features</vt:lpstr>
      <vt:lpstr>Mongodb database</vt:lpstr>
      <vt:lpstr>Architecture or flow</vt:lpstr>
      <vt:lpstr>Login System</vt:lpstr>
      <vt:lpstr>Dashboard</vt:lpstr>
      <vt:lpstr>Admin Access</vt:lpstr>
      <vt:lpstr>login</vt:lpstr>
      <vt:lpstr>Password hashing algorithm</vt:lpstr>
      <vt:lpstr>roles</vt:lpstr>
      <vt:lpstr>Access restriction</vt:lpstr>
      <vt:lpstr>Preventing unauthorized access</vt:lpstr>
      <vt:lpstr>Encryption and decryption</vt:lpstr>
      <vt:lpstr>Encryption and decryption</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اياد قابل</dc:creator>
  <cp:lastModifiedBy>اياد قابل</cp:lastModifiedBy>
  <cp:revision>1</cp:revision>
  <dcterms:created xsi:type="dcterms:W3CDTF">2026-04-26T09:27:59Z</dcterms:created>
  <dcterms:modified xsi:type="dcterms:W3CDTF">2026-04-26T16:39:26Z</dcterms:modified>
</cp:coreProperties>
</file>